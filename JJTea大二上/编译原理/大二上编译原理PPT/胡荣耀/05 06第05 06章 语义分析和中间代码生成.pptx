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8.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9.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0.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11.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2.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1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theme/theme14.xml" ContentType="application/vnd.openxmlformats-officedocument.theme+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theme/theme15.xml" ContentType="application/vnd.openxmlformats-officedocument.theme+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16.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theme/theme17.xml" ContentType="application/vnd.openxmlformats-officedocument.theme+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theme/theme18.xml" ContentType="application/vnd.openxmlformats-officedocument.theme+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19.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20.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theme/theme21.xml" ContentType="application/vnd.openxmlformats-officedocument.theme+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theme/theme22.xml" ContentType="application/vnd.openxmlformats-officedocument.theme+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23.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theme/theme24.xml" ContentType="application/vnd.openxmlformats-officedocument.theme+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theme/theme25.xml" ContentType="application/vnd.openxmlformats-officedocument.theme+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theme/theme26.xml" ContentType="application/vnd.openxmlformats-officedocument.theme+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theme/theme27.xml" ContentType="application/vnd.openxmlformats-officedocument.theme+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theme/theme28.xml" ContentType="application/vnd.openxmlformats-officedocument.theme+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theme/theme29.xml" ContentType="application/vnd.openxmlformats-officedocument.theme+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theme/theme30.xml" ContentType="application/vnd.openxmlformats-officedocument.theme+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theme/theme31.xml" ContentType="application/vnd.openxmlformats-officedocument.theme+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theme/theme32.xml" ContentType="application/vnd.openxmlformats-officedocument.theme+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theme/theme33.xml" ContentType="application/vnd.openxmlformats-officedocument.theme+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theme/theme34.xml" ContentType="application/vnd.openxmlformats-officedocument.theme+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theme/theme35.xml" ContentType="application/vnd.openxmlformats-officedocument.theme+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theme/theme36.xml" ContentType="application/vnd.openxmlformats-officedocument.theme+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theme/theme37.xml" ContentType="application/vnd.openxmlformats-officedocument.theme+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theme/theme38.xml" ContentType="application/vnd.openxmlformats-officedocument.theme+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theme/theme39.xml" ContentType="application/vnd.openxmlformats-officedocument.theme+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theme/theme40.xml" ContentType="application/vnd.openxmlformats-officedocument.theme+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theme/theme41.xml" ContentType="application/vnd.openxmlformats-officedocument.theme+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theme/theme42.xml" ContentType="application/vnd.openxmlformats-officedocument.theme+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theme/theme43.xml" ContentType="application/vnd.openxmlformats-officedocument.theme+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theme/theme44.xml" ContentType="application/vnd.openxmlformats-officedocument.theme+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0.xml" ContentType="application/vnd.openxmlformats-officedocument.presentationml.slideLayout+xml"/>
  <Override PartName="/ppt/theme/theme45.xml" ContentType="application/vnd.openxmlformats-officedocument.theme+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theme/theme46.xml" ContentType="application/vnd.openxmlformats-officedocument.theme+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theme/theme47.xml" ContentType="application/vnd.openxmlformats-officedocument.theme+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theme/theme48.xml" ContentType="application/vnd.openxmlformats-officedocument.theme+xml"/>
  <Override PartName="/ppt/slideLayouts/slideLayout759.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theme/theme49.xml" ContentType="application/vnd.openxmlformats-officedocument.theme+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0.xml" ContentType="application/vnd.openxmlformats-officedocument.presentationml.slideLayout+xml"/>
  <Override PartName="/ppt/theme/theme50.xml" ContentType="application/vnd.openxmlformats-officedocument.theme+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theme/theme51.xml" ContentType="application/vnd.openxmlformats-officedocument.theme+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theme/theme52.xml" ContentType="application/vnd.openxmlformats-officedocument.theme+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37.xml" ContentType="application/vnd.openxmlformats-officedocument.presentationml.slideLayout+xml"/>
  <Override PartName="/ppt/slideLayouts/slideLayout838.xml" ContentType="application/vnd.openxmlformats-officedocument.presentationml.slideLayout+xml"/>
  <Override PartName="/ppt/theme/theme53.xml" ContentType="application/vnd.openxmlformats-officedocument.theme+xml"/>
  <Override PartName="/ppt/slideLayouts/slideLayout839.xml" ContentType="application/vnd.openxmlformats-officedocument.presentationml.slideLayout+xml"/>
  <Override PartName="/ppt/slideLayouts/slideLayout840.xml" ContentType="application/vnd.openxmlformats-officedocument.presentationml.slideLayout+xml"/>
  <Override PartName="/ppt/slideLayouts/slideLayout841.xml" ContentType="application/vnd.openxmlformats-officedocument.presentationml.slideLayout+xml"/>
  <Override PartName="/ppt/slideLayouts/slideLayout842.xml" ContentType="application/vnd.openxmlformats-officedocument.presentationml.slideLayout+xml"/>
  <Override PartName="/ppt/slideLayouts/slideLayout843.xml" ContentType="application/vnd.openxmlformats-officedocument.presentationml.slideLayout+xml"/>
  <Override PartName="/ppt/slideLayouts/slideLayout844.xml" ContentType="application/vnd.openxmlformats-officedocument.presentationml.slideLayout+xml"/>
  <Override PartName="/ppt/slideLayouts/slideLayout845.xml" ContentType="application/vnd.openxmlformats-officedocument.presentationml.slideLayout+xml"/>
  <Override PartName="/ppt/slideLayouts/slideLayout846.xml" ContentType="application/vnd.openxmlformats-officedocument.presentationml.slideLayout+xml"/>
  <Override PartName="/ppt/slideLayouts/slideLayout847.xml" ContentType="application/vnd.openxmlformats-officedocument.presentationml.slideLayout+xml"/>
  <Override PartName="/ppt/slideLayouts/slideLayout848.xml" ContentType="application/vnd.openxmlformats-officedocument.presentationml.slideLayout+xml"/>
  <Override PartName="/ppt/slideLayouts/slideLayout849.xml" ContentType="application/vnd.openxmlformats-officedocument.presentationml.slideLayout+xml"/>
  <Override PartName="/ppt/slideLayouts/slideLayout850.xml" ContentType="application/vnd.openxmlformats-officedocument.presentationml.slideLayout+xml"/>
  <Override PartName="/ppt/slideLayouts/slideLayout851.xml" ContentType="application/vnd.openxmlformats-officedocument.presentationml.slideLayout+xml"/>
  <Override PartName="/ppt/slideLayouts/slideLayout852.xml" ContentType="application/vnd.openxmlformats-officedocument.presentationml.slideLayout+xml"/>
  <Override PartName="/ppt/slideLayouts/slideLayout853.xml" ContentType="application/vnd.openxmlformats-officedocument.presentationml.slideLayout+xml"/>
  <Override PartName="/ppt/slideLayouts/slideLayout854.xml" ContentType="application/vnd.openxmlformats-officedocument.presentationml.slideLayout+xml"/>
  <Override PartName="/ppt/theme/theme54.xml" ContentType="application/vnd.openxmlformats-officedocument.theme+xml"/>
  <Override PartName="/ppt/slideLayouts/slideLayout855.xml" ContentType="application/vnd.openxmlformats-officedocument.presentationml.slideLayout+xml"/>
  <Override PartName="/ppt/slideLayouts/slideLayout856.xml" ContentType="application/vnd.openxmlformats-officedocument.presentationml.slideLayout+xml"/>
  <Override PartName="/ppt/slideLayouts/slideLayout857.xml" ContentType="application/vnd.openxmlformats-officedocument.presentationml.slideLayout+xml"/>
  <Override PartName="/ppt/slideLayouts/slideLayout858.xml" ContentType="application/vnd.openxmlformats-officedocument.presentationml.slideLayout+xml"/>
  <Override PartName="/ppt/slideLayouts/slideLayout859.xml" ContentType="application/vnd.openxmlformats-officedocument.presentationml.slideLayout+xml"/>
  <Override PartName="/ppt/slideLayouts/slideLayout860.xml" ContentType="application/vnd.openxmlformats-officedocument.presentationml.slideLayout+xml"/>
  <Override PartName="/ppt/slideLayouts/slideLayout861.xml" ContentType="application/vnd.openxmlformats-officedocument.presentationml.slideLayout+xml"/>
  <Override PartName="/ppt/slideLayouts/slideLayout862.xml" ContentType="application/vnd.openxmlformats-officedocument.presentationml.slideLayout+xml"/>
  <Override PartName="/ppt/slideLayouts/slideLayout863.xml" ContentType="application/vnd.openxmlformats-officedocument.presentationml.slideLayout+xml"/>
  <Override PartName="/ppt/slideLayouts/slideLayout864.xml" ContentType="application/vnd.openxmlformats-officedocument.presentationml.slideLayout+xml"/>
  <Override PartName="/ppt/slideLayouts/slideLayout865.xml" ContentType="application/vnd.openxmlformats-officedocument.presentationml.slideLayout+xml"/>
  <Override PartName="/ppt/slideLayouts/slideLayout866.xml" ContentType="application/vnd.openxmlformats-officedocument.presentationml.slideLayout+xml"/>
  <Override PartName="/ppt/slideLayouts/slideLayout867.xml" ContentType="application/vnd.openxmlformats-officedocument.presentationml.slideLayout+xml"/>
  <Override PartName="/ppt/slideLayouts/slideLayout868.xml" ContentType="application/vnd.openxmlformats-officedocument.presentationml.slideLayout+xml"/>
  <Override PartName="/ppt/slideLayouts/slideLayout869.xml" ContentType="application/vnd.openxmlformats-officedocument.presentationml.slideLayout+xml"/>
  <Override PartName="/ppt/slideLayouts/slideLayout870.xml" ContentType="application/vnd.openxmlformats-officedocument.presentationml.slideLayout+xml"/>
  <Override PartName="/ppt/theme/theme55.xml" ContentType="application/vnd.openxmlformats-officedocument.theme+xml"/>
  <Override PartName="/ppt/slideLayouts/slideLayout871.xml" ContentType="application/vnd.openxmlformats-officedocument.presentationml.slideLayout+xml"/>
  <Override PartName="/ppt/slideLayouts/slideLayout872.xml" ContentType="application/vnd.openxmlformats-officedocument.presentationml.slideLayout+xml"/>
  <Override PartName="/ppt/slideLayouts/slideLayout873.xml" ContentType="application/vnd.openxmlformats-officedocument.presentationml.slideLayout+xml"/>
  <Override PartName="/ppt/slideLayouts/slideLayout874.xml" ContentType="application/vnd.openxmlformats-officedocument.presentationml.slideLayout+xml"/>
  <Override PartName="/ppt/slideLayouts/slideLayout875.xml" ContentType="application/vnd.openxmlformats-officedocument.presentationml.slideLayout+xml"/>
  <Override PartName="/ppt/slideLayouts/slideLayout876.xml" ContentType="application/vnd.openxmlformats-officedocument.presentationml.slideLayout+xml"/>
  <Override PartName="/ppt/slideLayouts/slideLayout877.xml" ContentType="application/vnd.openxmlformats-officedocument.presentationml.slideLayout+xml"/>
  <Override PartName="/ppt/slideLayouts/slideLayout878.xml" ContentType="application/vnd.openxmlformats-officedocument.presentationml.slideLayout+xml"/>
  <Override PartName="/ppt/slideLayouts/slideLayout879.xml" ContentType="application/vnd.openxmlformats-officedocument.presentationml.slideLayout+xml"/>
  <Override PartName="/ppt/slideLayouts/slideLayout880.xml" ContentType="application/vnd.openxmlformats-officedocument.presentationml.slideLayout+xml"/>
  <Override PartName="/ppt/slideLayouts/slideLayout881.xml" ContentType="application/vnd.openxmlformats-officedocument.presentationml.slideLayout+xml"/>
  <Override PartName="/ppt/slideLayouts/slideLayout882.xml" ContentType="application/vnd.openxmlformats-officedocument.presentationml.slideLayout+xml"/>
  <Override PartName="/ppt/slideLayouts/slideLayout883.xml" ContentType="application/vnd.openxmlformats-officedocument.presentationml.slideLayout+xml"/>
  <Override PartName="/ppt/slideLayouts/slideLayout884.xml" ContentType="application/vnd.openxmlformats-officedocument.presentationml.slideLayout+xml"/>
  <Override PartName="/ppt/slideLayouts/slideLayout885.xml" ContentType="application/vnd.openxmlformats-officedocument.presentationml.slideLayout+xml"/>
  <Override PartName="/ppt/slideLayouts/slideLayout886.xml" ContentType="application/vnd.openxmlformats-officedocument.presentationml.slideLayout+xml"/>
  <Override PartName="/ppt/theme/theme56.xml" ContentType="application/vnd.openxmlformats-officedocument.theme+xml"/>
  <Override PartName="/ppt/slideLayouts/slideLayout887.xml" ContentType="application/vnd.openxmlformats-officedocument.presentationml.slideLayout+xml"/>
  <Override PartName="/ppt/slideLayouts/slideLayout888.xml" ContentType="application/vnd.openxmlformats-officedocument.presentationml.slideLayout+xml"/>
  <Override PartName="/ppt/slideLayouts/slideLayout889.xml" ContentType="application/vnd.openxmlformats-officedocument.presentationml.slideLayout+xml"/>
  <Override PartName="/ppt/slideLayouts/slideLayout890.xml" ContentType="application/vnd.openxmlformats-officedocument.presentationml.slideLayout+xml"/>
  <Override PartName="/ppt/slideLayouts/slideLayout891.xml" ContentType="application/vnd.openxmlformats-officedocument.presentationml.slideLayout+xml"/>
  <Override PartName="/ppt/slideLayouts/slideLayout892.xml" ContentType="application/vnd.openxmlformats-officedocument.presentationml.slideLayout+xml"/>
  <Override PartName="/ppt/slideLayouts/slideLayout893.xml" ContentType="application/vnd.openxmlformats-officedocument.presentationml.slideLayout+xml"/>
  <Override PartName="/ppt/slideLayouts/slideLayout894.xml" ContentType="application/vnd.openxmlformats-officedocument.presentationml.slideLayout+xml"/>
  <Override PartName="/ppt/slideLayouts/slideLayout895.xml" ContentType="application/vnd.openxmlformats-officedocument.presentationml.slideLayout+xml"/>
  <Override PartName="/ppt/slideLayouts/slideLayout896.xml" ContentType="application/vnd.openxmlformats-officedocument.presentationml.slideLayout+xml"/>
  <Override PartName="/ppt/slideLayouts/slideLayout897.xml" ContentType="application/vnd.openxmlformats-officedocument.presentationml.slideLayout+xml"/>
  <Override PartName="/ppt/slideLayouts/slideLayout898.xml" ContentType="application/vnd.openxmlformats-officedocument.presentationml.slideLayout+xml"/>
  <Override PartName="/ppt/slideLayouts/slideLayout899.xml" ContentType="application/vnd.openxmlformats-officedocument.presentationml.slideLayout+xml"/>
  <Override PartName="/ppt/slideLayouts/slideLayout900.xml" ContentType="application/vnd.openxmlformats-officedocument.presentationml.slideLayout+xml"/>
  <Override PartName="/ppt/slideLayouts/slideLayout901.xml" ContentType="application/vnd.openxmlformats-officedocument.presentationml.slideLayout+xml"/>
  <Override PartName="/ppt/slideLayouts/slideLayout902.xml" ContentType="application/vnd.openxmlformats-officedocument.presentationml.slideLayout+xml"/>
  <Override PartName="/ppt/theme/theme57.xml" ContentType="application/vnd.openxmlformats-officedocument.theme+xml"/>
  <Override PartName="/ppt/slideLayouts/slideLayout903.xml" ContentType="application/vnd.openxmlformats-officedocument.presentationml.slideLayout+xml"/>
  <Override PartName="/ppt/slideLayouts/slideLayout904.xml" ContentType="application/vnd.openxmlformats-officedocument.presentationml.slideLayout+xml"/>
  <Override PartName="/ppt/slideLayouts/slideLayout905.xml" ContentType="application/vnd.openxmlformats-officedocument.presentationml.slideLayout+xml"/>
  <Override PartName="/ppt/slideLayouts/slideLayout906.xml" ContentType="application/vnd.openxmlformats-officedocument.presentationml.slideLayout+xml"/>
  <Override PartName="/ppt/slideLayouts/slideLayout907.xml" ContentType="application/vnd.openxmlformats-officedocument.presentationml.slideLayout+xml"/>
  <Override PartName="/ppt/slideLayouts/slideLayout908.xml" ContentType="application/vnd.openxmlformats-officedocument.presentationml.slideLayout+xml"/>
  <Override PartName="/ppt/slideLayouts/slideLayout909.xml" ContentType="application/vnd.openxmlformats-officedocument.presentationml.slideLayout+xml"/>
  <Override PartName="/ppt/slideLayouts/slideLayout910.xml" ContentType="application/vnd.openxmlformats-officedocument.presentationml.slideLayout+xml"/>
  <Override PartName="/ppt/slideLayouts/slideLayout911.xml" ContentType="application/vnd.openxmlformats-officedocument.presentationml.slideLayout+xml"/>
  <Override PartName="/ppt/slideLayouts/slideLayout912.xml" ContentType="application/vnd.openxmlformats-officedocument.presentationml.slideLayout+xml"/>
  <Override PartName="/ppt/slideLayouts/slideLayout913.xml" ContentType="application/vnd.openxmlformats-officedocument.presentationml.slideLayout+xml"/>
  <Override PartName="/ppt/slideLayouts/slideLayout914.xml" ContentType="application/vnd.openxmlformats-officedocument.presentationml.slideLayout+xml"/>
  <Override PartName="/ppt/slideLayouts/slideLayout915.xml" ContentType="application/vnd.openxmlformats-officedocument.presentationml.slideLayout+xml"/>
  <Override PartName="/ppt/slideLayouts/slideLayout916.xml" ContentType="application/vnd.openxmlformats-officedocument.presentationml.slideLayout+xml"/>
  <Override PartName="/ppt/slideLayouts/slideLayout917.xml" ContentType="application/vnd.openxmlformats-officedocument.presentationml.slideLayout+xml"/>
  <Override PartName="/ppt/slideLayouts/slideLayout918.xml" ContentType="application/vnd.openxmlformats-officedocument.presentationml.slideLayout+xml"/>
  <Override PartName="/ppt/theme/theme58.xml" ContentType="application/vnd.openxmlformats-officedocument.theme+xml"/>
  <Override PartName="/ppt/slideLayouts/slideLayout919.xml" ContentType="application/vnd.openxmlformats-officedocument.presentationml.slideLayout+xml"/>
  <Override PartName="/ppt/slideLayouts/slideLayout920.xml" ContentType="application/vnd.openxmlformats-officedocument.presentationml.slideLayout+xml"/>
  <Override PartName="/ppt/slideLayouts/slideLayout921.xml" ContentType="application/vnd.openxmlformats-officedocument.presentationml.slideLayout+xml"/>
  <Override PartName="/ppt/slideLayouts/slideLayout922.xml" ContentType="application/vnd.openxmlformats-officedocument.presentationml.slideLayout+xml"/>
  <Override PartName="/ppt/slideLayouts/slideLayout923.xml" ContentType="application/vnd.openxmlformats-officedocument.presentationml.slideLayout+xml"/>
  <Override PartName="/ppt/slideLayouts/slideLayout924.xml" ContentType="application/vnd.openxmlformats-officedocument.presentationml.slideLayout+xml"/>
  <Override PartName="/ppt/slideLayouts/slideLayout925.xml" ContentType="application/vnd.openxmlformats-officedocument.presentationml.slideLayout+xml"/>
  <Override PartName="/ppt/slideLayouts/slideLayout926.xml" ContentType="application/vnd.openxmlformats-officedocument.presentationml.slideLayout+xml"/>
  <Override PartName="/ppt/slideLayouts/slideLayout927.xml" ContentType="application/vnd.openxmlformats-officedocument.presentationml.slideLayout+xml"/>
  <Override PartName="/ppt/slideLayouts/slideLayout928.xml" ContentType="application/vnd.openxmlformats-officedocument.presentationml.slideLayout+xml"/>
  <Override PartName="/ppt/slideLayouts/slideLayout929.xml" ContentType="application/vnd.openxmlformats-officedocument.presentationml.slideLayout+xml"/>
  <Override PartName="/ppt/slideLayouts/slideLayout930.xml" ContentType="application/vnd.openxmlformats-officedocument.presentationml.slideLayout+xml"/>
  <Override PartName="/ppt/slideLayouts/slideLayout931.xml" ContentType="application/vnd.openxmlformats-officedocument.presentationml.slideLayout+xml"/>
  <Override PartName="/ppt/slideLayouts/slideLayout932.xml" ContentType="application/vnd.openxmlformats-officedocument.presentationml.slideLayout+xml"/>
  <Override PartName="/ppt/slideLayouts/slideLayout933.xml" ContentType="application/vnd.openxmlformats-officedocument.presentationml.slideLayout+xml"/>
  <Override PartName="/ppt/slideLayouts/slideLayout934.xml" ContentType="application/vnd.openxmlformats-officedocument.presentationml.slideLayout+xml"/>
  <Override PartName="/ppt/theme/theme59.xml" ContentType="application/vnd.openxmlformats-officedocument.theme+xml"/>
  <Override PartName="/ppt/slideLayouts/slideLayout935.xml" ContentType="application/vnd.openxmlformats-officedocument.presentationml.slideLayout+xml"/>
  <Override PartName="/ppt/slideLayouts/slideLayout936.xml" ContentType="application/vnd.openxmlformats-officedocument.presentationml.slideLayout+xml"/>
  <Override PartName="/ppt/slideLayouts/slideLayout937.xml" ContentType="application/vnd.openxmlformats-officedocument.presentationml.slideLayout+xml"/>
  <Override PartName="/ppt/slideLayouts/slideLayout938.xml" ContentType="application/vnd.openxmlformats-officedocument.presentationml.slideLayout+xml"/>
  <Override PartName="/ppt/slideLayouts/slideLayout939.xml" ContentType="application/vnd.openxmlformats-officedocument.presentationml.slideLayout+xml"/>
  <Override PartName="/ppt/slideLayouts/slideLayout940.xml" ContentType="application/vnd.openxmlformats-officedocument.presentationml.slideLayout+xml"/>
  <Override PartName="/ppt/slideLayouts/slideLayout941.xml" ContentType="application/vnd.openxmlformats-officedocument.presentationml.slideLayout+xml"/>
  <Override PartName="/ppt/slideLayouts/slideLayout942.xml" ContentType="application/vnd.openxmlformats-officedocument.presentationml.slideLayout+xml"/>
  <Override PartName="/ppt/slideLayouts/slideLayout943.xml" ContentType="application/vnd.openxmlformats-officedocument.presentationml.slideLayout+xml"/>
  <Override PartName="/ppt/slideLayouts/slideLayout944.xml" ContentType="application/vnd.openxmlformats-officedocument.presentationml.slideLayout+xml"/>
  <Override PartName="/ppt/slideLayouts/slideLayout945.xml" ContentType="application/vnd.openxmlformats-officedocument.presentationml.slideLayout+xml"/>
  <Override PartName="/ppt/slideLayouts/slideLayout946.xml" ContentType="application/vnd.openxmlformats-officedocument.presentationml.slideLayout+xml"/>
  <Override PartName="/ppt/slideLayouts/slideLayout947.xml" ContentType="application/vnd.openxmlformats-officedocument.presentationml.slideLayout+xml"/>
  <Override PartName="/ppt/slideLayouts/slideLayout948.xml" ContentType="application/vnd.openxmlformats-officedocument.presentationml.slideLayout+xml"/>
  <Override PartName="/ppt/slideLayouts/slideLayout949.xml" ContentType="application/vnd.openxmlformats-officedocument.presentationml.slideLayout+xml"/>
  <Override PartName="/ppt/slideLayouts/slideLayout950.xml" ContentType="application/vnd.openxmlformats-officedocument.presentationml.slideLayout+xml"/>
  <Override PartName="/ppt/theme/theme60.xml" ContentType="application/vnd.openxmlformats-officedocument.theme+xml"/>
  <Override PartName="/ppt/slideLayouts/slideLayout951.xml" ContentType="application/vnd.openxmlformats-officedocument.presentationml.slideLayout+xml"/>
  <Override PartName="/ppt/slideLayouts/slideLayout952.xml" ContentType="application/vnd.openxmlformats-officedocument.presentationml.slideLayout+xml"/>
  <Override PartName="/ppt/slideLayouts/slideLayout953.xml" ContentType="application/vnd.openxmlformats-officedocument.presentationml.slideLayout+xml"/>
  <Override PartName="/ppt/slideLayouts/slideLayout954.xml" ContentType="application/vnd.openxmlformats-officedocument.presentationml.slideLayout+xml"/>
  <Override PartName="/ppt/slideLayouts/slideLayout955.xml" ContentType="application/vnd.openxmlformats-officedocument.presentationml.slideLayout+xml"/>
  <Override PartName="/ppt/slideLayouts/slideLayout956.xml" ContentType="application/vnd.openxmlformats-officedocument.presentationml.slideLayout+xml"/>
  <Override PartName="/ppt/slideLayouts/slideLayout957.xml" ContentType="application/vnd.openxmlformats-officedocument.presentationml.slideLayout+xml"/>
  <Override PartName="/ppt/slideLayouts/slideLayout958.xml" ContentType="application/vnd.openxmlformats-officedocument.presentationml.slideLayout+xml"/>
  <Override PartName="/ppt/slideLayouts/slideLayout959.xml" ContentType="application/vnd.openxmlformats-officedocument.presentationml.slideLayout+xml"/>
  <Override PartName="/ppt/slideLayouts/slideLayout960.xml" ContentType="application/vnd.openxmlformats-officedocument.presentationml.slideLayout+xml"/>
  <Override PartName="/ppt/slideLayouts/slideLayout961.xml" ContentType="application/vnd.openxmlformats-officedocument.presentationml.slideLayout+xml"/>
  <Override PartName="/ppt/slideLayouts/slideLayout962.xml" ContentType="application/vnd.openxmlformats-officedocument.presentationml.slideLayout+xml"/>
  <Override PartName="/ppt/slideLayouts/slideLayout963.xml" ContentType="application/vnd.openxmlformats-officedocument.presentationml.slideLayout+xml"/>
  <Override PartName="/ppt/slideLayouts/slideLayout964.xml" ContentType="application/vnd.openxmlformats-officedocument.presentationml.slideLayout+xml"/>
  <Override PartName="/ppt/slideLayouts/slideLayout965.xml" ContentType="application/vnd.openxmlformats-officedocument.presentationml.slideLayout+xml"/>
  <Override PartName="/ppt/slideLayouts/slideLayout966.xml" ContentType="application/vnd.openxmlformats-officedocument.presentationml.slideLayout+xml"/>
  <Override PartName="/ppt/theme/theme61.xml" ContentType="application/vnd.openxmlformats-officedocument.theme+xml"/>
  <Override PartName="/ppt/slideLayouts/slideLayout967.xml" ContentType="application/vnd.openxmlformats-officedocument.presentationml.slideLayout+xml"/>
  <Override PartName="/ppt/slideLayouts/slideLayout968.xml" ContentType="application/vnd.openxmlformats-officedocument.presentationml.slideLayout+xml"/>
  <Override PartName="/ppt/slideLayouts/slideLayout969.xml" ContentType="application/vnd.openxmlformats-officedocument.presentationml.slideLayout+xml"/>
  <Override PartName="/ppt/slideLayouts/slideLayout970.xml" ContentType="application/vnd.openxmlformats-officedocument.presentationml.slideLayout+xml"/>
  <Override PartName="/ppt/slideLayouts/slideLayout971.xml" ContentType="application/vnd.openxmlformats-officedocument.presentationml.slideLayout+xml"/>
  <Override PartName="/ppt/slideLayouts/slideLayout972.xml" ContentType="application/vnd.openxmlformats-officedocument.presentationml.slideLayout+xml"/>
  <Override PartName="/ppt/slideLayouts/slideLayout973.xml" ContentType="application/vnd.openxmlformats-officedocument.presentationml.slideLayout+xml"/>
  <Override PartName="/ppt/slideLayouts/slideLayout974.xml" ContentType="application/vnd.openxmlformats-officedocument.presentationml.slideLayout+xml"/>
  <Override PartName="/ppt/slideLayouts/slideLayout975.xml" ContentType="application/vnd.openxmlformats-officedocument.presentationml.slideLayout+xml"/>
  <Override PartName="/ppt/slideLayouts/slideLayout976.xml" ContentType="application/vnd.openxmlformats-officedocument.presentationml.slideLayout+xml"/>
  <Override PartName="/ppt/slideLayouts/slideLayout977.xml" ContentType="application/vnd.openxmlformats-officedocument.presentationml.slideLayout+xml"/>
  <Override PartName="/ppt/slideLayouts/slideLayout978.xml" ContentType="application/vnd.openxmlformats-officedocument.presentationml.slideLayout+xml"/>
  <Override PartName="/ppt/slideLayouts/slideLayout979.xml" ContentType="application/vnd.openxmlformats-officedocument.presentationml.slideLayout+xml"/>
  <Override PartName="/ppt/slideLayouts/slideLayout980.xml" ContentType="application/vnd.openxmlformats-officedocument.presentationml.slideLayout+xml"/>
  <Override PartName="/ppt/slideLayouts/slideLayout981.xml" ContentType="application/vnd.openxmlformats-officedocument.presentationml.slideLayout+xml"/>
  <Override PartName="/ppt/slideLayouts/slideLayout982.xml" ContentType="application/vnd.openxmlformats-officedocument.presentationml.slideLayout+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952" r:id="rId3"/>
    <p:sldMasterId id="2147483969" r:id="rId4"/>
    <p:sldMasterId id="2147483986" r:id="rId5"/>
    <p:sldMasterId id="2147484003" r:id="rId6"/>
    <p:sldMasterId id="2147484020" r:id="rId7"/>
    <p:sldMasterId id="2147484037" r:id="rId8"/>
    <p:sldMasterId id="2147484724" r:id="rId9"/>
    <p:sldMasterId id="2147484741" r:id="rId10"/>
    <p:sldMasterId id="2147484758" r:id="rId11"/>
    <p:sldMasterId id="2147484775" r:id="rId12"/>
    <p:sldMasterId id="2147484792" r:id="rId13"/>
    <p:sldMasterId id="2147484809" r:id="rId14"/>
    <p:sldMasterId id="2147484826" r:id="rId15"/>
    <p:sldMasterId id="2147484843" r:id="rId16"/>
    <p:sldMasterId id="2147484860" r:id="rId17"/>
    <p:sldMasterId id="2147484877" r:id="rId18"/>
    <p:sldMasterId id="2147484894" r:id="rId19"/>
    <p:sldMasterId id="2147484911" r:id="rId20"/>
    <p:sldMasterId id="2147484928" r:id="rId21"/>
    <p:sldMasterId id="2147484945" r:id="rId22"/>
    <p:sldMasterId id="2147484962" r:id="rId23"/>
    <p:sldMasterId id="2147484979" r:id="rId24"/>
    <p:sldMasterId id="2147485860" r:id="rId25"/>
    <p:sldMasterId id="2147485877" r:id="rId26"/>
    <p:sldMasterId id="2147485894" r:id="rId27"/>
    <p:sldMasterId id="2147485911" r:id="rId28"/>
    <p:sldMasterId id="2147485928" r:id="rId29"/>
    <p:sldMasterId id="2147485945" r:id="rId30"/>
    <p:sldMasterId id="2147485962" r:id="rId31"/>
    <p:sldMasterId id="2147485979" r:id="rId32"/>
    <p:sldMasterId id="2147485996" r:id="rId33"/>
    <p:sldMasterId id="2147486013" r:id="rId34"/>
    <p:sldMasterId id="2147486030" r:id="rId35"/>
    <p:sldMasterId id="2147486047" r:id="rId36"/>
    <p:sldMasterId id="2147486098" r:id="rId37"/>
    <p:sldMasterId id="2147486115" r:id="rId38"/>
    <p:sldMasterId id="2147486132" r:id="rId39"/>
    <p:sldMasterId id="2147486149" r:id="rId40"/>
    <p:sldMasterId id="2147486166" r:id="rId41"/>
    <p:sldMasterId id="2147486183" r:id="rId42"/>
    <p:sldMasterId id="2147486200" r:id="rId43"/>
    <p:sldMasterId id="2147486217" r:id="rId44"/>
    <p:sldMasterId id="2147486234" r:id="rId45"/>
    <p:sldMasterId id="2147486251" r:id="rId46"/>
    <p:sldMasterId id="2147486268" r:id="rId47"/>
    <p:sldMasterId id="2147486285" r:id="rId48"/>
    <p:sldMasterId id="2147486302" r:id="rId49"/>
    <p:sldMasterId id="2147486319" r:id="rId50"/>
    <p:sldMasterId id="2147486336" r:id="rId51"/>
    <p:sldMasterId id="2147486353" r:id="rId52"/>
    <p:sldMasterId id="2147486370" r:id="rId53"/>
    <p:sldMasterId id="2147486387" r:id="rId54"/>
    <p:sldMasterId id="2147486404" r:id="rId55"/>
    <p:sldMasterId id="2147488356" r:id="rId56"/>
    <p:sldMasterId id="2147488373" r:id="rId57"/>
    <p:sldMasterId id="2147488390" r:id="rId58"/>
    <p:sldMasterId id="2147490438" r:id="rId59"/>
    <p:sldMasterId id="2147492395" r:id="rId60"/>
    <p:sldMasterId id="2147494371" r:id="rId61"/>
    <p:sldMasterId id="2147498393" r:id="rId62"/>
  </p:sldMasterIdLst>
  <p:notesMasterIdLst>
    <p:notesMasterId r:id="rId168"/>
  </p:notesMasterIdLst>
  <p:handoutMasterIdLst>
    <p:handoutMasterId r:id="rId169"/>
  </p:handoutMasterIdLst>
  <p:sldIdLst>
    <p:sldId id="273" r:id="rId63"/>
    <p:sldId id="1303" r:id="rId64"/>
    <p:sldId id="1201" r:id="rId65"/>
    <p:sldId id="1202" r:id="rId66"/>
    <p:sldId id="1203" r:id="rId67"/>
    <p:sldId id="1300" r:id="rId68"/>
    <p:sldId id="1204" r:id="rId69"/>
    <p:sldId id="1205" r:id="rId70"/>
    <p:sldId id="1206" r:id="rId71"/>
    <p:sldId id="1210" r:id="rId72"/>
    <p:sldId id="1208" r:id="rId73"/>
    <p:sldId id="1211" r:id="rId74"/>
    <p:sldId id="1212" r:id="rId75"/>
    <p:sldId id="1213" r:id="rId76"/>
    <p:sldId id="1214" r:id="rId77"/>
    <p:sldId id="1215" r:id="rId78"/>
    <p:sldId id="1216" r:id="rId79"/>
    <p:sldId id="1217" r:id="rId80"/>
    <p:sldId id="1218" r:id="rId81"/>
    <p:sldId id="1219" r:id="rId82"/>
    <p:sldId id="1220" r:id="rId83"/>
    <p:sldId id="1221" r:id="rId84"/>
    <p:sldId id="1222" r:id="rId85"/>
    <p:sldId id="1223" r:id="rId86"/>
    <p:sldId id="1224" r:id="rId87"/>
    <p:sldId id="1225" r:id="rId88"/>
    <p:sldId id="1227" r:id="rId89"/>
    <p:sldId id="1228" r:id="rId90"/>
    <p:sldId id="1229" r:id="rId91"/>
    <p:sldId id="1230" r:id="rId92"/>
    <p:sldId id="1231" r:id="rId93"/>
    <p:sldId id="1232" r:id="rId94"/>
    <p:sldId id="1233" r:id="rId95"/>
    <p:sldId id="1234" r:id="rId96"/>
    <p:sldId id="1235" r:id="rId97"/>
    <p:sldId id="1308" r:id="rId98"/>
    <p:sldId id="1309" r:id="rId99"/>
    <p:sldId id="1236" r:id="rId100"/>
    <p:sldId id="1310" r:id="rId101"/>
    <p:sldId id="1237" r:id="rId102"/>
    <p:sldId id="1238" r:id="rId103"/>
    <p:sldId id="1270" r:id="rId104"/>
    <p:sldId id="1239" r:id="rId105"/>
    <p:sldId id="1311" r:id="rId106"/>
    <p:sldId id="1312" r:id="rId107"/>
    <p:sldId id="1240" r:id="rId108"/>
    <p:sldId id="1241" r:id="rId109"/>
    <p:sldId id="1313" r:id="rId110"/>
    <p:sldId id="1314" r:id="rId111"/>
    <p:sldId id="1315" r:id="rId112"/>
    <p:sldId id="1316" r:id="rId113"/>
    <p:sldId id="1244" r:id="rId114"/>
    <p:sldId id="1246" r:id="rId115"/>
    <p:sldId id="1247" r:id="rId116"/>
    <p:sldId id="1248" r:id="rId117"/>
    <p:sldId id="1250" r:id="rId118"/>
    <p:sldId id="1249" r:id="rId119"/>
    <p:sldId id="1251" r:id="rId120"/>
    <p:sldId id="1252" r:id="rId121"/>
    <p:sldId id="1253" r:id="rId122"/>
    <p:sldId id="1255" r:id="rId123"/>
    <p:sldId id="1256" r:id="rId124"/>
    <p:sldId id="1257" r:id="rId125"/>
    <p:sldId id="1258" r:id="rId126"/>
    <p:sldId id="1259" r:id="rId127"/>
    <p:sldId id="1260" r:id="rId128"/>
    <p:sldId id="1261" r:id="rId129"/>
    <p:sldId id="1262" r:id="rId130"/>
    <p:sldId id="1263" r:id="rId131"/>
    <p:sldId id="1207" r:id="rId132"/>
    <p:sldId id="1266" r:id="rId133"/>
    <p:sldId id="1265" r:id="rId134"/>
    <p:sldId id="1267" r:id="rId135"/>
    <p:sldId id="1268" r:id="rId136"/>
    <p:sldId id="1317" r:id="rId137"/>
    <p:sldId id="1269" r:id="rId138"/>
    <p:sldId id="1271" r:id="rId139"/>
    <p:sldId id="1272" r:id="rId140"/>
    <p:sldId id="1273" r:id="rId141"/>
    <p:sldId id="1274" r:id="rId142"/>
    <p:sldId id="1275" r:id="rId143"/>
    <p:sldId id="1276" r:id="rId144"/>
    <p:sldId id="1277" r:id="rId145"/>
    <p:sldId id="1278" r:id="rId146"/>
    <p:sldId id="1279" r:id="rId147"/>
    <p:sldId id="1280" r:id="rId148"/>
    <p:sldId id="1281" r:id="rId149"/>
    <p:sldId id="1291" r:id="rId150"/>
    <p:sldId id="1292" r:id="rId151"/>
    <p:sldId id="1307" r:id="rId152"/>
    <p:sldId id="1293" r:id="rId153"/>
    <p:sldId id="1294" r:id="rId154"/>
    <p:sldId id="1295" r:id="rId155"/>
    <p:sldId id="1296" r:id="rId156"/>
    <p:sldId id="1297" r:id="rId157"/>
    <p:sldId id="1298" r:id="rId158"/>
    <p:sldId id="1299" r:id="rId159"/>
    <p:sldId id="1283" r:id="rId160"/>
    <p:sldId id="1284" r:id="rId161"/>
    <p:sldId id="1287" r:id="rId162"/>
    <p:sldId id="1285" r:id="rId163"/>
    <p:sldId id="1288" r:id="rId164"/>
    <p:sldId id="1286" r:id="rId165"/>
    <p:sldId id="1290" r:id="rId166"/>
    <p:sldId id="271" r:id="rId167"/>
  </p:sldIdLst>
  <p:sldSz cx="10080625" cy="7559675"/>
  <p:notesSz cx="9875838" cy="6742113"/>
  <p:defaultTextStyle>
    <a:defPPr>
      <a:defRPr lang="en-GB"/>
    </a:defPPr>
    <a:lvl1pPr algn="l" defTabSz="449263" rtl="0" eaLnBrk="0" fontAlgn="base" hangingPunct="0">
      <a:spcBef>
        <a:spcPct val="0"/>
      </a:spcBef>
      <a:spcAft>
        <a:spcPct val="0"/>
      </a:spcAft>
      <a:defRPr kern="1200">
        <a:solidFill>
          <a:srgbClr val="000000"/>
        </a:solidFill>
        <a:latin typeface="Arial" panose="020B0604020202020204" pitchFamily="34" charset="0"/>
        <a:ea typeface="楷体" panose="02010609060101010101" pitchFamily="49" charset="-122"/>
        <a:cs typeface="+mn-cs"/>
      </a:defRPr>
    </a:lvl1pPr>
    <a:lvl2pPr marL="742950" indent="-285750" algn="l" defTabSz="449263" rtl="0" eaLnBrk="0" fontAlgn="base" hangingPunct="0">
      <a:spcBef>
        <a:spcPct val="0"/>
      </a:spcBef>
      <a:spcAft>
        <a:spcPct val="0"/>
      </a:spcAft>
      <a:defRPr kern="1200">
        <a:solidFill>
          <a:srgbClr val="000000"/>
        </a:solidFill>
        <a:latin typeface="Arial" panose="020B0604020202020204" pitchFamily="34" charset="0"/>
        <a:ea typeface="楷体" panose="02010609060101010101" pitchFamily="49" charset="-122"/>
        <a:cs typeface="+mn-cs"/>
      </a:defRPr>
    </a:lvl2pPr>
    <a:lvl3pPr marL="1143000" indent="-228600" algn="l" defTabSz="449263" rtl="0" eaLnBrk="0" fontAlgn="base" hangingPunct="0">
      <a:spcBef>
        <a:spcPct val="0"/>
      </a:spcBef>
      <a:spcAft>
        <a:spcPct val="0"/>
      </a:spcAft>
      <a:defRPr kern="1200">
        <a:solidFill>
          <a:srgbClr val="000000"/>
        </a:solidFill>
        <a:latin typeface="Arial" panose="020B0604020202020204" pitchFamily="34" charset="0"/>
        <a:ea typeface="楷体" panose="02010609060101010101" pitchFamily="49" charset="-122"/>
        <a:cs typeface="+mn-cs"/>
      </a:defRPr>
    </a:lvl3pPr>
    <a:lvl4pPr marL="1600200" indent="-228600" algn="l" defTabSz="449263" rtl="0" eaLnBrk="0" fontAlgn="base" hangingPunct="0">
      <a:spcBef>
        <a:spcPct val="0"/>
      </a:spcBef>
      <a:spcAft>
        <a:spcPct val="0"/>
      </a:spcAft>
      <a:defRPr kern="1200">
        <a:solidFill>
          <a:srgbClr val="000000"/>
        </a:solidFill>
        <a:latin typeface="Arial" panose="020B0604020202020204" pitchFamily="34" charset="0"/>
        <a:ea typeface="楷体" panose="02010609060101010101" pitchFamily="49" charset="-122"/>
        <a:cs typeface="+mn-cs"/>
      </a:defRPr>
    </a:lvl4pPr>
    <a:lvl5pPr marL="2057400" indent="-228600" algn="l" defTabSz="449263" rtl="0" eaLnBrk="0" fontAlgn="base" hangingPunct="0">
      <a:spcBef>
        <a:spcPct val="0"/>
      </a:spcBef>
      <a:spcAft>
        <a:spcPct val="0"/>
      </a:spcAft>
      <a:defRPr kern="1200">
        <a:solidFill>
          <a:srgbClr val="000000"/>
        </a:solidFill>
        <a:latin typeface="Arial" panose="020B0604020202020204" pitchFamily="34" charset="0"/>
        <a:ea typeface="楷体" panose="02010609060101010101" pitchFamily="49" charset="-122"/>
        <a:cs typeface="+mn-cs"/>
      </a:defRPr>
    </a:lvl5pPr>
    <a:lvl6pPr marL="2286000" algn="l" defTabSz="914400" rtl="0" eaLnBrk="1" latinLnBrk="0" hangingPunct="1">
      <a:defRPr kern="1200">
        <a:solidFill>
          <a:srgbClr val="000000"/>
        </a:solidFill>
        <a:latin typeface="Arial" panose="020B0604020202020204" pitchFamily="34" charset="0"/>
        <a:ea typeface="楷体" panose="02010609060101010101" pitchFamily="49" charset="-122"/>
        <a:cs typeface="+mn-cs"/>
      </a:defRPr>
    </a:lvl6pPr>
    <a:lvl7pPr marL="2743200" algn="l" defTabSz="914400" rtl="0" eaLnBrk="1" latinLnBrk="0" hangingPunct="1">
      <a:defRPr kern="1200">
        <a:solidFill>
          <a:srgbClr val="000000"/>
        </a:solidFill>
        <a:latin typeface="Arial" panose="020B0604020202020204" pitchFamily="34" charset="0"/>
        <a:ea typeface="楷体" panose="02010609060101010101" pitchFamily="49" charset="-122"/>
        <a:cs typeface="+mn-cs"/>
      </a:defRPr>
    </a:lvl7pPr>
    <a:lvl8pPr marL="3200400" algn="l" defTabSz="914400" rtl="0" eaLnBrk="1" latinLnBrk="0" hangingPunct="1">
      <a:defRPr kern="1200">
        <a:solidFill>
          <a:srgbClr val="000000"/>
        </a:solidFill>
        <a:latin typeface="Arial" panose="020B0604020202020204" pitchFamily="34" charset="0"/>
        <a:ea typeface="楷体" panose="02010609060101010101" pitchFamily="49" charset="-122"/>
        <a:cs typeface="+mn-cs"/>
      </a:defRPr>
    </a:lvl8pPr>
    <a:lvl9pPr marL="3657600" algn="l" defTabSz="914400" rtl="0" eaLnBrk="1" latinLnBrk="0" hangingPunct="1">
      <a:defRPr kern="1200">
        <a:solidFill>
          <a:srgbClr val="000000"/>
        </a:solidFill>
        <a:latin typeface="Arial" panose="020B0604020202020204" pitchFamily="34" charset="0"/>
        <a:ea typeface="楷体" panose="02010609060101010101" pitchFamily="49" charset="-122"/>
        <a:cs typeface="+mn-cs"/>
      </a:defRPr>
    </a:lvl9pPr>
  </p:defaultTextStyle>
  <p:extLst>
    <p:ext uri="{EFAFB233-063F-42B5-8137-9DF3F51BA10A}">
      <p15:sldGuideLst xmlns:p15="http://schemas.microsoft.com/office/powerpoint/2012/main">
        <p15:guide id="1" orient="horz" pos="2228">
          <p15:clr>
            <a:srgbClr val="A4A3A4"/>
          </p15:clr>
        </p15:guide>
        <p15:guide id="2" pos="289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EC5E0"/>
    <a:srgbClr val="1C981C"/>
    <a:srgbClr val="FFFFCC"/>
    <a:srgbClr val="FFFF99"/>
    <a:srgbClr val="00FF00"/>
    <a:srgbClr val="FF572F"/>
    <a:srgbClr val="FF3300"/>
    <a:srgbClr val="A5A5E9"/>
    <a:srgbClr val="9797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69988" autoAdjust="0"/>
  </p:normalViewPr>
  <p:slideViewPr>
    <p:cSldViewPr>
      <p:cViewPr varScale="1">
        <p:scale>
          <a:sx n="81" d="100"/>
          <a:sy n="81" d="100"/>
        </p:scale>
        <p:origin x="2262" y="78"/>
      </p:cViewPr>
      <p:guideLst>
        <p:guide orient="horz" pos="2228"/>
        <p:guide pos="2897"/>
      </p:guideLst>
    </p:cSldViewPr>
  </p:slideViewPr>
  <p:notesTextViewPr>
    <p:cViewPr>
      <p:scale>
        <a:sx n="3" d="2"/>
        <a:sy n="3" d="2"/>
      </p:scale>
      <p:origin x="0" y="0"/>
    </p:cViewPr>
  </p:notesTextViewPr>
  <p:notesViewPr>
    <p:cSldViewPr>
      <p:cViewPr>
        <p:scale>
          <a:sx n="66" d="100"/>
          <a:sy n="66" d="100"/>
        </p:scale>
        <p:origin x="3672" y="1182"/>
      </p:cViewPr>
      <p:guideLst/>
    </p:cSldViewPr>
  </p:notesViewPr>
  <p:gridSpacing cx="45003" cy="45003"/>
</p:viewPr>
</file>

<file path=ppt/_rels/presentation.xml.rels><?xml version="1.0" encoding="UTF-8" standalone="yes"?>
<Relationships xmlns="http://schemas.openxmlformats.org/package/2006/relationships"><Relationship Id="rId117" Type="http://schemas.openxmlformats.org/officeDocument/2006/relationships/slide" Target="slides/slide55.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63" Type="http://schemas.openxmlformats.org/officeDocument/2006/relationships/slide" Target="slides/slide1.xml"/><Relationship Id="rId84" Type="http://schemas.openxmlformats.org/officeDocument/2006/relationships/slide" Target="slides/slide22.xml"/><Relationship Id="rId138" Type="http://schemas.openxmlformats.org/officeDocument/2006/relationships/slide" Target="slides/slide76.xml"/><Relationship Id="rId159" Type="http://schemas.openxmlformats.org/officeDocument/2006/relationships/slide" Target="slides/slide97.xml"/><Relationship Id="rId170" Type="http://schemas.openxmlformats.org/officeDocument/2006/relationships/presProps" Target="presProps.xml"/><Relationship Id="rId107" Type="http://schemas.openxmlformats.org/officeDocument/2006/relationships/slide" Target="slides/slide45.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53" Type="http://schemas.openxmlformats.org/officeDocument/2006/relationships/slideMaster" Target="slideMasters/slideMaster53.xml"/><Relationship Id="rId74" Type="http://schemas.openxmlformats.org/officeDocument/2006/relationships/slide" Target="slides/slide12.xml"/><Relationship Id="rId128" Type="http://schemas.openxmlformats.org/officeDocument/2006/relationships/slide" Target="slides/slide66.xml"/><Relationship Id="rId149" Type="http://schemas.openxmlformats.org/officeDocument/2006/relationships/slide" Target="slides/slide87.xml"/><Relationship Id="rId5" Type="http://schemas.openxmlformats.org/officeDocument/2006/relationships/slideMaster" Target="slideMasters/slideMaster5.xml"/><Relationship Id="rId95" Type="http://schemas.openxmlformats.org/officeDocument/2006/relationships/slide" Target="slides/slide33.xml"/><Relationship Id="rId160" Type="http://schemas.openxmlformats.org/officeDocument/2006/relationships/slide" Target="slides/slide98.xml"/><Relationship Id="rId22" Type="http://schemas.openxmlformats.org/officeDocument/2006/relationships/slideMaster" Target="slideMasters/slideMaster22.xml"/><Relationship Id="rId43" Type="http://schemas.openxmlformats.org/officeDocument/2006/relationships/slideMaster" Target="slideMasters/slideMaster43.xml"/><Relationship Id="rId64" Type="http://schemas.openxmlformats.org/officeDocument/2006/relationships/slide" Target="slides/slide2.xml"/><Relationship Id="rId118" Type="http://schemas.openxmlformats.org/officeDocument/2006/relationships/slide" Target="slides/slide56.xml"/><Relationship Id="rId139" Type="http://schemas.openxmlformats.org/officeDocument/2006/relationships/slide" Target="slides/slide77.xml"/><Relationship Id="rId85" Type="http://schemas.openxmlformats.org/officeDocument/2006/relationships/slide" Target="slides/slide23.xml"/><Relationship Id="rId150" Type="http://schemas.openxmlformats.org/officeDocument/2006/relationships/slide" Target="slides/slide88.xml"/><Relationship Id="rId171" Type="http://schemas.openxmlformats.org/officeDocument/2006/relationships/viewProps" Target="viewProps.xml"/><Relationship Id="rId12" Type="http://schemas.openxmlformats.org/officeDocument/2006/relationships/slideMaster" Target="slideMasters/slideMaster12.xml"/><Relationship Id="rId33" Type="http://schemas.openxmlformats.org/officeDocument/2006/relationships/slideMaster" Target="slideMasters/slideMaster33.xml"/><Relationship Id="rId108" Type="http://schemas.openxmlformats.org/officeDocument/2006/relationships/slide" Target="slides/slide46.xml"/><Relationship Id="rId129" Type="http://schemas.openxmlformats.org/officeDocument/2006/relationships/slide" Target="slides/slide67.xml"/><Relationship Id="rId54" Type="http://schemas.openxmlformats.org/officeDocument/2006/relationships/slideMaster" Target="slideMasters/slideMaster54.xml"/><Relationship Id="rId75" Type="http://schemas.openxmlformats.org/officeDocument/2006/relationships/slide" Target="slides/slide13.xml"/><Relationship Id="rId96" Type="http://schemas.openxmlformats.org/officeDocument/2006/relationships/slide" Target="slides/slide34.xml"/><Relationship Id="rId140" Type="http://schemas.openxmlformats.org/officeDocument/2006/relationships/slide" Target="slides/slide78.xml"/><Relationship Id="rId161" Type="http://schemas.openxmlformats.org/officeDocument/2006/relationships/slide" Target="slides/slide99.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49" Type="http://schemas.openxmlformats.org/officeDocument/2006/relationships/slideMaster" Target="slideMasters/slideMaster49.xml"/><Relationship Id="rId114" Type="http://schemas.openxmlformats.org/officeDocument/2006/relationships/slide" Target="slides/slide52.xml"/><Relationship Id="rId119" Type="http://schemas.openxmlformats.org/officeDocument/2006/relationships/slide" Target="slides/slide57.xml"/><Relationship Id="rId44" Type="http://schemas.openxmlformats.org/officeDocument/2006/relationships/slideMaster" Target="slideMasters/slideMaster44.xml"/><Relationship Id="rId60" Type="http://schemas.openxmlformats.org/officeDocument/2006/relationships/slideMaster" Target="slideMasters/slideMaster60.xml"/><Relationship Id="rId65" Type="http://schemas.openxmlformats.org/officeDocument/2006/relationships/slide" Target="slides/slide3.xml"/><Relationship Id="rId81" Type="http://schemas.openxmlformats.org/officeDocument/2006/relationships/slide" Target="slides/slide19.xml"/><Relationship Id="rId86" Type="http://schemas.openxmlformats.org/officeDocument/2006/relationships/slide" Target="slides/slide24.xml"/><Relationship Id="rId130" Type="http://schemas.openxmlformats.org/officeDocument/2006/relationships/slide" Target="slides/slide68.xml"/><Relationship Id="rId135" Type="http://schemas.openxmlformats.org/officeDocument/2006/relationships/slide" Target="slides/slide73.xml"/><Relationship Id="rId151" Type="http://schemas.openxmlformats.org/officeDocument/2006/relationships/slide" Target="slides/slide89.xml"/><Relationship Id="rId156" Type="http://schemas.openxmlformats.org/officeDocument/2006/relationships/slide" Target="slides/slide94.xml"/><Relationship Id="rId172" Type="http://schemas.openxmlformats.org/officeDocument/2006/relationships/theme" Target="theme/theme1.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slide" Target="slides/slide47.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4.xml"/><Relationship Id="rId97" Type="http://schemas.openxmlformats.org/officeDocument/2006/relationships/slide" Target="slides/slide35.xml"/><Relationship Id="rId104" Type="http://schemas.openxmlformats.org/officeDocument/2006/relationships/slide" Target="slides/slide42.xml"/><Relationship Id="rId120" Type="http://schemas.openxmlformats.org/officeDocument/2006/relationships/slide" Target="slides/slide58.xml"/><Relationship Id="rId125" Type="http://schemas.openxmlformats.org/officeDocument/2006/relationships/slide" Target="slides/slide63.xml"/><Relationship Id="rId141" Type="http://schemas.openxmlformats.org/officeDocument/2006/relationships/slide" Target="slides/slide79.xml"/><Relationship Id="rId146" Type="http://schemas.openxmlformats.org/officeDocument/2006/relationships/slide" Target="slides/slide84.xml"/><Relationship Id="rId167" Type="http://schemas.openxmlformats.org/officeDocument/2006/relationships/slide" Target="slides/slide105.xml"/><Relationship Id="rId7" Type="http://schemas.openxmlformats.org/officeDocument/2006/relationships/slideMaster" Target="slideMasters/slideMaster7.xml"/><Relationship Id="rId71" Type="http://schemas.openxmlformats.org/officeDocument/2006/relationships/slide" Target="slides/slide9.xml"/><Relationship Id="rId92" Type="http://schemas.openxmlformats.org/officeDocument/2006/relationships/slide" Target="slides/slide30.xml"/><Relationship Id="rId162" Type="http://schemas.openxmlformats.org/officeDocument/2006/relationships/slide" Target="slides/slide100.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4.xml"/><Relationship Id="rId87" Type="http://schemas.openxmlformats.org/officeDocument/2006/relationships/slide" Target="slides/slide25.xml"/><Relationship Id="rId110" Type="http://schemas.openxmlformats.org/officeDocument/2006/relationships/slide" Target="slides/slide48.xml"/><Relationship Id="rId115" Type="http://schemas.openxmlformats.org/officeDocument/2006/relationships/slide" Target="slides/slide53.xml"/><Relationship Id="rId131" Type="http://schemas.openxmlformats.org/officeDocument/2006/relationships/slide" Target="slides/slide69.xml"/><Relationship Id="rId136" Type="http://schemas.openxmlformats.org/officeDocument/2006/relationships/slide" Target="slides/slide74.xml"/><Relationship Id="rId157" Type="http://schemas.openxmlformats.org/officeDocument/2006/relationships/slide" Target="slides/slide95.xml"/><Relationship Id="rId61" Type="http://schemas.openxmlformats.org/officeDocument/2006/relationships/slideMaster" Target="slideMasters/slideMaster61.xml"/><Relationship Id="rId82" Type="http://schemas.openxmlformats.org/officeDocument/2006/relationships/slide" Target="slides/slide20.xml"/><Relationship Id="rId152" Type="http://schemas.openxmlformats.org/officeDocument/2006/relationships/slide" Target="slides/slide90.xml"/><Relationship Id="rId173" Type="http://schemas.openxmlformats.org/officeDocument/2006/relationships/tableStyles" Target="tableStyles.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 Target="slides/slide15.xml"/><Relationship Id="rId100" Type="http://schemas.openxmlformats.org/officeDocument/2006/relationships/slide" Target="slides/slide38.xml"/><Relationship Id="rId105" Type="http://schemas.openxmlformats.org/officeDocument/2006/relationships/slide" Target="slides/slide43.xml"/><Relationship Id="rId126" Type="http://schemas.openxmlformats.org/officeDocument/2006/relationships/slide" Target="slides/slide64.xml"/><Relationship Id="rId147" Type="http://schemas.openxmlformats.org/officeDocument/2006/relationships/slide" Target="slides/slide85.xml"/><Relationship Id="rId16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0.xml"/><Relationship Id="rId93" Type="http://schemas.openxmlformats.org/officeDocument/2006/relationships/slide" Target="slides/slide31.xml"/><Relationship Id="rId98" Type="http://schemas.openxmlformats.org/officeDocument/2006/relationships/slide" Target="slides/slide36.xml"/><Relationship Id="rId121" Type="http://schemas.openxmlformats.org/officeDocument/2006/relationships/slide" Target="slides/slide59.xml"/><Relationship Id="rId142" Type="http://schemas.openxmlformats.org/officeDocument/2006/relationships/slide" Target="slides/slide80.xml"/><Relationship Id="rId163" Type="http://schemas.openxmlformats.org/officeDocument/2006/relationships/slide" Target="slides/slide101.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Master" Target="slideMasters/slideMaster46.xml"/><Relationship Id="rId67" Type="http://schemas.openxmlformats.org/officeDocument/2006/relationships/slide" Target="slides/slide5.xml"/><Relationship Id="rId116" Type="http://schemas.openxmlformats.org/officeDocument/2006/relationships/slide" Target="slides/slide54.xml"/><Relationship Id="rId137" Type="http://schemas.openxmlformats.org/officeDocument/2006/relationships/slide" Target="slides/slide75.xml"/><Relationship Id="rId158" Type="http://schemas.openxmlformats.org/officeDocument/2006/relationships/slide" Target="slides/slide96.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62" Type="http://schemas.openxmlformats.org/officeDocument/2006/relationships/slideMaster" Target="slideMasters/slideMaster62.xml"/><Relationship Id="rId83" Type="http://schemas.openxmlformats.org/officeDocument/2006/relationships/slide" Target="slides/slide21.xml"/><Relationship Id="rId88" Type="http://schemas.openxmlformats.org/officeDocument/2006/relationships/slide" Target="slides/slide26.xml"/><Relationship Id="rId111" Type="http://schemas.openxmlformats.org/officeDocument/2006/relationships/slide" Target="slides/slide49.xml"/><Relationship Id="rId132" Type="http://schemas.openxmlformats.org/officeDocument/2006/relationships/slide" Target="slides/slide70.xml"/><Relationship Id="rId153" Type="http://schemas.openxmlformats.org/officeDocument/2006/relationships/slide" Target="slides/slide91.xml"/><Relationship Id="rId15" Type="http://schemas.openxmlformats.org/officeDocument/2006/relationships/slideMaster" Target="slideMasters/slideMaster15.xml"/><Relationship Id="rId36" Type="http://schemas.openxmlformats.org/officeDocument/2006/relationships/slideMaster" Target="slideMasters/slideMaster36.xml"/><Relationship Id="rId57" Type="http://schemas.openxmlformats.org/officeDocument/2006/relationships/slideMaster" Target="slideMasters/slideMaster57.xml"/><Relationship Id="rId106" Type="http://schemas.openxmlformats.org/officeDocument/2006/relationships/slide" Target="slides/slide44.xml"/><Relationship Id="rId127" Type="http://schemas.openxmlformats.org/officeDocument/2006/relationships/slide" Target="slides/slide65.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52" Type="http://schemas.openxmlformats.org/officeDocument/2006/relationships/slideMaster" Target="slideMasters/slideMaster52.xml"/><Relationship Id="rId73" Type="http://schemas.openxmlformats.org/officeDocument/2006/relationships/slide" Target="slides/slide11.xml"/><Relationship Id="rId78" Type="http://schemas.openxmlformats.org/officeDocument/2006/relationships/slide" Target="slides/slide16.xml"/><Relationship Id="rId94" Type="http://schemas.openxmlformats.org/officeDocument/2006/relationships/slide" Target="slides/slide32.xml"/><Relationship Id="rId99" Type="http://schemas.openxmlformats.org/officeDocument/2006/relationships/slide" Target="slides/slide37.xml"/><Relationship Id="rId101" Type="http://schemas.openxmlformats.org/officeDocument/2006/relationships/slide" Target="slides/slide39.xml"/><Relationship Id="rId122" Type="http://schemas.openxmlformats.org/officeDocument/2006/relationships/slide" Target="slides/slide60.xml"/><Relationship Id="rId143" Type="http://schemas.openxmlformats.org/officeDocument/2006/relationships/slide" Target="slides/slide81.xml"/><Relationship Id="rId148" Type="http://schemas.openxmlformats.org/officeDocument/2006/relationships/slide" Target="slides/slide86.xml"/><Relationship Id="rId164" Type="http://schemas.openxmlformats.org/officeDocument/2006/relationships/slide" Target="slides/slide102.xml"/><Relationship Id="rId16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Master" Target="slideMasters/slideMaster47.xml"/><Relationship Id="rId68" Type="http://schemas.openxmlformats.org/officeDocument/2006/relationships/slide" Target="slides/slide6.xml"/><Relationship Id="rId89" Type="http://schemas.openxmlformats.org/officeDocument/2006/relationships/slide" Target="slides/slide27.xml"/><Relationship Id="rId112" Type="http://schemas.openxmlformats.org/officeDocument/2006/relationships/slide" Target="slides/slide50.xml"/><Relationship Id="rId133" Type="http://schemas.openxmlformats.org/officeDocument/2006/relationships/slide" Target="slides/slide71.xml"/><Relationship Id="rId154" Type="http://schemas.openxmlformats.org/officeDocument/2006/relationships/slide" Target="slides/slide92.xml"/><Relationship Id="rId16" Type="http://schemas.openxmlformats.org/officeDocument/2006/relationships/slideMaster" Target="slideMasters/slideMaster16.xml"/><Relationship Id="rId37" Type="http://schemas.openxmlformats.org/officeDocument/2006/relationships/slideMaster" Target="slideMasters/slideMaster37.xml"/><Relationship Id="rId58" Type="http://schemas.openxmlformats.org/officeDocument/2006/relationships/slideMaster" Target="slideMasters/slideMaster58.xml"/><Relationship Id="rId79" Type="http://schemas.openxmlformats.org/officeDocument/2006/relationships/slide" Target="slides/slide17.xml"/><Relationship Id="rId102" Type="http://schemas.openxmlformats.org/officeDocument/2006/relationships/slide" Target="slides/slide40.xml"/><Relationship Id="rId123" Type="http://schemas.openxmlformats.org/officeDocument/2006/relationships/slide" Target="slides/slide61.xml"/><Relationship Id="rId144" Type="http://schemas.openxmlformats.org/officeDocument/2006/relationships/slide" Target="slides/slide82.xml"/><Relationship Id="rId90" Type="http://schemas.openxmlformats.org/officeDocument/2006/relationships/slide" Target="slides/slide28.xml"/><Relationship Id="rId165" Type="http://schemas.openxmlformats.org/officeDocument/2006/relationships/slide" Target="slides/slide103.xml"/><Relationship Id="rId27" Type="http://schemas.openxmlformats.org/officeDocument/2006/relationships/slideMaster" Target="slideMasters/slideMaster27.xml"/><Relationship Id="rId48" Type="http://schemas.openxmlformats.org/officeDocument/2006/relationships/slideMaster" Target="slideMasters/slideMaster48.xml"/><Relationship Id="rId69" Type="http://schemas.openxmlformats.org/officeDocument/2006/relationships/slide" Target="slides/slide7.xml"/><Relationship Id="rId113" Type="http://schemas.openxmlformats.org/officeDocument/2006/relationships/slide" Target="slides/slide51.xml"/><Relationship Id="rId134" Type="http://schemas.openxmlformats.org/officeDocument/2006/relationships/slide" Target="slides/slide72.xml"/><Relationship Id="rId80" Type="http://schemas.openxmlformats.org/officeDocument/2006/relationships/slide" Target="slides/slide18.xml"/><Relationship Id="rId155" Type="http://schemas.openxmlformats.org/officeDocument/2006/relationships/slide" Target="slides/slide93.xml"/><Relationship Id="rId17" Type="http://schemas.openxmlformats.org/officeDocument/2006/relationships/slideMaster" Target="slideMasters/slideMaster17.xml"/><Relationship Id="rId38" Type="http://schemas.openxmlformats.org/officeDocument/2006/relationships/slideMaster" Target="slideMasters/slideMaster38.xml"/><Relationship Id="rId59" Type="http://schemas.openxmlformats.org/officeDocument/2006/relationships/slideMaster" Target="slideMasters/slideMaster59.xml"/><Relationship Id="rId103" Type="http://schemas.openxmlformats.org/officeDocument/2006/relationships/slide" Target="slides/slide41.xml"/><Relationship Id="rId124" Type="http://schemas.openxmlformats.org/officeDocument/2006/relationships/slide" Target="slides/slide62.xml"/><Relationship Id="rId70" Type="http://schemas.openxmlformats.org/officeDocument/2006/relationships/slide" Target="slides/slide8.xml"/><Relationship Id="rId91" Type="http://schemas.openxmlformats.org/officeDocument/2006/relationships/slide" Target="slides/slide29.xml"/><Relationship Id="rId145" Type="http://schemas.openxmlformats.org/officeDocument/2006/relationships/slide" Target="slides/slide83.xml"/><Relationship Id="rId166" Type="http://schemas.openxmlformats.org/officeDocument/2006/relationships/slide" Target="slides/slide10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279530" cy="338277"/>
          </a:xfrm>
          <a:prstGeom prst="rect">
            <a:avLst/>
          </a:prstGeom>
        </p:spPr>
        <p:txBody>
          <a:bodyPr vert="horz" lIns="91440" tIns="45720" rIns="91440" bIns="45720" rtlCol="0"/>
          <a:lstStyle>
            <a:lvl1pPr algn="l" eaLnBrk="1" hangingPunct="1">
              <a:lnSpc>
                <a:spcPct val="93000"/>
              </a:lnSpc>
              <a:buSzPct val="100000"/>
              <a:buFont typeface="Times New Roman" panose="02020603050405020304" pitchFamily="18" charset="0"/>
              <a:buNone/>
              <a:defRPr sz="1200" noProof="1"/>
            </a:lvl1pPr>
          </a:lstStyle>
          <a:p>
            <a:pPr>
              <a:defRPr/>
            </a:pPr>
            <a:endParaRPr lang="zh-CN" altLang="en-US"/>
          </a:p>
        </p:txBody>
      </p:sp>
      <p:sp>
        <p:nvSpPr>
          <p:cNvPr id="3" name="日期占位符 2"/>
          <p:cNvSpPr>
            <a:spLocks noGrp="1"/>
          </p:cNvSpPr>
          <p:nvPr>
            <p:ph type="dt" sz="quarter" idx="1"/>
          </p:nvPr>
        </p:nvSpPr>
        <p:spPr>
          <a:xfrm>
            <a:off x="5594023" y="1"/>
            <a:ext cx="4279530" cy="338277"/>
          </a:xfrm>
          <a:prstGeom prst="rect">
            <a:avLst/>
          </a:prstGeom>
        </p:spPr>
        <p:txBody>
          <a:bodyPr vert="horz" lIns="91440" tIns="45720" rIns="91440" bIns="45720" rtlCol="0"/>
          <a:lstStyle>
            <a:lvl1pPr algn="r" eaLnBrk="1" hangingPunct="1">
              <a:lnSpc>
                <a:spcPct val="93000"/>
              </a:lnSpc>
              <a:buSzPct val="100000"/>
              <a:buFont typeface="Times New Roman" panose="02020603050405020304" pitchFamily="18" charset="0"/>
              <a:buNone/>
              <a:defRPr sz="1200" noProof="1">
                <a:ea typeface="楷体" panose="02010609060101010101" pitchFamily="1" charset="-122"/>
              </a:defRPr>
            </a:lvl1pPr>
          </a:lstStyle>
          <a:p>
            <a:pPr>
              <a:defRPr/>
            </a:pPr>
            <a:fld id="{BAD31550-6B65-45AF-B72F-6A002B40413F}" type="datetimeFigureOut">
              <a:rPr lang="zh-CN" altLang="en-US"/>
              <a:pPr>
                <a:defRPr/>
              </a:pPr>
              <a:t>2025/10/13</a:t>
            </a:fld>
            <a:endParaRPr lang="zh-CN" altLang="en-US">
              <a:ea typeface="楷体" panose="02010609060101010101" pitchFamily="49" charset="-122"/>
            </a:endParaRPr>
          </a:p>
        </p:txBody>
      </p:sp>
      <p:sp>
        <p:nvSpPr>
          <p:cNvPr id="4" name="页脚占位符 3"/>
          <p:cNvSpPr>
            <a:spLocks noGrp="1"/>
          </p:cNvSpPr>
          <p:nvPr>
            <p:ph type="ftr" sz="quarter" idx="2"/>
          </p:nvPr>
        </p:nvSpPr>
        <p:spPr>
          <a:xfrm>
            <a:off x="0" y="6403837"/>
            <a:ext cx="4279530" cy="338276"/>
          </a:xfrm>
          <a:prstGeom prst="rect">
            <a:avLst/>
          </a:prstGeom>
        </p:spPr>
        <p:txBody>
          <a:bodyPr vert="horz" lIns="91440" tIns="45720" rIns="91440" bIns="45720" rtlCol="0" anchor="b"/>
          <a:lstStyle>
            <a:lvl1pPr algn="l" eaLnBrk="1" hangingPunct="1">
              <a:lnSpc>
                <a:spcPct val="93000"/>
              </a:lnSpc>
              <a:buSzPct val="100000"/>
              <a:buFont typeface="Times New Roman" panose="02020603050405020304" pitchFamily="18" charset="0"/>
              <a:buNone/>
              <a:defRPr sz="1200" noProof="1"/>
            </a:lvl1pPr>
          </a:lstStyle>
          <a:p>
            <a:pPr>
              <a:defRPr/>
            </a:pPr>
            <a:endParaRPr lang="zh-CN" altLang="en-US"/>
          </a:p>
        </p:txBody>
      </p:sp>
      <p:sp>
        <p:nvSpPr>
          <p:cNvPr id="5" name="灯片编号占位符 4"/>
          <p:cNvSpPr>
            <a:spLocks noGrp="1"/>
          </p:cNvSpPr>
          <p:nvPr>
            <p:ph type="sldNum" sz="quarter" idx="3"/>
          </p:nvPr>
        </p:nvSpPr>
        <p:spPr>
          <a:xfrm>
            <a:off x="5594023" y="6403837"/>
            <a:ext cx="4279530" cy="338276"/>
          </a:xfrm>
          <a:prstGeom prst="rect">
            <a:avLst/>
          </a:prstGeom>
        </p:spPr>
        <p:txBody>
          <a:bodyPr vert="horz" lIns="91440" tIns="45720" rIns="91440" bIns="45720" rtlCol="0" anchor="b"/>
          <a:lstStyle>
            <a:lvl1pPr algn="r" eaLnBrk="1" hangingPunct="1">
              <a:lnSpc>
                <a:spcPct val="93000"/>
              </a:lnSpc>
              <a:buSzPct val="100000"/>
              <a:buFont typeface="Times New Roman" panose="02020603050405020304" pitchFamily="18" charset="0"/>
              <a:buNone/>
              <a:defRPr sz="1200" noProof="1">
                <a:ea typeface="楷体" panose="02010609060101010101" pitchFamily="1" charset="-122"/>
              </a:defRPr>
            </a:lvl1pPr>
          </a:lstStyle>
          <a:p>
            <a:pPr>
              <a:defRPr/>
            </a:pPr>
            <a:fld id="{7630E99A-DB6F-4A79-B26B-3AA57993082F}" type="slidenum">
              <a:rPr lang="zh-CN" altLang="en-US"/>
              <a:pPr>
                <a:defRPr/>
              </a:pPr>
              <a:t>‹#›</a:t>
            </a:fld>
            <a:endParaRPr lang="zh-CN" altLang="en-US">
              <a:ea typeface="楷体" panose="02010609060101010101" pitchFamily="49" charset="-122"/>
            </a:endParaRPr>
          </a:p>
        </p:txBody>
      </p:sp>
    </p:spTree>
    <p:extLst>
      <p:ext uri="{BB962C8B-B14F-4D97-AF65-F5344CB8AC3E}">
        <p14:creationId xmlns:p14="http://schemas.microsoft.com/office/powerpoint/2010/main" val="10211442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71106" name="Rectangle 2"/>
          <p:cNvSpPr>
            <a:spLocks noGrp="1" noRot="1" noChangeAspect="1" noChangeArrowheads="1"/>
          </p:cNvSpPr>
          <p:nvPr>
            <p:ph type="sldImg" idx="4294967295"/>
          </p:nvPr>
        </p:nvSpPr>
        <p:spPr bwMode="auto">
          <a:xfrm>
            <a:off x="0" y="6000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9219" name="Rectangle 3"/>
          <p:cNvSpPr>
            <a:spLocks noGrp="1" noChangeArrowheads="1"/>
          </p:cNvSpPr>
          <p:nvPr>
            <p:ph type="body" idx="4294967295"/>
          </p:nvPr>
        </p:nvSpPr>
        <p:spPr bwMode="auto">
          <a:xfrm>
            <a:off x="797643" y="1210912"/>
            <a:ext cx="8707655" cy="354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en-US" altLang="zh-CN" noProof="0"/>
          </a:p>
        </p:txBody>
      </p:sp>
      <p:sp>
        <p:nvSpPr>
          <p:cNvPr id="3076" name="Rectangle 4"/>
          <p:cNvSpPr>
            <a:spLocks noGrp="1"/>
          </p:cNvSpPr>
          <p:nvPr>
            <p:ph type="hdr"/>
          </p:nvPr>
        </p:nvSpPr>
        <p:spPr>
          <a:xfrm>
            <a:off x="3" y="0"/>
            <a:ext cx="4723028" cy="393290"/>
          </a:xfrm>
          <a:prstGeom prst="rect">
            <a:avLst/>
          </a:prstGeom>
          <a:noFill/>
          <a:ln w="9525">
            <a:noFill/>
            <a:miter/>
          </a:ln>
        </p:spPr>
        <p:txBody>
          <a:bodyPr lIns="0" tIns="0" rIns="0" bIns="0"/>
          <a:lstStyle>
            <a:lvl1pP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7" name="Rectangle 5"/>
          <p:cNvSpPr>
            <a:spLocks noGrp="1"/>
          </p:cNvSpPr>
          <p:nvPr>
            <p:ph type="dt"/>
          </p:nvPr>
        </p:nvSpPr>
        <p:spPr>
          <a:xfrm>
            <a:off x="6160971" y="0"/>
            <a:ext cx="4723028" cy="393290"/>
          </a:xfrm>
          <a:prstGeom prst="rect">
            <a:avLst/>
          </a:prstGeom>
          <a:noFill/>
          <a:ln w="9525">
            <a:noFill/>
            <a:miter/>
          </a:ln>
        </p:spPr>
        <p:txBody>
          <a:bodyPr lIns="0" tIns="0" rIns="0" bIns="0"/>
          <a:lstStyle>
            <a:lvl1pPr algn="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8" name="Rectangle 6"/>
          <p:cNvSpPr>
            <a:spLocks noGrp="1"/>
          </p:cNvSpPr>
          <p:nvPr>
            <p:ph type="ftr"/>
          </p:nvPr>
        </p:nvSpPr>
        <p:spPr>
          <a:xfrm>
            <a:off x="2789956" y="5926575"/>
            <a:ext cx="4723028" cy="393290"/>
          </a:xfrm>
          <a:prstGeom prst="rect">
            <a:avLst/>
          </a:prstGeom>
          <a:noFill/>
          <a:ln w="9525">
            <a:noFill/>
            <a:miter/>
          </a:ln>
        </p:spPr>
        <p:txBody>
          <a:bodyPr lIns="0" tIns="0" rIns="0" bIns="0" anchor="b"/>
          <a:lstStyle>
            <a:lvl1pP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dirty="0"/>
          </a:p>
        </p:txBody>
      </p:sp>
    </p:spTree>
    <p:extLst>
      <p:ext uri="{BB962C8B-B14F-4D97-AF65-F5344CB8AC3E}">
        <p14:creationId xmlns:p14="http://schemas.microsoft.com/office/powerpoint/2010/main" val="2625816845"/>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Arial" panose="020B0604020202020204" pitchFamily="34" charset="0"/>
        <a:ea typeface="+mn-ea"/>
        <a:cs typeface="+mn-cs"/>
      </a:defRPr>
    </a:lvl1pPr>
    <a:lvl2pPr marL="742950" lvl="1" indent="-28575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2pPr>
    <a:lvl3pPr marL="1143000" lvl="2"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3pPr>
    <a:lvl4pPr marL="1600200" lvl="3"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4pPr>
    <a:lvl5pPr marL="2057400" lvl="4"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1</a:t>
            </a:fld>
            <a:endParaRPr lang="en-GB" altLang="en-US">
              <a:cs typeface="+mn-cs"/>
            </a:endParaRPr>
          </a:p>
        </p:txBody>
      </p:sp>
    </p:spTree>
    <p:extLst>
      <p:ext uri="{BB962C8B-B14F-4D97-AF65-F5344CB8AC3E}">
        <p14:creationId xmlns:p14="http://schemas.microsoft.com/office/powerpoint/2010/main" val="2128143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xfrm>
            <a:off x="6160971" y="7488896"/>
            <a:ext cx="4723028" cy="39329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微软雅黑" panose="020B0503020204020204" pitchFamily="34" charset="-122"/>
              </a:defRPr>
            </a:lvl1pPr>
            <a:lvl2pPr marL="700358" indent="-269368" eaLnBrk="0" hangingPunct="0">
              <a:defRPr>
                <a:solidFill>
                  <a:schemeClr val="tx1"/>
                </a:solidFill>
                <a:latin typeface="Arial" panose="020B0604020202020204" pitchFamily="34" charset="0"/>
                <a:ea typeface="微软雅黑" panose="020B0503020204020204" pitchFamily="34" charset="-122"/>
              </a:defRPr>
            </a:lvl2pPr>
            <a:lvl3pPr marL="1077475" indent="-215495" eaLnBrk="0" hangingPunct="0">
              <a:defRPr>
                <a:solidFill>
                  <a:schemeClr val="tx1"/>
                </a:solidFill>
                <a:latin typeface="Arial" panose="020B0604020202020204" pitchFamily="34" charset="0"/>
                <a:ea typeface="微软雅黑" panose="020B0503020204020204" pitchFamily="34" charset="-122"/>
              </a:defRPr>
            </a:lvl3pPr>
            <a:lvl4pPr marL="1508466" indent="-215495" eaLnBrk="0" hangingPunct="0">
              <a:defRPr>
                <a:solidFill>
                  <a:schemeClr val="tx1"/>
                </a:solidFill>
                <a:latin typeface="Arial" panose="020B0604020202020204" pitchFamily="34" charset="0"/>
                <a:ea typeface="微软雅黑" panose="020B0503020204020204" pitchFamily="34" charset="-122"/>
              </a:defRPr>
            </a:lvl4pPr>
            <a:lvl5pPr marL="1939456" indent="-215495" eaLnBrk="0" hangingPunct="0">
              <a:defRPr>
                <a:solidFill>
                  <a:schemeClr val="tx1"/>
                </a:solidFill>
                <a:latin typeface="Arial" panose="020B0604020202020204" pitchFamily="34" charset="0"/>
                <a:ea typeface="微软雅黑" panose="020B0503020204020204" pitchFamily="34" charset="-122"/>
              </a:defRPr>
            </a:lvl5pPr>
            <a:lvl6pPr marL="237044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80143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23242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66341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D110720-BB6B-46A0-833E-C2940240C049}" type="slidenum">
              <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100" dirty="0">
              <a:latin typeface="+mj-ea"/>
            </a:endParaRPr>
          </a:p>
        </p:txBody>
      </p:sp>
    </p:spTree>
    <p:extLst>
      <p:ext uri="{BB962C8B-B14F-4D97-AF65-F5344CB8AC3E}">
        <p14:creationId xmlns:p14="http://schemas.microsoft.com/office/powerpoint/2010/main" val="3309495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幻灯片图像占位符 1"/>
          <p:cNvSpPr>
            <a:spLocks noGrp="1" noRot="1" noChangeAspect="1" noTextEdit="1"/>
          </p:cNvSpPr>
          <p:nvPr>
            <p:ph type="sldImg"/>
          </p:nvPr>
        </p:nvSpPr>
        <p:spPr/>
      </p:sp>
      <p:sp>
        <p:nvSpPr>
          <p:cNvPr id="1076227" name="备注占位符 2"/>
          <p:cNvSpPr>
            <a:spLocks noGrp="1"/>
          </p:cNvSpPr>
          <p:nvPr>
            <p:ph type="body" idx="1"/>
          </p:nvPr>
        </p:nvSpPr>
        <p:spPr>
          <a:noFill/>
        </p:spPr>
        <p:txBody>
          <a:bodyPr/>
          <a:lstStyle/>
          <a:p>
            <a:pPr algn="just" eaLnBrk="1" hangingPunct="1">
              <a:lnSpc>
                <a:spcPct val="90000"/>
              </a:lnSpc>
            </a:pPr>
            <a:r>
              <a:rPr lang="zh-CN" altLang="en-US" dirty="0"/>
              <a:t>印刷的质量非常差，对不起他这个书，于是自己写了一个软件，排版的软件，</a:t>
            </a:r>
            <a:r>
              <a:rPr lang="en-US" altLang="zh-CN" dirty="0" err="1"/>
              <a:t>tex</a:t>
            </a:r>
            <a:r>
              <a:rPr lang="zh-CN" altLang="en-US" dirty="0"/>
              <a:t>，</a:t>
            </a:r>
            <a:r>
              <a:rPr lang="en-US" altLang="zh-CN" dirty="0"/>
              <a:t>LaTeX</a:t>
            </a:r>
          </a:p>
          <a:p>
            <a:pPr algn="just" eaLnBrk="1" hangingPunct="1">
              <a:lnSpc>
                <a:spcPct val="90000"/>
              </a:lnSpc>
            </a:pPr>
            <a:r>
              <a:rPr lang="zh-CN" altLang="en-US" dirty="0"/>
              <a:t>对数学公式的排版非常漂亮，然后就用</a:t>
            </a:r>
            <a:r>
              <a:rPr lang="en-US" altLang="zh-CN" dirty="0"/>
              <a:t>LaTeX</a:t>
            </a:r>
            <a:r>
              <a:rPr lang="zh-CN" altLang="en-US" dirty="0"/>
              <a:t>写这本书，里面就包含编译技术里面的相关的知识和将要学到的知识</a:t>
            </a:r>
            <a:endParaRPr lang="en-US" altLang="zh-CN" dirty="0"/>
          </a:p>
          <a:p>
            <a:pPr algn="just" eaLnBrk="1" hangingPunct="1">
              <a:lnSpc>
                <a:spcPct val="90000"/>
              </a:lnSpc>
            </a:pPr>
            <a:r>
              <a:rPr lang="zh-CN" altLang="en-US" dirty="0"/>
              <a:t>词法分析，语法分析，上下文无关语言</a:t>
            </a:r>
            <a:endParaRPr lang="en-US" altLang="zh-CN" dirty="0"/>
          </a:p>
          <a:p>
            <a:pPr algn="just" eaLnBrk="1" hangingPunct="1">
              <a:lnSpc>
                <a:spcPct val="90000"/>
              </a:lnSpc>
            </a:pPr>
            <a:r>
              <a:rPr lang="en-US" altLang="zh-CN" dirty="0"/>
              <a:t>LaTeX</a:t>
            </a:r>
            <a:r>
              <a:rPr lang="zh-CN" altLang="en-US" dirty="0"/>
              <a:t>这个软件里面涉及的就是词法分析，语法分析，翻译等等，在</a:t>
            </a:r>
            <a:r>
              <a:rPr lang="en-US" altLang="zh-CN" dirty="0"/>
              <a:t>LaTeX</a:t>
            </a:r>
            <a:r>
              <a:rPr lang="zh-CN" altLang="en-US" dirty="0"/>
              <a:t>里面都用到了，其实一个排版软件就是一个翻译软件，</a:t>
            </a:r>
            <a:endParaRPr lang="en-US" altLang="zh-CN" dirty="0"/>
          </a:p>
          <a:p>
            <a:pPr algn="just" eaLnBrk="1" hangingPunct="1">
              <a:lnSpc>
                <a:spcPct val="90000"/>
              </a:lnSpc>
            </a:pPr>
            <a:r>
              <a:rPr lang="zh-CN" altLang="en-US" dirty="0"/>
              <a:t>就是把文档的内部表示，翻译成屏幕的显示表示</a:t>
            </a:r>
            <a:endParaRPr lang="en-US" altLang="zh-CN" dirty="0"/>
          </a:p>
          <a:p>
            <a:pPr algn="just" eaLnBrk="1" hangingPunct="1">
              <a:lnSpc>
                <a:spcPct val="90000"/>
              </a:lnSpc>
            </a:pPr>
            <a:endParaRPr lang="en-US" altLang="zh-CN" dirty="0"/>
          </a:p>
          <a:p>
            <a:pPr algn="just" eaLnBrk="1" hangingPunct="1">
              <a:lnSpc>
                <a:spcPct val="90000"/>
              </a:lnSpc>
            </a:pPr>
            <a:r>
              <a:rPr lang="zh-CN" altLang="en-US" dirty="0"/>
              <a:t>计算的过程就是语义信息传递的过程</a:t>
            </a:r>
            <a:endParaRPr lang="en-US" altLang="zh-CN" dirty="0"/>
          </a:p>
          <a:p>
            <a:pPr algn="just" eaLnBrk="1" hangingPunct="1">
              <a:lnSpc>
                <a:spcPct val="90000"/>
              </a:lnSpc>
            </a:pPr>
            <a:r>
              <a:rPr lang="en-US" altLang="zh-CN" dirty="0"/>
              <a:t>N</a:t>
            </a:r>
            <a:r>
              <a:rPr lang="zh-CN" altLang="en-US" dirty="0"/>
              <a:t>表示句末符</a:t>
            </a:r>
          </a:p>
          <a:p>
            <a:pPr algn="just" eaLnBrk="1" hangingPunct="1">
              <a:lnSpc>
                <a:spcPct val="90000"/>
              </a:lnSpc>
            </a:pPr>
            <a:endParaRPr lang="en-US" altLang="zh-CN" dirty="0"/>
          </a:p>
          <a:p>
            <a:pPr algn="just" eaLnBrk="1" hangingPunct="1">
              <a:lnSpc>
                <a:spcPct val="90000"/>
              </a:lnSpc>
            </a:pPr>
            <a:endParaRPr lang="en-US" altLang="zh-CN" dirty="0"/>
          </a:p>
          <a:p>
            <a:pPr algn="just" eaLnBrk="1" hangingPunct="1">
              <a:lnSpc>
                <a:spcPct val="90000"/>
              </a:lnSpc>
            </a:pPr>
            <a:r>
              <a:rPr lang="zh-CN" altLang="en-US" dirty="0"/>
              <a:t>两个</a:t>
            </a:r>
            <a:r>
              <a:rPr lang="en-US" altLang="zh-CN" dirty="0"/>
              <a:t>+</a:t>
            </a:r>
            <a:r>
              <a:rPr lang="zh-CN" altLang="en-US" dirty="0"/>
              <a:t>号的含义不同</a:t>
            </a:r>
            <a:endParaRPr lang="en-US" altLang="zh-CN" dirty="0"/>
          </a:p>
          <a:p>
            <a:pPr algn="just" eaLnBrk="1" hangingPunct="1">
              <a:lnSpc>
                <a:spcPct val="90000"/>
              </a:lnSpc>
            </a:pPr>
            <a:endParaRPr lang="en-US" altLang="zh-CN" dirty="0"/>
          </a:p>
          <a:p>
            <a:pPr algn="just" eaLnBrk="1" hangingPunct="1">
              <a:lnSpc>
                <a:spcPct val="90000"/>
              </a:lnSpc>
            </a:pPr>
            <a:r>
              <a:rPr lang="en-US" altLang="zh-CN" dirty="0"/>
              <a:t>N</a:t>
            </a:r>
            <a:r>
              <a:rPr lang="zh-CN" altLang="en-US" dirty="0"/>
              <a:t>表示句末符号</a:t>
            </a:r>
            <a:endParaRPr lang="en-US" altLang="zh-CN" dirty="0"/>
          </a:p>
          <a:p>
            <a:pPr algn="just" eaLnBrk="1" hangingPunct="1">
              <a:lnSpc>
                <a:spcPct val="90000"/>
              </a:lnSpc>
            </a:pPr>
            <a:endParaRPr lang="en-US" altLang="zh-CN" dirty="0"/>
          </a:p>
          <a:p>
            <a:pPr algn="just" eaLnBrk="1" hangingPunct="1">
              <a:lnSpc>
                <a:spcPct val="90000"/>
              </a:lnSpc>
            </a:pPr>
            <a:r>
              <a:rPr lang="zh-CN" altLang="en-US" dirty="0"/>
              <a:t>终结符和非终结符之间的计算关系，就是信息传递</a:t>
            </a:r>
            <a:endParaRPr lang="en-US" altLang="zh-CN" dirty="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FEA1633-E418-4376-8C10-31BB3EA706A3}" type="slidenum">
              <a:rPr lang="zh-CN" altLang="en-US" dirty="0" smtClean="0">
                <a:solidFill>
                  <a:prstClr val="black"/>
                </a:solidFill>
              </a:rPr>
              <a:pPr>
                <a:defRPr/>
              </a:pPr>
              <a:t>3</a:t>
            </a:fld>
            <a:endParaRPr lang="zh-CN" altLang="en-US">
              <a:solidFill>
                <a:prstClr val="black"/>
              </a:solidFill>
            </a:endParaRPr>
          </a:p>
        </p:txBody>
      </p:sp>
    </p:spTree>
    <p:extLst>
      <p:ext uri="{BB962C8B-B14F-4D97-AF65-F5344CB8AC3E}">
        <p14:creationId xmlns:p14="http://schemas.microsoft.com/office/powerpoint/2010/main" val="449334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幻灯片图像占位符 1"/>
          <p:cNvSpPr>
            <a:spLocks noGrp="1" noRot="1" noChangeAspect="1" noTextEdit="1"/>
          </p:cNvSpPr>
          <p:nvPr>
            <p:ph type="sldImg"/>
          </p:nvPr>
        </p:nvSpPr>
        <p:spPr/>
      </p:sp>
      <p:sp>
        <p:nvSpPr>
          <p:cNvPr id="1078275" name="备注占位符 2"/>
          <p:cNvSpPr>
            <a:spLocks noGrp="1"/>
          </p:cNvSpPr>
          <p:nvPr>
            <p:ph type="body" idx="1"/>
          </p:nvPr>
        </p:nvSpPr>
        <p:spPr>
          <a:noFill/>
        </p:spPr>
        <p:txBody>
          <a:bodyPr/>
          <a:lstStyle/>
          <a:p>
            <a:r>
              <a:rPr lang="zh-CN" altLang="en-US" dirty="0"/>
              <a:t>非终结符的综合属性由自己的构成单元得到，或者由子节点得到</a:t>
            </a:r>
            <a:endParaRPr lang="en-US" altLang="zh-CN" dirty="0"/>
          </a:p>
          <a:p>
            <a:endParaRPr lang="en-US" altLang="zh-CN" dirty="0"/>
          </a:p>
          <a:p>
            <a:r>
              <a:rPr lang="zh-CN" altLang="en-US" dirty="0"/>
              <a:t>继承属性是由它父亲节点的属性集成得到，从父辈继承下来，继承的过程可能需要运算</a:t>
            </a:r>
            <a:endParaRPr lang="en-US" altLang="zh-CN" dirty="0"/>
          </a:p>
          <a:p>
            <a:endParaRPr lang="en-US" altLang="zh-CN" dirty="0"/>
          </a:p>
          <a:p>
            <a:r>
              <a:rPr lang="zh-CN" altLang="en-US" dirty="0"/>
              <a:t>带注释的语法树</a:t>
            </a:r>
            <a:endParaRPr lang="en-US" altLang="zh-CN" dirty="0"/>
          </a:p>
          <a:p>
            <a:endParaRPr lang="en-US" altLang="zh-CN" dirty="0"/>
          </a:p>
          <a:p>
            <a:r>
              <a:rPr lang="zh-CN" altLang="en-US" dirty="0"/>
              <a:t>自下而上传递信息</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A5E2BBFD-BC7E-4AFF-AA66-42F1851055DE}" type="slidenum">
              <a:rPr lang="zh-CN" altLang="en-US" dirty="0" smtClean="0">
                <a:solidFill>
                  <a:prstClr val="black"/>
                </a:solidFill>
              </a:rPr>
              <a:pPr>
                <a:defRPr/>
              </a:pPr>
              <a:t>4</a:t>
            </a:fld>
            <a:endParaRPr lang="zh-CN" altLang="en-US">
              <a:solidFill>
                <a:prstClr val="black"/>
              </a:solidFill>
            </a:endParaRPr>
          </a:p>
        </p:txBody>
      </p:sp>
    </p:spTree>
    <p:extLst>
      <p:ext uri="{BB962C8B-B14F-4D97-AF65-F5344CB8AC3E}">
        <p14:creationId xmlns:p14="http://schemas.microsoft.com/office/powerpoint/2010/main" val="2873566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幻灯片图像占位符 1"/>
          <p:cNvSpPr>
            <a:spLocks noGrp="1" noRot="1" noChangeAspect="1" noTextEdit="1"/>
          </p:cNvSpPr>
          <p:nvPr>
            <p:ph type="sldImg"/>
          </p:nvPr>
        </p:nvSpPr>
        <p:spPr/>
      </p:sp>
      <p:sp>
        <p:nvSpPr>
          <p:cNvPr id="1080323" name="备注占位符 2"/>
          <p:cNvSpPr>
            <a:spLocks noGrp="1"/>
          </p:cNvSpPr>
          <p:nvPr>
            <p:ph type="body" idx="1"/>
          </p:nvPr>
        </p:nvSpPr>
        <p:spPr>
          <a:noFill/>
        </p:spPr>
        <p:txBody>
          <a:bodyPr/>
          <a:lstStyle/>
          <a:p>
            <a:r>
              <a:rPr lang="zh-CN" altLang="en-US"/>
              <a:t>在符号表中找到</a:t>
            </a:r>
            <a:r>
              <a:rPr lang="en-US" altLang="zh-CN"/>
              <a:t>id</a:t>
            </a:r>
            <a:r>
              <a:rPr lang="zh-CN" altLang="en-US"/>
              <a:t>的入口，把这个</a:t>
            </a:r>
            <a:r>
              <a:rPr lang="en-US" altLang="zh-CN"/>
              <a:t>id</a:t>
            </a:r>
            <a:r>
              <a:rPr lang="zh-CN" altLang="en-US"/>
              <a:t>的类型信息赋给</a:t>
            </a:r>
            <a:r>
              <a:rPr lang="en-US" altLang="zh-CN"/>
              <a:t>L.in</a:t>
            </a:r>
            <a:r>
              <a:rPr lang="zh-CN" altLang="en-US"/>
              <a:t>这个参数的值</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304DE2F2-D569-443D-9B1C-E3719AAE1775}" type="slidenum">
              <a:rPr lang="zh-CN" altLang="en-US" dirty="0" smtClean="0">
                <a:solidFill>
                  <a:prstClr val="black"/>
                </a:solidFill>
              </a:rPr>
              <a:pPr>
                <a:defRPr/>
              </a:pPr>
              <a:t>5</a:t>
            </a:fld>
            <a:endParaRPr lang="zh-CN" altLang="en-US">
              <a:solidFill>
                <a:prstClr val="black"/>
              </a:solidFill>
            </a:endParaRPr>
          </a:p>
        </p:txBody>
      </p:sp>
    </p:spTree>
    <p:extLst>
      <p:ext uri="{BB962C8B-B14F-4D97-AF65-F5344CB8AC3E}">
        <p14:creationId xmlns:p14="http://schemas.microsoft.com/office/powerpoint/2010/main" val="3185757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0" name="幻灯片图像占位符 1"/>
          <p:cNvSpPr>
            <a:spLocks noGrp="1" noRot="1" noChangeAspect="1" noTextEdit="1"/>
          </p:cNvSpPr>
          <p:nvPr>
            <p:ph type="sldImg"/>
          </p:nvPr>
        </p:nvSpPr>
        <p:spPr/>
      </p:sp>
      <p:sp>
        <p:nvSpPr>
          <p:cNvPr id="1082371" name="备注占位符 2"/>
          <p:cNvSpPr>
            <a:spLocks noGrp="1"/>
          </p:cNvSpPr>
          <p:nvPr>
            <p:ph type="body" idx="1"/>
          </p:nvPr>
        </p:nvSpPr>
        <p:spPr>
          <a:noFill/>
        </p:spPr>
        <p:txBody>
          <a:bodyPr/>
          <a:lstStyle/>
          <a:p>
            <a:endParaRPr lang="zh-CN" altLang="en-US"/>
          </a:p>
        </p:txBody>
      </p:sp>
      <p:sp>
        <p:nvSpPr>
          <p:cNvPr id="1064964"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3DA57E92-A70A-49FF-9AD3-1E7E2C97681F}"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6</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934864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幻灯片图像占位符 1"/>
          <p:cNvSpPr>
            <a:spLocks noGrp="1" noRot="1" noChangeAspect="1" noTextEdit="1"/>
          </p:cNvSpPr>
          <p:nvPr>
            <p:ph type="sldImg"/>
          </p:nvPr>
        </p:nvSpPr>
        <p:spPr/>
      </p:sp>
      <p:sp>
        <p:nvSpPr>
          <p:cNvPr id="1084419" name="备注占位符 2"/>
          <p:cNvSpPr>
            <a:spLocks noGrp="1"/>
          </p:cNvSpPr>
          <p:nvPr>
            <p:ph type="body" idx="1"/>
          </p:nvPr>
        </p:nvSpPr>
        <p:spPr>
          <a:noFill/>
        </p:spPr>
        <p:txBody>
          <a:bodyPr/>
          <a:lstStyle/>
          <a:p>
            <a:pPr algn="just"/>
            <a:r>
              <a:rPr lang="zh-CN" altLang="en-US"/>
              <a:t>种别编码就是终结符（单词），</a:t>
            </a:r>
            <a:endParaRPr lang="en-US" altLang="zh-CN"/>
          </a:p>
          <a:p>
            <a:pPr algn="just"/>
            <a:r>
              <a:rPr lang="zh-CN" altLang="en-US"/>
              <a:t>单词包含单词自身的值和它的种别编码，种别编码就是终结符，自身的值就是作为终结符的某个属性值存下来</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6C04CECF-DA18-4F1A-84C4-7B5613140FA1}" type="slidenum">
              <a:rPr lang="zh-CN" altLang="en-US" dirty="0" smtClean="0">
                <a:solidFill>
                  <a:prstClr val="black"/>
                </a:solidFill>
              </a:rPr>
              <a:pPr>
                <a:defRPr/>
              </a:pPr>
              <a:t>7</a:t>
            </a:fld>
            <a:endParaRPr lang="zh-CN" altLang="en-US">
              <a:solidFill>
                <a:prstClr val="black"/>
              </a:solidFill>
            </a:endParaRPr>
          </a:p>
        </p:txBody>
      </p:sp>
    </p:spTree>
    <p:extLst>
      <p:ext uri="{BB962C8B-B14F-4D97-AF65-F5344CB8AC3E}">
        <p14:creationId xmlns:p14="http://schemas.microsoft.com/office/powerpoint/2010/main" val="171544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幻灯片图像占位符 1"/>
          <p:cNvSpPr>
            <a:spLocks noGrp="1" noRot="1" noChangeAspect="1" noTextEdit="1"/>
          </p:cNvSpPr>
          <p:nvPr>
            <p:ph type="sldImg"/>
          </p:nvPr>
        </p:nvSpPr>
        <p:spPr/>
      </p:sp>
      <p:sp>
        <p:nvSpPr>
          <p:cNvPr id="1086467" name="备注占位符 2"/>
          <p:cNvSpPr>
            <a:spLocks noGrp="1"/>
          </p:cNvSpPr>
          <p:nvPr>
            <p:ph type="body" idx="1"/>
          </p:nvPr>
        </p:nvSpPr>
        <p:spPr>
          <a:noFill/>
        </p:spPr>
        <p:txBody>
          <a:bodyPr/>
          <a:lstStyle/>
          <a:p>
            <a:endParaRPr lang="en-US" altLang="zh-CN" sz="1100">
              <a:solidFill>
                <a:schemeClr val="bg1"/>
              </a:solidFill>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6DF861C-0702-4BAA-A7F0-D82CB5CB2D62}" type="slidenum">
              <a:rPr lang="zh-CN" altLang="en-US" dirty="0" smtClean="0">
                <a:solidFill>
                  <a:prstClr val="black"/>
                </a:solidFill>
              </a:rPr>
              <a:pPr>
                <a:defRPr/>
              </a:pPr>
              <a:t>8</a:t>
            </a:fld>
            <a:endParaRPr lang="zh-CN" altLang="en-US">
              <a:solidFill>
                <a:prstClr val="black"/>
              </a:solidFill>
            </a:endParaRPr>
          </a:p>
        </p:txBody>
      </p:sp>
    </p:spTree>
    <p:extLst>
      <p:ext uri="{BB962C8B-B14F-4D97-AF65-F5344CB8AC3E}">
        <p14:creationId xmlns:p14="http://schemas.microsoft.com/office/powerpoint/2010/main" val="2039905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幻灯片图像占位符 1"/>
          <p:cNvSpPr>
            <a:spLocks noGrp="1" noRot="1" noChangeAspect="1" noTextEdit="1"/>
          </p:cNvSpPr>
          <p:nvPr>
            <p:ph type="sldImg"/>
          </p:nvPr>
        </p:nvSpPr>
        <p:spPr/>
      </p:sp>
      <p:sp>
        <p:nvSpPr>
          <p:cNvPr id="1088515" name="备注占位符 2"/>
          <p:cNvSpPr>
            <a:spLocks noGrp="1"/>
          </p:cNvSpPr>
          <p:nvPr>
            <p:ph type="body" idx="1"/>
          </p:nvPr>
        </p:nvSpPr>
        <p:spPr>
          <a:noFill/>
        </p:spPr>
        <p:txBody>
          <a:bodyPr/>
          <a:lstStyle/>
          <a:p>
            <a:pPr algn="just">
              <a:lnSpc>
                <a:spcPct val="120000"/>
              </a:lnSpc>
            </a:pPr>
            <a:endParaRPr lang="zh-CN" altLang="en-US" sz="110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E7E5640B-5F88-4C38-90E5-46EA9FAFDBBA}" type="slidenum">
              <a:rPr lang="zh-CN" altLang="en-US" dirty="0" smtClean="0">
                <a:solidFill>
                  <a:prstClr val="black"/>
                </a:solidFill>
              </a:rPr>
              <a:pPr>
                <a:defRPr/>
              </a:pPr>
              <a:t>9</a:t>
            </a:fld>
            <a:endParaRPr lang="zh-CN" altLang="en-US">
              <a:solidFill>
                <a:prstClr val="black"/>
              </a:solidFill>
            </a:endParaRPr>
          </a:p>
        </p:txBody>
      </p:sp>
    </p:spTree>
    <p:extLst>
      <p:ext uri="{BB962C8B-B14F-4D97-AF65-F5344CB8AC3E}">
        <p14:creationId xmlns:p14="http://schemas.microsoft.com/office/powerpoint/2010/main" val="3848432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幻灯片图像占位符 1"/>
          <p:cNvSpPr>
            <a:spLocks noGrp="1" noRot="1" noChangeAspect="1" noTextEdit="1"/>
          </p:cNvSpPr>
          <p:nvPr>
            <p:ph type="sldImg"/>
          </p:nvPr>
        </p:nvSpPr>
        <p:spPr/>
      </p:sp>
      <p:sp>
        <p:nvSpPr>
          <p:cNvPr id="1090563" name="备注占位符 2"/>
          <p:cNvSpPr>
            <a:spLocks noGrp="1"/>
          </p:cNvSpPr>
          <p:nvPr>
            <p:ph type="body" idx="1"/>
          </p:nvPr>
        </p:nvSpPr>
        <p:spPr>
          <a:noFill/>
        </p:spPr>
        <p:txBody>
          <a:bodyPr/>
          <a:lstStyle/>
          <a:p>
            <a:pPr defTabSz="862013"/>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FBE65055-ED7E-43EF-99C5-815CDD62877C}" type="slidenum">
              <a:rPr lang="zh-CN" altLang="en-US" smtClean="0">
                <a:solidFill>
                  <a:prstClr val="black"/>
                </a:solidFill>
              </a:rPr>
              <a:pPr>
                <a:defRPr/>
              </a:pPr>
              <a:t>10</a:t>
            </a:fld>
            <a:endParaRPr lang="zh-CN" altLang="en-US">
              <a:solidFill>
                <a:prstClr val="black"/>
              </a:solidFill>
            </a:endParaRPr>
          </a:p>
        </p:txBody>
      </p:sp>
    </p:spTree>
    <p:extLst>
      <p:ext uri="{BB962C8B-B14F-4D97-AF65-F5344CB8AC3E}">
        <p14:creationId xmlns:p14="http://schemas.microsoft.com/office/powerpoint/2010/main" val="3940502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幻灯片图像占位符 1"/>
          <p:cNvSpPr>
            <a:spLocks noGrp="1" noRot="1" noChangeAspect="1" noTextEdit="1"/>
          </p:cNvSpPr>
          <p:nvPr>
            <p:ph type="sldImg"/>
          </p:nvPr>
        </p:nvSpPr>
        <p:spPr/>
      </p:sp>
      <p:sp>
        <p:nvSpPr>
          <p:cNvPr id="1092611" name="备注占位符 2"/>
          <p:cNvSpPr>
            <a:spLocks noGrp="1"/>
          </p:cNvSpPr>
          <p:nvPr>
            <p:ph type="body" idx="1"/>
          </p:nvPr>
        </p:nvSpPr>
        <p:spPr>
          <a:noFill/>
        </p:spPr>
        <p:txBody>
          <a:bodyPr/>
          <a:lstStyle/>
          <a:p>
            <a:endParaRPr lang="zh-CN" altLang="en-US" dirty="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E23F2AE-400D-432B-BFFE-CC67BBE682EB}" type="slidenum">
              <a:rPr lang="zh-CN" altLang="en-US" dirty="0" smtClean="0">
                <a:solidFill>
                  <a:prstClr val="black"/>
                </a:solidFill>
              </a:rPr>
              <a:pPr>
                <a:defRPr/>
              </a:pPr>
              <a:t>11</a:t>
            </a:fld>
            <a:endParaRPr lang="zh-CN" altLang="en-US">
              <a:solidFill>
                <a:prstClr val="black"/>
              </a:solidFill>
            </a:endParaRPr>
          </a:p>
        </p:txBody>
      </p:sp>
    </p:spTree>
    <p:extLst>
      <p:ext uri="{BB962C8B-B14F-4D97-AF65-F5344CB8AC3E}">
        <p14:creationId xmlns:p14="http://schemas.microsoft.com/office/powerpoint/2010/main" val="4157664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8" name="幻灯片图像占位符 1"/>
          <p:cNvSpPr>
            <a:spLocks noGrp="1" noRot="1" noChangeAspect="1" noTextEdit="1"/>
          </p:cNvSpPr>
          <p:nvPr>
            <p:ph type="sldImg"/>
          </p:nvPr>
        </p:nvSpPr>
        <p:spPr/>
      </p:sp>
      <p:sp>
        <p:nvSpPr>
          <p:cNvPr id="1094659"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E8F3C3CB-76E1-4227-BDEA-1886934ADFDC}" type="slidenum">
              <a:rPr lang="zh-CN" altLang="en-US" smtClean="0">
                <a:solidFill>
                  <a:prstClr val="black"/>
                </a:solidFill>
              </a:rPr>
              <a:pPr>
                <a:defRPr/>
              </a:pPr>
              <a:t>12</a:t>
            </a:fld>
            <a:endParaRPr lang="zh-CN" altLang="en-US">
              <a:solidFill>
                <a:prstClr val="black"/>
              </a:solidFill>
            </a:endParaRPr>
          </a:p>
        </p:txBody>
      </p:sp>
    </p:spTree>
    <p:extLst>
      <p:ext uri="{BB962C8B-B14F-4D97-AF65-F5344CB8AC3E}">
        <p14:creationId xmlns:p14="http://schemas.microsoft.com/office/powerpoint/2010/main" val="3223205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706" name="幻灯片图像占位符 1"/>
          <p:cNvSpPr>
            <a:spLocks noGrp="1" noRot="1" noChangeAspect="1" noTextEdit="1"/>
          </p:cNvSpPr>
          <p:nvPr>
            <p:ph type="sldImg"/>
          </p:nvPr>
        </p:nvSpPr>
        <p:spPr/>
      </p:sp>
      <p:sp>
        <p:nvSpPr>
          <p:cNvPr id="1096707" name="备注占位符 2"/>
          <p:cNvSpPr>
            <a:spLocks noGrp="1"/>
          </p:cNvSpPr>
          <p:nvPr>
            <p:ph type="body" idx="1"/>
          </p:nvPr>
        </p:nvSpPr>
        <p:spPr>
          <a:noFill/>
        </p:spPr>
        <p:txBody>
          <a:bodyPr/>
          <a:lstStyle/>
          <a:p>
            <a:pPr defTabSz="862013"/>
            <a:r>
              <a:rPr lang="zh-CN" altLang="en-US"/>
              <a:t>一边进行语法分析，一边进行语义计算，把3*5+4翻译成</a:t>
            </a:r>
            <a:r>
              <a:rPr lang="en-US" altLang="zh-CN"/>
              <a:t>19</a:t>
            </a:r>
          </a:p>
          <a:p>
            <a:pPr defTabSz="862013"/>
            <a:r>
              <a:rPr lang="zh-CN" altLang="en-US"/>
              <a:t>带语义分析功能的语法分析</a:t>
            </a:r>
            <a:endParaRPr lang="en-US" altLang="zh-CN"/>
          </a:p>
          <a:p>
            <a:pPr defTabSz="862013"/>
            <a:r>
              <a:rPr lang="zh-CN" altLang="en-US"/>
              <a:t>一边语法分析，一边语义计算，得到带注释的语法树，其实就完成了翻译</a:t>
            </a:r>
            <a:endParaRPr lang="en-US" altLang="zh-CN"/>
          </a:p>
          <a:p>
            <a:pPr defTabSz="862013"/>
            <a:r>
              <a:rPr lang="zh-CN" altLang="en-US"/>
              <a:t>其实就是信息的变换</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92166FEF-B4C6-4D22-8215-9A743D224C91}" type="slidenum">
              <a:rPr lang="zh-CN" altLang="en-US" smtClean="0">
                <a:solidFill>
                  <a:prstClr val="black"/>
                </a:solidFill>
              </a:rPr>
              <a:pPr>
                <a:defRPr/>
              </a:pPr>
              <a:t>13</a:t>
            </a:fld>
            <a:endParaRPr lang="zh-CN" altLang="en-US">
              <a:solidFill>
                <a:prstClr val="black"/>
              </a:solidFill>
            </a:endParaRPr>
          </a:p>
        </p:txBody>
      </p:sp>
    </p:spTree>
    <p:extLst>
      <p:ext uri="{BB962C8B-B14F-4D97-AF65-F5344CB8AC3E}">
        <p14:creationId xmlns:p14="http://schemas.microsoft.com/office/powerpoint/2010/main" val="3748324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幻灯片图像占位符 1"/>
          <p:cNvSpPr>
            <a:spLocks noGrp="1" noRot="1" noChangeAspect="1" noTextEdit="1"/>
          </p:cNvSpPr>
          <p:nvPr>
            <p:ph type="sldImg"/>
          </p:nvPr>
        </p:nvSpPr>
        <p:spPr/>
      </p:sp>
      <p:sp>
        <p:nvSpPr>
          <p:cNvPr id="1098755"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D64ED3E-FD04-40AD-BCF7-BE1C3D91CA0B}" type="slidenum">
              <a:rPr lang="zh-CN" altLang="en-US" smtClean="0">
                <a:solidFill>
                  <a:prstClr val="black"/>
                </a:solidFill>
              </a:rPr>
              <a:pPr>
                <a:defRPr/>
              </a:pPr>
              <a:t>14</a:t>
            </a:fld>
            <a:endParaRPr lang="zh-CN" altLang="en-US">
              <a:solidFill>
                <a:prstClr val="black"/>
              </a:solidFill>
            </a:endParaRPr>
          </a:p>
        </p:txBody>
      </p:sp>
    </p:spTree>
    <p:extLst>
      <p:ext uri="{BB962C8B-B14F-4D97-AF65-F5344CB8AC3E}">
        <p14:creationId xmlns:p14="http://schemas.microsoft.com/office/powerpoint/2010/main" val="2324381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2" name="幻灯片图像占位符 1"/>
          <p:cNvSpPr>
            <a:spLocks noGrp="1" noRot="1" noChangeAspect="1" noTextEdit="1"/>
          </p:cNvSpPr>
          <p:nvPr>
            <p:ph type="sldImg"/>
          </p:nvPr>
        </p:nvSpPr>
        <p:spPr/>
      </p:sp>
      <p:sp>
        <p:nvSpPr>
          <p:cNvPr id="1100803" name="备注占位符 2"/>
          <p:cNvSpPr>
            <a:spLocks noGrp="1"/>
          </p:cNvSpPr>
          <p:nvPr>
            <p:ph type="body" idx="1"/>
          </p:nvPr>
        </p:nvSpPr>
        <p:spPr>
          <a:noFill/>
        </p:spPr>
        <p:txBody>
          <a:bodyPr/>
          <a:lstStyle/>
          <a:p>
            <a:pPr defTabSz="862013"/>
            <a:r>
              <a:rPr lang="zh-CN" altLang="en-US"/>
              <a:t>先得到了语法树，然后计算他们的继承属性，怎么算？自上而下算，继承属性，自上而下算</a:t>
            </a:r>
            <a:endParaRPr lang="en-US" altLang="zh-CN"/>
          </a:p>
          <a:p>
            <a:pPr defTabSz="862013"/>
            <a:r>
              <a:rPr lang="en-US" altLang="zh-CN"/>
              <a:t>t.Type</a:t>
            </a:r>
            <a:r>
              <a:rPr lang="zh-CN" altLang="en-US"/>
              <a:t>是继承属性和综合属性？是综合属性</a:t>
            </a:r>
            <a:endParaRPr lang="en-US" altLang="zh-CN"/>
          </a:p>
          <a:p>
            <a:pPr defTabSz="862013"/>
            <a:r>
              <a:rPr lang="en-US" altLang="zh-CN"/>
              <a:t>L.In</a:t>
            </a:r>
            <a:r>
              <a:rPr lang="zh-CN" altLang="en-US"/>
              <a:t>依赖于兄弟节点或者父节点，是继承属性</a:t>
            </a:r>
            <a:endParaRPr lang="en-US" altLang="zh-CN"/>
          </a:p>
          <a:p>
            <a:pPr defTabSz="862013"/>
            <a:endParaRPr lang="en-US" altLang="zh-CN"/>
          </a:p>
          <a:p>
            <a:pPr defTabSz="862013"/>
            <a:r>
              <a:rPr lang="zh-CN" altLang="en-US"/>
              <a:t>现有语法树，然后完成属性计算，也完成符号表的插入，符号表的变化就是信息的传递，就是属性计算，就是语义计算，就是语义分析，就是翻译</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6A18811-148A-4920-A00E-53260F1B7E67}" type="slidenum">
              <a:rPr lang="zh-CN" altLang="en-US" smtClean="0">
                <a:solidFill>
                  <a:prstClr val="black"/>
                </a:solidFill>
              </a:rPr>
              <a:pPr>
                <a:defRPr/>
              </a:pPr>
              <a:t>15</a:t>
            </a:fld>
            <a:endParaRPr lang="zh-CN" altLang="en-US">
              <a:solidFill>
                <a:prstClr val="black"/>
              </a:solidFill>
            </a:endParaRPr>
          </a:p>
        </p:txBody>
      </p:sp>
    </p:spTree>
    <p:extLst>
      <p:ext uri="{BB962C8B-B14F-4D97-AF65-F5344CB8AC3E}">
        <p14:creationId xmlns:p14="http://schemas.microsoft.com/office/powerpoint/2010/main" val="3324336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50" name="幻灯片图像占位符 1"/>
          <p:cNvSpPr>
            <a:spLocks noGrp="1" noRot="1" noChangeAspect="1" noTextEdit="1"/>
          </p:cNvSpPr>
          <p:nvPr>
            <p:ph type="sldImg"/>
          </p:nvPr>
        </p:nvSpPr>
        <p:spPr/>
      </p:sp>
      <p:sp>
        <p:nvSpPr>
          <p:cNvPr id="1102851" name="备注占位符 2"/>
          <p:cNvSpPr>
            <a:spLocks noGrp="1"/>
          </p:cNvSpPr>
          <p:nvPr>
            <p:ph type="body" idx="1"/>
          </p:nvPr>
        </p:nvSpPr>
        <p:spPr>
          <a:noFill/>
        </p:spPr>
        <p:txBody>
          <a:bodyPr/>
          <a:lstStyle/>
          <a:p>
            <a:r>
              <a:rPr lang="zh-CN" altLang="en-US"/>
              <a:t>一颗语法树构造好了，我应该以什么顺序进行语义计算呢</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7EB9FC2-CD89-4DC2-A87D-6F89E94CC632}" type="slidenum">
              <a:rPr lang="zh-CN" altLang="en-US" smtClean="0">
                <a:solidFill>
                  <a:prstClr val="black"/>
                </a:solidFill>
              </a:rPr>
              <a:pPr>
                <a:defRPr/>
              </a:pPr>
              <a:t>16</a:t>
            </a:fld>
            <a:endParaRPr lang="zh-CN" altLang="en-US">
              <a:solidFill>
                <a:prstClr val="black"/>
              </a:solidFill>
            </a:endParaRPr>
          </a:p>
        </p:txBody>
      </p:sp>
    </p:spTree>
    <p:extLst>
      <p:ext uri="{BB962C8B-B14F-4D97-AF65-F5344CB8AC3E}">
        <p14:creationId xmlns:p14="http://schemas.microsoft.com/office/powerpoint/2010/main" val="2321480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898" name="幻灯片图像占位符 1"/>
          <p:cNvSpPr>
            <a:spLocks noGrp="1" noRot="1" noChangeAspect="1" noTextEdit="1"/>
          </p:cNvSpPr>
          <p:nvPr>
            <p:ph type="sldImg"/>
          </p:nvPr>
        </p:nvSpPr>
        <p:spPr/>
      </p:sp>
      <p:sp>
        <p:nvSpPr>
          <p:cNvPr id="1104899" name="备注占位符 2"/>
          <p:cNvSpPr>
            <a:spLocks noGrp="1"/>
          </p:cNvSpPr>
          <p:nvPr>
            <p:ph type="body" idx="1"/>
          </p:nvPr>
        </p:nvSpPr>
        <p:spPr>
          <a:noFill/>
        </p:spPr>
        <p:txBody>
          <a:bodyPr/>
          <a:lstStyle/>
          <a:p>
            <a:r>
              <a:rPr lang="zh-CN" altLang="en-US"/>
              <a:t>一遍扫描都能够完成计算，就可以把属性计算和语法分析结合起来了</a:t>
            </a:r>
            <a:endParaRPr lang="en-US" altLang="zh-CN"/>
          </a:p>
          <a:p>
            <a:r>
              <a:rPr lang="zh-CN" altLang="en-US"/>
              <a:t>可以与自上而下的语法分析方法结合在一起，一遍推导一边计算属性</a:t>
            </a:r>
            <a:endParaRPr lang="en-US" altLang="zh-CN"/>
          </a:p>
          <a:p>
            <a:r>
              <a:rPr lang="zh-CN" altLang="en-US"/>
              <a:t>也可以与自下而上的语法分析方法结合一起，一边规约一边计算属性</a:t>
            </a:r>
            <a:endParaRPr lang="en-US" altLang="zh-CN"/>
          </a:p>
          <a:p>
            <a:endParaRPr lang="en-US" altLang="zh-CN"/>
          </a:p>
          <a:p>
            <a:r>
              <a:rPr lang="zh-CN" altLang="en-US"/>
              <a:t>词法分析语法分析可以合成一遍来做，</a:t>
            </a:r>
            <a:endParaRPr lang="en-US" altLang="zh-CN"/>
          </a:p>
          <a:p>
            <a:r>
              <a:rPr lang="zh-CN" altLang="en-US"/>
              <a:t>现在属性计算和语法分析也可以合成一遍来做</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8969AB2-5BFC-4E53-A14F-443FBC6A7B4B}" type="slidenum">
              <a:rPr lang="zh-CN" altLang="en-US" smtClean="0">
                <a:solidFill>
                  <a:prstClr val="black"/>
                </a:solidFill>
              </a:rPr>
              <a:pPr>
                <a:defRPr/>
              </a:pPr>
              <a:t>17</a:t>
            </a:fld>
            <a:endParaRPr lang="zh-CN" altLang="en-US">
              <a:solidFill>
                <a:prstClr val="black"/>
              </a:solidFill>
            </a:endParaRPr>
          </a:p>
        </p:txBody>
      </p:sp>
    </p:spTree>
    <p:extLst>
      <p:ext uri="{BB962C8B-B14F-4D97-AF65-F5344CB8AC3E}">
        <p14:creationId xmlns:p14="http://schemas.microsoft.com/office/powerpoint/2010/main" val="2965298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6" name="幻灯片图像占位符 1"/>
          <p:cNvSpPr>
            <a:spLocks noGrp="1" noRot="1" noChangeAspect="1" noTextEdit="1"/>
          </p:cNvSpPr>
          <p:nvPr>
            <p:ph type="sldImg"/>
          </p:nvPr>
        </p:nvSpPr>
        <p:spPr/>
      </p:sp>
      <p:sp>
        <p:nvSpPr>
          <p:cNvPr id="1106947" name="备注占位符 2"/>
          <p:cNvSpPr>
            <a:spLocks noGrp="1"/>
          </p:cNvSpPr>
          <p:nvPr>
            <p:ph type="body" idx="1"/>
          </p:nvPr>
        </p:nvSpPr>
        <p:spPr>
          <a:noFill/>
        </p:spPr>
        <p:txBody>
          <a:bodyPr/>
          <a:lstStyle/>
          <a:p>
            <a:r>
              <a:rPr lang="zh-CN" altLang="en-US" dirty="0"/>
              <a:t>翻译就是做计算属性，语义分析，信息变换，信息传递</a:t>
            </a:r>
            <a:endParaRPr lang="en-US" altLang="zh-CN" dirty="0"/>
          </a:p>
          <a:p>
            <a:r>
              <a:rPr lang="zh-CN" altLang="en-US" dirty="0"/>
              <a:t>语法规则驱动的，产生式上都有语义规则，用产生式推导或者规约的时候，就执行这个产生式对应的</a:t>
            </a:r>
            <a:endParaRPr lang="en-US" altLang="zh-CN" dirty="0"/>
          </a:p>
          <a:p>
            <a:r>
              <a:rPr lang="zh-CN" altLang="en-US" dirty="0"/>
              <a:t>语义规则，就是语法占支配地位的翻译方法</a:t>
            </a:r>
            <a:endParaRPr lang="en-US" altLang="zh-CN" dirty="0"/>
          </a:p>
          <a:p>
            <a:endParaRPr lang="en-US" altLang="zh-CN" dirty="0"/>
          </a:p>
          <a:p>
            <a:r>
              <a:rPr lang="zh-CN" altLang="en-US" dirty="0"/>
              <a:t>只有综合属性的文法叫</a:t>
            </a:r>
            <a:r>
              <a:rPr lang="en-US" altLang="zh-CN" dirty="0"/>
              <a:t>S</a:t>
            </a:r>
            <a:r>
              <a:rPr lang="zh-CN" altLang="en-US" dirty="0"/>
              <a:t>属性文法，适合于自下而上的语义分析，当进行语法分析，产生一个内部节点的时候，就可以进行计算综合属性</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F225EC1A-8A36-4268-95CC-E4D5C1691943}" type="slidenum">
              <a:rPr lang="zh-CN" altLang="en-US" smtClean="0">
                <a:solidFill>
                  <a:prstClr val="black"/>
                </a:solidFill>
              </a:rPr>
              <a:pPr>
                <a:defRPr/>
              </a:pPr>
              <a:t>18</a:t>
            </a:fld>
            <a:endParaRPr lang="zh-CN" altLang="en-US">
              <a:solidFill>
                <a:prstClr val="black"/>
              </a:solidFill>
            </a:endParaRPr>
          </a:p>
        </p:txBody>
      </p:sp>
    </p:spTree>
    <p:extLst>
      <p:ext uri="{BB962C8B-B14F-4D97-AF65-F5344CB8AC3E}">
        <p14:creationId xmlns:p14="http://schemas.microsoft.com/office/powerpoint/2010/main" val="2715653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4" name="幻灯片图像占位符 1"/>
          <p:cNvSpPr>
            <a:spLocks noGrp="1" noRot="1" noChangeAspect="1" noTextEdit="1"/>
          </p:cNvSpPr>
          <p:nvPr>
            <p:ph type="sldImg"/>
          </p:nvPr>
        </p:nvSpPr>
        <p:spPr/>
      </p:sp>
      <p:sp>
        <p:nvSpPr>
          <p:cNvPr id="1108995" name="备注占位符 2"/>
          <p:cNvSpPr>
            <a:spLocks noGrp="1"/>
          </p:cNvSpPr>
          <p:nvPr>
            <p:ph type="body" idx="1"/>
          </p:nvPr>
        </p:nvSpPr>
        <p:spPr>
          <a:noFill/>
        </p:spPr>
        <p:txBody>
          <a:bodyPr/>
          <a:lstStyle/>
          <a:p>
            <a:r>
              <a:rPr lang="zh-CN" altLang="en-US" dirty="0"/>
              <a:t>以一种中间表示方法为例，怎么样一边做语法分析，怎么样变成中间语言，一边执行语义规则，进行翻译的</a:t>
            </a:r>
            <a:endParaRPr lang="en-US" altLang="zh-CN" dirty="0"/>
          </a:p>
          <a:p>
            <a:r>
              <a:rPr lang="zh-CN" altLang="en-US" dirty="0"/>
              <a:t>翻译的成中间语言的抽象语法树</a:t>
            </a:r>
            <a:endParaRPr lang="en-US" altLang="zh-CN" dirty="0"/>
          </a:p>
          <a:p>
            <a:r>
              <a:rPr lang="zh-CN" altLang="en-US" dirty="0"/>
              <a:t>四元式也是一种中间语言，三元式也是中间语言</a:t>
            </a:r>
            <a:endParaRPr lang="en-US" altLang="zh-CN" dirty="0"/>
          </a:p>
          <a:p>
            <a:endParaRPr lang="en-US" altLang="zh-CN" dirty="0"/>
          </a:p>
          <a:p>
            <a:r>
              <a:rPr lang="zh-CN" altLang="en-US" dirty="0"/>
              <a:t>语法树很高，很复杂，</a:t>
            </a:r>
            <a:r>
              <a:rPr lang="en-US" altLang="zh-CN" dirty="0"/>
              <a:t>F</a:t>
            </a:r>
            <a:r>
              <a:rPr lang="zh-CN" altLang="en-US" dirty="0"/>
              <a:t>规约</a:t>
            </a:r>
            <a:r>
              <a:rPr lang="en-US" altLang="zh-CN" dirty="0"/>
              <a:t>E</a:t>
            </a:r>
            <a:r>
              <a:rPr lang="zh-CN" altLang="en-US" dirty="0"/>
              <a:t>，</a:t>
            </a:r>
            <a:r>
              <a:rPr lang="en-US" altLang="zh-CN" dirty="0"/>
              <a:t>E</a:t>
            </a:r>
            <a:r>
              <a:rPr lang="zh-CN" altLang="en-US" dirty="0"/>
              <a:t>规约</a:t>
            </a:r>
            <a:r>
              <a:rPr lang="en-US" altLang="zh-CN" dirty="0"/>
              <a:t>T</a:t>
            </a:r>
            <a:r>
              <a:rPr lang="zh-CN" altLang="en-US" dirty="0"/>
              <a:t>，一直往上规约</a:t>
            </a:r>
            <a:endParaRPr lang="en-US" altLang="zh-CN" dirty="0"/>
          </a:p>
          <a:p>
            <a:r>
              <a:rPr lang="zh-CN" altLang="en-US" dirty="0"/>
              <a:t>中间节点是运算符，所有节点是终结符，反映出表达式的结果和 语言的结构</a:t>
            </a:r>
            <a:endParaRPr lang="en-US" altLang="zh-CN" dirty="0"/>
          </a:p>
          <a:p>
            <a:r>
              <a:rPr lang="zh-CN" altLang="en-US" dirty="0"/>
              <a:t>*号和</a:t>
            </a:r>
            <a:r>
              <a:rPr lang="en-US" altLang="zh-CN" dirty="0"/>
              <a:t>+</a:t>
            </a:r>
            <a:r>
              <a:rPr lang="zh-CN" altLang="en-US" dirty="0"/>
              <a:t>号都有意义，就是把*号左子节点和值和右子节点的值做加号运算，就是*号的值</a:t>
            </a:r>
            <a:endParaRPr lang="en-US" altLang="zh-CN" dirty="0"/>
          </a:p>
          <a:p>
            <a:r>
              <a:rPr lang="zh-CN" altLang="en-US" dirty="0"/>
              <a:t>变成目标代码也很容易，都用抽象 语法树作为中间代码表现形式</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31EB50BB-C03D-4214-AB79-B5FEE782B2AF}" type="slidenum">
              <a:rPr lang="zh-CN" altLang="en-US" smtClean="0">
                <a:solidFill>
                  <a:prstClr val="black"/>
                </a:solidFill>
              </a:rPr>
              <a:pPr>
                <a:defRPr/>
              </a:pPr>
              <a:t>19</a:t>
            </a:fld>
            <a:endParaRPr lang="zh-CN" altLang="en-US">
              <a:solidFill>
                <a:prstClr val="black"/>
              </a:solidFill>
            </a:endParaRPr>
          </a:p>
        </p:txBody>
      </p:sp>
    </p:spTree>
    <p:extLst>
      <p:ext uri="{BB962C8B-B14F-4D97-AF65-F5344CB8AC3E}">
        <p14:creationId xmlns:p14="http://schemas.microsoft.com/office/powerpoint/2010/main" val="14334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幻灯片图像占位符 1"/>
          <p:cNvSpPr>
            <a:spLocks noGrp="1" noRot="1" noChangeAspect="1" noTextEdit="1"/>
          </p:cNvSpPr>
          <p:nvPr>
            <p:ph type="sldImg"/>
          </p:nvPr>
        </p:nvSpPr>
        <p:spPr/>
      </p:sp>
      <p:sp>
        <p:nvSpPr>
          <p:cNvPr id="1111043" name="备注占位符 2"/>
          <p:cNvSpPr>
            <a:spLocks noGrp="1"/>
          </p:cNvSpPr>
          <p:nvPr>
            <p:ph type="body" idx="1"/>
          </p:nvPr>
        </p:nvSpPr>
        <p:spPr>
          <a:noFill/>
        </p:spPr>
        <p:txBody>
          <a:bodyPr/>
          <a:lstStyle/>
          <a:p>
            <a:r>
              <a:rPr lang="zh-CN" altLang="en-US"/>
              <a:t>如果以抽象语法树作为中间代码表示形式，在做语法分析的时候，一边做语法分析，一边翻译成抽象语法树，就是把高级语言翻译成抽象语法树</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DE05C8F-540E-40E4-A128-C13960013D34}" type="slidenum">
              <a:rPr lang="zh-CN" altLang="en-US" smtClean="0">
                <a:solidFill>
                  <a:prstClr val="black"/>
                </a:solidFill>
              </a:rPr>
              <a:pPr>
                <a:defRPr/>
              </a:pPr>
              <a:t>20</a:t>
            </a:fld>
            <a:endParaRPr lang="zh-CN" altLang="en-US">
              <a:solidFill>
                <a:prstClr val="black"/>
              </a:solidFill>
            </a:endParaRPr>
          </a:p>
        </p:txBody>
      </p:sp>
    </p:spTree>
    <p:extLst>
      <p:ext uri="{BB962C8B-B14F-4D97-AF65-F5344CB8AC3E}">
        <p14:creationId xmlns:p14="http://schemas.microsoft.com/office/powerpoint/2010/main" val="11053988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幻灯片图像占位符 1"/>
          <p:cNvSpPr>
            <a:spLocks noGrp="1" noRot="1" noChangeAspect="1" noTextEdit="1"/>
          </p:cNvSpPr>
          <p:nvPr>
            <p:ph type="sldImg"/>
          </p:nvPr>
        </p:nvSpPr>
        <p:spPr/>
      </p:sp>
      <p:sp>
        <p:nvSpPr>
          <p:cNvPr id="1113091" name="备注占位符 2"/>
          <p:cNvSpPr>
            <a:spLocks noGrp="1"/>
          </p:cNvSpPr>
          <p:nvPr>
            <p:ph type="body" idx="1"/>
          </p:nvPr>
        </p:nvSpPr>
        <p:spPr>
          <a:noFill/>
        </p:spPr>
        <p:txBody>
          <a:bodyPr/>
          <a:lstStyle/>
          <a:p>
            <a:r>
              <a:rPr lang="en-US" altLang="zh-CN" dirty="0" err="1"/>
              <a:t>Nodepoint</a:t>
            </a:r>
            <a:r>
              <a:rPr lang="en-US" altLang="zh-CN" dirty="0"/>
              <a:t> </a:t>
            </a:r>
            <a:r>
              <a:rPr lang="zh-CN" altLang="en-US" dirty="0"/>
              <a:t>指向节点的指针，指向这个</a:t>
            </a:r>
            <a:r>
              <a:rPr lang="en-US" altLang="zh-CN" dirty="0"/>
              <a:t>E1</a:t>
            </a:r>
            <a:r>
              <a:rPr lang="zh-CN" altLang="en-US" dirty="0"/>
              <a:t>对应字表达式的翻译出来的抽象语法树的跟</a:t>
            </a:r>
            <a:endParaRPr lang="en-US" altLang="zh-CN" dirty="0"/>
          </a:p>
          <a:p>
            <a:r>
              <a:rPr lang="en-US" altLang="zh-CN" sz="800" dirty="0"/>
              <a:t>E</a:t>
            </a:r>
            <a:r>
              <a:rPr lang="en-US" altLang="zh-CN" sz="800" baseline="-30000" dirty="0">
                <a:ea typeface="黑体" panose="02010609060101010101" pitchFamily="49" charset="-122"/>
              </a:rPr>
              <a:t>1</a:t>
            </a:r>
            <a:r>
              <a:rPr lang="en-US" altLang="zh-CN" sz="800" dirty="0"/>
              <a:t>.nptr</a:t>
            </a:r>
            <a:r>
              <a:rPr lang="zh-CN" altLang="en-US" sz="800" dirty="0"/>
              <a:t>指向</a:t>
            </a:r>
            <a:r>
              <a:rPr lang="en-US" altLang="zh-CN" sz="800" dirty="0"/>
              <a:t>+</a:t>
            </a:r>
            <a:r>
              <a:rPr lang="zh-CN" altLang="en-US" sz="800" dirty="0"/>
              <a:t>前面子表达式翻译出来的抽象语法树的根</a:t>
            </a:r>
            <a:endParaRPr lang="en-US" altLang="zh-CN" sz="800" dirty="0"/>
          </a:p>
          <a:p>
            <a:r>
              <a:rPr lang="en-US" altLang="zh-CN" sz="800" dirty="0" err="1"/>
              <a:t>T.nptr</a:t>
            </a:r>
            <a:r>
              <a:rPr lang="zh-CN" altLang="en-US" dirty="0"/>
              <a:t>指向</a:t>
            </a:r>
            <a:r>
              <a:rPr lang="en-US" altLang="zh-CN" dirty="0"/>
              <a:t>+</a:t>
            </a:r>
            <a:r>
              <a:rPr lang="zh-CN" altLang="en-US" dirty="0"/>
              <a:t>后面 子表达式翻译出来的抽象语法树的根</a:t>
            </a:r>
            <a:endParaRPr lang="en-US" altLang="zh-CN" dirty="0"/>
          </a:p>
          <a:p>
            <a:r>
              <a:rPr lang="en-US" altLang="zh-CN" sz="800" dirty="0" err="1"/>
              <a:t>mkleaf</a:t>
            </a:r>
            <a:r>
              <a:rPr lang="en-US" altLang="zh-CN" sz="800" dirty="0"/>
              <a:t> ( id, </a:t>
            </a:r>
            <a:r>
              <a:rPr lang="en-US" altLang="zh-CN" sz="800" dirty="0" err="1"/>
              <a:t>id.entry</a:t>
            </a:r>
            <a:r>
              <a:rPr lang="en-US" altLang="zh-CN" sz="800" dirty="0"/>
              <a:t> )  id</a:t>
            </a:r>
            <a:r>
              <a:rPr lang="zh-CN" altLang="en-US" sz="800" dirty="0"/>
              <a:t>是标识符，</a:t>
            </a:r>
            <a:r>
              <a:rPr lang="en-US" altLang="zh-CN" sz="800" dirty="0" err="1"/>
              <a:t>id.entry</a:t>
            </a:r>
            <a:r>
              <a:rPr lang="zh-CN" altLang="en-US" sz="800" dirty="0"/>
              <a:t>表示标识符在符号表中间的入口，叶节点就是</a:t>
            </a:r>
            <a:r>
              <a:rPr lang="en-US" altLang="zh-CN" sz="800" dirty="0"/>
              <a:t>T</a:t>
            </a:r>
            <a:r>
              <a:rPr lang="zh-CN" altLang="en-US" sz="800" dirty="0"/>
              <a:t>，单独</a:t>
            </a:r>
            <a:endParaRPr lang="en-US" altLang="zh-CN" sz="800" dirty="0"/>
          </a:p>
          <a:p>
            <a:r>
              <a:rPr lang="zh-CN" altLang="en-US" sz="800" dirty="0"/>
              <a:t>一个表达式就是一个抽象语法书的根</a:t>
            </a:r>
            <a:endParaRPr lang="en-US" altLang="zh-CN" sz="800" dirty="0"/>
          </a:p>
          <a:p>
            <a:r>
              <a:rPr lang="zh-CN" altLang="en-US" dirty="0"/>
              <a:t>构造语法树的时候也在构成抽象语法树</a:t>
            </a:r>
            <a:endParaRPr lang="en-US" altLang="zh-CN" dirty="0"/>
          </a:p>
          <a:p>
            <a:r>
              <a:rPr lang="zh-CN" altLang="en-US" dirty="0"/>
              <a:t>构造抽象语法书就是在翻译</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F380ADC-E92C-4F2E-9DAE-956BBB2178DC}" type="slidenum">
              <a:rPr lang="zh-CN" altLang="en-US" smtClean="0">
                <a:solidFill>
                  <a:prstClr val="black"/>
                </a:solidFill>
              </a:rPr>
              <a:pPr>
                <a:defRPr/>
              </a:pPr>
              <a:t>21</a:t>
            </a:fld>
            <a:endParaRPr lang="zh-CN" altLang="en-US">
              <a:solidFill>
                <a:prstClr val="black"/>
              </a:solidFill>
            </a:endParaRPr>
          </a:p>
        </p:txBody>
      </p:sp>
    </p:spTree>
    <p:extLst>
      <p:ext uri="{BB962C8B-B14F-4D97-AF65-F5344CB8AC3E}">
        <p14:creationId xmlns:p14="http://schemas.microsoft.com/office/powerpoint/2010/main" val="3417774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幻灯片图像占位符 1"/>
          <p:cNvSpPr>
            <a:spLocks noGrp="1" noRot="1" noChangeAspect="1" noTextEdit="1"/>
          </p:cNvSpPr>
          <p:nvPr>
            <p:ph type="sldImg"/>
          </p:nvPr>
        </p:nvSpPr>
        <p:spPr/>
      </p:sp>
      <p:sp>
        <p:nvSpPr>
          <p:cNvPr id="1115139" name="备注占位符 2"/>
          <p:cNvSpPr>
            <a:spLocks noGrp="1"/>
          </p:cNvSpPr>
          <p:nvPr>
            <p:ph type="body" idx="1"/>
          </p:nvPr>
        </p:nvSpPr>
        <p:spPr>
          <a:noFill/>
        </p:spPr>
        <p:txBody>
          <a:bodyPr/>
          <a:lstStyle/>
          <a:p>
            <a:r>
              <a:rPr lang="zh-CN" altLang="en-US"/>
              <a:t>只做了一遍扫描，完成词法分析，语法分析，中间代码生成</a:t>
            </a:r>
            <a:endParaRPr lang="en-US" altLang="zh-CN"/>
          </a:p>
          <a:p>
            <a:r>
              <a:rPr lang="zh-CN" altLang="en-US"/>
              <a:t>抽象语法树作为中间表示，进行语法翻译</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8D614DAB-8298-4F04-A228-5404F9736758}" type="slidenum">
              <a:rPr lang="zh-CN" altLang="en-US" smtClean="0">
                <a:solidFill>
                  <a:prstClr val="black"/>
                </a:solidFill>
              </a:rPr>
              <a:pPr>
                <a:defRPr/>
              </a:pPr>
              <a:t>22</a:t>
            </a:fld>
            <a:endParaRPr lang="zh-CN" altLang="en-US">
              <a:solidFill>
                <a:prstClr val="black"/>
              </a:solidFill>
            </a:endParaRPr>
          </a:p>
        </p:txBody>
      </p:sp>
    </p:spTree>
    <p:extLst>
      <p:ext uri="{BB962C8B-B14F-4D97-AF65-F5344CB8AC3E}">
        <p14:creationId xmlns:p14="http://schemas.microsoft.com/office/powerpoint/2010/main" val="1516550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86" name="幻灯片图像占位符 1"/>
          <p:cNvSpPr>
            <a:spLocks noGrp="1" noRot="1" noChangeAspect="1" noTextEdit="1"/>
          </p:cNvSpPr>
          <p:nvPr>
            <p:ph type="sldImg"/>
          </p:nvPr>
        </p:nvSpPr>
        <p:spPr/>
      </p:sp>
      <p:sp>
        <p:nvSpPr>
          <p:cNvPr id="1117187" name="备注占位符 2"/>
          <p:cNvSpPr>
            <a:spLocks noGrp="1"/>
          </p:cNvSpPr>
          <p:nvPr>
            <p:ph type="body" idx="1"/>
          </p:nvPr>
        </p:nvSpPr>
        <p:spPr>
          <a:noFill/>
        </p:spPr>
        <p:txBody>
          <a:bodyPr/>
          <a:lstStyle/>
          <a:p>
            <a:r>
              <a:rPr lang="en-US" altLang="zh-CN" dirty="0"/>
              <a:t>S</a:t>
            </a:r>
            <a:r>
              <a:rPr lang="zh-CN" altLang="en-US" dirty="0"/>
              <a:t>属性文法穿插到语法分析器的实现里面去</a:t>
            </a:r>
            <a:endParaRPr lang="en-US" altLang="zh-CN" dirty="0"/>
          </a:p>
          <a:p>
            <a:r>
              <a:rPr lang="zh-CN" altLang="en-US" dirty="0"/>
              <a:t>综合属性只依赖于子节点或者自己的属性，语法树现有底层节点然后有高层节点</a:t>
            </a:r>
            <a:endParaRPr lang="en-US" altLang="zh-CN" dirty="0"/>
          </a:p>
          <a:p>
            <a:r>
              <a:rPr lang="zh-CN" altLang="en-US" dirty="0"/>
              <a:t>当构造上层节点的时候，它的子节点都已经构造好了， 因此，新构造出来的综合属性是马上可以计算的</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E8D3AC6D-417E-4B37-AB2E-09189F7DDE0F}" type="slidenum">
              <a:rPr lang="zh-CN" altLang="en-US" smtClean="0">
                <a:solidFill>
                  <a:prstClr val="black"/>
                </a:solidFill>
              </a:rPr>
              <a:pPr>
                <a:defRPr/>
              </a:pPr>
              <a:t>23</a:t>
            </a:fld>
            <a:endParaRPr lang="zh-CN" altLang="en-US">
              <a:solidFill>
                <a:prstClr val="black"/>
              </a:solidFill>
            </a:endParaRPr>
          </a:p>
        </p:txBody>
      </p:sp>
    </p:spTree>
    <p:extLst>
      <p:ext uri="{BB962C8B-B14F-4D97-AF65-F5344CB8AC3E}">
        <p14:creationId xmlns:p14="http://schemas.microsoft.com/office/powerpoint/2010/main" val="1467531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幻灯片图像占位符 1"/>
          <p:cNvSpPr>
            <a:spLocks noGrp="1" noRot="1" noChangeAspect="1" noTextEdit="1"/>
          </p:cNvSpPr>
          <p:nvPr>
            <p:ph type="sldImg"/>
          </p:nvPr>
        </p:nvSpPr>
        <p:spPr/>
      </p:sp>
      <p:sp>
        <p:nvSpPr>
          <p:cNvPr id="1119235" name="备注占位符 2"/>
          <p:cNvSpPr>
            <a:spLocks noGrp="1"/>
          </p:cNvSpPr>
          <p:nvPr>
            <p:ph type="body" idx="1"/>
          </p:nvPr>
        </p:nvSpPr>
        <p:spPr>
          <a:noFill/>
        </p:spPr>
        <p:txBody>
          <a:bodyPr/>
          <a:lstStyle/>
          <a:p>
            <a:endParaRPr lang="en-US" altLang="zh-CN" sz="1100">
              <a:solidFill>
                <a:srgbClr val="0070C0"/>
              </a:solidFill>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84459914-1E49-4A84-8DF8-BA42DDEE129D}" type="slidenum">
              <a:rPr lang="zh-CN" altLang="en-US" smtClean="0">
                <a:solidFill>
                  <a:prstClr val="black"/>
                </a:solidFill>
              </a:rPr>
              <a:pPr>
                <a:defRPr/>
              </a:pPr>
              <a:t>24</a:t>
            </a:fld>
            <a:endParaRPr lang="zh-CN" altLang="en-US">
              <a:solidFill>
                <a:prstClr val="black"/>
              </a:solidFill>
            </a:endParaRPr>
          </a:p>
        </p:txBody>
      </p:sp>
    </p:spTree>
    <p:extLst>
      <p:ext uri="{BB962C8B-B14F-4D97-AF65-F5344CB8AC3E}">
        <p14:creationId xmlns:p14="http://schemas.microsoft.com/office/powerpoint/2010/main" val="3761934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818">
              <a:spcBef>
                <a:spcPct val="30000"/>
              </a:spcBef>
              <a:defRPr sz="1100">
                <a:solidFill>
                  <a:schemeClr val="tx1"/>
                </a:solidFill>
                <a:latin typeface="Times New Roman" panose="02020603050405020304" pitchFamily="18" charset="0"/>
                <a:ea typeface="宋体" panose="02010600030101010101" pitchFamily="2" charset="-122"/>
              </a:defRPr>
            </a:lvl1pPr>
            <a:lvl2pPr marL="700262" indent="-269331" defTabSz="879818">
              <a:spcBef>
                <a:spcPct val="30000"/>
              </a:spcBef>
              <a:defRPr sz="1100">
                <a:solidFill>
                  <a:schemeClr val="tx1"/>
                </a:solidFill>
                <a:latin typeface="Times New Roman" panose="02020603050405020304" pitchFamily="18" charset="0"/>
                <a:ea typeface="宋体" panose="02010600030101010101" pitchFamily="2" charset="-122"/>
              </a:defRPr>
            </a:lvl2pPr>
            <a:lvl3pPr marL="1077327" indent="-215466" defTabSz="879818">
              <a:spcBef>
                <a:spcPct val="30000"/>
              </a:spcBef>
              <a:defRPr sz="1100">
                <a:solidFill>
                  <a:schemeClr val="tx1"/>
                </a:solidFill>
                <a:latin typeface="Times New Roman" panose="02020603050405020304" pitchFamily="18" charset="0"/>
                <a:ea typeface="宋体" panose="02010600030101010101" pitchFamily="2" charset="-122"/>
              </a:defRPr>
            </a:lvl3pPr>
            <a:lvl4pPr marL="1508258" indent="-215466" defTabSz="879818">
              <a:spcBef>
                <a:spcPct val="30000"/>
              </a:spcBef>
              <a:defRPr sz="1100">
                <a:solidFill>
                  <a:schemeClr val="tx1"/>
                </a:solidFill>
                <a:latin typeface="Times New Roman" panose="02020603050405020304" pitchFamily="18" charset="0"/>
                <a:ea typeface="宋体" panose="02010600030101010101" pitchFamily="2" charset="-122"/>
              </a:defRPr>
            </a:lvl4pPr>
            <a:lvl5pPr marL="1939189" indent="-215466" defTabSz="879818">
              <a:spcBef>
                <a:spcPct val="30000"/>
              </a:spcBef>
              <a:defRPr sz="1100">
                <a:solidFill>
                  <a:schemeClr val="tx1"/>
                </a:solidFill>
                <a:latin typeface="Times New Roman" panose="02020603050405020304" pitchFamily="18" charset="0"/>
                <a:ea typeface="宋体" panose="02010600030101010101" pitchFamily="2" charset="-122"/>
              </a:defRPr>
            </a:lvl5pPr>
            <a:lvl6pPr marL="2370119" indent="-215466" defTabSz="87981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051" indent="-215466" defTabSz="87981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981" indent="-215466" defTabSz="87981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912" indent="-215466" defTabSz="87981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838B57E6-F825-4EB9-8AC3-38D27941051E}" type="slidenum">
              <a:rPr lang="zh-CN" altLang="en-US" smtClean="0">
                <a:solidFill>
                  <a:prstClr val="black"/>
                </a:solidFill>
              </a:rPr>
              <a:pPr>
                <a:spcBef>
                  <a:spcPct val="0"/>
                </a:spcBef>
                <a:defRPr/>
              </a:pPr>
              <a:t>25</a:t>
            </a:fld>
            <a:endParaRPr lang="en-US" altLang="zh-CN">
              <a:solidFill>
                <a:prstClr val="black"/>
              </a:solidFill>
            </a:endParaRPr>
          </a:p>
        </p:txBody>
      </p:sp>
      <p:sp>
        <p:nvSpPr>
          <p:cNvPr id="1121283" name="Rectangle 2"/>
          <p:cNvSpPr>
            <a:spLocks noGrp="1" noRot="1" noChangeAspect="1" noChangeArrowheads="1" noTextEdit="1"/>
          </p:cNvSpPr>
          <p:nvPr>
            <p:ph type="sldImg"/>
          </p:nvPr>
        </p:nvSpPr>
        <p:spPr>
          <a:xfrm>
            <a:off x="2846388" y="523875"/>
            <a:ext cx="3494087" cy="2620963"/>
          </a:xfrm>
        </p:spPr>
      </p:sp>
      <p:sp>
        <p:nvSpPr>
          <p:cNvPr id="1121284" name="Rectangle 3"/>
          <p:cNvSpPr>
            <a:spLocks noGrp="1" noChangeArrowheads="1"/>
          </p:cNvSpPr>
          <p:nvPr>
            <p:ph type="body" idx="1"/>
          </p:nvPr>
        </p:nvSpPr>
        <p:spPr>
          <a:noFill/>
        </p:spPr>
        <p:txBody>
          <a:bodyPr/>
          <a:lstStyle/>
          <a:p>
            <a:pPr eaLnBrk="1" hangingPunct="1">
              <a:spcBef>
                <a:spcPct val="0"/>
              </a:spcBef>
              <a:buSzTx/>
              <a:buFontTx/>
              <a:buNone/>
            </a:pPr>
            <a:r>
              <a:rPr lang="zh-CN" altLang="en-US" sz="1100" dirty="0">
                <a:solidFill>
                  <a:srgbClr val="0033CC"/>
                </a:solidFill>
                <a:latin typeface="微软雅黑" panose="020B0503020204020204" pitchFamily="34" charset="-122"/>
              </a:rPr>
              <a:t>只有综合属性的文法，最后一个维度使用</a:t>
            </a:r>
            <a:r>
              <a:rPr lang="en-US" altLang="zh-CN" sz="1100" dirty="0" err="1">
                <a:solidFill>
                  <a:srgbClr val="0033CC"/>
                </a:solidFill>
                <a:latin typeface="微软雅黑" panose="020B0503020204020204" pitchFamily="34" charset="-122"/>
              </a:rPr>
              <a:t>val</a:t>
            </a:r>
            <a:r>
              <a:rPr lang="zh-CN" altLang="en-US" sz="1100" dirty="0">
                <a:solidFill>
                  <a:srgbClr val="0033CC"/>
                </a:solidFill>
                <a:latin typeface="微软雅黑" panose="020B0503020204020204" pitchFamily="34" charset="-122"/>
              </a:rPr>
              <a:t>的数组来代表，把程序代码放在产生式中，将来用产生式做规约的时候，进行计算，代码段就是把语法放在栈这样一个特殊结构中实现</a:t>
            </a:r>
            <a:endParaRPr lang="en-US" altLang="zh-CN" sz="1100" dirty="0">
              <a:solidFill>
                <a:srgbClr val="0033CC"/>
              </a:solidFill>
              <a:latin typeface="微软雅黑" panose="020B0503020204020204" pitchFamily="34" charset="-122"/>
            </a:endParaRPr>
          </a:p>
          <a:p>
            <a:pPr eaLnBrk="1" hangingPunct="1">
              <a:spcBef>
                <a:spcPct val="0"/>
              </a:spcBef>
              <a:buSzTx/>
              <a:buFontTx/>
              <a:buNone/>
            </a:pPr>
            <a:endParaRPr lang="en-US" altLang="zh-CN" sz="1100" dirty="0">
              <a:solidFill>
                <a:srgbClr val="0033CC"/>
              </a:solidFill>
              <a:latin typeface="微软雅黑" panose="020B0503020204020204" pitchFamily="34" charset="-122"/>
            </a:endParaRPr>
          </a:p>
          <a:p>
            <a:pPr eaLnBrk="1" hangingPunct="1">
              <a:spcBef>
                <a:spcPct val="0"/>
              </a:spcBef>
              <a:buSzTx/>
              <a:buFontTx/>
              <a:buNone/>
            </a:pPr>
            <a:r>
              <a:rPr lang="zh-CN" altLang="en-US" sz="1100" dirty="0">
                <a:solidFill>
                  <a:srgbClr val="0033CC"/>
                </a:solidFill>
                <a:latin typeface="微软雅黑" panose="020B0503020204020204" pitchFamily="34" charset="-122"/>
              </a:rPr>
              <a:t>没有动作就是有动作</a:t>
            </a:r>
            <a:endParaRPr lang="en-US" altLang="zh-CN" sz="1100" dirty="0">
              <a:solidFill>
                <a:srgbClr val="0033CC"/>
              </a:solidFill>
              <a:latin typeface="微软雅黑" panose="020B0503020204020204" pitchFamily="34" charset="-122"/>
            </a:endParaRPr>
          </a:p>
          <a:p>
            <a:pPr eaLnBrk="1" hangingPunct="1">
              <a:spcBef>
                <a:spcPct val="0"/>
              </a:spcBef>
              <a:buSzTx/>
              <a:buFontTx/>
              <a:buNone/>
            </a:pPr>
            <a:endParaRPr lang="en-US" altLang="zh-CN" sz="1100" dirty="0">
              <a:solidFill>
                <a:srgbClr val="0033CC"/>
              </a:solidFill>
              <a:latin typeface="微软雅黑" panose="020B0503020204020204" pitchFamily="34" charset="-122"/>
            </a:endParaRPr>
          </a:p>
          <a:p>
            <a:pPr eaLnBrk="1" hangingPunct="1">
              <a:spcBef>
                <a:spcPct val="0"/>
              </a:spcBef>
              <a:buSzTx/>
              <a:buFontTx/>
              <a:buNone/>
            </a:pPr>
            <a:r>
              <a:rPr lang="zh-CN" altLang="en-US" sz="1100" dirty="0">
                <a:solidFill>
                  <a:srgbClr val="0033CC"/>
                </a:solidFill>
                <a:latin typeface="微软雅黑" panose="020B0503020204020204" pitchFamily="34" charset="-122"/>
              </a:rPr>
              <a:t>从属性的计算关系上描述语义，如果要实现的话需要和语法分析器，或者数据结构结合在一起才行</a:t>
            </a:r>
            <a:endParaRPr lang="en-US" altLang="zh-CN" sz="1100" dirty="0">
              <a:solidFill>
                <a:srgbClr val="0033CC"/>
              </a:solidFill>
              <a:latin typeface="微软雅黑" panose="020B0503020204020204" pitchFamily="34" charset="-122"/>
            </a:endParaRPr>
          </a:p>
          <a:p>
            <a:pPr eaLnBrk="1" hangingPunct="1">
              <a:spcBef>
                <a:spcPct val="0"/>
              </a:spcBef>
              <a:buSzTx/>
              <a:buFontTx/>
              <a:buNone/>
            </a:pPr>
            <a:endParaRPr lang="en-US" altLang="zh-CN" sz="1100" dirty="0">
              <a:solidFill>
                <a:srgbClr val="0033CC"/>
              </a:solidFill>
              <a:latin typeface="微软雅黑" panose="020B0503020204020204" pitchFamily="34" charset="-122"/>
            </a:endParaRPr>
          </a:p>
          <a:p>
            <a:pPr eaLnBrk="1" hangingPunct="1">
              <a:spcBef>
                <a:spcPct val="0"/>
              </a:spcBef>
              <a:buSzTx/>
              <a:buFontTx/>
              <a:buNone/>
            </a:pPr>
            <a:r>
              <a:rPr lang="zh-CN" altLang="en-US" sz="1100" dirty="0">
                <a:solidFill>
                  <a:srgbClr val="0033CC"/>
                </a:solidFill>
                <a:latin typeface="微软雅黑" panose="020B0503020204020204" pitchFamily="34" charset="-122"/>
              </a:rPr>
              <a:t>之前是在概念层面上讲实现，现在我们是在栈这样的结构下，从代码的层面进行实现</a:t>
            </a:r>
            <a:endParaRPr lang="en-US" altLang="zh-CN" sz="1100" dirty="0">
              <a:solidFill>
                <a:srgbClr val="0033CC"/>
              </a:solidFill>
              <a:latin typeface="微软雅黑" panose="020B0503020204020204" pitchFamily="34" charset="-122"/>
            </a:endParaRPr>
          </a:p>
        </p:txBody>
      </p:sp>
    </p:spTree>
    <p:extLst>
      <p:ext uri="{BB962C8B-B14F-4D97-AF65-F5344CB8AC3E}">
        <p14:creationId xmlns:p14="http://schemas.microsoft.com/office/powerpoint/2010/main" val="6853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0" name="幻灯片图像占位符 1"/>
          <p:cNvSpPr>
            <a:spLocks noGrp="1" noRot="1" noChangeAspect="1" noTextEdit="1"/>
          </p:cNvSpPr>
          <p:nvPr>
            <p:ph type="sldImg"/>
          </p:nvPr>
        </p:nvSpPr>
        <p:spPr/>
      </p:sp>
      <p:sp>
        <p:nvSpPr>
          <p:cNvPr id="1123331" name="备注占位符 2"/>
          <p:cNvSpPr>
            <a:spLocks noGrp="1"/>
          </p:cNvSpPr>
          <p:nvPr>
            <p:ph type="body" idx="1"/>
          </p:nvPr>
        </p:nvSpPr>
        <p:spPr>
          <a:noFill/>
        </p:spPr>
        <p:txBody>
          <a:bodyPr/>
          <a:lstStyle/>
          <a:p>
            <a:r>
              <a:rPr lang="zh-CN" altLang="en-US"/>
              <a:t>做了词法分析，语法分析 ，做了语义规则计算，完成了翻译，翻译成了</a:t>
            </a:r>
            <a:r>
              <a:rPr lang="en-US" altLang="zh-CN"/>
              <a:t>19</a:t>
            </a:r>
            <a:r>
              <a:rPr lang="zh-CN" altLang="en-US"/>
              <a:t>，如果把代码段翻译成产生加法指令，乘法指令，上述过程就变成帮助生成代码，如果把</a:t>
            </a:r>
            <a:r>
              <a:rPr lang="en-US" altLang="zh-CN"/>
              <a:t>val</a:t>
            </a:r>
            <a:r>
              <a:rPr lang="zh-CN" altLang="en-US"/>
              <a:t>的计算变成构造一个抽象语法树，则这个过程就得到了一颗抽象语法树，抽象语法树也就是中间代码</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49694FF-BE09-4E48-9FCE-01C39A053AA5}" type="slidenum">
              <a:rPr lang="zh-CN" altLang="en-US" smtClean="0">
                <a:solidFill>
                  <a:prstClr val="black"/>
                </a:solidFill>
              </a:rPr>
              <a:pPr>
                <a:defRPr/>
              </a:pPr>
              <a:t>26</a:t>
            </a:fld>
            <a:endParaRPr lang="zh-CN" altLang="en-US">
              <a:solidFill>
                <a:prstClr val="black"/>
              </a:solidFill>
            </a:endParaRPr>
          </a:p>
        </p:txBody>
      </p:sp>
    </p:spTree>
    <p:extLst>
      <p:ext uri="{BB962C8B-B14F-4D97-AF65-F5344CB8AC3E}">
        <p14:creationId xmlns:p14="http://schemas.microsoft.com/office/powerpoint/2010/main" val="2653402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幻灯片图像占位符 1"/>
          <p:cNvSpPr>
            <a:spLocks noGrp="1" noRot="1" noChangeAspect="1" noTextEdit="1"/>
          </p:cNvSpPr>
          <p:nvPr>
            <p:ph type="sldImg"/>
          </p:nvPr>
        </p:nvSpPr>
        <p:spPr/>
      </p:sp>
      <p:sp>
        <p:nvSpPr>
          <p:cNvPr id="1125379"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597F17AC-C170-4BA2-BB44-56933F14314A}" type="slidenum">
              <a:rPr lang="zh-CN" altLang="en-US" smtClean="0">
                <a:solidFill>
                  <a:prstClr val="black"/>
                </a:solidFill>
              </a:rPr>
              <a:pPr>
                <a:defRPr/>
              </a:pPr>
              <a:t>27</a:t>
            </a:fld>
            <a:endParaRPr lang="zh-CN" altLang="en-US">
              <a:solidFill>
                <a:prstClr val="black"/>
              </a:solidFill>
            </a:endParaRPr>
          </a:p>
        </p:txBody>
      </p:sp>
    </p:spTree>
    <p:extLst>
      <p:ext uri="{BB962C8B-B14F-4D97-AF65-F5344CB8AC3E}">
        <p14:creationId xmlns:p14="http://schemas.microsoft.com/office/powerpoint/2010/main" val="2269187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26" name="幻灯片图像占位符 1"/>
          <p:cNvSpPr>
            <a:spLocks noGrp="1" noRot="1" noChangeAspect="1" noTextEdit="1"/>
          </p:cNvSpPr>
          <p:nvPr>
            <p:ph type="sldImg"/>
          </p:nvPr>
        </p:nvSpPr>
        <p:spPr/>
      </p:sp>
      <p:sp>
        <p:nvSpPr>
          <p:cNvPr id="112742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CF2F45D-719F-4C57-A5C9-B211AF8771A4}" type="slidenum">
              <a:rPr lang="zh-CN" altLang="en-US" smtClean="0">
                <a:solidFill>
                  <a:prstClr val="black"/>
                </a:solidFill>
              </a:rPr>
              <a:pPr>
                <a:defRPr/>
              </a:pPr>
              <a:t>28</a:t>
            </a:fld>
            <a:endParaRPr lang="zh-CN" altLang="en-US">
              <a:solidFill>
                <a:prstClr val="black"/>
              </a:solidFill>
            </a:endParaRPr>
          </a:p>
        </p:txBody>
      </p:sp>
    </p:spTree>
    <p:extLst>
      <p:ext uri="{BB962C8B-B14F-4D97-AF65-F5344CB8AC3E}">
        <p14:creationId xmlns:p14="http://schemas.microsoft.com/office/powerpoint/2010/main" val="8478376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474" name="幻灯片图像占位符 1"/>
          <p:cNvSpPr>
            <a:spLocks noGrp="1" noRot="1" noChangeAspect="1" noTextEdit="1"/>
          </p:cNvSpPr>
          <p:nvPr>
            <p:ph type="sldImg"/>
          </p:nvPr>
        </p:nvSpPr>
        <p:spPr/>
      </p:sp>
      <p:sp>
        <p:nvSpPr>
          <p:cNvPr id="1129475" name="备注占位符 2"/>
          <p:cNvSpPr>
            <a:spLocks noGrp="1"/>
          </p:cNvSpPr>
          <p:nvPr>
            <p:ph type="body" idx="1"/>
          </p:nvPr>
        </p:nvSpPr>
        <p:spPr>
          <a:noFill/>
        </p:spPr>
        <p:txBody>
          <a:bodyPr/>
          <a:lstStyle/>
          <a:p>
            <a:r>
              <a:rPr lang="zh-CN" altLang="en-US"/>
              <a:t>凡是在编译时能够确定的工作叫做静态语义检查，也就是不需要运行，只需要对代码进行扫描分析就能确定的工作</a:t>
            </a:r>
            <a:endParaRPr lang="en-US" altLang="zh-CN"/>
          </a:p>
          <a:p>
            <a:r>
              <a:rPr lang="zh-CN" altLang="en-US"/>
              <a:t>如果某些分析必须要程序运行才能够进行研究和确定，就是动态语义分析</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D08ED503-CD99-4266-AD13-C9A018F05E64}" type="slidenum">
              <a:rPr lang="en-GB" altLang="en-US" smtClean="0"/>
              <a:pPr>
                <a:defRPr/>
              </a:pPr>
              <a:t>29</a:t>
            </a:fld>
            <a:endParaRPr lang="en-GB" altLang="en-US">
              <a:cs typeface="+mn-cs"/>
            </a:endParaRPr>
          </a:p>
        </p:txBody>
      </p:sp>
    </p:spTree>
    <p:extLst>
      <p:ext uri="{BB962C8B-B14F-4D97-AF65-F5344CB8AC3E}">
        <p14:creationId xmlns:p14="http://schemas.microsoft.com/office/powerpoint/2010/main" val="37876665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522" name="幻灯片图像占位符 1"/>
          <p:cNvSpPr>
            <a:spLocks noGrp="1" noRot="1" noChangeAspect="1" noTextEdit="1"/>
          </p:cNvSpPr>
          <p:nvPr>
            <p:ph type="sldImg"/>
          </p:nvPr>
        </p:nvSpPr>
        <p:spPr/>
      </p:sp>
      <p:sp>
        <p:nvSpPr>
          <p:cNvPr id="1131523" name="备注占位符 2"/>
          <p:cNvSpPr>
            <a:spLocks noGrp="1"/>
          </p:cNvSpPr>
          <p:nvPr>
            <p:ph type="body" idx="1"/>
          </p:nvPr>
        </p:nvSpPr>
        <p:spPr>
          <a:noFill/>
        </p:spPr>
        <p:txBody>
          <a:bodyPr/>
          <a:lstStyle/>
          <a:p>
            <a:r>
              <a:rPr lang="zh-CN" altLang="en-US" dirty="0"/>
              <a:t>高级语言和机器语言，差距非常大，抽象程度也相距很大，所以当抽象程度非常大的时候，需要引入中间语言（分解），中间语言独立与机器，机器语言依赖于机器，也不那么抽象，但是又不是像高级语言一样接近于自然语言和数学语言，复杂性介于高级语言和目标语言之间</a:t>
            </a:r>
            <a:endParaRPr lang="en-US" altLang="zh-CN" dirty="0"/>
          </a:p>
          <a:p>
            <a:r>
              <a:rPr lang="zh-CN" altLang="en-US" dirty="0"/>
              <a:t>前端：词法，语法和中间代码生成，与机器无关</a:t>
            </a:r>
            <a:endParaRPr lang="en-US" altLang="zh-CN" dirty="0"/>
          </a:p>
          <a:p>
            <a:r>
              <a:rPr lang="zh-CN" altLang="en-US" dirty="0"/>
              <a:t>后端，将中间代码转换成目标程序，包含优化和目标代码生成</a:t>
            </a:r>
            <a:endParaRPr lang="en-US" altLang="zh-CN" dirty="0"/>
          </a:p>
          <a:p>
            <a:r>
              <a:rPr lang="zh-CN" altLang="en-US" dirty="0"/>
              <a:t>就可以把一部分 优化工作放在中间语言生成这个步骤，这里不依赖于目前机器</a:t>
            </a:r>
            <a:endParaRPr lang="en-US" altLang="zh-CN" dirty="0"/>
          </a:p>
          <a:p>
            <a:endParaRPr lang="zh-CN" altLang="en-US" dirty="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6B344EA-89D4-4C95-9AF1-1738D50C222B}" type="slidenum">
              <a:rPr lang="zh-CN" altLang="en-US" smtClean="0">
                <a:solidFill>
                  <a:prstClr val="black"/>
                </a:solidFill>
              </a:rPr>
              <a:pPr>
                <a:defRPr/>
              </a:pPr>
              <a:t>30</a:t>
            </a:fld>
            <a:endParaRPr lang="zh-CN" altLang="en-US">
              <a:solidFill>
                <a:prstClr val="black"/>
              </a:solidFill>
            </a:endParaRPr>
          </a:p>
        </p:txBody>
      </p:sp>
    </p:spTree>
    <p:extLst>
      <p:ext uri="{BB962C8B-B14F-4D97-AF65-F5344CB8AC3E}">
        <p14:creationId xmlns:p14="http://schemas.microsoft.com/office/powerpoint/2010/main" val="4230869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0" name="幻灯片图像占位符 1"/>
          <p:cNvSpPr>
            <a:spLocks noGrp="1" noRot="1" noChangeAspect="1" noTextEdit="1"/>
          </p:cNvSpPr>
          <p:nvPr>
            <p:ph type="sldImg"/>
          </p:nvPr>
        </p:nvSpPr>
        <p:spPr/>
      </p:sp>
      <p:sp>
        <p:nvSpPr>
          <p:cNvPr id="1133571" name="备注占位符 2"/>
          <p:cNvSpPr>
            <a:spLocks noGrp="1"/>
          </p:cNvSpPr>
          <p:nvPr>
            <p:ph type="body" idx="1"/>
          </p:nvPr>
        </p:nvSpPr>
        <p:spPr>
          <a:noFill/>
        </p:spPr>
        <p:txBody>
          <a:bodyPr/>
          <a:lstStyle/>
          <a:p>
            <a:r>
              <a:rPr lang="zh-CN" altLang="en-US" dirty="0"/>
              <a:t>都相当于两个运算量</a:t>
            </a:r>
            <a:r>
              <a:rPr lang="en-US" altLang="zh-CN" dirty="0"/>
              <a:t>+</a:t>
            </a:r>
            <a:r>
              <a:rPr lang="zh-CN" altLang="en-US" dirty="0"/>
              <a:t>一个结果量</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D3B41634-7843-437D-83F3-72F407EFD699}" type="slidenum">
              <a:rPr lang="zh-CN" altLang="en-US" smtClean="0">
                <a:solidFill>
                  <a:prstClr val="black"/>
                </a:solidFill>
              </a:rPr>
              <a:pPr>
                <a:defRPr/>
              </a:pPr>
              <a:t>31</a:t>
            </a:fld>
            <a:endParaRPr lang="zh-CN" altLang="en-US">
              <a:solidFill>
                <a:prstClr val="black"/>
              </a:solidFill>
            </a:endParaRPr>
          </a:p>
        </p:txBody>
      </p:sp>
    </p:spTree>
    <p:extLst>
      <p:ext uri="{BB962C8B-B14F-4D97-AF65-F5344CB8AC3E}">
        <p14:creationId xmlns:p14="http://schemas.microsoft.com/office/powerpoint/2010/main" val="2158160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358" indent="-269368">
              <a:spcBef>
                <a:spcPct val="30000"/>
              </a:spcBef>
              <a:defRPr sz="1100">
                <a:solidFill>
                  <a:schemeClr val="tx1"/>
                </a:solidFill>
                <a:latin typeface="Times New Roman" panose="02020603050405020304" pitchFamily="18" charset="0"/>
                <a:ea typeface="宋体" panose="02010600030101010101" pitchFamily="2" charset="-122"/>
              </a:defRPr>
            </a:lvl2pPr>
            <a:lvl3pPr marL="1077475" indent="-215495">
              <a:spcBef>
                <a:spcPct val="30000"/>
              </a:spcBef>
              <a:defRPr sz="1100">
                <a:solidFill>
                  <a:schemeClr val="tx1"/>
                </a:solidFill>
                <a:latin typeface="Times New Roman" panose="02020603050405020304" pitchFamily="18" charset="0"/>
                <a:ea typeface="宋体" panose="02010600030101010101" pitchFamily="2" charset="-122"/>
              </a:defRPr>
            </a:lvl3pPr>
            <a:lvl4pPr marL="1508466" indent="-215495">
              <a:spcBef>
                <a:spcPct val="30000"/>
              </a:spcBef>
              <a:defRPr sz="1100">
                <a:solidFill>
                  <a:schemeClr val="tx1"/>
                </a:solidFill>
                <a:latin typeface="Times New Roman" panose="02020603050405020304" pitchFamily="18" charset="0"/>
                <a:ea typeface="宋体" panose="02010600030101010101" pitchFamily="2" charset="-122"/>
              </a:defRPr>
            </a:lvl4pPr>
            <a:lvl5pPr marL="1939456" indent="-215495">
              <a:spcBef>
                <a:spcPct val="30000"/>
              </a:spcBef>
              <a:defRPr sz="1100">
                <a:solidFill>
                  <a:schemeClr val="tx1"/>
                </a:solidFill>
                <a:latin typeface="Times New Roman" panose="02020603050405020304" pitchFamily="18" charset="0"/>
                <a:ea typeface="宋体" panose="02010600030101010101" pitchFamily="2" charset="-122"/>
              </a:defRPr>
            </a:lvl5pPr>
            <a:lvl6pPr marL="237044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43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42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41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957F48AE-4C5D-4B2A-B6D9-0CAA0F830571}" type="slidenum">
              <a:rPr lang="zh-CN" altLang="en-US" smtClean="0">
                <a:solidFill>
                  <a:prstClr val="black"/>
                </a:solidFill>
              </a:rPr>
              <a:pPr>
                <a:spcBef>
                  <a:spcPct val="0"/>
                </a:spcBef>
                <a:defRPr/>
              </a:pPr>
              <a:t>32</a:t>
            </a:fld>
            <a:endParaRPr lang="en-US" altLang="zh-CN">
              <a:solidFill>
                <a:prstClr val="black"/>
              </a:solidFill>
            </a:endParaRPr>
          </a:p>
        </p:txBody>
      </p:sp>
      <p:sp>
        <p:nvSpPr>
          <p:cNvPr id="1135619" name="Rectangle 2"/>
          <p:cNvSpPr>
            <a:spLocks noGrp="1" noRot="1" noChangeAspect="1" noChangeArrowheads="1" noTextEdit="1"/>
          </p:cNvSpPr>
          <p:nvPr>
            <p:ph type="sldImg"/>
          </p:nvPr>
        </p:nvSpPr>
        <p:spPr/>
      </p:sp>
      <p:sp>
        <p:nvSpPr>
          <p:cNvPr id="1135620" name="Rectangle 3"/>
          <p:cNvSpPr>
            <a:spLocks noGrp="1" noChangeArrowheads="1"/>
          </p:cNvSpPr>
          <p:nvPr>
            <p:ph type="body" idx="1"/>
          </p:nvPr>
        </p:nvSpPr>
        <p:spPr>
          <a:noFill/>
        </p:spPr>
        <p:txBody>
          <a:bodyPr/>
          <a:lstStyle/>
          <a:p>
            <a:pPr eaLnBrk="1" hangingPunct="1"/>
            <a:endParaRPr lang="en-GB" altLang="zh-CN" sz="900"/>
          </a:p>
        </p:txBody>
      </p:sp>
    </p:spTree>
    <p:extLst>
      <p:ext uri="{BB962C8B-B14F-4D97-AF65-F5344CB8AC3E}">
        <p14:creationId xmlns:p14="http://schemas.microsoft.com/office/powerpoint/2010/main" val="7342362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358" indent="-269368">
              <a:spcBef>
                <a:spcPct val="30000"/>
              </a:spcBef>
              <a:defRPr sz="1100">
                <a:solidFill>
                  <a:schemeClr val="tx1"/>
                </a:solidFill>
                <a:latin typeface="Times New Roman" panose="02020603050405020304" pitchFamily="18" charset="0"/>
                <a:ea typeface="宋体" panose="02010600030101010101" pitchFamily="2" charset="-122"/>
              </a:defRPr>
            </a:lvl2pPr>
            <a:lvl3pPr marL="1077475" indent="-215495">
              <a:spcBef>
                <a:spcPct val="30000"/>
              </a:spcBef>
              <a:defRPr sz="1100">
                <a:solidFill>
                  <a:schemeClr val="tx1"/>
                </a:solidFill>
                <a:latin typeface="Times New Roman" panose="02020603050405020304" pitchFamily="18" charset="0"/>
                <a:ea typeface="宋体" panose="02010600030101010101" pitchFamily="2" charset="-122"/>
              </a:defRPr>
            </a:lvl3pPr>
            <a:lvl4pPr marL="1508466" indent="-215495">
              <a:spcBef>
                <a:spcPct val="30000"/>
              </a:spcBef>
              <a:defRPr sz="1100">
                <a:solidFill>
                  <a:schemeClr val="tx1"/>
                </a:solidFill>
                <a:latin typeface="Times New Roman" panose="02020603050405020304" pitchFamily="18" charset="0"/>
                <a:ea typeface="宋体" panose="02010600030101010101" pitchFamily="2" charset="-122"/>
              </a:defRPr>
            </a:lvl4pPr>
            <a:lvl5pPr marL="1939456" indent="-215495">
              <a:spcBef>
                <a:spcPct val="30000"/>
              </a:spcBef>
              <a:defRPr sz="1100">
                <a:solidFill>
                  <a:schemeClr val="tx1"/>
                </a:solidFill>
                <a:latin typeface="Times New Roman" panose="02020603050405020304" pitchFamily="18" charset="0"/>
                <a:ea typeface="宋体" panose="02010600030101010101" pitchFamily="2" charset="-122"/>
              </a:defRPr>
            </a:lvl5pPr>
            <a:lvl6pPr marL="237044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43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42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41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9E2CED5E-660A-4178-B8E0-70E5408B7538}" type="slidenum">
              <a:rPr lang="zh-CN" altLang="en-US" smtClean="0">
                <a:solidFill>
                  <a:prstClr val="black"/>
                </a:solidFill>
              </a:rPr>
              <a:pPr>
                <a:spcBef>
                  <a:spcPct val="0"/>
                </a:spcBef>
                <a:defRPr/>
              </a:pPr>
              <a:t>33</a:t>
            </a:fld>
            <a:endParaRPr lang="en-US" altLang="zh-CN">
              <a:solidFill>
                <a:prstClr val="black"/>
              </a:solidFill>
            </a:endParaRPr>
          </a:p>
        </p:txBody>
      </p:sp>
      <p:sp>
        <p:nvSpPr>
          <p:cNvPr id="1137667" name="Rectangle 2"/>
          <p:cNvSpPr>
            <a:spLocks noGrp="1" noRot="1" noChangeAspect="1" noChangeArrowheads="1" noTextEdit="1"/>
          </p:cNvSpPr>
          <p:nvPr>
            <p:ph type="sldImg"/>
          </p:nvPr>
        </p:nvSpPr>
        <p:spPr/>
      </p:sp>
      <p:sp>
        <p:nvSpPr>
          <p:cNvPr id="1137668" name="Rectangle 3"/>
          <p:cNvSpPr>
            <a:spLocks noGrp="1" noChangeArrowheads="1"/>
          </p:cNvSpPr>
          <p:nvPr>
            <p:ph type="body" idx="1"/>
          </p:nvPr>
        </p:nvSpPr>
        <p:spPr>
          <a:noFill/>
        </p:spPr>
        <p:txBody>
          <a:bodyPr/>
          <a:lstStyle/>
          <a:p>
            <a:endParaRPr lang="zh-CN" altLang="en-US" sz="1100"/>
          </a:p>
        </p:txBody>
      </p:sp>
    </p:spTree>
    <p:extLst>
      <p:ext uri="{BB962C8B-B14F-4D97-AF65-F5344CB8AC3E}">
        <p14:creationId xmlns:p14="http://schemas.microsoft.com/office/powerpoint/2010/main" val="34185611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幻灯片图像占位符 1"/>
          <p:cNvSpPr>
            <a:spLocks noGrp="1" noRot="1" noChangeAspect="1" noTextEdit="1"/>
          </p:cNvSpPr>
          <p:nvPr>
            <p:ph type="sldImg"/>
          </p:nvPr>
        </p:nvSpPr>
        <p:spPr/>
      </p:sp>
      <p:sp>
        <p:nvSpPr>
          <p:cNvPr id="1139715" name="备注占位符 2"/>
          <p:cNvSpPr>
            <a:spLocks noGrp="1"/>
          </p:cNvSpPr>
          <p:nvPr>
            <p:ph type="body" idx="1"/>
          </p:nvPr>
        </p:nvSpPr>
        <p:spPr>
          <a:noFill/>
        </p:spPr>
        <p:txBody>
          <a:bodyPr/>
          <a:lstStyle/>
          <a:p>
            <a:r>
              <a:rPr lang="zh-CN" altLang="en-US"/>
              <a:t>以后缀式为中间语言，设计翻译模式，设计一个属性文法，将中缀表达式翻译成后缀表达式</a:t>
            </a:r>
            <a:endParaRPr lang="en-US" altLang="zh-CN"/>
          </a:p>
          <a:p>
            <a:endParaRPr lang="en-US" altLang="zh-CN"/>
          </a:p>
          <a:p>
            <a:r>
              <a:rPr lang="zh-CN" altLang="en-US"/>
              <a:t>注意：语义规则说的是属性之间怎么算（即说明清楚属性之间的依赖关系），翻译模式是说明语义规则在什么地方算</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4C625236-2B4B-4466-900A-488E7602B6C0}" type="slidenum">
              <a:rPr lang="zh-CN" altLang="en-US" smtClean="0">
                <a:solidFill>
                  <a:prstClr val="black"/>
                </a:solidFill>
              </a:rPr>
              <a:pPr>
                <a:defRPr/>
              </a:pPr>
              <a:t>34</a:t>
            </a:fld>
            <a:endParaRPr lang="zh-CN" altLang="en-US">
              <a:solidFill>
                <a:prstClr val="black"/>
              </a:solidFill>
            </a:endParaRPr>
          </a:p>
        </p:txBody>
      </p:sp>
    </p:spTree>
    <p:extLst>
      <p:ext uri="{BB962C8B-B14F-4D97-AF65-F5344CB8AC3E}">
        <p14:creationId xmlns:p14="http://schemas.microsoft.com/office/powerpoint/2010/main" val="40567139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358" indent="-269368">
              <a:spcBef>
                <a:spcPct val="30000"/>
              </a:spcBef>
              <a:defRPr sz="1100">
                <a:solidFill>
                  <a:schemeClr val="tx1"/>
                </a:solidFill>
                <a:latin typeface="Times New Roman" panose="02020603050405020304" pitchFamily="18" charset="0"/>
                <a:ea typeface="宋体" panose="02010600030101010101" pitchFamily="2" charset="-122"/>
              </a:defRPr>
            </a:lvl2pPr>
            <a:lvl3pPr marL="1077475" indent="-215495">
              <a:spcBef>
                <a:spcPct val="30000"/>
              </a:spcBef>
              <a:defRPr sz="1100">
                <a:solidFill>
                  <a:schemeClr val="tx1"/>
                </a:solidFill>
                <a:latin typeface="Times New Roman" panose="02020603050405020304" pitchFamily="18" charset="0"/>
                <a:ea typeface="宋体" panose="02010600030101010101" pitchFamily="2" charset="-122"/>
              </a:defRPr>
            </a:lvl3pPr>
            <a:lvl4pPr marL="1508466" indent="-215495">
              <a:spcBef>
                <a:spcPct val="30000"/>
              </a:spcBef>
              <a:defRPr sz="1100">
                <a:solidFill>
                  <a:schemeClr val="tx1"/>
                </a:solidFill>
                <a:latin typeface="Times New Roman" panose="02020603050405020304" pitchFamily="18" charset="0"/>
                <a:ea typeface="宋体" panose="02010600030101010101" pitchFamily="2" charset="-122"/>
              </a:defRPr>
            </a:lvl4pPr>
            <a:lvl5pPr marL="1939456" indent="-215495">
              <a:spcBef>
                <a:spcPct val="30000"/>
              </a:spcBef>
              <a:defRPr sz="1100">
                <a:solidFill>
                  <a:schemeClr val="tx1"/>
                </a:solidFill>
                <a:latin typeface="Times New Roman" panose="02020603050405020304" pitchFamily="18" charset="0"/>
                <a:ea typeface="宋体" panose="02010600030101010101" pitchFamily="2" charset="-122"/>
              </a:defRPr>
            </a:lvl5pPr>
            <a:lvl6pPr marL="237044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43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42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416" indent="-215495"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07CFD3B9-6C15-4AD3-94F0-CC88F156FBA1}" type="slidenum">
              <a:rPr lang="zh-CN" altLang="en-US" smtClean="0">
                <a:solidFill>
                  <a:prstClr val="black"/>
                </a:solidFill>
              </a:rPr>
              <a:pPr>
                <a:spcBef>
                  <a:spcPct val="0"/>
                </a:spcBef>
                <a:defRPr/>
              </a:pPr>
              <a:t>35</a:t>
            </a:fld>
            <a:endParaRPr lang="en-US" altLang="zh-CN">
              <a:solidFill>
                <a:prstClr val="black"/>
              </a:solidFill>
            </a:endParaRPr>
          </a:p>
        </p:txBody>
      </p:sp>
      <p:sp>
        <p:nvSpPr>
          <p:cNvPr id="1141763" name="Rectangle 2"/>
          <p:cNvSpPr>
            <a:spLocks noGrp="1" noRot="1" noChangeAspect="1" noChangeArrowheads="1" noTextEdit="1"/>
          </p:cNvSpPr>
          <p:nvPr>
            <p:ph type="sldImg"/>
          </p:nvPr>
        </p:nvSpPr>
        <p:spPr/>
      </p:sp>
      <p:sp>
        <p:nvSpPr>
          <p:cNvPr id="1141764" name="Rectangle 3"/>
          <p:cNvSpPr>
            <a:spLocks noGrp="1" noChangeArrowheads="1"/>
          </p:cNvSpPr>
          <p:nvPr>
            <p:ph type="body" idx="1"/>
          </p:nvPr>
        </p:nvSpPr>
        <p:spPr>
          <a:noFill/>
        </p:spPr>
        <p:txBody>
          <a:bodyPr/>
          <a:lstStyle/>
          <a:p>
            <a:pPr defTabSz="860425"/>
            <a:r>
              <a:rPr lang="zh-CN" altLang="en-US" dirty="0"/>
              <a:t>给定这个属性文法，并要实现这个文法，要跟一个自下而上的分析器结合起来，一边做分析，一边做属性计算，完成这个功能，因此就要设计翻译模式</a:t>
            </a:r>
            <a:endParaRPr lang="en-US" altLang="zh-CN" dirty="0"/>
          </a:p>
          <a:p>
            <a:pPr defTabSz="860425"/>
            <a:r>
              <a:rPr lang="zh-CN" altLang="en-US" dirty="0"/>
              <a:t>上面这个属性文法，改造成具体翻译过程的代码段</a:t>
            </a:r>
            <a:endParaRPr lang="en-US" altLang="zh-CN" dirty="0"/>
          </a:p>
        </p:txBody>
      </p:sp>
    </p:spTree>
    <p:extLst>
      <p:ext uri="{BB962C8B-B14F-4D97-AF65-F5344CB8AC3E}">
        <p14:creationId xmlns:p14="http://schemas.microsoft.com/office/powerpoint/2010/main" val="1174221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1980">
              <a:defRPr/>
            </a:pPr>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36</a:t>
            </a:fld>
            <a:endParaRPr lang="zh-CN" altLang="en-US"/>
          </a:p>
        </p:txBody>
      </p:sp>
    </p:spTree>
    <p:extLst>
      <p:ext uri="{BB962C8B-B14F-4D97-AF65-F5344CB8AC3E}">
        <p14:creationId xmlns:p14="http://schemas.microsoft.com/office/powerpoint/2010/main" val="10571476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002" name="幻灯片图像占位符 1"/>
          <p:cNvSpPr>
            <a:spLocks noGrp="1" noRot="1" noChangeAspect="1" noTextEdit="1"/>
          </p:cNvSpPr>
          <p:nvPr>
            <p:ph type="sldImg"/>
          </p:nvPr>
        </p:nvSpPr>
        <p:spPr/>
      </p:sp>
      <p:sp>
        <p:nvSpPr>
          <p:cNvPr id="115200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63C3FD2C-3937-42CE-8AF3-6B4A2A720AEA}" type="slidenum">
              <a:rPr lang="zh-CN" altLang="en-US" smtClean="0">
                <a:solidFill>
                  <a:prstClr val="black"/>
                </a:solidFill>
              </a:rPr>
              <a:pPr>
                <a:defRPr/>
              </a:pPr>
              <a:t>37</a:t>
            </a:fld>
            <a:endParaRPr lang="zh-CN" altLang="en-US">
              <a:solidFill>
                <a:prstClr val="black"/>
              </a:solidFill>
            </a:endParaRPr>
          </a:p>
        </p:txBody>
      </p:sp>
    </p:spTree>
    <p:extLst>
      <p:ext uri="{BB962C8B-B14F-4D97-AF65-F5344CB8AC3E}">
        <p14:creationId xmlns:p14="http://schemas.microsoft.com/office/powerpoint/2010/main" val="11734700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幻灯片图像占位符 1"/>
          <p:cNvSpPr>
            <a:spLocks noGrp="1" noRot="1" noChangeAspect="1" noTextEdit="1"/>
          </p:cNvSpPr>
          <p:nvPr>
            <p:ph type="sldImg"/>
          </p:nvPr>
        </p:nvSpPr>
        <p:spPr/>
      </p:sp>
      <p:sp>
        <p:nvSpPr>
          <p:cNvPr id="1143811" name="备注占位符 2"/>
          <p:cNvSpPr>
            <a:spLocks noGrp="1"/>
          </p:cNvSpPr>
          <p:nvPr>
            <p:ph type="body" idx="1"/>
          </p:nvPr>
        </p:nvSpPr>
        <p:spPr>
          <a:noFill/>
        </p:spPr>
        <p:txBody>
          <a:bodyPr/>
          <a:lstStyle/>
          <a:p>
            <a:r>
              <a:rPr lang="zh-CN" altLang="en-US" dirty="0"/>
              <a:t>以一种中间表示方法为例，怎么样一边做语法分析，怎么样变成中间语言，一边执行语义规则，进行翻译的</a:t>
            </a:r>
            <a:endParaRPr lang="en-US" altLang="zh-CN" dirty="0"/>
          </a:p>
          <a:p>
            <a:r>
              <a:rPr lang="zh-CN" altLang="en-US" dirty="0"/>
              <a:t>翻译的成中间语言的抽象语法树</a:t>
            </a:r>
            <a:endParaRPr lang="en-US" altLang="zh-CN" dirty="0"/>
          </a:p>
          <a:p>
            <a:r>
              <a:rPr lang="zh-CN" altLang="en-US" dirty="0"/>
              <a:t>四元式也是一种中间语言，三元式也是中间语言</a:t>
            </a:r>
            <a:endParaRPr lang="en-US" altLang="zh-CN" dirty="0"/>
          </a:p>
          <a:p>
            <a:endParaRPr lang="en-US" altLang="zh-CN" dirty="0"/>
          </a:p>
          <a:p>
            <a:r>
              <a:rPr lang="zh-CN" altLang="en-US" dirty="0"/>
              <a:t>语法树很高，很复杂，</a:t>
            </a:r>
            <a:r>
              <a:rPr lang="en-US" altLang="zh-CN" dirty="0"/>
              <a:t>F</a:t>
            </a:r>
            <a:r>
              <a:rPr lang="zh-CN" altLang="en-US" dirty="0"/>
              <a:t>规约</a:t>
            </a:r>
            <a:r>
              <a:rPr lang="en-US" altLang="zh-CN" dirty="0"/>
              <a:t>E</a:t>
            </a:r>
            <a:r>
              <a:rPr lang="zh-CN" altLang="en-US" dirty="0"/>
              <a:t>，</a:t>
            </a:r>
            <a:r>
              <a:rPr lang="en-US" altLang="zh-CN" dirty="0"/>
              <a:t>E</a:t>
            </a:r>
            <a:r>
              <a:rPr lang="zh-CN" altLang="en-US" dirty="0"/>
              <a:t>规约</a:t>
            </a:r>
            <a:r>
              <a:rPr lang="en-US" altLang="zh-CN" dirty="0"/>
              <a:t>T</a:t>
            </a:r>
            <a:r>
              <a:rPr lang="zh-CN" altLang="en-US" dirty="0"/>
              <a:t>，一直往上规约</a:t>
            </a:r>
            <a:endParaRPr lang="en-US" altLang="zh-CN" dirty="0"/>
          </a:p>
          <a:p>
            <a:r>
              <a:rPr lang="zh-CN" altLang="en-US" dirty="0"/>
              <a:t>中间节点是运算符，所有节点是终结符，反映出表达式的结果和 语言的结构</a:t>
            </a:r>
            <a:endParaRPr lang="en-US" altLang="zh-CN" dirty="0"/>
          </a:p>
          <a:p>
            <a:r>
              <a:rPr lang="zh-CN" altLang="en-US" dirty="0"/>
              <a:t>*号和</a:t>
            </a:r>
            <a:r>
              <a:rPr lang="en-US" altLang="zh-CN" dirty="0"/>
              <a:t>+</a:t>
            </a:r>
            <a:r>
              <a:rPr lang="zh-CN" altLang="en-US" dirty="0"/>
              <a:t>号都有意义，就是把*号左子节点和值和右子节点的值做加号运算，就是*号的值</a:t>
            </a:r>
            <a:endParaRPr lang="en-US" altLang="zh-CN" dirty="0"/>
          </a:p>
          <a:p>
            <a:r>
              <a:rPr lang="zh-CN" altLang="en-US" dirty="0"/>
              <a:t>变成目标代码也很容易，都用抽象 语法树作为中间代码表现形式</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79E86209-5940-4FA5-A626-BC4F014AB7EB}" type="slidenum">
              <a:rPr lang="zh-CN" altLang="en-US" smtClean="0">
                <a:solidFill>
                  <a:prstClr val="black"/>
                </a:solidFill>
              </a:rPr>
              <a:pPr>
                <a:defRPr/>
              </a:pPr>
              <a:t>38</a:t>
            </a:fld>
            <a:endParaRPr lang="zh-CN" altLang="en-US">
              <a:solidFill>
                <a:prstClr val="black"/>
              </a:solidFill>
            </a:endParaRPr>
          </a:p>
        </p:txBody>
      </p:sp>
    </p:spTree>
    <p:extLst>
      <p:ext uri="{BB962C8B-B14F-4D97-AF65-F5344CB8AC3E}">
        <p14:creationId xmlns:p14="http://schemas.microsoft.com/office/powerpoint/2010/main" val="2652124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050" name="幻灯片图像占位符 1"/>
          <p:cNvSpPr>
            <a:spLocks noGrp="1" noRot="1" noChangeAspect="1" noTextEdit="1"/>
          </p:cNvSpPr>
          <p:nvPr>
            <p:ph type="sldImg"/>
          </p:nvPr>
        </p:nvSpPr>
        <p:spPr/>
      </p:sp>
      <p:sp>
        <p:nvSpPr>
          <p:cNvPr id="1154051"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4331C024-59FF-464B-9D8D-5BD7AEB9B46D}" type="slidenum">
              <a:rPr lang="zh-CN" altLang="en-US" smtClean="0">
                <a:solidFill>
                  <a:prstClr val="black"/>
                </a:solidFill>
              </a:rPr>
              <a:pPr>
                <a:defRPr/>
              </a:pPr>
              <a:t>39</a:t>
            </a:fld>
            <a:endParaRPr lang="zh-CN" altLang="en-US">
              <a:solidFill>
                <a:prstClr val="black"/>
              </a:solidFill>
            </a:endParaRPr>
          </a:p>
        </p:txBody>
      </p:sp>
    </p:spTree>
    <p:extLst>
      <p:ext uri="{BB962C8B-B14F-4D97-AF65-F5344CB8AC3E}">
        <p14:creationId xmlns:p14="http://schemas.microsoft.com/office/powerpoint/2010/main" val="4208645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858" name="幻灯片图像占位符 1"/>
          <p:cNvSpPr>
            <a:spLocks noGrp="1" noRot="1" noChangeAspect="1" noTextEdit="1"/>
          </p:cNvSpPr>
          <p:nvPr>
            <p:ph type="sldImg"/>
          </p:nvPr>
        </p:nvSpPr>
        <p:spPr/>
      </p:sp>
      <p:sp>
        <p:nvSpPr>
          <p:cNvPr id="1145859" name="备注占位符 2"/>
          <p:cNvSpPr>
            <a:spLocks noGrp="1"/>
          </p:cNvSpPr>
          <p:nvPr>
            <p:ph type="body" idx="1"/>
          </p:nvPr>
        </p:nvSpPr>
        <p:spPr>
          <a:noFill/>
        </p:spPr>
        <p:txBody>
          <a:bodyPr/>
          <a:lstStyle/>
          <a:p>
            <a:r>
              <a:rPr lang="zh-CN" altLang="en-US"/>
              <a:t>如果以抽象语法树作为中间代码表示形式，在做语法分析的时候，一边做语法分析，一边翻译成抽象语法树，就是把高级语言翻译成抽象语法树</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D2897680-7F75-4250-AB49-2AFD1E7DADEF}" type="slidenum">
              <a:rPr lang="zh-CN" altLang="en-US" smtClean="0">
                <a:solidFill>
                  <a:prstClr val="black"/>
                </a:solidFill>
              </a:rPr>
              <a:pPr>
                <a:defRPr/>
              </a:pPr>
              <a:t>40</a:t>
            </a:fld>
            <a:endParaRPr lang="zh-CN" altLang="en-US">
              <a:solidFill>
                <a:prstClr val="black"/>
              </a:solidFill>
            </a:endParaRPr>
          </a:p>
        </p:txBody>
      </p:sp>
    </p:spTree>
    <p:extLst>
      <p:ext uri="{BB962C8B-B14F-4D97-AF65-F5344CB8AC3E}">
        <p14:creationId xmlns:p14="http://schemas.microsoft.com/office/powerpoint/2010/main" val="6336786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906" name="幻灯片图像占位符 1"/>
          <p:cNvSpPr>
            <a:spLocks noGrp="1" noRot="1" noChangeAspect="1" noTextEdit="1"/>
          </p:cNvSpPr>
          <p:nvPr>
            <p:ph type="sldImg"/>
          </p:nvPr>
        </p:nvSpPr>
        <p:spPr/>
      </p:sp>
      <p:sp>
        <p:nvSpPr>
          <p:cNvPr id="1147907" name="备注占位符 2"/>
          <p:cNvSpPr>
            <a:spLocks noGrp="1"/>
          </p:cNvSpPr>
          <p:nvPr>
            <p:ph type="body" idx="1"/>
          </p:nvPr>
        </p:nvSpPr>
        <p:spPr>
          <a:noFill/>
        </p:spPr>
        <p:txBody>
          <a:bodyPr/>
          <a:lstStyle/>
          <a:p>
            <a:r>
              <a:rPr lang="zh-CN" altLang="en-US" dirty="0"/>
              <a:t>赋值语句是创建一个以</a:t>
            </a:r>
            <a:r>
              <a:rPr lang="en-US" altLang="zh-CN" dirty="0"/>
              <a:t>assign</a:t>
            </a:r>
            <a:r>
              <a:rPr lang="zh-CN" altLang="en-US" dirty="0"/>
              <a:t>为根的节点，左子树是根据变量创建的叶子节点，右子树是赋值号右边的表达式翻译出来的抽象语法树的根</a:t>
            </a:r>
            <a:endParaRPr lang="en-US" altLang="zh-CN" dirty="0"/>
          </a:p>
          <a:p>
            <a:endParaRPr lang="en-US" altLang="zh-CN" dirty="0"/>
          </a:p>
          <a:p>
            <a:r>
              <a:rPr lang="zh-CN" altLang="en-US" dirty="0"/>
              <a:t>带赋值语句的语义，是以抽象语法树为中间表示的语义，利用这个属性文法，描述出来</a:t>
            </a:r>
            <a:endParaRPr lang="en-US" altLang="zh-CN" dirty="0"/>
          </a:p>
          <a:p>
            <a:r>
              <a:rPr lang="zh-CN" altLang="en-US" dirty="0"/>
              <a:t>最后</a:t>
            </a:r>
            <a:r>
              <a:rPr lang="en-US" altLang="zh-CN" dirty="0" err="1"/>
              <a:t>S.nptr</a:t>
            </a:r>
            <a:r>
              <a:rPr lang="zh-CN" altLang="en-US" dirty="0"/>
              <a:t>就是整个抽象语法树的根</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933F344-8BC3-44E7-B822-DAE3245B1E30}" type="slidenum">
              <a:rPr lang="zh-CN" altLang="en-US" smtClean="0">
                <a:solidFill>
                  <a:prstClr val="black"/>
                </a:solidFill>
              </a:rPr>
              <a:pPr>
                <a:defRPr/>
              </a:pPr>
              <a:t>41</a:t>
            </a:fld>
            <a:endParaRPr lang="zh-CN" altLang="en-US">
              <a:solidFill>
                <a:prstClr val="black"/>
              </a:solidFill>
            </a:endParaRPr>
          </a:p>
        </p:txBody>
      </p:sp>
    </p:spTree>
    <p:extLst>
      <p:ext uri="{BB962C8B-B14F-4D97-AF65-F5344CB8AC3E}">
        <p14:creationId xmlns:p14="http://schemas.microsoft.com/office/powerpoint/2010/main" val="1613672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954" name="幻灯片图像占位符 1"/>
          <p:cNvSpPr>
            <a:spLocks noGrp="1" noRot="1" noChangeAspect="1" noTextEdit="1"/>
          </p:cNvSpPr>
          <p:nvPr>
            <p:ph type="sldImg"/>
          </p:nvPr>
        </p:nvSpPr>
        <p:spPr/>
      </p:sp>
      <p:sp>
        <p:nvSpPr>
          <p:cNvPr id="1149955" name="备注占位符 2"/>
          <p:cNvSpPr>
            <a:spLocks noGrp="1"/>
          </p:cNvSpPr>
          <p:nvPr>
            <p:ph type="body" idx="1"/>
          </p:nvPr>
        </p:nvSpPr>
        <p:spPr>
          <a:noFill/>
        </p:spPr>
        <p:txBody>
          <a:bodyPr/>
          <a:lstStyle/>
          <a:p>
            <a:r>
              <a:rPr lang="zh-CN" altLang="en-US"/>
              <a:t>赋值语句是创建一个以</a:t>
            </a:r>
            <a:r>
              <a:rPr lang="en-US" altLang="zh-CN"/>
              <a:t>assign</a:t>
            </a:r>
            <a:r>
              <a:rPr lang="zh-CN" altLang="en-US"/>
              <a:t>为根的节点，左子树是根据变量创建的叶子节点，右子树是赋值号右边的表达式翻译出来的抽象语法树的根</a:t>
            </a:r>
            <a:endParaRPr lang="en-US" altLang="zh-CN"/>
          </a:p>
          <a:p>
            <a:endParaRPr lang="en-US" altLang="zh-CN"/>
          </a:p>
          <a:p>
            <a:r>
              <a:rPr lang="zh-CN" altLang="en-US"/>
              <a:t>带赋值语句的语义，是以抽象语法树为中间表示的语义，利用这个属性文法，描述出来</a:t>
            </a:r>
            <a:endParaRPr lang="en-US" altLang="zh-CN"/>
          </a:p>
          <a:p>
            <a:r>
              <a:rPr lang="zh-CN" altLang="en-US"/>
              <a:t>最后</a:t>
            </a:r>
            <a:r>
              <a:rPr lang="en-US" altLang="zh-CN"/>
              <a:t>S.nptr</a:t>
            </a:r>
            <a:r>
              <a:rPr lang="zh-CN" altLang="en-US"/>
              <a:t>就是整个抽象语法树的根</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DE039AFD-DB9A-4F1C-B4FD-7EFCFB281B20}" type="slidenum">
              <a:rPr lang="zh-CN" altLang="en-US" smtClean="0">
                <a:solidFill>
                  <a:prstClr val="black"/>
                </a:solidFill>
              </a:rPr>
              <a:pPr>
                <a:defRPr/>
              </a:pPr>
              <a:t>42</a:t>
            </a:fld>
            <a:endParaRPr lang="zh-CN" altLang="en-US">
              <a:solidFill>
                <a:prstClr val="black"/>
              </a:solidFill>
            </a:endParaRPr>
          </a:p>
        </p:txBody>
      </p:sp>
    </p:spTree>
    <p:extLst>
      <p:ext uri="{BB962C8B-B14F-4D97-AF65-F5344CB8AC3E}">
        <p14:creationId xmlns:p14="http://schemas.microsoft.com/office/powerpoint/2010/main" val="1793241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6098" name="幻灯片图像占位符 1"/>
          <p:cNvSpPr>
            <a:spLocks noGrp="1" noRot="1" noChangeAspect="1" noTextEdit="1"/>
          </p:cNvSpPr>
          <p:nvPr>
            <p:ph type="sldImg"/>
          </p:nvPr>
        </p:nvSpPr>
        <p:spPr/>
      </p:sp>
      <p:sp>
        <p:nvSpPr>
          <p:cNvPr id="1156099" name="备注占位符 2"/>
          <p:cNvSpPr>
            <a:spLocks noGrp="1"/>
          </p:cNvSpPr>
          <p:nvPr>
            <p:ph type="body" idx="1"/>
          </p:nvPr>
        </p:nvSpPr>
        <p:spPr>
          <a:noFill/>
        </p:spPr>
        <p:txBody>
          <a:bodyPr/>
          <a:lstStyle/>
          <a:p>
            <a:r>
              <a:rPr lang="en-US" altLang="zh-CN" dirty="0"/>
              <a:t>L</a:t>
            </a:r>
            <a:r>
              <a:rPr lang="zh-CN" altLang="en-US" dirty="0"/>
              <a:t>是操作数</a:t>
            </a:r>
            <a:endParaRPr lang="en-US" altLang="zh-CN" dirty="0"/>
          </a:p>
          <a:p>
            <a:r>
              <a:rPr lang="en-US" altLang="zh-CN" dirty="0"/>
              <a:t>If </a:t>
            </a:r>
            <a:r>
              <a:rPr lang="zh-CN" altLang="en-US" dirty="0"/>
              <a:t>关系运算，再</a:t>
            </a:r>
            <a:r>
              <a:rPr lang="en-US" altLang="zh-CN" dirty="0" err="1"/>
              <a:t>goto</a:t>
            </a:r>
            <a:r>
              <a:rPr lang="zh-CN" altLang="en-US" dirty="0"/>
              <a:t>，或</a:t>
            </a:r>
            <a:r>
              <a:rPr lang="en-US" altLang="zh-CN" dirty="0"/>
              <a:t>if</a:t>
            </a:r>
            <a:r>
              <a:rPr lang="zh-CN" altLang="en-US" dirty="0"/>
              <a:t>后面增加逻辑变量，然后再</a:t>
            </a:r>
            <a:r>
              <a:rPr lang="en-US" altLang="zh-CN" dirty="0" err="1"/>
              <a:t>goto</a:t>
            </a:r>
            <a:endParaRPr lang="zh-CN" altLang="en-US" dirty="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DD8D889-8455-40B9-9C6A-FD851B386521}" type="slidenum">
              <a:rPr lang="zh-CN" altLang="en-US" smtClean="0">
                <a:solidFill>
                  <a:prstClr val="black"/>
                </a:solidFill>
              </a:rPr>
              <a:pPr>
                <a:defRPr/>
              </a:pPr>
              <a:t>43</a:t>
            </a:fld>
            <a:endParaRPr lang="zh-CN" altLang="en-US">
              <a:solidFill>
                <a:prstClr val="black"/>
              </a:solidFill>
            </a:endParaRPr>
          </a:p>
        </p:txBody>
      </p:sp>
    </p:spTree>
    <p:extLst>
      <p:ext uri="{BB962C8B-B14F-4D97-AF65-F5344CB8AC3E}">
        <p14:creationId xmlns:p14="http://schemas.microsoft.com/office/powerpoint/2010/main" val="42210132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44</a:t>
            </a:fld>
            <a:endParaRPr lang="zh-CN" altLang="en-US"/>
          </a:p>
        </p:txBody>
      </p:sp>
    </p:spTree>
    <p:extLst>
      <p:ext uri="{BB962C8B-B14F-4D97-AF65-F5344CB8AC3E}">
        <p14:creationId xmlns:p14="http://schemas.microsoft.com/office/powerpoint/2010/main" val="4513961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45</a:t>
            </a:fld>
            <a:endParaRPr lang="zh-CN" altLang="en-US"/>
          </a:p>
        </p:txBody>
      </p:sp>
    </p:spTree>
    <p:extLst>
      <p:ext uri="{BB962C8B-B14F-4D97-AF65-F5344CB8AC3E}">
        <p14:creationId xmlns:p14="http://schemas.microsoft.com/office/powerpoint/2010/main" val="3169704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幻灯片图像占位符 1"/>
          <p:cNvSpPr>
            <a:spLocks noGrp="1" noRot="1" noChangeAspect="1" noTextEdit="1"/>
          </p:cNvSpPr>
          <p:nvPr>
            <p:ph type="sldImg"/>
          </p:nvPr>
        </p:nvSpPr>
        <p:spPr/>
      </p:sp>
      <p:sp>
        <p:nvSpPr>
          <p:cNvPr id="1158147" name="备注占位符 2"/>
          <p:cNvSpPr>
            <a:spLocks noGrp="1"/>
          </p:cNvSpPr>
          <p:nvPr>
            <p:ph type="body" idx="1"/>
          </p:nvPr>
        </p:nvSpPr>
        <p:spPr>
          <a:noFill/>
        </p:spPr>
        <p:txBody>
          <a:bodyPr/>
          <a:lstStyle/>
          <a:p>
            <a:r>
              <a:rPr lang="zh-CN" altLang="en-US"/>
              <a:t>左右不能颠倒</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9D4BA6F-B185-42F0-A14C-50969CED0B3A}" type="slidenum">
              <a:rPr lang="zh-CN" altLang="en-US" smtClean="0">
                <a:solidFill>
                  <a:prstClr val="black"/>
                </a:solidFill>
              </a:rPr>
              <a:pPr>
                <a:defRPr/>
              </a:pPr>
              <a:t>46</a:t>
            </a:fld>
            <a:endParaRPr lang="zh-CN" altLang="en-US">
              <a:solidFill>
                <a:prstClr val="black"/>
              </a:solidFill>
            </a:endParaRPr>
          </a:p>
        </p:txBody>
      </p:sp>
    </p:spTree>
    <p:extLst>
      <p:ext uri="{BB962C8B-B14F-4D97-AF65-F5344CB8AC3E}">
        <p14:creationId xmlns:p14="http://schemas.microsoft.com/office/powerpoint/2010/main" val="35380060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0194" name="幻灯片图像占位符 1"/>
          <p:cNvSpPr>
            <a:spLocks noGrp="1" noRot="1" noChangeAspect="1" noTextEdit="1"/>
          </p:cNvSpPr>
          <p:nvPr>
            <p:ph type="sldImg"/>
          </p:nvPr>
        </p:nvSpPr>
        <p:spPr/>
      </p:sp>
      <p:sp>
        <p:nvSpPr>
          <p:cNvPr id="1160195" name="备注占位符 2"/>
          <p:cNvSpPr>
            <a:spLocks noGrp="1"/>
          </p:cNvSpPr>
          <p:nvPr>
            <p:ph type="body" idx="1"/>
          </p:nvPr>
        </p:nvSpPr>
        <p:spPr>
          <a:noFill/>
        </p:spPr>
        <p:txBody>
          <a:bodyPr/>
          <a:lstStyle/>
          <a:p>
            <a:r>
              <a:rPr lang="zh-CN" altLang="en-US"/>
              <a:t>三元式在三元式表中的坐标或者位置，来表示引用这个运算的结果</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A6D2E768-A597-4734-B22F-36C5E499B15B}" type="slidenum">
              <a:rPr lang="zh-CN" altLang="en-US" smtClean="0">
                <a:solidFill>
                  <a:prstClr val="black"/>
                </a:solidFill>
              </a:rPr>
              <a:pPr>
                <a:defRPr/>
              </a:pPr>
              <a:t>47</a:t>
            </a:fld>
            <a:endParaRPr lang="zh-CN" altLang="en-US">
              <a:solidFill>
                <a:prstClr val="black"/>
              </a:solidFill>
            </a:endParaRPr>
          </a:p>
        </p:txBody>
      </p:sp>
    </p:spTree>
    <p:extLst>
      <p:ext uri="{BB962C8B-B14F-4D97-AF65-F5344CB8AC3E}">
        <p14:creationId xmlns:p14="http://schemas.microsoft.com/office/powerpoint/2010/main" val="16868753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48</a:t>
            </a:fld>
            <a:endParaRPr lang="zh-CN" altLang="en-US"/>
          </a:p>
        </p:txBody>
      </p:sp>
    </p:spTree>
    <p:extLst>
      <p:ext uri="{BB962C8B-B14F-4D97-AF65-F5344CB8AC3E}">
        <p14:creationId xmlns:p14="http://schemas.microsoft.com/office/powerpoint/2010/main" val="31355501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49</a:t>
            </a:fld>
            <a:endParaRPr lang="zh-CN" altLang="en-US"/>
          </a:p>
        </p:txBody>
      </p:sp>
    </p:spTree>
    <p:extLst>
      <p:ext uri="{BB962C8B-B14F-4D97-AF65-F5344CB8AC3E}">
        <p14:creationId xmlns:p14="http://schemas.microsoft.com/office/powerpoint/2010/main" val="13359335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50</a:t>
            </a:fld>
            <a:endParaRPr lang="zh-CN" altLang="en-US"/>
          </a:p>
        </p:txBody>
      </p:sp>
    </p:spTree>
    <p:extLst>
      <p:ext uri="{BB962C8B-B14F-4D97-AF65-F5344CB8AC3E}">
        <p14:creationId xmlns:p14="http://schemas.microsoft.com/office/powerpoint/2010/main" val="1578065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51</a:t>
            </a:fld>
            <a:endParaRPr lang="zh-CN" altLang="en-US"/>
          </a:p>
        </p:txBody>
      </p:sp>
    </p:spTree>
    <p:extLst>
      <p:ext uri="{BB962C8B-B14F-4D97-AF65-F5344CB8AC3E}">
        <p14:creationId xmlns:p14="http://schemas.microsoft.com/office/powerpoint/2010/main" val="39231750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幻灯片图像占位符 1"/>
          <p:cNvSpPr>
            <a:spLocks noGrp="1" noRot="1" noChangeAspect="1" noTextEdit="1"/>
          </p:cNvSpPr>
          <p:nvPr>
            <p:ph type="sldImg"/>
          </p:nvPr>
        </p:nvSpPr>
        <p:spPr/>
      </p:sp>
      <p:sp>
        <p:nvSpPr>
          <p:cNvPr id="1166339" name="备注占位符 2"/>
          <p:cNvSpPr>
            <a:spLocks noGrp="1"/>
          </p:cNvSpPr>
          <p:nvPr>
            <p:ph type="body" idx="1"/>
          </p:nvPr>
        </p:nvSpPr>
        <p:spPr>
          <a:noFill/>
        </p:spPr>
        <p:txBody>
          <a:bodyPr/>
          <a:lstStyle/>
          <a:p>
            <a:r>
              <a:rPr lang="zh-CN" altLang="en-US">
                <a:solidFill>
                  <a:srgbClr val="0070C0"/>
                </a:solidFill>
              </a:rPr>
              <a:t>中间语言有多种形式，三地址代码和四元式进行中间代码表示</a:t>
            </a:r>
            <a:endParaRPr lang="en-US" altLang="zh-CN">
              <a:solidFill>
                <a:srgbClr val="0070C0"/>
              </a:solidFill>
            </a:endParaRPr>
          </a:p>
          <a:p>
            <a:endParaRPr lang="en-US" altLang="zh-CN"/>
          </a:p>
          <a:p>
            <a:r>
              <a:rPr lang="zh-CN" altLang="en-US"/>
              <a:t>可以用属性文法描述语言中语法单位的语义，然后将属性文法中描述的语法单位的语义与分析方法相结合，从而得到翻译模式</a:t>
            </a:r>
            <a:endParaRPr lang="en-US" altLang="zh-CN"/>
          </a:p>
          <a:p>
            <a:r>
              <a:rPr lang="zh-CN" altLang="en-US"/>
              <a:t>翻译模式就是比属性文法更加明确地描述出各个语义规则在什么时候进行计算，属性文法更多的是描述属性之间计算的依赖关系，对于计算怎么去实现，什么时机去实现没有明确说明，如果把这些都说明了就是翻译模式，即得到语法指导的翻译模式</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25D56D5-E655-4737-A407-5C00DA1704DB}" type="slidenum">
              <a:rPr lang="en-GB" altLang="en-US" smtClean="0"/>
              <a:pPr>
                <a:defRPr/>
              </a:pPr>
              <a:t>52</a:t>
            </a:fld>
            <a:endParaRPr lang="en-GB" altLang="en-US">
              <a:cs typeface="+mn-cs"/>
            </a:endParaRPr>
          </a:p>
        </p:txBody>
      </p:sp>
    </p:spTree>
    <p:extLst>
      <p:ext uri="{BB962C8B-B14F-4D97-AF65-F5344CB8AC3E}">
        <p14:creationId xmlns:p14="http://schemas.microsoft.com/office/powerpoint/2010/main" val="471875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幻灯片图像占位符 1"/>
          <p:cNvSpPr>
            <a:spLocks noGrp="1" noRot="1" noChangeAspect="1" noTextEdit="1"/>
          </p:cNvSpPr>
          <p:nvPr>
            <p:ph type="sldImg"/>
          </p:nvPr>
        </p:nvSpPr>
        <p:spPr/>
      </p:sp>
      <p:sp>
        <p:nvSpPr>
          <p:cNvPr id="1168387" name="备注占位符 2"/>
          <p:cNvSpPr>
            <a:spLocks noGrp="1"/>
          </p:cNvSpPr>
          <p:nvPr>
            <p:ph type="body" idx="1"/>
          </p:nvPr>
        </p:nvSpPr>
        <p:spPr>
          <a:noFill/>
        </p:spPr>
        <p:txBody>
          <a:bodyPr/>
          <a:lstStyle/>
          <a:p>
            <a:r>
              <a:rPr lang="zh-CN" altLang="en-US"/>
              <a:t>对每个表达式都有一个程序运算结果，给定一个临时存放的单元</a:t>
            </a:r>
            <a:endParaRPr lang="en-US" altLang="zh-CN"/>
          </a:p>
          <a:p>
            <a:r>
              <a:rPr lang="en-US" altLang="zh-CN"/>
              <a:t>Id</a:t>
            </a:r>
            <a:r>
              <a:rPr lang="zh-CN" altLang="en-US"/>
              <a:t>这个变量的地址存放在</a:t>
            </a:r>
            <a:r>
              <a:rPr lang="en-US" altLang="zh-CN"/>
              <a:t>id</a:t>
            </a:r>
            <a:r>
              <a:rPr lang="zh-CN" altLang="en-US"/>
              <a:t>这个符号的</a:t>
            </a:r>
            <a:r>
              <a:rPr lang="en-US" altLang="zh-CN"/>
              <a:t>place</a:t>
            </a:r>
            <a:r>
              <a:rPr lang="zh-CN" altLang="en-US"/>
              <a:t>这个属性里面</a:t>
            </a:r>
            <a:endParaRPr lang="en-US" altLang="zh-CN"/>
          </a:p>
          <a:p>
            <a:r>
              <a:rPr lang="zh-CN" altLang="en-US"/>
              <a:t>使用</a:t>
            </a:r>
            <a:r>
              <a:rPr lang="en-US" altLang="zh-CN"/>
              <a:t>S</a:t>
            </a:r>
            <a:r>
              <a:rPr lang="zh-CN" altLang="en-US"/>
              <a:t>属性文法，只有综合属性的文法，描述赋值语句的语义，就是通过属性计算，把赋值语句翻译成三地址代码</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6D6E59F3-B88B-462A-B333-7B022F0D8F9F}" type="slidenum">
              <a:rPr lang="zh-CN" altLang="en-US" smtClean="0">
                <a:solidFill>
                  <a:prstClr val="black"/>
                </a:solidFill>
              </a:rPr>
              <a:pPr>
                <a:defRPr/>
              </a:pPr>
              <a:t>53</a:t>
            </a:fld>
            <a:endParaRPr lang="zh-CN" altLang="en-US">
              <a:solidFill>
                <a:prstClr val="black"/>
              </a:solidFill>
            </a:endParaRPr>
          </a:p>
        </p:txBody>
      </p:sp>
    </p:spTree>
    <p:extLst>
      <p:ext uri="{BB962C8B-B14F-4D97-AF65-F5344CB8AC3E}">
        <p14:creationId xmlns:p14="http://schemas.microsoft.com/office/powerpoint/2010/main" val="28522134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幻灯片图像占位符 1"/>
          <p:cNvSpPr>
            <a:spLocks noGrp="1" noRot="1" noChangeAspect="1" noTextEdit="1"/>
          </p:cNvSpPr>
          <p:nvPr>
            <p:ph type="sldImg"/>
          </p:nvPr>
        </p:nvSpPr>
        <p:spPr/>
      </p:sp>
      <p:sp>
        <p:nvSpPr>
          <p:cNvPr id="1170435" name="备注占位符 2"/>
          <p:cNvSpPr>
            <a:spLocks noGrp="1"/>
          </p:cNvSpPr>
          <p:nvPr>
            <p:ph type="body" idx="1"/>
          </p:nvPr>
        </p:nvSpPr>
        <p:spPr>
          <a:noFill/>
        </p:spPr>
        <p:txBody>
          <a:bodyPr/>
          <a:lstStyle/>
          <a:p>
            <a:pPr defTabSz="862013"/>
            <a:r>
              <a:rPr lang="zh-CN" altLang="en-US"/>
              <a:t>教材中</a:t>
            </a:r>
            <a:r>
              <a:rPr lang="en-US" altLang="zh-CN"/>
              <a:t>E.place</a:t>
            </a:r>
            <a:r>
              <a:rPr lang="zh-CN" altLang="en-US"/>
              <a:t>使用</a:t>
            </a:r>
            <a:r>
              <a:rPr lang="en-US" altLang="zh-CN"/>
              <a:t>E.addr</a:t>
            </a:r>
            <a:r>
              <a:rPr lang="zh-CN" altLang="en-US"/>
              <a:t>表示的，</a:t>
            </a:r>
            <a:r>
              <a:rPr lang="en-US" altLang="zh-CN"/>
              <a:t>P231</a:t>
            </a:r>
          </a:p>
        </p:txBody>
      </p:sp>
      <p:sp>
        <p:nvSpPr>
          <p:cNvPr id="47108" name="灯片编号占位符 3"/>
          <p:cNvSpPr>
            <a:spLocks noGrp="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00466" indent="-269410">
              <a:defRPr b="1">
                <a:solidFill>
                  <a:schemeClr val="tx1"/>
                </a:solidFill>
                <a:latin typeface="Arial" panose="020B0604020202020204" pitchFamily="34" charset="0"/>
                <a:ea typeface="宋体" panose="02010600030101010101" pitchFamily="2" charset="-122"/>
              </a:defRPr>
            </a:lvl2pPr>
            <a:lvl3pPr marL="1077640" indent="-215528">
              <a:defRPr b="1">
                <a:solidFill>
                  <a:schemeClr val="tx1"/>
                </a:solidFill>
                <a:latin typeface="Arial" panose="020B0604020202020204" pitchFamily="34" charset="0"/>
                <a:ea typeface="宋体" panose="02010600030101010101" pitchFamily="2" charset="-122"/>
              </a:defRPr>
            </a:lvl3pPr>
            <a:lvl4pPr marL="1508697" indent="-215528">
              <a:defRPr b="1">
                <a:solidFill>
                  <a:schemeClr val="tx1"/>
                </a:solidFill>
                <a:latin typeface="Arial" panose="020B0604020202020204" pitchFamily="34" charset="0"/>
                <a:ea typeface="宋体" panose="02010600030101010101" pitchFamily="2" charset="-122"/>
              </a:defRPr>
            </a:lvl4pPr>
            <a:lvl5pPr marL="1939753" indent="-215528">
              <a:defRPr b="1">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defRPr/>
            </a:pPr>
            <a:fld id="{BDB2BD11-C3F3-4D80-BC32-26AAB3C5E7FB}" type="slidenum">
              <a:rPr lang="zh-CN" altLang="en-US" b="0" smtClean="0">
                <a:solidFill>
                  <a:prstClr val="black"/>
                </a:solidFill>
                <a:latin typeface="Times New Roman" panose="02020603050405020304" pitchFamily="18" charset="0"/>
              </a:rPr>
              <a:pPr>
                <a:defRPr/>
              </a:pPr>
              <a:t>54</a:t>
            </a:fld>
            <a:endParaRPr lang="en-US" altLang="zh-CN" b="0">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1364681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3358DE9F-4F05-432B-A3C6-2C29A08D9E96}" type="slidenum">
              <a:rPr lang="zh-CN" altLang="en-US" smtClean="0">
                <a:solidFill>
                  <a:prstClr val="black"/>
                </a:solidFill>
              </a:rPr>
              <a:pPr>
                <a:spcBef>
                  <a:spcPct val="0"/>
                </a:spcBef>
                <a:defRPr/>
              </a:pPr>
              <a:t>55</a:t>
            </a:fld>
            <a:endParaRPr lang="en-US" altLang="zh-CN">
              <a:solidFill>
                <a:prstClr val="black"/>
              </a:solidFill>
            </a:endParaRPr>
          </a:p>
        </p:txBody>
      </p:sp>
      <p:sp>
        <p:nvSpPr>
          <p:cNvPr id="1172483" name="Rectangle 2"/>
          <p:cNvSpPr>
            <a:spLocks noGrp="1" noRot="1" noChangeAspect="1" noChangeArrowheads="1" noTextEdit="1"/>
          </p:cNvSpPr>
          <p:nvPr>
            <p:ph type="sldImg"/>
          </p:nvPr>
        </p:nvSpPr>
        <p:spPr/>
      </p:sp>
      <p:sp>
        <p:nvSpPr>
          <p:cNvPr id="1172484" name="Rectangle 3"/>
          <p:cNvSpPr>
            <a:spLocks noGrp="1" noChangeArrowheads="1"/>
          </p:cNvSpPr>
          <p:nvPr>
            <p:ph type="body" idx="1"/>
          </p:nvPr>
        </p:nvSpPr>
        <p:spPr>
          <a:noFill/>
        </p:spPr>
        <p:txBody>
          <a:bodyPr/>
          <a:lstStyle/>
          <a:p>
            <a:pPr defTabSz="862013"/>
            <a:r>
              <a:rPr lang="zh-CN" altLang="en-US" sz="1100">
                <a:solidFill>
                  <a:schemeClr val="bg1"/>
                </a:solidFill>
                <a:latin typeface="微软雅黑" panose="020B0503020204020204" pitchFamily="34" charset="-122"/>
              </a:rPr>
              <a:t>这是属性文法，给出属性之间怎么计算的，这不是翻译模式</a:t>
            </a:r>
            <a:endParaRPr lang="en-US" altLang="zh-CN" sz="1100">
              <a:solidFill>
                <a:schemeClr val="bg1"/>
              </a:solidFill>
              <a:latin typeface="微软雅黑" panose="020B0503020204020204" pitchFamily="34" charset="-122"/>
            </a:endParaRPr>
          </a:p>
          <a:p>
            <a:pPr defTabSz="862013"/>
            <a:r>
              <a:rPr lang="zh-CN" altLang="en-US" sz="1100">
                <a:solidFill>
                  <a:schemeClr val="bg1"/>
                </a:solidFill>
                <a:latin typeface="微软雅黑" panose="020B0503020204020204" pitchFamily="34" charset="-122"/>
              </a:rPr>
              <a:t>如果把属性文法考虑成翻译模型则需要考虑的更细，每条产生式对应的语义规则在什么时间进行计算，甚至需要和分析器的数据结构进行关联</a:t>
            </a:r>
            <a:endParaRPr lang="en-US" altLang="zh-CN" sz="1100">
              <a:solidFill>
                <a:schemeClr val="bg1"/>
              </a:solidFill>
              <a:latin typeface="微软雅黑" panose="020B0503020204020204" pitchFamily="34" charset="-122"/>
            </a:endParaRPr>
          </a:p>
          <a:p>
            <a:pPr defTabSz="862013"/>
            <a:r>
              <a:rPr lang="zh-CN" altLang="en-US" sz="1100">
                <a:solidFill>
                  <a:schemeClr val="bg1"/>
                </a:solidFill>
                <a:latin typeface="微软雅黑" panose="020B0503020204020204" pitchFamily="34" charset="-122"/>
              </a:rPr>
              <a:t>根据属性文法描述的赋值语句的语义，构造一个赋值语句的翻译模式</a:t>
            </a:r>
            <a:endParaRPr lang="en-US" altLang="zh-CN" sz="1100">
              <a:solidFill>
                <a:schemeClr val="bg1"/>
              </a:solidFill>
              <a:latin typeface="微软雅黑" panose="020B0503020204020204" pitchFamily="34" charset="-122"/>
            </a:endParaRPr>
          </a:p>
          <a:p>
            <a:pPr defTabSz="862013"/>
            <a:r>
              <a:rPr lang="zh-CN" altLang="en-US" sz="1100">
                <a:solidFill>
                  <a:schemeClr val="bg1"/>
                </a:solidFill>
                <a:latin typeface="微软雅黑" panose="020B0503020204020204" pitchFamily="34" charset="-122"/>
              </a:rPr>
              <a:t>下面都是这样工作，先用属性文法描述语义，这个语义是以三地址代码作为中间语言的语义来说的，有了语义之后考虑实现的细节，得到翻译模型</a:t>
            </a:r>
            <a:endParaRPr lang="en-US" altLang="zh-CN" sz="1100">
              <a:solidFill>
                <a:schemeClr val="bg1"/>
              </a:solidFill>
              <a:latin typeface="微软雅黑" panose="020B0503020204020204" pitchFamily="34" charset="-122"/>
            </a:endParaRPr>
          </a:p>
        </p:txBody>
      </p:sp>
    </p:spTree>
    <p:extLst>
      <p:ext uri="{BB962C8B-B14F-4D97-AF65-F5344CB8AC3E}">
        <p14:creationId xmlns:p14="http://schemas.microsoft.com/office/powerpoint/2010/main" val="30911292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DECDDD1A-1F83-41B5-9092-1C38E5D5DE02}" type="slidenum">
              <a:rPr lang="zh-CN" altLang="en-US" smtClean="0">
                <a:solidFill>
                  <a:prstClr val="black"/>
                </a:solidFill>
              </a:rPr>
              <a:pPr>
                <a:spcBef>
                  <a:spcPct val="0"/>
                </a:spcBef>
                <a:defRPr/>
              </a:pPr>
              <a:t>56</a:t>
            </a:fld>
            <a:endParaRPr lang="en-US" altLang="zh-CN">
              <a:solidFill>
                <a:prstClr val="black"/>
              </a:solidFill>
            </a:endParaRPr>
          </a:p>
        </p:txBody>
      </p:sp>
      <p:sp>
        <p:nvSpPr>
          <p:cNvPr id="1174531" name="Rectangle 2"/>
          <p:cNvSpPr>
            <a:spLocks noGrp="1" noRot="1" noChangeAspect="1" noChangeArrowheads="1" noTextEdit="1"/>
          </p:cNvSpPr>
          <p:nvPr>
            <p:ph type="sldImg"/>
          </p:nvPr>
        </p:nvSpPr>
        <p:spPr/>
      </p:sp>
      <p:sp>
        <p:nvSpPr>
          <p:cNvPr id="1174532"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29649639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578" name="幻灯片图像占位符 1"/>
          <p:cNvSpPr>
            <a:spLocks noGrp="1" noRot="1" noChangeAspect="1" noTextEdit="1"/>
          </p:cNvSpPr>
          <p:nvPr>
            <p:ph type="sldImg"/>
          </p:nvPr>
        </p:nvSpPr>
        <p:spPr/>
      </p:sp>
      <p:sp>
        <p:nvSpPr>
          <p:cNvPr id="1176579" name="备注占位符 2"/>
          <p:cNvSpPr>
            <a:spLocks noGrp="1"/>
          </p:cNvSpPr>
          <p:nvPr>
            <p:ph type="body" idx="1"/>
          </p:nvPr>
        </p:nvSpPr>
        <p:spPr>
          <a:noFill/>
        </p:spPr>
        <p:txBody>
          <a:bodyPr/>
          <a:lstStyle/>
          <a:p>
            <a:pPr marL="322263" lvl="1" indent="-322263" algn="just" defTabSz="862013">
              <a:spcBef>
                <a:spcPts val="563"/>
              </a:spcBef>
              <a:buClr>
                <a:schemeClr val="bg2"/>
              </a:buClr>
              <a:buSzPct val="75000"/>
            </a:pPr>
            <a:r>
              <a:rPr lang="en-US" altLang="zh-CN" sz="1100">
                <a:solidFill>
                  <a:srgbClr val="008000"/>
                </a:solidFill>
              </a:rPr>
              <a:t>P</a:t>
            </a:r>
            <a:r>
              <a:rPr lang="zh-CN" altLang="en-US" sz="1100">
                <a:solidFill>
                  <a:srgbClr val="008000"/>
                </a:solidFill>
              </a:rPr>
              <a:t>是</a:t>
            </a:r>
            <a:r>
              <a:rPr lang="en-US" altLang="zh-CN" sz="1100">
                <a:solidFill>
                  <a:srgbClr val="008000"/>
                </a:solidFill>
              </a:rPr>
              <a:t>id</a:t>
            </a:r>
            <a:r>
              <a:rPr lang="zh-CN" altLang="en-US" sz="1100">
                <a:solidFill>
                  <a:srgbClr val="008000"/>
                </a:solidFill>
              </a:rPr>
              <a:t>这个变量在符号表中入口的地址</a:t>
            </a:r>
            <a:endParaRPr lang="en-US" altLang="zh-CN" sz="1100">
              <a:solidFill>
                <a:srgbClr val="008000"/>
              </a:solidFill>
            </a:endParaRPr>
          </a:p>
          <a:p>
            <a:pPr marL="322263" lvl="1" indent="-322263" algn="just" defTabSz="862013">
              <a:spcBef>
                <a:spcPts val="563"/>
              </a:spcBef>
              <a:buClr>
                <a:schemeClr val="bg2"/>
              </a:buClr>
              <a:buSzPct val="75000"/>
            </a:pPr>
            <a:r>
              <a:rPr lang="zh-CN" altLang="en-US" sz="1100">
                <a:solidFill>
                  <a:srgbClr val="008000"/>
                </a:solidFill>
              </a:rPr>
              <a:t>执行这个代码的时候，相当于自上而下的分析过程中，站里面有</a:t>
            </a:r>
            <a:r>
              <a:rPr lang="en-US" altLang="zh-CN" sz="1100">
                <a:solidFill>
                  <a:srgbClr val="008000"/>
                </a:solidFill>
              </a:rPr>
              <a:t>id</a:t>
            </a:r>
            <a:r>
              <a:rPr lang="zh-CN" altLang="en-US" sz="1100">
                <a:solidFill>
                  <a:srgbClr val="008000"/>
                </a:solidFill>
              </a:rPr>
              <a:t>，赋值号和</a:t>
            </a:r>
            <a:r>
              <a:rPr lang="en-US" altLang="zh-CN" sz="1100">
                <a:solidFill>
                  <a:srgbClr val="008000"/>
                </a:solidFill>
              </a:rPr>
              <a:t>E</a:t>
            </a:r>
            <a:r>
              <a:rPr lang="zh-CN" altLang="en-US" sz="1100">
                <a:solidFill>
                  <a:srgbClr val="008000"/>
                </a:solidFill>
              </a:rPr>
              <a:t>的时候，</a:t>
            </a:r>
            <a:r>
              <a:rPr lang="en-US" altLang="zh-CN" sz="1100">
                <a:solidFill>
                  <a:srgbClr val="008000"/>
                </a:solidFill>
              </a:rPr>
              <a:t>E</a:t>
            </a:r>
            <a:r>
              <a:rPr lang="zh-CN" altLang="en-US" sz="1100">
                <a:solidFill>
                  <a:srgbClr val="008000"/>
                </a:solidFill>
              </a:rPr>
              <a:t>已经翻译完了，已经发射到输出文件里面去了，产生自己的代码，接着</a:t>
            </a:r>
            <a:r>
              <a:rPr lang="en-US" altLang="zh-CN" sz="1100">
                <a:solidFill>
                  <a:srgbClr val="008000"/>
                </a:solidFill>
              </a:rPr>
              <a:t>E</a:t>
            </a:r>
            <a:r>
              <a:rPr lang="zh-CN" altLang="en-US" sz="1100">
                <a:solidFill>
                  <a:srgbClr val="008000"/>
                </a:solidFill>
              </a:rPr>
              <a:t>的生成</a:t>
            </a:r>
            <a:r>
              <a:rPr lang="en-US" altLang="zh-CN" sz="1100">
                <a:solidFill>
                  <a:srgbClr val="008000"/>
                </a:solidFill>
              </a:rPr>
              <a:t>E</a:t>
            </a:r>
            <a:r>
              <a:rPr lang="zh-CN" altLang="en-US" sz="1100">
                <a:solidFill>
                  <a:srgbClr val="008000"/>
                </a:solidFill>
              </a:rPr>
              <a:t>的三地址代码的后面</a:t>
            </a:r>
            <a:endParaRPr lang="en-US" altLang="zh-CN" sz="1100">
              <a:solidFill>
                <a:srgbClr val="008000"/>
              </a:solidFill>
            </a:endParaRPr>
          </a:p>
          <a:p>
            <a:pPr marL="322263" lvl="1" indent="-322263" algn="just" defTabSz="862013">
              <a:spcBef>
                <a:spcPts val="563"/>
              </a:spcBef>
              <a:buClr>
                <a:schemeClr val="bg2"/>
              </a:buClr>
              <a:buSzPct val="75000"/>
            </a:pPr>
            <a:r>
              <a:rPr lang="en-US" altLang="zh-CN" sz="1100">
                <a:solidFill>
                  <a:srgbClr val="008000"/>
                </a:solidFill>
              </a:rPr>
              <a:t>E</a:t>
            </a:r>
            <a:r>
              <a:rPr lang="zh-CN" altLang="en-US" sz="1100">
                <a:solidFill>
                  <a:srgbClr val="008000"/>
                </a:solidFill>
              </a:rPr>
              <a:t>已经先被规约了，只需要生成</a:t>
            </a:r>
            <a:r>
              <a:rPr lang="en-US" altLang="zh-CN" sz="1100">
                <a:solidFill>
                  <a:srgbClr val="008000"/>
                </a:solidFill>
              </a:rPr>
              <a:t>S-&gt;id=E</a:t>
            </a:r>
            <a:r>
              <a:rPr lang="zh-CN" altLang="en-US" sz="1100">
                <a:solidFill>
                  <a:srgbClr val="008000"/>
                </a:solidFill>
              </a:rPr>
              <a:t>的三地址代码，这个代码肯定是放在生成</a:t>
            </a:r>
            <a:r>
              <a:rPr lang="en-US" altLang="zh-CN" sz="1100">
                <a:solidFill>
                  <a:srgbClr val="008000"/>
                </a:solidFill>
              </a:rPr>
              <a:t>E</a:t>
            </a:r>
            <a:r>
              <a:rPr lang="zh-CN" altLang="en-US" sz="1100">
                <a:solidFill>
                  <a:srgbClr val="008000"/>
                </a:solidFill>
              </a:rPr>
              <a:t>的三地址代码的后面</a:t>
            </a:r>
            <a:endParaRPr lang="en-US" altLang="zh-CN" sz="1100">
              <a:solidFill>
                <a:srgbClr val="008000"/>
              </a:solidFill>
            </a:endParaRPr>
          </a:p>
          <a:p>
            <a:pPr marL="322263" lvl="1" indent="-322263" algn="just" defTabSz="862013">
              <a:spcBef>
                <a:spcPts val="563"/>
              </a:spcBef>
              <a:buClr>
                <a:schemeClr val="bg2"/>
              </a:buClr>
              <a:buSzPct val="75000"/>
            </a:pPr>
            <a:r>
              <a:rPr lang="zh-CN" altLang="en-US" sz="1100">
                <a:solidFill>
                  <a:srgbClr val="008000"/>
                </a:solidFill>
              </a:rPr>
              <a:t>接在</a:t>
            </a:r>
            <a:r>
              <a:rPr lang="en-US" altLang="zh-CN" sz="1100">
                <a:solidFill>
                  <a:srgbClr val="008000"/>
                </a:solidFill>
              </a:rPr>
              <a:t>E2</a:t>
            </a:r>
            <a:r>
              <a:rPr lang="zh-CN" altLang="en-US" sz="1100">
                <a:solidFill>
                  <a:srgbClr val="008000"/>
                </a:solidFill>
              </a:rPr>
              <a:t>三地址代码后面，生成</a:t>
            </a:r>
            <a:r>
              <a:rPr lang="en-US" altLang="zh-CN" sz="1100">
                <a:solidFill>
                  <a:srgbClr val="008000"/>
                </a:solidFill>
              </a:rPr>
              <a:t>E=E1+E2</a:t>
            </a:r>
            <a:r>
              <a:rPr lang="zh-CN" altLang="en-US" sz="1100">
                <a:solidFill>
                  <a:srgbClr val="008000"/>
                </a:solidFill>
              </a:rPr>
              <a:t>的三地址代码指令，先有</a:t>
            </a:r>
            <a:r>
              <a:rPr lang="en-US" altLang="zh-CN" sz="1100">
                <a:solidFill>
                  <a:srgbClr val="008000"/>
                </a:solidFill>
              </a:rPr>
              <a:t>E1</a:t>
            </a:r>
            <a:r>
              <a:rPr lang="zh-CN" altLang="en-US" sz="1100">
                <a:solidFill>
                  <a:srgbClr val="008000"/>
                </a:solidFill>
              </a:rPr>
              <a:t>的代码，再有</a:t>
            </a:r>
            <a:r>
              <a:rPr lang="en-US" altLang="zh-CN" sz="1100">
                <a:solidFill>
                  <a:srgbClr val="008000"/>
                </a:solidFill>
              </a:rPr>
              <a:t>E2</a:t>
            </a:r>
            <a:r>
              <a:rPr lang="zh-CN" altLang="en-US" sz="1100">
                <a:solidFill>
                  <a:srgbClr val="008000"/>
                </a:solidFill>
              </a:rPr>
              <a:t>的代码，再有赋值的代码</a:t>
            </a:r>
            <a:endParaRPr lang="en-US" altLang="zh-CN" sz="1100">
              <a:solidFill>
                <a:srgbClr val="008000"/>
              </a:solidFill>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C5EF870-E22A-436F-B1C3-D7252B124587}" type="slidenum">
              <a:rPr lang="zh-CN" altLang="en-US" smtClean="0">
                <a:solidFill>
                  <a:prstClr val="black"/>
                </a:solidFill>
              </a:rPr>
              <a:pPr>
                <a:defRPr/>
              </a:pPr>
              <a:t>57</a:t>
            </a:fld>
            <a:endParaRPr lang="zh-CN" altLang="en-US">
              <a:solidFill>
                <a:prstClr val="black"/>
              </a:solidFill>
            </a:endParaRPr>
          </a:p>
        </p:txBody>
      </p:sp>
    </p:spTree>
    <p:extLst>
      <p:ext uri="{BB962C8B-B14F-4D97-AF65-F5344CB8AC3E}">
        <p14:creationId xmlns:p14="http://schemas.microsoft.com/office/powerpoint/2010/main" val="17080530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幻灯片图像占位符 1"/>
          <p:cNvSpPr>
            <a:spLocks noGrp="1" noRot="1" noChangeAspect="1" noTextEdit="1"/>
          </p:cNvSpPr>
          <p:nvPr>
            <p:ph type="sldImg"/>
          </p:nvPr>
        </p:nvSpPr>
        <p:spPr/>
      </p:sp>
      <p:sp>
        <p:nvSpPr>
          <p:cNvPr id="117862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3ECFE85-AF9A-426A-BC34-43174D0FBBD2}" type="slidenum">
              <a:rPr lang="zh-CN" altLang="en-US" smtClean="0">
                <a:solidFill>
                  <a:prstClr val="black"/>
                </a:solidFill>
              </a:rPr>
              <a:pPr>
                <a:defRPr/>
              </a:pPr>
              <a:t>58</a:t>
            </a:fld>
            <a:endParaRPr lang="zh-CN" altLang="en-US">
              <a:solidFill>
                <a:prstClr val="black"/>
              </a:solidFill>
            </a:endParaRPr>
          </a:p>
        </p:txBody>
      </p:sp>
    </p:spTree>
    <p:extLst>
      <p:ext uri="{BB962C8B-B14F-4D97-AF65-F5344CB8AC3E}">
        <p14:creationId xmlns:p14="http://schemas.microsoft.com/office/powerpoint/2010/main" val="27931127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674" name="幻灯片图像占位符 1"/>
          <p:cNvSpPr>
            <a:spLocks noGrp="1" noRot="1" noChangeAspect="1" noTextEdit="1"/>
          </p:cNvSpPr>
          <p:nvPr>
            <p:ph type="sldImg"/>
          </p:nvPr>
        </p:nvSpPr>
        <p:spPr/>
      </p:sp>
      <p:sp>
        <p:nvSpPr>
          <p:cNvPr id="1180675" name="备注占位符 2"/>
          <p:cNvSpPr>
            <a:spLocks noGrp="1"/>
          </p:cNvSpPr>
          <p:nvPr>
            <p:ph type="body" idx="1"/>
          </p:nvPr>
        </p:nvSpPr>
        <p:spPr>
          <a:noFill/>
        </p:spPr>
        <p:txBody>
          <a:bodyPr/>
          <a:lstStyle/>
          <a:p>
            <a:pPr marL="0" lvl="1" defTabSz="862013"/>
            <a:endParaRPr lang="zh-CN" altLang="en-US" sz="340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A48D13D-8EDE-4257-9CD8-E509C47A5595}" type="slidenum">
              <a:rPr lang="zh-CN" altLang="en-US" smtClean="0">
                <a:solidFill>
                  <a:prstClr val="black"/>
                </a:solidFill>
              </a:rPr>
              <a:pPr>
                <a:defRPr/>
              </a:pPr>
              <a:t>59</a:t>
            </a:fld>
            <a:endParaRPr lang="zh-CN" altLang="en-US">
              <a:solidFill>
                <a:prstClr val="black"/>
              </a:solidFill>
            </a:endParaRPr>
          </a:p>
        </p:txBody>
      </p:sp>
    </p:spTree>
    <p:extLst>
      <p:ext uri="{BB962C8B-B14F-4D97-AF65-F5344CB8AC3E}">
        <p14:creationId xmlns:p14="http://schemas.microsoft.com/office/powerpoint/2010/main" val="38144910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CA972264-E973-4B0C-903C-D55D89086264}" type="slidenum">
              <a:rPr lang="zh-CN" altLang="en-US" smtClean="0">
                <a:solidFill>
                  <a:prstClr val="black"/>
                </a:solidFill>
              </a:rPr>
              <a:pPr>
                <a:spcBef>
                  <a:spcPct val="0"/>
                </a:spcBef>
                <a:defRPr/>
              </a:pPr>
              <a:t>60</a:t>
            </a:fld>
            <a:endParaRPr lang="en-US" altLang="zh-CN">
              <a:solidFill>
                <a:prstClr val="black"/>
              </a:solidFill>
            </a:endParaRPr>
          </a:p>
        </p:txBody>
      </p:sp>
      <p:sp>
        <p:nvSpPr>
          <p:cNvPr id="1182723" name="Rectangle 2"/>
          <p:cNvSpPr>
            <a:spLocks noGrp="1" noRot="1" noChangeAspect="1" noChangeArrowheads="1" noTextEdit="1"/>
          </p:cNvSpPr>
          <p:nvPr>
            <p:ph type="sldImg"/>
          </p:nvPr>
        </p:nvSpPr>
        <p:spPr/>
      </p:sp>
      <p:sp>
        <p:nvSpPr>
          <p:cNvPr id="1182724"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17855654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幻灯片图像占位符 1"/>
          <p:cNvSpPr>
            <a:spLocks noGrp="1" noRot="1" noChangeAspect="1" noTextEdit="1"/>
          </p:cNvSpPr>
          <p:nvPr>
            <p:ph type="sldImg"/>
          </p:nvPr>
        </p:nvSpPr>
        <p:spPr/>
      </p:sp>
      <p:sp>
        <p:nvSpPr>
          <p:cNvPr id="1184771"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97AD8EDA-4664-4E2C-9284-A3A378DF41BB}" type="slidenum">
              <a:rPr lang="zh-CN" altLang="en-US" smtClean="0">
                <a:solidFill>
                  <a:prstClr val="black"/>
                </a:solidFill>
              </a:rPr>
              <a:pPr>
                <a:defRPr/>
              </a:pPr>
              <a:t>61</a:t>
            </a:fld>
            <a:endParaRPr lang="zh-CN" altLang="en-US">
              <a:solidFill>
                <a:prstClr val="black"/>
              </a:solidFill>
            </a:endParaRPr>
          </a:p>
        </p:txBody>
      </p:sp>
    </p:spTree>
    <p:extLst>
      <p:ext uri="{BB962C8B-B14F-4D97-AF65-F5344CB8AC3E}">
        <p14:creationId xmlns:p14="http://schemas.microsoft.com/office/powerpoint/2010/main" val="15506934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5BA7D178-9BF2-4DE0-B68D-DC6C3DADD848}" type="slidenum">
              <a:rPr lang="zh-CN" altLang="en-US" smtClean="0">
                <a:solidFill>
                  <a:prstClr val="black"/>
                </a:solidFill>
              </a:rPr>
              <a:pPr>
                <a:spcBef>
                  <a:spcPct val="0"/>
                </a:spcBef>
                <a:defRPr/>
              </a:pPr>
              <a:t>62</a:t>
            </a:fld>
            <a:endParaRPr lang="en-US" altLang="zh-CN">
              <a:solidFill>
                <a:prstClr val="black"/>
              </a:solidFill>
            </a:endParaRPr>
          </a:p>
        </p:txBody>
      </p:sp>
      <p:sp>
        <p:nvSpPr>
          <p:cNvPr id="1186819" name="Rectangle 2"/>
          <p:cNvSpPr>
            <a:spLocks noGrp="1" noRot="1" noChangeAspect="1" noChangeArrowheads="1" noTextEdit="1"/>
          </p:cNvSpPr>
          <p:nvPr>
            <p:ph type="sldImg"/>
          </p:nvPr>
        </p:nvSpPr>
        <p:spPr/>
      </p:sp>
      <p:sp>
        <p:nvSpPr>
          <p:cNvPr id="1186820"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25455251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6" name="幻灯片图像占位符 1"/>
          <p:cNvSpPr>
            <a:spLocks noGrp="1" noRot="1" noChangeAspect="1" noTextEdit="1"/>
          </p:cNvSpPr>
          <p:nvPr>
            <p:ph type="sldImg"/>
          </p:nvPr>
        </p:nvSpPr>
        <p:spPr/>
      </p:sp>
      <p:sp>
        <p:nvSpPr>
          <p:cNvPr id="118886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7AF091BC-2A8A-4B3C-BFE6-D1433E94D856}" type="slidenum">
              <a:rPr lang="zh-CN" altLang="en-US" smtClean="0">
                <a:solidFill>
                  <a:prstClr val="black"/>
                </a:solidFill>
              </a:rPr>
              <a:pPr>
                <a:defRPr/>
              </a:pPr>
              <a:t>63</a:t>
            </a:fld>
            <a:endParaRPr lang="zh-CN" altLang="en-US">
              <a:solidFill>
                <a:prstClr val="black"/>
              </a:solidFill>
            </a:endParaRPr>
          </a:p>
        </p:txBody>
      </p:sp>
    </p:spTree>
    <p:extLst>
      <p:ext uri="{BB962C8B-B14F-4D97-AF65-F5344CB8AC3E}">
        <p14:creationId xmlns:p14="http://schemas.microsoft.com/office/powerpoint/2010/main" val="14727122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0914" name="幻灯片图像占位符 1"/>
          <p:cNvSpPr>
            <a:spLocks noGrp="1" noRot="1" noChangeAspect="1" noTextEdit="1"/>
          </p:cNvSpPr>
          <p:nvPr>
            <p:ph type="sldImg"/>
          </p:nvPr>
        </p:nvSpPr>
        <p:spPr/>
      </p:sp>
      <p:sp>
        <p:nvSpPr>
          <p:cNvPr id="1190915"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461859B2-D713-40C1-B770-0466733072B1}" type="slidenum">
              <a:rPr lang="zh-CN" altLang="en-US" smtClean="0">
                <a:solidFill>
                  <a:prstClr val="black"/>
                </a:solidFill>
              </a:rPr>
              <a:pPr>
                <a:defRPr/>
              </a:pPr>
              <a:t>64</a:t>
            </a:fld>
            <a:endParaRPr lang="zh-CN" altLang="en-US">
              <a:solidFill>
                <a:prstClr val="black"/>
              </a:solidFill>
            </a:endParaRPr>
          </a:p>
        </p:txBody>
      </p:sp>
    </p:spTree>
    <p:extLst>
      <p:ext uri="{BB962C8B-B14F-4D97-AF65-F5344CB8AC3E}">
        <p14:creationId xmlns:p14="http://schemas.microsoft.com/office/powerpoint/2010/main" val="40109908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2962" name="幻灯片图像占位符 1"/>
          <p:cNvSpPr>
            <a:spLocks noGrp="1" noRot="1" noChangeAspect="1" noTextEdit="1"/>
          </p:cNvSpPr>
          <p:nvPr>
            <p:ph type="sldImg"/>
          </p:nvPr>
        </p:nvSpPr>
        <p:spPr/>
      </p:sp>
      <p:sp>
        <p:nvSpPr>
          <p:cNvPr id="119296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5B63B98-0081-4B1C-A6A3-8915BB77EBF7}" type="slidenum">
              <a:rPr lang="zh-CN" altLang="en-US" smtClean="0">
                <a:solidFill>
                  <a:prstClr val="black"/>
                </a:solidFill>
              </a:rPr>
              <a:pPr>
                <a:defRPr/>
              </a:pPr>
              <a:t>65</a:t>
            </a:fld>
            <a:endParaRPr lang="zh-CN" altLang="en-US">
              <a:solidFill>
                <a:prstClr val="black"/>
              </a:solidFill>
            </a:endParaRPr>
          </a:p>
        </p:txBody>
      </p:sp>
    </p:spTree>
    <p:extLst>
      <p:ext uri="{BB962C8B-B14F-4D97-AF65-F5344CB8AC3E}">
        <p14:creationId xmlns:p14="http://schemas.microsoft.com/office/powerpoint/2010/main" val="35305067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5010" name="幻灯片图像占位符 1"/>
          <p:cNvSpPr>
            <a:spLocks noGrp="1" noRot="1" noChangeAspect="1" noTextEdit="1"/>
          </p:cNvSpPr>
          <p:nvPr>
            <p:ph type="sldImg"/>
          </p:nvPr>
        </p:nvSpPr>
        <p:spPr/>
      </p:sp>
      <p:sp>
        <p:nvSpPr>
          <p:cNvPr id="1195011"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AC2DA57F-0354-4271-BD40-F1BF71EA07B0}" type="slidenum">
              <a:rPr lang="zh-CN" altLang="en-US" smtClean="0">
                <a:solidFill>
                  <a:prstClr val="black"/>
                </a:solidFill>
              </a:rPr>
              <a:pPr>
                <a:defRPr/>
              </a:pPr>
              <a:t>66</a:t>
            </a:fld>
            <a:endParaRPr lang="zh-CN" altLang="en-US">
              <a:solidFill>
                <a:prstClr val="black"/>
              </a:solidFill>
            </a:endParaRPr>
          </a:p>
        </p:txBody>
      </p:sp>
    </p:spTree>
    <p:extLst>
      <p:ext uri="{BB962C8B-B14F-4D97-AF65-F5344CB8AC3E}">
        <p14:creationId xmlns:p14="http://schemas.microsoft.com/office/powerpoint/2010/main" val="25283215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058"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a:lstStyle/>
          <a:p>
            <a:pPr defTabSz="862112">
              <a:defRPr/>
            </a:pPr>
            <a:endParaRPr lang="zh-CN" altLang="en-US" sz="2800" dirty="0">
              <a:solidFill>
                <a:srgbClr val="C00000"/>
              </a:solidFill>
              <a:latin typeface="+mj-ea"/>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1A7065A2-0E6B-49DB-B01E-55DA397BF263}" type="slidenum">
              <a:rPr lang="zh-CN" altLang="en-US" smtClean="0">
                <a:solidFill>
                  <a:prstClr val="black"/>
                </a:solidFill>
              </a:rPr>
              <a:pPr>
                <a:defRPr/>
              </a:pPr>
              <a:t>67</a:t>
            </a:fld>
            <a:endParaRPr lang="zh-CN" altLang="en-US">
              <a:solidFill>
                <a:prstClr val="black"/>
              </a:solidFill>
            </a:endParaRPr>
          </a:p>
        </p:txBody>
      </p:sp>
    </p:spTree>
    <p:extLst>
      <p:ext uri="{BB962C8B-B14F-4D97-AF65-F5344CB8AC3E}">
        <p14:creationId xmlns:p14="http://schemas.microsoft.com/office/powerpoint/2010/main" val="28055898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06"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a:lstStyle/>
          <a:p>
            <a:pPr defTabSz="862112">
              <a:defRPr/>
            </a:pPr>
            <a:endParaRPr lang="en-US" altLang="zh-CN" dirty="0">
              <a:latin typeface="+mn-lt"/>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8C969F79-C518-4EC5-8B3A-BF956AC98640}" type="slidenum">
              <a:rPr lang="zh-CN" altLang="en-US" smtClean="0">
                <a:solidFill>
                  <a:prstClr val="black"/>
                </a:solidFill>
              </a:rPr>
              <a:pPr>
                <a:defRPr/>
              </a:pPr>
              <a:t>68</a:t>
            </a:fld>
            <a:endParaRPr lang="zh-CN" altLang="en-US">
              <a:solidFill>
                <a:prstClr val="black"/>
              </a:solidFill>
            </a:endParaRPr>
          </a:p>
        </p:txBody>
      </p:sp>
    </p:spTree>
    <p:extLst>
      <p:ext uri="{BB962C8B-B14F-4D97-AF65-F5344CB8AC3E}">
        <p14:creationId xmlns:p14="http://schemas.microsoft.com/office/powerpoint/2010/main" val="3766733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4" name="幻灯片图像占位符 1"/>
          <p:cNvSpPr>
            <a:spLocks noGrp="1" noRot="1" noChangeAspect="1" noTextEdit="1"/>
          </p:cNvSpPr>
          <p:nvPr>
            <p:ph type="sldImg"/>
          </p:nvPr>
        </p:nvSpPr>
        <p:spPr/>
      </p:sp>
      <p:sp>
        <p:nvSpPr>
          <p:cNvPr id="1201155" name="备注占位符 2"/>
          <p:cNvSpPr>
            <a:spLocks noGrp="1"/>
          </p:cNvSpPr>
          <p:nvPr>
            <p:ph type="body" idx="1"/>
          </p:nvPr>
        </p:nvSpPr>
        <p:spPr>
          <a:noFill/>
        </p:spPr>
        <p:txBody>
          <a:bodyPr/>
          <a:lstStyle/>
          <a:p>
            <a:pPr defTabSz="862013"/>
            <a:r>
              <a:rPr lang="zh-CN" altLang="en-US"/>
              <a:t>赋值语句里面引入类型的处理，类型转换</a:t>
            </a:r>
            <a:endParaRPr lang="en-US" altLang="zh-CN"/>
          </a:p>
          <a:p>
            <a:pPr defTabSz="862013"/>
            <a:r>
              <a:rPr lang="en-US" altLang="zh-CN"/>
              <a:t>C</a:t>
            </a:r>
            <a:r>
              <a:rPr lang="zh-CN" altLang="en-US"/>
              <a:t>语言中，数据有类型，不同类型操作不一样</a:t>
            </a:r>
            <a:endParaRPr lang="en-US" altLang="zh-CN"/>
          </a:p>
          <a:p>
            <a:pPr defTabSz="862013"/>
            <a:r>
              <a:rPr lang="zh-CN" altLang="en-US"/>
              <a:t>在翻译的时候，什么样类型的</a:t>
            </a:r>
            <a:r>
              <a:rPr lang="en-US" altLang="zh-CN"/>
              <a:t>+</a:t>
            </a:r>
            <a:r>
              <a:rPr lang="zh-CN" altLang="en-US"/>
              <a:t>法，整形的加，浮点的加，在底层的编译语言构造底层的机器指令是不同的，因此在翻译过程中尽可能要把类型的信息体现在生成的中间代码上</a:t>
            </a: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D230E958-023D-4BF1-BD16-5BF02A397B01}" type="slidenum">
              <a:rPr lang="zh-CN" altLang="en-US" smtClean="0">
                <a:solidFill>
                  <a:prstClr val="black"/>
                </a:solidFill>
              </a:rPr>
              <a:pPr>
                <a:defRPr/>
              </a:pPr>
              <a:t>69</a:t>
            </a:fld>
            <a:endParaRPr lang="zh-CN" altLang="en-US">
              <a:solidFill>
                <a:prstClr val="black"/>
              </a:solidFill>
            </a:endParaRPr>
          </a:p>
        </p:txBody>
      </p:sp>
    </p:spTree>
    <p:extLst>
      <p:ext uri="{BB962C8B-B14F-4D97-AF65-F5344CB8AC3E}">
        <p14:creationId xmlns:p14="http://schemas.microsoft.com/office/powerpoint/2010/main" val="13659492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202" name="幻灯片图像占位符 1"/>
          <p:cNvSpPr>
            <a:spLocks noGrp="1" noRot="1" noChangeAspect="1" noTextEdit="1"/>
          </p:cNvSpPr>
          <p:nvPr>
            <p:ph type="sldImg"/>
          </p:nvPr>
        </p:nvSpPr>
        <p:spPr/>
      </p:sp>
      <p:sp>
        <p:nvSpPr>
          <p:cNvPr id="120320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50B5BC9-B26D-417F-82D2-B9FCD4AE9D31}" type="slidenum">
              <a:rPr lang="en-GB" altLang="en-US" smtClean="0"/>
              <a:pPr>
                <a:defRPr/>
              </a:pPr>
              <a:t>70</a:t>
            </a:fld>
            <a:endParaRPr lang="en-GB" altLang="en-US">
              <a:cs typeface="+mn-cs"/>
            </a:endParaRPr>
          </a:p>
        </p:txBody>
      </p:sp>
    </p:spTree>
    <p:extLst>
      <p:ext uri="{BB962C8B-B14F-4D97-AF65-F5344CB8AC3E}">
        <p14:creationId xmlns:p14="http://schemas.microsoft.com/office/powerpoint/2010/main" val="30502634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DA11CFF5-4FCB-413D-A393-3D27F9FF59A5}" type="slidenum">
              <a:rPr lang="zh-CN" altLang="en-US" smtClean="0">
                <a:solidFill>
                  <a:prstClr val="black"/>
                </a:solidFill>
              </a:rPr>
              <a:pPr>
                <a:spcBef>
                  <a:spcPct val="0"/>
                </a:spcBef>
                <a:defRPr/>
              </a:pPr>
              <a:t>71</a:t>
            </a:fld>
            <a:endParaRPr lang="en-US" altLang="zh-CN">
              <a:solidFill>
                <a:prstClr val="black"/>
              </a:solidFill>
            </a:endParaRPr>
          </a:p>
        </p:txBody>
      </p:sp>
      <p:sp>
        <p:nvSpPr>
          <p:cNvPr id="1207299" name="Rectangle 2"/>
          <p:cNvSpPr>
            <a:spLocks noGrp="1" noRot="1" noChangeAspect="1" noChangeArrowheads="1" noTextEdit="1"/>
          </p:cNvSpPr>
          <p:nvPr>
            <p:ph type="sldImg"/>
          </p:nvPr>
        </p:nvSpPr>
        <p:spPr/>
      </p:sp>
      <p:sp>
        <p:nvSpPr>
          <p:cNvPr id="1207300"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13732644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5250" name="幻灯片图像占位符 1"/>
          <p:cNvSpPr>
            <a:spLocks noGrp="1" noRot="1" noChangeAspect="1" noTextEdit="1"/>
          </p:cNvSpPr>
          <p:nvPr>
            <p:ph type="sldImg"/>
          </p:nvPr>
        </p:nvSpPr>
        <p:spPr/>
      </p:sp>
      <p:sp>
        <p:nvSpPr>
          <p:cNvPr id="1205251"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95D42194-CFFE-4D1A-84D9-9DA9B48891B5}" type="slidenum">
              <a:rPr lang="zh-CN" altLang="en-US" smtClean="0">
                <a:solidFill>
                  <a:prstClr val="black"/>
                </a:solidFill>
              </a:rPr>
              <a:pPr>
                <a:defRPr/>
              </a:pPr>
              <a:t>72</a:t>
            </a:fld>
            <a:endParaRPr lang="zh-CN" altLang="en-US">
              <a:solidFill>
                <a:prstClr val="black"/>
              </a:solidFill>
            </a:endParaRPr>
          </a:p>
        </p:txBody>
      </p:sp>
    </p:spTree>
    <p:extLst>
      <p:ext uri="{BB962C8B-B14F-4D97-AF65-F5344CB8AC3E}">
        <p14:creationId xmlns:p14="http://schemas.microsoft.com/office/powerpoint/2010/main" val="1135561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6" name="幻灯片图像占位符 1"/>
          <p:cNvSpPr>
            <a:spLocks noGrp="1" noRot="1" noChangeAspect="1" noTextEdit="1"/>
          </p:cNvSpPr>
          <p:nvPr>
            <p:ph type="sldImg"/>
          </p:nvPr>
        </p:nvSpPr>
        <p:spPr/>
      </p:sp>
      <p:sp>
        <p:nvSpPr>
          <p:cNvPr id="1209347" name="备注占位符 2"/>
          <p:cNvSpPr>
            <a:spLocks noGrp="1"/>
          </p:cNvSpPr>
          <p:nvPr>
            <p:ph type="body" idx="1"/>
          </p:nvPr>
        </p:nvSpPr>
        <p:spPr>
          <a:noFill/>
        </p:spPr>
        <p:txBody>
          <a:bodyPr/>
          <a:lstStyle/>
          <a:p>
            <a:endParaRPr lang="en-US" altLang="zh-CN"/>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8ADE913E-5D36-4BEF-BEDE-E8F7C3057815}" type="slidenum">
              <a:rPr lang="zh-CN" altLang="en-US" smtClean="0">
                <a:solidFill>
                  <a:prstClr val="black"/>
                </a:solidFill>
              </a:rPr>
              <a:pPr>
                <a:defRPr/>
              </a:pPr>
              <a:t>73</a:t>
            </a:fld>
            <a:endParaRPr lang="zh-CN" altLang="en-US">
              <a:solidFill>
                <a:prstClr val="black"/>
              </a:solidFill>
            </a:endParaRPr>
          </a:p>
        </p:txBody>
      </p:sp>
    </p:spTree>
    <p:extLst>
      <p:ext uri="{BB962C8B-B14F-4D97-AF65-F5344CB8AC3E}">
        <p14:creationId xmlns:p14="http://schemas.microsoft.com/office/powerpoint/2010/main" val="148213463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394" name="幻灯片图像占位符 1"/>
          <p:cNvSpPr>
            <a:spLocks noGrp="1" noRot="1" noChangeAspect="1" noTextEdit="1"/>
          </p:cNvSpPr>
          <p:nvPr>
            <p:ph type="sldImg"/>
          </p:nvPr>
        </p:nvSpPr>
        <p:spPr/>
      </p:sp>
      <p:sp>
        <p:nvSpPr>
          <p:cNvPr id="1211395" name="备注占位符 2"/>
          <p:cNvSpPr>
            <a:spLocks noGrp="1"/>
          </p:cNvSpPr>
          <p:nvPr>
            <p:ph type="body" idx="1"/>
          </p:nvPr>
        </p:nvSpPr>
        <p:spPr>
          <a:noFill/>
        </p:spPr>
        <p:txBody>
          <a:bodyPr/>
          <a:lstStyle/>
          <a:p>
            <a:pPr defTabSz="862013"/>
            <a:r>
              <a:rPr lang="zh-CN" altLang="en-US" sz="1100"/>
              <a:t>最简单的算术表达书，赋值语句怎么翻译，引入下标变量，类型转换。但是没有给出带简单变量引用，带数字下标引用，带类型转换的完整的翻译模型，但是大家下来可以构造</a:t>
            </a:r>
            <a:endParaRPr lang="en-US" altLang="zh-CN" sz="1100"/>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2CC944FD-F495-4E8C-A424-3326F08019B9}" type="slidenum">
              <a:rPr lang="zh-CN" altLang="en-US" smtClean="0">
                <a:solidFill>
                  <a:prstClr val="black"/>
                </a:solidFill>
              </a:rPr>
              <a:pPr>
                <a:defRPr/>
              </a:pPr>
              <a:t>74</a:t>
            </a:fld>
            <a:endParaRPr lang="zh-CN" altLang="en-US">
              <a:solidFill>
                <a:prstClr val="black"/>
              </a:solidFill>
            </a:endParaRPr>
          </a:p>
        </p:txBody>
      </p:sp>
    </p:spTree>
    <p:extLst>
      <p:ext uri="{BB962C8B-B14F-4D97-AF65-F5344CB8AC3E}">
        <p14:creationId xmlns:p14="http://schemas.microsoft.com/office/powerpoint/2010/main" val="36707798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6160971" y="7488896"/>
            <a:ext cx="4723028" cy="393290"/>
          </a:xfrm>
          <a:prstGeom prst="rect">
            <a:avLst/>
          </a:prstGeom>
        </p:spPr>
        <p:txBody>
          <a:bodyPr/>
          <a:lstStyle/>
          <a:p>
            <a:fld id="{656C61CE-634D-4F64-ACD8-85A675627EA4}" type="slidenum">
              <a:rPr lang="zh-CN" altLang="en-US" smtClean="0"/>
              <a:t>75</a:t>
            </a:fld>
            <a:endParaRPr lang="zh-CN" altLang="en-US"/>
          </a:p>
        </p:txBody>
      </p:sp>
    </p:spTree>
    <p:extLst>
      <p:ext uri="{BB962C8B-B14F-4D97-AF65-F5344CB8AC3E}">
        <p14:creationId xmlns:p14="http://schemas.microsoft.com/office/powerpoint/2010/main" val="7619829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76</a:t>
            </a:fld>
            <a:endParaRPr lang="en-GB" altLang="en-US">
              <a:cs typeface="+mn-cs"/>
            </a:endParaRPr>
          </a:p>
        </p:txBody>
      </p:sp>
    </p:spTree>
    <p:extLst>
      <p:ext uri="{BB962C8B-B14F-4D97-AF65-F5344CB8AC3E}">
        <p14:creationId xmlns:p14="http://schemas.microsoft.com/office/powerpoint/2010/main" val="9868075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466" name="幻灯片图像占位符 1"/>
          <p:cNvSpPr>
            <a:spLocks noGrp="1" noRot="1" noChangeAspect="1" noTextEdit="1"/>
          </p:cNvSpPr>
          <p:nvPr>
            <p:ph type="sldImg"/>
          </p:nvPr>
        </p:nvSpPr>
        <p:spPr/>
      </p:sp>
      <p:sp>
        <p:nvSpPr>
          <p:cNvPr id="121446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A6C7FFC3-408A-4AE5-AFA3-6DB785EECE7F}" type="slidenum">
              <a:rPr lang="zh-CN" altLang="en-US" smtClean="0">
                <a:solidFill>
                  <a:prstClr val="black"/>
                </a:solidFill>
              </a:rPr>
              <a:pPr>
                <a:defRPr/>
              </a:pPr>
              <a:t>77</a:t>
            </a:fld>
            <a:endParaRPr lang="zh-CN" altLang="en-US">
              <a:solidFill>
                <a:prstClr val="black"/>
              </a:solidFill>
            </a:endParaRPr>
          </a:p>
        </p:txBody>
      </p:sp>
    </p:spTree>
    <p:extLst>
      <p:ext uri="{BB962C8B-B14F-4D97-AF65-F5344CB8AC3E}">
        <p14:creationId xmlns:p14="http://schemas.microsoft.com/office/powerpoint/2010/main" val="421616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14" name="幻灯片图像占位符 1"/>
          <p:cNvSpPr>
            <a:spLocks noGrp="1" noRot="1" noChangeAspect="1" noTextEdit="1"/>
          </p:cNvSpPr>
          <p:nvPr>
            <p:ph type="sldImg"/>
          </p:nvPr>
        </p:nvSpPr>
        <p:spPr/>
      </p:sp>
      <p:sp>
        <p:nvSpPr>
          <p:cNvPr id="1216515" name="备注占位符 2"/>
          <p:cNvSpPr>
            <a:spLocks noGrp="1"/>
          </p:cNvSpPr>
          <p:nvPr>
            <p:ph type="body" idx="1"/>
          </p:nvPr>
        </p:nvSpPr>
        <p:spPr>
          <a:noFill/>
        </p:spPr>
        <p:txBody>
          <a:bodyPr/>
          <a:lstStyle/>
          <a:p>
            <a:r>
              <a:rPr lang="zh-CN" altLang="en-US"/>
              <a:t>逻辑运算符的优先级 </a:t>
            </a:r>
            <a:r>
              <a:rPr lang="en-US" altLang="zh-CN"/>
              <a:t>not&gt; and&gt; or</a:t>
            </a:r>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F05050E9-7624-4925-B66A-B46EC1BBA8EE}" type="slidenum">
              <a:rPr lang="zh-CN" altLang="en-US" smtClean="0">
                <a:solidFill>
                  <a:prstClr val="black"/>
                </a:solidFill>
              </a:rPr>
              <a:pPr>
                <a:defRPr/>
              </a:pPr>
              <a:t>78</a:t>
            </a:fld>
            <a:endParaRPr lang="zh-CN" altLang="en-US">
              <a:solidFill>
                <a:prstClr val="black"/>
              </a:solidFill>
            </a:endParaRPr>
          </a:p>
        </p:txBody>
      </p:sp>
    </p:spTree>
    <p:extLst>
      <p:ext uri="{BB962C8B-B14F-4D97-AF65-F5344CB8AC3E}">
        <p14:creationId xmlns:p14="http://schemas.microsoft.com/office/powerpoint/2010/main" val="21433546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62" name="幻灯片图像占位符 1"/>
          <p:cNvSpPr>
            <a:spLocks noGrp="1" noRot="1" noChangeAspect="1" noTextEdit="1"/>
          </p:cNvSpPr>
          <p:nvPr>
            <p:ph type="sldImg"/>
          </p:nvPr>
        </p:nvSpPr>
        <p:spPr/>
      </p:sp>
      <p:sp>
        <p:nvSpPr>
          <p:cNvPr id="121856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53FE53A1-AED7-4E05-809A-8CFFC5DCA8B8}" type="slidenum">
              <a:rPr lang="zh-CN" altLang="en-US" smtClean="0">
                <a:solidFill>
                  <a:prstClr val="black"/>
                </a:solidFill>
              </a:rPr>
              <a:pPr>
                <a:defRPr/>
              </a:pPr>
              <a:t>79</a:t>
            </a:fld>
            <a:endParaRPr lang="zh-CN" altLang="en-US">
              <a:solidFill>
                <a:prstClr val="black"/>
              </a:solidFill>
            </a:endParaRPr>
          </a:p>
        </p:txBody>
      </p:sp>
    </p:spTree>
    <p:extLst>
      <p:ext uri="{BB962C8B-B14F-4D97-AF65-F5344CB8AC3E}">
        <p14:creationId xmlns:p14="http://schemas.microsoft.com/office/powerpoint/2010/main" val="183322605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0610" name="幻灯片图像占位符 1"/>
          <p:cNvSpPr>
            <a:spLocks noGrp="1" noRot="1" noChangeAspect="1" noTextEdit="1"/>
          </p:cNvSpPr>
          <p:nvPr>
            <p:ph type="sldImg"/>
          </p:nvPr>
        </p:nvSpPr>
        <p:spPr/>
      </p:sp>
      <p:sp>
        <p:nvSpPr>
          <p:cNvPr id="1220611"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4F682DE-4D3B-4ED7-82F6-B5E318C71617}" type="slidenum">
              <a:rPr lang="zh-CN" altLang="en-US" smtClean="0">
                <a:solidFill>
                  <a:prstClr val="black"/>
                </a:solidFill>
              </a:rPr>
              <a:pPr>
                <a:defRPr/>
              </a:pPr>
              <a:t>80</a:t>
            </a:fld>
            <a:endParaRPr lang="zh-CN" altLang="en-US">
              <a:solidFill>
                <a:prstClr val="black"/>
              </a:solidFill>
            </a:endParaRPr>
          </a:p>
        </p:txBody>
      </p:sp>
    </p:spTree>
    <p:extLst>
      <p:ext uri="{BB962C8B-B14F-4D97-AF65-F5344CB8AC3E}">
        <p14:creationId xmlns:p14="http://schemas.microsoft.com/office/powerpoint/2010/main" val="42221939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幻灯片图像占位符 1"/>
          <p:cNvSpPr>
            <a:spLocks noGrp="1" noRot="1" noChangeAspect="1" noTextEdit="1"/>
          </p:cNvSpPr>
          <p:nvPr>
            <p:ph type="sldImg"/>
          </p:nvPr>
        </p:nvSpPr>
        <p:spPr/>
      </p:sp>
      <p:sp>
        <p:nvSpPr>
          <p:cNvPr id="1222659"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C275F43B-D73F-4B68-9062-8DB36E84CB2F}" type="slidenum">
              <a:rPr lang="zh-CN" altLang="en-US" smtClean="0">
                <a:solidFill>
                  <a:prstClr val="black"/>
                </a:solidFill>
              </a:rPr>
              <a:pPr>
                <a:defRPr/>
              </a:pPr>
              <a:t>81</a:t>
            </a:fld>
            <a:endParaRPr lang="zh-CN" altLang="en-US">
              <a:solidFill>
                <a:prstClr val="black"/>
              </a:solidFill>
            </a:endParaRPr>
          </a:p>
        </p:txBody>
      </p:sp>
    </p:spTree>
    <p:extLst>
      <p:ext uri="{BB962C8B-B14F-4D97-AF65-F5344CB8AC3E}">
        <p14:creationId xmlns:p14="http://schemas.microsoft.com/office/powerpoint/2010/main" val="33336395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706" name="幻灯片图像占位符 1"/>
          <p:cNvSpPr>
            <a:spLocks noGrp="1" noRot="1" noChangeAspect="1" noTextEdit="1"/>
          </p:cNvSpPr>
          <p:nvPr>
            <p:ph type="sldImg"/>
          </p:nvPr>
        </p:nvSpPr>
        <p:spPr/>
      </p:sp>
      <p:sp>
        <p:nvSpPr>
          <p:cNvPr id="122470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61D72EDA-F715-40B7-809A-D8F6E1B949C9}" type="slidenum">
              <a:rPr lang="zh-CN" altLang="en-US" smtClean="0">
                <a:solidFill>
                  <a:prstClr val="black"/>
                </a:solidFill>
              </a:rPr>
              <a:pPr>
                <a:defRPr/>
              </a:pPr>
              <a:t>82</a:t>
            </a:fld>
            <a:endParaRPr lang="zh-CN" altLang="en-US">
              <a:solidFill>
                <a:prstClr val="black"/>
              </a:solidFill>
            </a:endParaRPr>
          </a:p>
        </p:txBody>
      </p:sp>
    </p:spTree>
    <p:extLst>
      <p:ext uri="{BB962C8B-B14F-4D97-AF65-F5344CB8AC3E}">
        <p14:creationId xmlns:p14="http://schemas.microsoft.com/office/powerpoint/2010/main" val="9347469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4" name="幻灯片图像占位符 1"/>
          <p:cNvSpPr>
            <a:spLocks noGrp="1" noRot="1" noChangeAspect="1" noTextEdit="1"/>
          </p:cNvSpPr>
          <p:nvPr>
            <p:ph type="sldImg"/>
          </p:nvPr>
        </p:nvSpPr>
        <p:spPr/>
      </p:sp>
      <p:sp>
        <p:nvSpPr>
          <p:cNvPr id="1226755"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094D557D-E1C0-4772-BAC4-C3645CA9667C}" type="slidenum">
              <a:rPr lang="zh-CN" altLang="en-US" smtClean="0">
                <a:solidFill>
                  <a:prstClr val="black"/>
                </a:solidFill>
              </a:rPr>
              <a:pPr>
                <a:defRPr/>
              </a:pPr>
              <a:t>83</a:t>
            </a:fld>
            <a:endParaRPr lang="zh-CN" altLang="en-US">
              <a:solidFill>
                <a:prstClr val="black"/>
              </a:solidFill>
            </a:endParaRPr>
          </a:p>
        </p:txBody>
      </p:sp>
    </p:spTree>
    <p:extLst>
      <p:ext uri="{BB962C8B-B14F-4D97-AF65-F5344CB8AC3E}">
        <p14:creationId xmlns:p14="http://schemas.microsoft.com/office/powerpoint/2010/main" val="39217365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02" name="幻灯片图像占位符 1"/>
          <p:cNvSpPr>
            <a:spLocks noGrp="1" noRot="1" noChangeAspect="1" noTextEdit="1"/>
          </p:cNvSpPr>
          <p:nvPr>
            <p:ph type="sldImg"/>
          </p:nvPr>
        </p:nvSpPr>
        <p:spPr/>
      </p:sp>
      <p:sp>
        <p:nvSpPr>
          <p:cNvPr id="122880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6207CC68-B2D1-4AAB-90BF-D41C00AAF939}" type="slidenum">
              <a:rPr lang="zh-CN" altLang="en-US" smtClean="0">
                <a:solidFill>
                  <a:prstClr val="black"/>
                </a:solidFill>
              </a:rPr>
              <a:pPr>
                <a:defRPr/>
              </a:pPr>
              <a:t>84</a:t>
            </a:fld>
            <a:endParaRPr lang="zh-CN" altLang="en-US">
              <a:solidFill>
                <a:prstClr val="black"/>
              </a:solidFill>
            </a:endParaRPr>
          </a:p>
        </p:txBody>
      </p:sp>
    </p:spTree>
    <p:extLst>
      <p:ext uri="{BB962C8B-B14F-4D97-AF65-F5344CB8AC3E}">
        <p14:creationId xmlns:p14="http://schemas.microsoft.com/office/powerpoint/2010/main" val="28450207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p:nvPr>
        </p:nvSpPr>
        <p:spPr>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24F3A236-520E-4614-B456-2E887BFA6281}" type="slidenum">
              <a:rPr lang="zh-CN" altLang="en-US" smtClean="0">
                <a:solidFill>
                  <a:prstClr val="black"/>
                </a:solidFill>
              </a:rPr>
              <a:pPr>
                <a:spcBef>
                  <a:spcPct val="0"/>
                </a:spcBef>
                <a:defRPr/>
              </a:pPr>
              <a:t>85</a:t>
            </a:fld>
            <a:endParaRPr lang="en-US" altLang="zh-CN">
              <a:solidFill>
                <a:prstClr val="black"/>
              </a:solidFill>
            </a:endParaRPr>
          </a:p>
        </p:txBody>
      </p:sp>
      <p:sp>
        <p:nvSpPr>
          <p:cNvPr id="1230851" name="Rectangle 2"/>
          <p:cNvSpPr>
            <a:spLocks noGrp="1" noRot="1" noChangeAspect="1" noChangeArrowheads="1" noTextEdit="1"/>
          </p:cNvSpPr>
          <p:nvPr>
            <p:ph type="sldImg"/>
          </p:nvPr>
        </p:nvSpPr>
        <p:spPr/>
      </p:sp>
      <p:sp>
        <p:nvSpPr>
          <p:cNvPr id="1230852"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30423797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8" name="幻灯片图像占位符 1"/>
          <p:cNvSpPr>
            <a:spLocks noGrp="1" noRot="1" noChangeAspect="1" noTextEdit="1"/>
          </p:cNvSpPr>
          <p:nvPr>
            <p:ph type="sldImg"/>
          </p:nvPr>
        </p:nvSpPr>
        <p:spPr/>
      </p:sp>
      <p:sp>
        <p:nvSpPr>
          <p:cNvPr id="1232899" name="备注占位符 2"/>
          <p:cNvSpPr>
            <a:spLocks noGrp="1"/>
          </p:cNvSpPr>
          <p:nvPr>
            <p:ph type="body" idx="1"/>
          </p:nvPr>
        </p:nvSpPr>
        <p:spPr>
          <a:noFill/>
        </p:spPr>
        <p:txBody>
          <a:bodyPr/>
          <a:lstStyle/>
          <a:p>
            <a:pPr defTabSz="862013"/>
            <a:r>
              <a:rPr lang="en-US" altLang="zh-CN" sz="1100">
                <a:solidFill>
                  <a:srgbClr val="C00000"/>
                </a:solidFill>
              </a:rPr>
              <a:t>E</a:t>
            </a:r>
            <a:r>
              <a:rPr lang="zh-CN" altLang="en-US" sz="1100">
                <a:solidFill>
                  <a:srgbClr val="C00000"/>
                </a:solidFill>
              </a:rPr>
              <a:t>里面有很多跳转指令，有很多三地址指令，跳到代码外面的，有两类，就是</a:t>
            </a:r>
            <a:r>
              <a:rPr lang="en-US" altLang="zh-CN" sz="1100">
                <a:solidFill>
                  <a:srgbClr val="C00000"/>
                </a:solidFill>
              </a:rPr>
              <a:t>E</a:t>
            </a:r>
            <a:r>
              <a:rPr lang="zh-CN" altLang="en-US" sz="1100">
                <a:solidFill>
                  <a:srgbClr val="C00000"/>
                </a:solidFill>
              </a:rPr>
              <a:t>在计算一半之后，就能够确定</a:t>
            </a:r>
            <a:r>
              <a:rPr lang="en-US" altLang="zh-CN" sz="1100">
                <a:solidFill>
                  <a:srgbClr val="C00000"/>
                </a:solidFill>
              </a:rPr>
              <a:t>E</a:t>
            </a:r>
            <a:r>
              <a:rPr lang="zh-CN" altLang="en-US" sz="1100">
                <a:solidFill>
                  <a:srgbClr val="C00000"/>
                </a:solidFill>
              </a:rPr>
              <a:t>是真还是假了，</a:t>
            </a:r>
            <a:endParaRPr lang="en-US" altLang="zh-CN" sz="1100">
              <a:solidFill>
                <a:srgbClr val="C00000"/>
              </a:solidFill>
            </a:endParaRPr>
          </a:p>
          <a:p>
            <a:pPr defTabSz="862013"/>
            <a:r>
              <a:rPr lang="zh-CN" altLang="en-US" sz="1100">
                <a:solidFill>
                  <a:srgbClr val="C00000"/>
                </a:solidFill>
              </a:rPr>
              <a:t>生成</a:t>
            </a:r>
            <a:r>
              <a:rPr lang="en-US" altLang="zh-CN" sz="1100">
                <a:solidFill>
                  <a:srgbClr val="C00000"/>
                </a:solidFill>
              </a:rPr>
              <a:t>E.true</a:t>
            </a:r>
            <a:r>
              <a:rPr lang="zh-CN" altLang="en-US" sz="1100">
                <a:solidFill>
                  <a:srgbClr val="C00000"/>
                </a:solidFill>
              </a:rPr>
              <a:t>的标号，放在</a:t>
            </a:r>
            <a:r>
              <a:rPr lang="en-US" altLang="zh-CN" sz="1100">
                <a:solidFill>
                  <a:srgbClr val="C00000"/>
                </a:solidFill>
              </a:rPr>
              <a:t>S1.code</a:t>
            </a:r>
            <a:r>
              <a:rPr lang="zh-CN" altLang="en-US" sz="1100">
                <a:solidFill>
                  <a:srgbClr val="C00000"/>
                </a:solidFill>
              </a:rPr>
              <a:t>开头，所有</a:t>
            </a:r>
            <a:r>
              <a:rPr lang="en-US" altLang="zh-CN" sz="1100">
                <a:solidFill>
                  <a:srgbClr val="C00000"/>
                </a:solidFill>
              </a:rPr>
              <a:t>E.code</a:t>
            </a:r>
            <a:r>
              <a:rPr lang="zh-CN" altLang="en-US" sz="1100">
                <a:solidFill>
                  <a:srgbClr val="C00000"/>
                </a:solidFill>
              </a:rPr>
              <a:t>里面跳转为真的指令都引用这个标号，将来执行这个指令，当这个指令为真的时候就跳到</a:t>
            </a:r>
            <a:r>
              <a:rPr lang="en-US" altLang="zh-CN" sz="1100">
                <a:solidFill>
                  <a:srgbClr val="C00000"/>
                </a:solidFill>
              </a:rPr>
              <a:t>S1</a:t>
            </a:r>
            <a:r>
              <a:rPr lang="zh-CN" altLang="en-US" sz="1100">
                <a:solidFill>
                  <a:srgbClr val="C00000"/>
                </a:solidFill>
              </a:rPr>
              <a:t>的开头</a:t>
            </a:r>
            <a:endParaRPr lang="en-US" altLang="zh-CN" sz="1100">
              <a:solidFill>
                <a:srgbClr val="C00000"/>
              </a:solidFill>
            </a:endParaRPr>
          </a:p>
          <a:p>
            <a:pPr defTabSz="862013"/>
            <a:r>
              <a:rPr lang="zh-CN" altLang="en-US" sz="1100">
                <a:solidFill>
                  <a:srgbClr val="C00000"/>
                </a:solidFill>
              </a:rPr>
              <a:t>带优化的来算，之前不带 优化就直接算即可，现在带优化了，算到一定程度能够确定整个值，就不再往下算了</a:t>
            </a:r>
            <a:endParaRPr lang="en-US" altLang="zh-CN" sz="1100">
              <a:solidFill>
                <a:srgbClr val="C00000"/>
              </a:solidFill>
            </a:endParaRPr>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F5E548F4-3F0E-4A09-B092-FF601EB1C2C3}" type="slidenum">
              <a:rPr lang="zh-CN" altLang="en-US" smtClean="0">
                <a:solidFill>
                  <a:prstClr val="black"/>
                </a:solidFill>
              </a:rPr>
              <a:pPr>
                <a:defRPr/>
              </a:pPr>
              <a:t>86</a:t>
            </a:fld>
            <a:endParaRPr lang="zh-CN" altLang="en-US">
              <a:solidFill>
                <a:prstClr val="black"/>
              </a:solidFill>
            </a:endParaRPr>
          </a:p>
        </p:txBody>
      </p:sp>
    </p:spTree>
    <p:extLst>
      <p:ext uri="{BB962C8B-B14F-4D97-AF65-F5344CB8AC3E}">
        <p14:creationId xmlns:p14="http://schemas.microsoft.com/office/powerpoint/2010/main" val="16454827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6" name="幻灯片图像占位符 1"/>
          <p:cNvSpPr>
            <a:spLocks noGrp="1" noRot="1" noChangeAspect="1" noTextEdit="1"/>
          </p:cNvSpPr>
          <p:nvPr>
            <p:ph type="sldImg"/>
          </p:nvPr>
        </p:nvSpPr>
        <p:spPr/>
      </p:sp>
      <p:sp>
        <p:nvSpPr>
          <p:cNvPr id="123494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67F844B-F08B-4379-9A53-92EF893F96DD}" type="slidenum">
              <a:rPr lang="zh-CN" altLang="en-US" smtClean="0">
                <a:solidFill>
                  <a:prstClr val="black"/>
                </a:solidFill>
              </a:rPr>
              <a:pPr>
                <a:defRPr/>
              </a:pPr>
              <a:t>87</a:t>
            </a:fld>
            <a:endParaRPr lang="zh-CN" altLang="en-US">
              <a:solidFill>
                <a:prstClr val="black"/>
              </a:solidFill>
            </a:endParaRPr>
          </a:p>
        </p:txBody>
      </p:sp>
    </p:spTree>
    <p:extLst>
      <p:ext uri="{BB962C8B-B14F-4D97-AF65-F5344CB8AC3E}">
        <p14:creationId xmlns:p14="http://schemas.microsoft.com/office/powerpoint/2010/main" val="84380209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6994" name="幻灯片图像占位符 1"/>
          <p:cNvSpPr>
            <a:spLocks noGrp="1" noRot="1" noChangeAspect="1" noTextEdit="1"/>
          </p:cNvSpPr>
          <p:nvPr>
            <p:ph type="sldImg"/>
          </p:nvPr>
        </p:nvSpPr>
        <p:spPr/>
      </p:sp>
      <p:sp>
        <p:nvSpPr>
          <p:cNvPr id="1236995" name="备注占位符 2"/>
          <p:cNvSpPr>
            <a:spLocks noGrp="1"/>
          </p:cNvSpPr>
          <p:nvPr>
            <p:ph type="body" idx="1"/>
          </p:nvPr>
        </p:nvSpPr>
        <p:spPr>
          <a:noFill/>
        </p:spPr>
        <p:txBody>
          <a:bodyPr/>
          <a:lstStyle/>
          <a:p>
            <a:endParaRPr lang="zh-CN" altLang="en-US"/>
          </a:p>
        </p:txBody>
      </p:sp>
      <p:sp>
        <p:nvSpPr>
          <p:cNvPr id="1209348"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1928E0D1-900B-4773-BC1A-BC430316F690}"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88</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91440904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42" name="幻灯片图像占位符 1"/>
          <p:cNvSpPr>
            <a:spLocks noGrp="1" noRot="1" noChangeAspect="1" noTextEdit="1"/>
          </p:cNvSpPr>
          <p:nvPr>
            <p:ph type="sldImg"/>
          </p:nvPr>
        </p:nvSpPr>
        <p:spPr/>
      </p:sp>
      <p:sp>
        <p:nvSpPr>
          <p:cNvPr id="1239043" name="备注占位符 2"/>
          <p:cNvSpPr>
            <a:spLocks noGrp="1"/>
          </p:cNvSpPr>
          <p:nvPr>
            <p:ph type="body" idx="1"/>
          </p:nvPr>
        </p:nvSpPr>
        <p:spPr>
          <a:noFill/>
        </p:spPr>
        <p:txBody>
          <a:bodyPr/>
          <a:lstStyle/>
          <a:p>
            <a:endParaRPr lang="zh-CN" altLang="en-US"/>
          </a:p>
        </p:txBody>
      </p:sp>
      <p:sp>
        <p:nvSpPr>
          <p:cNvPr id="1211396"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F1CF0298-923A-424D-BA99-5AF93CC59AD8}"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89</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39096604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6" name="幻灯片图像占位符 1"/>
          <p:cNvSpPr>
            <a:spLocks noGrp="1" noRot="1" noChangeAspect="1" noTextEdit="1"/>
          </p:cNvSpPr>
          <p:nvPr>
            <p:ph type="sldImg"/>
          </p:nvPr>
        </p:nvSpPr>
        <p:spPr/>
      </p:sp>
      <p:sp>
        <p:nvSpPr>
          <p:cNvPr id="123494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a:xfrm>
            <a:off x="6160971" y="7488896"/>
            <a:ext cx="4723028" cy="393290"/>
          </a:xfrm>
          <a:prstGeom prst="rect">
            <a:avLst/>
          </a:prstGeom>
        </p:spPr>
        <p:txBody>
          <a:bodyPr/>
          <a:lstStyle/>
          <a:p>
            <a:pPr>
              <a:defRPr/>
            </a:pPr>
            <a:fld id="{B67F844B-F08B-4379-9A53-92EF893F96DD}" type="slidenum">
              <a:rPr lang="zh-CN" altLang="en-US" smtClean="0">
                <a:solidFill>
                  <a:prstClr val="black"/>
                </a:solidFill>
              </a:rPr>
              <a:pPr>
                <a:defRPr/>
              </a:pPr>
              <a:t>90</a:t>
            </a:fld>
            <a:endParaRPr lang="zh-CN" altLang="en-US">
              <a:solidFill>
                <a:prstClr val="black"/>
              </a:solidFill>
            </a:endParaRPr>
          </a:p>
        </p:txBody>
      </p:sp>
    </p:spTree>
    <p:extLst>
      <p:ext uri="{BB962C8B-B14F-4D97-AF65-F5344CB8AC3E}">
        <p14:creationId xmlns:p14="http://schemas.microsoft.com/office/powerpoint/2010/main" val="114117630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090" name="幻灯片图像占位符 1"/>
          <p:cNvSpPr>
            <a:spLocks noGrp="1" noRot="1" noChangeAspect="1" noTextEdit="1"/>
          </p:cNvSpPr>
          <p:nvPr>
            <p:ph type="sldImg"/>
          </p:nvPr>
        </p:nvSpPr>
        <p:spPr/>
      </p:sp>
      <p:sp>
        <p:nvSpPr>
          <p:cNvPr id="1241091" name="备注占位符 2"/>
          <p:cNvSpPr>
            <a:spLocks noGrp="1"/>
          </p:cNvSpPr>
          <p:nvPr>
            <p:ph type="body" idx="1"/>
          </p:nvPr>
        </p:nvSpPr>
        <p:spPr>
          <a:noFill/>
        </p:spPr>
        <p:txBody>
          <a:bodyPr/>
          <a:lstStyle/>
          <a:p>
            <a:endParaRPr lang="zh-CN" altLang="en-US"/>
          </a:p>
        </p:txBody>
      </p:sp>
      <p:sp>
        <p:nvSpPr>
          <p:cNvPr id="1213444"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6256AB88-FF97-404A-926F-69D9360F53C0}"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91</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8561196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幻灯片图像占位符 1"/>
          <p:cNvSpPr>
            <a:spLocks noGrp="1" noRot="1" noChangeAspect="1" noTextEdit="1"/>
          </p:cNvSpPr>
          <p:nvPr>
            <p:ph type="sldImg"/>
          </p:nvPr>
        </p:nvSpPr>
        <p:spPr/>
      </p:sp>
      <p:sp>
        <p:nvSpPr>
          <p:cNvPr id="1243139" name="备注占位符 2"/>
          <p:cNvSpPr>
            <a:spLocks noGrp="1"/>
          </p:cNvSpPr>
          <p:nvPr>
            <p:ph type="body" idx="1"/>
          </p:nvPr>
        </p:nvSpPr>
        <p:spPr>
          <a:noFill/>
        </p:spPr>
        <p:txBody>
          <a:bodyPr/>
          <a:lstStyle/>
          <a:p>
            <a:endParaRPr lang="zh-CN" altLang="en-US"/>
          </a:p>
        </p:txBody>
      </p:sp>
      <p:sp>
        <p:nvSpPr>
          <p:cNvPr id="1215492"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6BF705E4-A749-414F-B621-876C7F943C47}"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92</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24665981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86" name="幻灯片图像占位符 1"/>
          <p:cNvSpPr>
            <a:spLocks noGrp="1" noRot="1" noChangeAspect="1" noTextEdit="1"/>
          </p:cNvSpPr>
          <p:nvPr>
            <p:ph type="sldImg"/>
          </p:nvPr>
        </p:nvSpPr>
        <p:spPr/>
      </p:sp>
      <p:sp>
        <p:nvSpPr>
          <p:cNvPr id="1245187" name="备注占位符 2"/>
          <p:cNvSpPr>
            <a:spLocks noGrp="1"/>
          </p:cNvSpPr>
          <p:nvPr>
            <p:ph type="body" idx="1"/>
          </p:nvPr>
        </p:nvSpPr>
        <p:spPr>
          <a:noFill/>
        </p:spPr>
        <p:txBody>
          <a:bodyPr/>
          <a:lstStyle/>
          <a:p>
            <a:pPr eaLnBrk="1" hangingPunct="1">
              <a:buFont typeface="Wingdings" panose="05000000000000000000" pitchFamily="2" charset="2"/>
              <a:buNone/>
            </a:pPr>
            <a:endParaRPr lang="zh-CN" altLang="en-US"/>
          </a:p>
        </p:txBody>
      </p:sp>
      <p:sp>
        <p:nvSpPr>
          <p:cNvPr id="1217540"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19FABA46-332B-4744-8C8D-A64875C8B2A5}"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93</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22009944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586" name="Rectangle 7"/>
          <p:cNvSpPr>
            <a:spLocks noGrp="1" noChangeArrowheads="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spcBef>
                <a:spcPct val="30000"/>
              </a:spcBef>
              <a:buSzPct val="100000"/>
              <a:buFont typeface="Times New Roman" panose="02020603050405020304" pitchFamily="18" charset="0"/>
              <a:defRPr sz="1200">
                <a:solidFill>
                  <a:srgbClr val="000000"/>
                </a:solidFill>
                <a:latin typeface="Arial" panose="020B0604020202020204" pitchFamily="34" charset="0"/>
              </a:defRPr>
            </a:lvl1pPr>
            <a:lvl2pPr marL="700088" indent="-268288"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2pPr>
            <a:lvl3pPr marL="10763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3pPr>
            <a:lvl4pPr marL="15081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4pPr>
            <a:lvl5pPr marL="1938338"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5pPr>
            <a:lvl6pPr marL="23955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6pPr>
            <a:lvl7pPr marL="28527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7pPr>
            <a:lvl8pPr marL="33099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8pPr>
            <a:lvl9pPr marL="37671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9pPr>
          </a:lstStyle>
          <a:p>
            <a:pPr>
              <a:lnSpc>
                <a:spcPct val="100000"/>
              </a:lnSpc>
              <a:spcBef>
                <a:spcPct val="0"/>
              </a:spcBef>
              <a:buSzTx/>
              <a:buFontTx/>
              <a:buNone/>
              <a:tabLst/>
              <a:defRPr/>
            </a:pPr>
            <a:fld id="{5F8C4E9D-D83B-418E-AE78-065470102DBE}" type="slidenum">
              <a:rPr lang="zh-CN" altLang="en-US" sz="1100" smtClean="0">
                <a:latin typeface="Times New Roman" panose="02020603050405020304" pitchFamily="18" charset="0"/>
              </a:rPr>
              <a:pPr>
                <a:lnSpc>
                  <a:spcPct val="100000"/>
                </a:lnSpc>
                <a:spcBef>
                  <a:spcPct val="0"/>
                </a:spcBef>
                <a:buSzTx/>
                <a:buFontTx/>
                <a:buNone/>
                <a:tabLst/>
                <a:defRPr/>
              </a:pPr>
              <a:t>94</a:t>
            </a:fld>
            <a:endParaRPr lang="en-US" altLang="zh-CN" sz="1100">
              <a:latin typeface="Times New Roman" panose="02020603050405020304" pitchFamily="18" charset="0"/>
            </a:endParaRPr>
          </a:p>
        </p:txBody>
      </p:sp>
      <p:sp>
        <p:nvSpPr>
          <p:cNvPr id="1247235" name="Rectangle 2"/>
          <p:cNvSpPr>
            <a:spLocks noGrp="1" noRot="1" noChangeAspect="1" noChangeArrowheads="1" noTextEdit="1"/>
          </p:cNvSpPr>
          <p:nvPr>
            <p:ph type="sldImg"/>
          </p:nvPr>
        </p:nvSpPr>
        <p:spPr/>
      </p:sp>
      <p:sp>
        <p:nvSpPr>
          <p:cNvPr id="1247236" name="Rectangle 3"/>
          <p:cNvSpPr>
            <a:spLocks noGrp="1" noChangeArrowheads="1"/>
          </p:cNvSpPr>
          <p:nvPr>
            <p:ph type="body" idx="1"/>
          </p:nvPr>
        </p:nvSpPr>
        <p:spPr>
          <a:noFill/>
        </p:spPr>
        <p:txBody>
          <a:bodyPr/>
          <a:lstStyle/>
          <a:p>
            <a:pPr eaLnBrk="1" hangingPunct="1"/>
            <a:endParaRPr lang="en-US" altLang="zh-CN"/>
          </a:p>
        </p:txBody>
      </p:sp>
    </p:spTree>
    <p:extLst>
      <p:ext uri="{BB962C8B-B14F-4D97-AF65-F5344CB8AC3E}">
        <p14:creationId xmlns:p14="http://schemas.microsoft.com/office/powerpoint/2010/main" val="319552485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634" name="Rectangle 7"/>
          <p:cNvSpPr>
            <a:spLocks noGrp="1" noChangeArrowheads="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spcBef>
                <a:spcPct val="30000"/>
              </a:spcBef>
              <a:buSzPct val="100000"/>
              <a:buFont typeface="Times New Roman" panose="02020603050405020304" pitchFamily="18" charset="0"/>
              <a:defRPr sz="1200">
                <a:solidFill>
                  <a:srgbClr val="000000"/>
                </a:solidFill>
                <a:latin typeface="Arial" panose="020B0604020202020204" pitchFamily="34" charset="0"/>
              </a:defRPr>
            </a:lvl1pPr>
            <a:lvl2pPr marL="700088" indent="-268288"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2pPr>
            <a:lvl3pPr marL="10763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3pPr>
            <a:lvl4pPr marL="15081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4pPr>
            <a:lvl5pPr marL="1938338"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5pPr>
            <a:lvl6pPr marL="23955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6pPr>
            <a:lvl7pPr marL="28527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7pPr>
            <a:lvl8pPr marL="33099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8pPr>
            <a:lvl9pPr marL="37671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9pPr>
          </a:lstStyle>
          <a:p>
            <a:pPr>
              <a:lnSpc>
                <a:spcPct val="100000"/>
              </a:lnSpc>
              <a:spcBef>
                <a:spcPct val="0"/>
              </a:spcBef>
              <a:buSzTx/>
              <a:buFontTx/>
              <a:buNone/>
              <a:tabLst/>
              <a:defRPr/>
            </a:pPr>
            <a:fld id="{4DF44111-0550-41D4-AC19-71B569D0F3D5}" type="slidenum">
              <a:rPr lang="zh-CN" altLang="en-US" sz="1100" smtClean="0">
                <a:latin typeface="Times New Roman" panose="02020603050405020304" pitchFamily="18" charset="0"/>
              </a:rPr>
              <a:pPr>
                <a:lnSpc>
                  <a:spcPct val="100000"/>
                </a:lnSpc>
                <a:spcBef>
                  <a:spcPct val="0"/>
                </a:spcBef>
                <a:buSzTx/>
                <a:buFontTx/>
                <a:buNone/>
                <a:tabLst/>
                <a:defRPr/>
              </a:pPr>
              <a:t>95</a:t>
            </a:fld>
            <a:endParaRPr lang="en-US" altLang="zh-CN" sz="1100">
              <a:latin typeface="Times New Roman" panose="02020603050405020304" pitchFamily="18" charset="0"/>
            </a:endParaRPr>
          </a:p>
        </p:txBody>
      </p:sp>
      <p:sp>
        <p:nvSpPr>
          <p:cNvPr id="1249283" name="Rectangle 2"/>
          <p:cNvSpPr>
            <a:spLocks noGrp="1" noRot="1" noChangeAspect="1" noChangeArrowheads="1" noTextEdit="1"/>
          </p:cNvSpPr>
          <p:nvPr>
            <p:ph type="sldImg"/>
          </p:nvPr>
        </p:nvSpPr>
        <p:spPr/>
      </p:sp>
      <p:sp>
        <p:nvSpPr>
          <p:cNvPr id="1249284" name="Rectangle 3"/>
          <p:cNvSpPr>
            <a:spLocks noGrp="1" noChangeArrowheads="1"/>
          </p:cNvSpPr>
          <p:nvPr>
            <p:ph type="body" idx="1"/>
          </p:nvPr>
        </p:nvSpPr>
        <p:spPr>
          <a:noFill/>
        </p:spPr>
        <p:txBody>
          <a:bodyPr/>
          <a:lstStyle/>
          <a:p>
            <a:pPr eaLnBrk="1" hangingPunct="1"/>
            <a:endParaRPr lang="en-GB" altLang="zh-CN" b="1"/>
          </a:p>
        </p:txBody>
      </p:sp>
    </p:spTree>
    <p:extLst>
      <p:ext uri="{BB962C8B-B14F-4D97-AF65-F5344CB8AC3E}">
        <p14:creationId xmlns:p14="http://schemas.microsoft.com/office/powerpoint/2010/main" val="421662716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3682" name="Rectangle 7"/>
          <p:cNvSpPr>
            <a:spLocks noGrp="1" noChangeArrowheads="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spcBef>
                <a:spcPct val="30000"/>
              </a:spcBef>
              <a:buSzPct val="100000"/>
              <a:buFont typeface="Times New Roman" panose="02020603050405020304" pitchFamily="18" charset="0"/>
              <a:defRPr sz="1200">
                <a:solidFill>
                  <a:srgbClr val="000000"/>
                </a:solidFill>
                <a:latin typeface="Arial" panose="020B0604020202020204" pitchFamily="34" charset="0"/>
              </a:defRPr>
            </a:lvl1pPr>
            <a:lvl2pPr marL="700088" indent="-268288"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2pPr>
            <a:lvl3pPr marL="10763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3pPr>
            <a:lvl4pPr marL="15081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4pPr>
            <a:lvl5pPr marL="1938338"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5pPr>
            <a:lvl6pPr marL="23955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6pPr>
            <a:lvl7pPr marL="28527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7pPr>
            <a:lvl8pPr marL="33099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8pPr>
            <a:lvl9pPr marL="37671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9pPr>
          </a:lstStyle>
          <a:p>
            <a:pPr>
              <a:lnSpc>
                <a:spcPct val="100000"/>
              </a:lnSpc>
              <a:spcBef>
                <a:spcPct val="0"/>
              </a:spcBef>
              <a:buSzTx/>
              <a:buFontTx/>
              <a:buNone/>
              <a:tabLst/>
              <a:defRPr/>
            </a:pPr>
            <a:fld id="{4F7B6B8F-71E1-4589-A656-0290DDBD7DAD}" type="slidenum">
              <a:rPr lang="zh-CN" altLang="en-US" sz="1100" smtClean="0">
                <a:latin typeface="Times New Roman" panose="02020603050405020304" pitchFamily="18" charset="0"/>
              </a:rPr>
              <a:pPr>
                <a:lnSpc>
                  <a:spcPct val="100000"/>
                </a:lnSpc>
                <a:spcBef>
                  <a:spcPct val="0"/>
                </a:spcBef>
                <a:buSzTx/>
                <a:buFontTx/>
                <a:buNone/>
                <a:tabLst/>
                <a:defRPr/>
              </a:pPr>
              <a:t>96</a:t>
            </a:fld>
            <a:endParaRPr lang="en-US" altLang="zh-CN" sz="1100">
              <a:latin typeface="Times New Roman" panose="02020603050405020304" pitchFamily="18" charset="0"/>
            </a:endParaRPr>
          </a:p>
        </p:txBody>
      </p:sp>
      <p:sp>
        <p:nvSpPr>
          <p:cNvPr id="1251331" name="Rectangle 2"/>
          <p:cNvSpPr>
            <a:spLocks noGrp="1" noRot="1" noChangeAspect="1" noChangeArrowheads="1" noTextEdit="1"/>
          </p:cNvSpPr>
          <p:nvPr>
            <p:ph type="sldImg"/>
          </p:nvPr>
        </p:nvSpPr>
        <p:spPr/>
      </p:sp>
      <p:sp>
        <p:nvSpPr>
          <p:cNvPr id="1251332" name="Rectangle 3"/>
          <p:cNvSpPr>
            <a:spLocks noGrp="1" noChangeArrowheads="1"/>
          </p:cNvSpPr>
          <p:nvPr>
            <p:ph type="body" idx="1"/>
          </p:nvPr>
        </p:nvSpPr>
        <p:spPr>
          <a:noFill/>
        </p:spPr>
        <p:txBody>
          <a:bodyPr/>
          <a:lstStyle/>
          <a:p>
            <a:pPr eaLnBrk="1" hangingPunct="1"/>
            <a:endParaRPr lang="en-GB" altLang="zh-CN" b="1"/>
          </a:p>
        </p:txBody>
      </p:sp>
    </p:spTree>
    <p:extLst>
      <p:ext uri="{BB962C8B-B14F-4D97-AF65-F5344CB8AC3E}">
        <p14:creationId xmlns:p14="http://schemas.microsoft.com/office/powerpoint/2010/main" val="50291155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5730" name="Rectangle 7"/>
          <p:cNvSpPr>
            <a:spLocks noGrp="1" noChangeArrowheads="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spcBef>
                <a:spcPct val="30000"/>
              </a:spcBef>
              <a:buSzPct val="100000"/>
              <a:buFont typeface="Times New Roman" panose="02020603050405020304" pitchFamily="18" charset="0"/>
              <a:defRPr sz="1200">
                <a:solidFill>
                  <a:srgbClr val="000000"/>
                </a:solidFill>
                <a:latin typeface="Arial" panose="020B0604020202020204" pitchFamily="34" charset="0"/>
              </a:defRPr>
            </a:lvl1pPr>
            <a:lvl2pPr marL="700088" indent="-268288"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2pPr>
            <a:lvl3pPr marL="10763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3pPr>
            <a:lvl4pPr marL="1508125"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4pPr>
            <a:lvl5pPr marL="1938338" indent="-214313" defTabSz="457200">
              <a:spcBef>
                <a:spcPct val="30000"/>
              </a:spcBef>
              <a:buSzPct val="100000"/>
              <a:buFont typeface="Times New Roman" panose="02020603050405020304" pitchFamily="18" charset="0"/>
              <a:defRPr sz="1200">
                <a:solidFill>
                  <a:srgbClr val="000000"/>
                </a:solidFill>
                <a:latin typeface="Calibri" panose="020F0502020204030204" pitchFamily="34" charset="0"/>
              </a:defRPr>
            </a:lvl5pPr>
            <a:lvl6pPr marL="23955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6pPr>
            <a:lvl7pPr marL="28527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7pPr>
            <a:lvl8pPr marL="33099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8pPr>
            <a:lvl9pPr marL="3767138" indent="-214313" defTabSz="457200" eaLnBrk="0" fontAlgn="base" hangingPunct="0">
              <a:spcBef>
                <a:spcPct val="30000"/>
              </a:spcBef>
              <a:spcAft>
                <a:spcPct val="0"/>
              </a:spcAft>
              <a:buSzPct val="100000"/>
              <a:buFont typeface="Times New Roman" panose="02020603050405020304" pitchFamily="18" charset="0"/>
              <a:defRPr sz="1200">
                <a:solidFill>
                  <a:srgbClr val="000000"/>
                </a:solidFill>
                <a:latin typeface="Calibri" panose="020F0502020204030204" pitchFamily="34" charset="0"/>
              </a:defRPr>
            </a:lvl9pPr>
          </a:lstStyle>
          <a:p>
            <a:pPr>
              <a:lnSpc>
                <a:spcPct val="100000"/>
              </a:lnSpc>
              <a:spcBef>
                <a:spcPct val="0"/>
              </a:spcBef>
              <a:buSzTx/>
              <a:buFontTx/>
              <a:buNone/>
              <a:tabLst/>
              <a:defRPr/>
            </a:pPr>
            <a:fld id="{0DB9E77E-185A-4F3F-9A21-A9E4570ED52E}" type="slidenum">
              <a:rPr lang="zh-CN" altLang="en-US" sz="1100" smtClean="0">
                <a:latin typeface="Times New Roman" panose="02020603050405020304" pitchFamily="18" charset="0"/>
              </a:rPr>
              <a:pPr>
                <a:lnSpc>
                  <a:spcPct val="100000"/>
                </a:lnSpc>
                <a:spcBef>
                  <a:spcPct val="0"/>
                </a:spcBef>
                <a:buSzTx/>
                <a:buFontTx/>
                <a:buNone/>
                <a:tabLst/>
                <a:defRPr/>
              </a:pPr>
              <a:t>97</a:t>
            </a:fld>
            <a:endParaRPr lang="en-US" altLang="zh-CN" sz="1100">
              <a:latin typeface="Times New Roman" panose="02020603050405020304" pitchFamily="18" charset="0"/>
            </a:endParaRPr>
          </a:p>
        </p:txBody>
      </p:sp>
      <p:sp>
        <p:nvSpPr>
          <p:cNvPr id="1253379" name="Rectangle 2"/>
          <p:cNvSpPr>
            <a:spLocks noGrp="1" noRot="1" noChangeAspect="1" noChangeArrowheads="1" noTextEdit="1"/>
          </p:cNvSpPr>
          <p:nvPr>
            <p:ph type="sldImg"/>
          </p:nvPr>
        </p:nvSpPr>
        <p:spPr/>
      </p:sp>
      <p:sp>
        <p:nvSpPr>
          <p:cNvPr id="1253380" name="Rectangle 3"/>
          <p:cNvSpPr>
            <a:spLocks noGrp="1" noChangeArrowheads="1"/>
          </p:cNvSpPr>
          <p:nvPr>
            <p:ph type="body" idx="1"/>
          </p:nvPr>
        </p:nvSpPr>
        <p:spPr>
          <a:noFill/>
        </p:spPr>
        <p:txBody>
          <a:bodyPr/>
          <a:lstStyle/>
          <a:p>
            <a:pPr eaLnBrk="1" hangingPunct="1"/>
            <a:endParaRPr lang="en-US" altLang="zh-CN" sz="1100"/>
          </a:p>
        </p:txBody>
      </p:sp>
    </p:spTree>
    <p:extLst>
      <p:ext uri="{BB962C8B-B14F-4D97-AF65-F5344CB8AC3E}">
        <p14:creationId xmlns:p14="http://schemas.microsoft.com/office/powerpoint/2010/main" val="154917233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6" name="幻灯片图像占位符 1"/>
          <p:cNvSpPr>
            <a:spLocks noGrp="1" noRot="1" noChangeAspect="1" noTextEdit="1"/>
          </p:cNvSpPr>
          <p:nvPr>
            <p:ph type="sldImg"/>
          </p:nvPr>
        </p:nvSpPr>
        <p:spPr/>
      </p:sp>
      <p:sp>
        <p:nvSpPr>
          <p:cNvPr id="1255427" name="备注占位符 2"/>
          <p:cNvSpPr>
            <a:spLocks noGrp="1"/>
          </p:cNvSpPr>
          <p:nvPr>
            <p:ph type="body" idx="1"/>
          </p:nvPr>
        </p:nvSpPr>
        <p:spPr>
          <a:noFill/>
        </p:spPr>
        <p:txBody>
          <a:bodyPr/>
          <a:lstStyle/>
          <a:p>
            <a:endParaRPr lang="zh-CN" altLang="en-US"/>
          </a:p>
        </p:txBody>
      </p:sp>
      <p:sp>
        <p:nvSpPr>
          <p:cNvPr id="1206276"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300C519C-B1C8-44FA-91C9-A61DD7076D2A}"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98</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33427556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474" name="幻灯片图像占位符 1"/>
          <p:cNvSpPr>
            <a:spLocks noGrp="1" noRot="1" noChangeAspect="1" noTextEdit="1"/>
          </p:cNvSpPr>
          <p:nvPr>
            <p:ph type="sldImg"/>
          </p:nvPr>
        </p:nvSpPr>
        <p:spPr/>
      </p:sp>
      <p:sp>
        <p:nvSpPr>
          <p:cNvPr id="1257475" name="备注占位符 2"/>
          <p:cNvSpPr>
            <a:spLocks noGrp="1"/>
          </p:cNvSpPr>
          <p:nvPr>
            <p:ph type="body" idx="1"/>
          </p:nvPr>
        </p:nvSpPr>
        <p:spPr>
          <a:noFill/>
        </p:spPr>
        <p:txBody>
          <a:bodyPr/>
          <a:lstStyle/>
          <a:p>
            <a:pPr defTabSz="862013"/>
            <a:endParaRPr kumimoji="1" lang="en-US" altLang="zh-CN">
              <a:solidFill>
                <a:srgbClr val="0070C0"/>
              </a:solidFill>
            </a:endParaRPr>
          </a:p>
        </p:txBody>
      </p:sp>
      <p:sp>
        <p:nvSpPr>
          <p:cNvPr id="1208324"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2BA67506-D221-4A3D-ABC7-52AA524A7C83}"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99</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41330218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100</a:t>
            </a:fld>
            <a:endParaRPr lang="en-GB" altLang="en-US">
              <a:cs typeface="+mn-cs"/>
            </a:endParaRPr>
          </a:p>
        </p:txBody>
      </p:sp>
    </p:spTree>
    <p:extLst>
      <p:ext uri="{BB962C8B-B14F-4D97-AF65-F5344CB8AC3E}">
        <p14:creationId xmlns:p14="http://schemas.microsoft.com/office/powerpoint/2010/main" val="319946389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546" name="幻灯片图像占位符 1"/>
          <p:cNvSpPr>
            <a:spLocks noGrp="1" noRot="1" noChangeAspect="1" noTextEdit="1"/>
          </p:cNvSpPr>
          <p:nvPr>
            <p:ph type="sldImg"/>
          </p:nvPr>
        </p:nvSpPr>
        <p:spPr/>
      </p:sp>
      <p:sp>
        <p:nvSpPr>
          <p:cNvPr id="1260547" name="备注占位符 2"/>
          <p:cNvSpPr>
            <a:spLocks noGrp="1"/>
          </p:cNvSpPr>
          <p:nvPr>
            <p:ph type="body" idx="1"/>
          </p:nvPr>
        </p:nvSpPr>
        <p:spPr>
          <a:noFill/>
        </p:spPr>
        <p:txBody>
          <a:bodyPr/>
          <a:lstStyle/>
          <a:p>
            <a:pPr defTabSz="862013"/>
            <a:endParaRPr kumimoji="1" lang="en-US" altLang="zh-CN" sz="1100"/>
          </a:p>
        </p:txBody>
      </p:sp>
      <p:sp>
        <p:nvSpPr>
          <p:cNvPr id="1211396"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F7E14E85-BAB7-4D3E-A951-90C530A630AA}"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101</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1846423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102</a:t>
            </a:fld>
            <a:endParaRPr lang="en-GB" altLang="en-US">
              <a:cs typeface="+mn-cs"/>
            </a:endParaRPr>
          </a:p>
        </p:txBody>
      </p:sp>
    </p:spTree>
    <p:extLst>
      <p:ext uri="{BB962C8B-B14F-4D97-AF65-F5344CB8AC3E}">
        <p14:creationId xmlns:p14="http://schemas.microsoft.com/office/powerpoint/2010/main" val="20838995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3618" name="幻灯片图像占位符 1"/>
          <p:cNvSpPr>
            <a:spLocks noGrp="1" noRot="1" noChangeAspect="1" noTextEdit="1"/>
          </p:cNvSpPr>
          <p:nvPr>
            <p:ph type="sldImg"/>
          </p:nvPr>
        </p:nvSpPr>
        <p:spPr/>
      </p:sp>
      <p:sp>
        <p:nvSpPr>
          <p:cNvPr id="1263619" name="备注占位符 2"/>
          <p:cNvSpPr>
            <a:spLocks noGrp="1"/>
          </p:cNvSpPr>
          <p:nvPr>
            <p:ph type="body" idx="1"/>
          </p:nvPr>
        </p:nvSpPr>
        <p:spPr>
          <a:noFill/>
        </p:spPr>
        <p:txBody>
          <a:bodyPr/>
          <a:lstStyle/>
          <a:p>
            <a:endParaRPr lang="zh-CN" altLang="en-US"/>
          </a:p>
        </p:txBody>
      </p:sp>
      <p:sp>
        <p:nvSpPr>
          <p:cNvPr id="1214468" name="灯片编号占位符 3"/>
          <p:cNvSpPr>
            <a:spLocks noGrp="1"/>
          </p:cNvSpPr>
          <p:nvPr>
            <p:ph type="sldNum" sz="quarter"/>
          </p:nvPr>
        </p:nvSpPr>
        <p:spPr bwMode="auto">
          <a:xfrm>
            <a:off x="6160971" y="7488896"/>
            <a:ext cx="4723028" cy="3932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defTabSz="457200">
              <a:defRPr>
                <a:solidFill>
                  <a:srgbClr val="000000"/>
                </a:solidFill>
                <a:latin typeface="Arial" panose="020B0604020202020204" pitchFamily="34" charset="0"/>
                <a:ea typeface="楷体" panose="02010609060101010101" pitchFamily="49" charset="-122"/>
              </a:defRPr>
            </a:lvl1pPr>
            <a:lvl2pPr defTabSz="457200">
              <a:defRPr>
                <a:solidFill>
                  <a:srgbClr val="000000"/>
                </a:solidFill>
                <a:latin typeface="Arial" panose="020B0604020202020204" pitchFamily="34" charset="0"/>
                <a:ea typeface="楷体" panose="02010609060101010101" pitchFamily="49" charset="-122"/>
              </a:defRPr>
            </a:lvl2pPr>
            <a:lvl3pPr defTabSz="457200">
              <a:defRPr>
                <a:solidFill>
                  <a:srgbClr val="000000"/>
                </a:solidFill>
                <a:latin typeface="Arial" panose="020B0604020202020204" pitchFamily="34" charset="0"/>
                <a:ea typeface="楷体" panose="02010609060101010101" pitchFamily="49" charset="-122"/>
              </a:defRPr>
            </a:lvl3pPr>
            <a:lvl4pPr defTabSz="457200">
              <a:defRPr>
                <a:solidFill>
                  <a:srgbClr val="000000"/>
                </a:solidFill>
                <a:latin typeface="Arial" panose="020B0604020202020204" pitchFamily="34" charset="0"/>
                <a:ea typeface="楷体" panose="02010609060101010101" pitchFamily="49" charset="-122"/>
              </a:defRPr>
            </a:lvl4pPr>
            <a:lvl5pPr defTabSz="457200">
              <a:defRPr>
                <a:solidFill>
                  <a:srgbClr val="000000"/>
                </a:solidFill>
                <a:latin typeface="Arial" panose="020B0604020202020204" pitchFamily="34" charset="0"/>
                <a:ea typeface="楷体" panose="02010609060101010101" pitchFamily="49" charset="-122"/>
              </a:defRPr>
            </a:lvl5pPr>
            <a:lvl6pPr marL="25146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6pPr>
            <a:lvl7pPr marL="29718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7pPr>
            <a:lvl8pPr marL="34290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8pPr>
            <a:lvl9pPr marL="3886200" indent="-228600" defTabSz="457200" eaLnBrk="0" fontAlgn="base" hangingPunct="0">
              <a:spcBef>
                <a:spcPct val="0"/>
              </a:spcBef>
              <a:spcAft>
                <a:spcPct val="0"/>
              </a:spcAft>
              <a:defRPr>
                <a:solidFill>
                  <a:srgbClr val="000000"/>
                </a:solidFill>
                <a:latin typeface="Arial" panose="020B0604020202020204" pitchFamily="34" charset="0"/>
                <a:ea typeface="楷体" panose="02010609060101010101" pitchFamily="49" charset="-122"/>
              </a:defRPr>
            </a:lvl9pPr>
          </a:lstStyle>
          <a:p>
            <a:pPr>
              <a:lnSpc>
                <a:spcPct val="100000"/>
              </a:lnSpc>
              <a:buSzTx/>
              <a:buFontTx/>
              <a:buNone/>
              <a:tabLst/>
              <a:defRPr/>
            </a:pPr>
            <a:fld id="{7A395F83-743E-4510-A7B3-23A48BE65309}" type="slidenum">
              <a:rPr lang="zh-CN" altLang="en-US" sz="1100" smtClean="0">
                <a:latin typeface="Calibri" panose="020F0502020204030204" pitchFamily="34" charset="0"/>
                <a:ea typeface="宋体" panose="02010600030101010101" pitchFamily="2" charset="-122"/>
              </a:rPr>
              <a:pPr>
                <a:lnSpc>
                  <a:spcPct val="100000"/>
                </a:lnSpc>
                <a:buSzTx/>
                <a:buFontTx/>
                <a:buNone/>
                <a:tabLst/>
                <a:defRPr/>
              </a:pPr>
              <a:t>103</a:t>
            </a:fld>
            <a:endParaRPr lang="zh-CN" altLang="en-US" sz="11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73271442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104</a:t>
            </a:fld>
            <a:endParaRPr lang="en-GB" altLang="en-US">
              <a:cs typeface="+mn-cs"/>
            </a:endParaRPr>
          </a:p>
        </p:txBody>
      </p:sp>
    </p:spTree>
    <p:extLst>
      <p:ext uri="{BB962C8B-B14F-4D97-AF65-F5344CB8AC3E}">
        <p14:creationId xmlns:p14="http://schemas.microsoft.com/office/powerpoint/2010/main" val="36026915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p:nvPr>
        </p:nvSpPr>
        <p:spPr>
          <a:xfrm>
            <a:off x="6160971" y="7488896"/>
            <a:ext cx="4723028" cy="393290"/>
          </a:xfrm>
          <a:prstGeom prst="rect">
            <a:avLst/>
          </a:prstGeom>
        </p:spPr>
        <p:txBody>
          <a:bodyPr/>
          <a:lstStyle/>
          <a:p>
            <a:pPr>
              <a:defRPr/>
            </a:pPr>
            <a:fld id="{E11425D0-B734-4115-8EAB-C0DD5BB6D47E}" type="slidenum">
              <a:rPr lang="en-GB" altLang="en-US" smtClean="0"/>
              <a:pPr>
                <a:defRPr/>
              </a:pPr>
              <a:t>105</a:t>
            </a:fld>
            <a:endParaRPr lang="en-GB" altLang="en-US">
              <a:cs typeface="+mn-cs"/>
            </a:endParaRPr>
          </a:p>
        </p:txBody>
      </p:sp>
    </p:spTree>
    <p:extLst>
      <p:ext uri="{BB962C8B-B14F-4D97-AF65-F5344CB8AC3E}">
        <p14:creationId xmlns:p14="http://schemas.microsoft.com/office/powerpoint/2010/main" val="2267583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4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5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7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87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8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89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0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0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0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0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0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1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2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93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3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3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3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3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4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95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5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96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6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6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7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8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8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98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
        <p:nvSpPr>
          <p:cNvPr id="4" name="Rectangle 5"/>
          <p:cNvSpPr>
            <a:spLocks noGrp="1"/>
          </p:cNvSpPr>
          <p:nvPr>
            <p:ph type="dt" idx="10"/>
          </p:nvPr>
        </p:nvSpPr>
        <p:spPr/>
        <p:txBody>
          <a:bodyPr/>
          <a:lstStyle>
            <a:lvl1pPr>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14FB46EB-17BB-41B4-B472-40089285ED75}" type="slidenum">
              <a:rPr lang="en-GB" altLang="en-US"/>
              <a:pPr>
                <a:defRPr/>
              </a:pPr>
              <a:t>‹#›</a:t>
            </a:fld>
            <a:endParaRPr lang="en-GB" altLang="en-US"/>
          </a:p>
        </p:txBody>
      </p:sp>
    </p:spTree>
    <p:extLst>
      <p:ext uri="{BB962C8B-B14F-4D97-AF65-F5344CB8AC3E}">
        <p14:creationId xmlns:p14="http://schemas.microsoft.com/office/powerpoint/2010/main" val="2606130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A68463B9-6986-475B-BA95-A81A4A4C3FB1}" type="slidenum">
              <a:rPr lang="en-GB" altLang="en-US"/>
              <a:pPr>
                <a:defRPr/>
              </a:pPr>
              <a:t>‹#›</a:t>
            </a:fld>
            <a:endParaRPr lang="en-GB" altLang="en-US"/>
          </a:p>
        </p:txBody>
      </p:sp>
    </p:spTree>
    <p:extLst>
      <p:ext uri="{BB962C8B-B14F-4D97-AF65-F5344CB8AC3E}">
        <p14:creationId xmlns:p14="http://schemas.microsoft.com/office/powerpoint/2010/main" val="2015141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
        <p:nvSpPr>
          <p:cNvPr id="4" name="Rectangle 5"/>
          <p:cNvSpPr>
            <a:spLocks noGrp="1"/>
          </p:cNvSpPr>
          <p:nvPr>
            <p:ph type="dt" idx="10"/>
          </p:nvPr>
        </p:nvSpPr>
        <p:spPr/>
        <p:txBody>
          <a:bodyPr/>
          <a:lstStyle>
            <a:lvl1pPr>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CA02B076-8B78-487B-944D-E92FFD186F37}" type="slidenum">
              <a:rPr lang="en-GB" altLang="en-US"/>
              <a:pPr>
                <a:defRPr/>
              </a:pPr>
              <a:t>‹#›</a:t>
            </a:fld>
            <a:endParaRPr lang="en-GB" altLang="en-US"/>
          </a:p>
        </p:txBody>
      </p:sp>
    </p:spTree>
    <p:extLst>
      <p:ext uri="{BB962C8B-B14F-4D97-AF65-F5344CB8AC3E}">
        <p14:creationId xmlns:p14="http://schemas.microsoft.com/office/powerpoint/2010/main" val="2193053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p:cNvSpPr>
            <a:spLocks noGrp="1"/>
          </p:cNvSpPr>
          <p:nvPr>
            <p:ph type="dt" idx="10"/>
          </p:nvPr>
        </p:nvSpPr>
        <p:spPr/>
        <p:txBody>
          <a:bodyPr/>
          <a:lstStyle>
            <a:lvl1pPr>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81AD4460-AB06-411A-B7E0-2C6DD347193B}" type="slidenum">
              <a:rPr lang="en-GB" altLang="en-US"/>
              <a:pPr>
                <a:defRPr/>
              </a:pPr>
              <a:t>‹#›</a:t>
            </a:fld>
            <a:endParaRPr lang="en-GB" altLang="en-US"/>
          </a:p>
        </p:txBody>
      </p:sp>
    </p:spTree>
    <p:extLst>
      <p:ext uri="{BB962C8B-B14F-4D97-AF65-F5344CB8AC3E}">
        <p14:creationId xmlns:p14="http://schemas.microsoft.com/office/powerpoint/2010/main" val="620700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p:cNvSpPr>
            <a:spLocks noGrp="1"/>
          </p:cNvSpPr>
          <p:nvPr>
            <p:ph type="dt" idx="10"/>
          </p:nvPr>
        </p:nvSpPr>
        <p:spPr/>
        <p:txBody>
          <a:bodyPr/>
          <a:lstStyle>
            <a:lvl1pPr>
              <a:defRPr/>
            </a:lvl1pPr>
          </a:lstStyle>
          <a:p>
            <a:pPr>
              <a:defRPr/>
            </a:pPr>
            <a:endParaRPr lang="en-GB" altLang="en-US"/>
          </a:p>
        </p:txBody>
      </p:sp>
      <p:sp>
        <p:nvSpPr>
          <p:cNvPr id="8"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9" name="Rectangle 7"/>
          <p:cNvSpPr>
            <a:spLocks noGrp="1"/>
          </p:cNvSpPr>
          <p:nvPr>
            <p:ph type="sldNum" idx="12"/>
          </p:nvPr>
        </p:nvSpPr>
        <p:spPr/>
        <p:txBody>
          <a:bodyPr/>
          <a:lstStyle>
            <a:lvl1pPr>
              <a:defRPr/>
            </a:lvl1pPr>
          </a:lstStyle>
          <a:p>
            <a:pPr>
              <a:defRPr/>
            </a:pPr>
            <a:fld id="{2A1AEF8D-8A75-4F0A-B0AA-05F0F800DC56}" type="slidenum">
              <a:rPr lang="en-GB" altLang="en-US"/>
              <a:pPr>
                <a:defRPr/>
              </a:pPr>
              <a:t>‹#›</a:t>
            </a:fld>
            <a:endParaRPr lang="en-GB" altLang="en-US"/>
          </a:p>
        </p:txBody>
      </p:sp>
    </p:spTree>
    <p:extLst>
      <p:ext uri="{BB962C8B-B14F-4D97-AF65-F5344CB8AC3E}">
        <p14:creationId xmlns:p14="http://schemas.microsoft.com/office/powerpoint/2010/main" val="1627161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p:cNvSpPr>
            <a:spLocks noGrp="1"/>
          </p:cNvSpPr>
          <p:nvPr>
            <p:ph type="dt" idx="10"/>
          </p:nvPr>
        </p:nvSpPr>
        <p:spPr/>
        <p:txBody>
          <a:bodyPr/>
          <a:lstStyle>
            <a:lvl1pPr>
              <a:defRPr/>
            </a:lvl1pPr>
          </a:lstStyle>
          <a:p>
            <a:pPr>
              <a:defRPr/>
            </a:pPr>
            <a:endParaRPr lang="en-GB" altLang="en-US"/>
          </a:p>
        </p:txBody>
      </p:sp>
      <p:sp>
        <p:nvSpPr>
          <p:cNvPr id="4"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5" name="Rectangle 7"/>
          <p:cNvSpPr>
            <a:spLocks noGrp="1"/>
          </p:cNvSpPr>
          <p:nvPr>
            <p:ph type="sldNum" idx="12"/>
          </p:nvPr>
        </p:nvSpPr>
        <p:spPr/>
        <p:txBody>
          <a:bodyPr/>
          <a:lstStyle>
            <a:lvl1pPr>
              <a:defRPr/>
            </a:lvl1pPr>
          </a:lstStyle>
          <a:p>
            <a:pPr>
              <a:defRPr/>
            </a:pPr>
            <a:fld id="{F2289007-B4A8-4BBB-A5AD-2AC40365D0B7}" type="slidenum">
              <a:rPr lang="en-GB" altLang="en-US"/>
              <a:pPr>
                <a:defRPr/>
              </a:pPr>
              <a:t>‹#›</a:t>
            </a:fld>
            <a:endParaRPr lang="en-GB" altLang="en-US"/>
          </a:p>
        </p:txBody>
      </p:sp>
    </p:spTree>
    <p:extLst>
      <p:ext uri="{BB962C8B-B14F-4D97-AF65-F5344CB8AC3E}">
        <p14:creationId xmlns:p14="http://schemas.microsoft.com/office/powerpoint/2010/main" val="253869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p:cNvSpPr>
          <p:nvPr>
            <p:ph type="dt" idx="10"/>
          </p:nvPr>
        </p:nvSpPr>
        <p:spPr/>
        <p:txBody>
          <a:bodyPr/>
          <a:lstStyle>
            <a:lvl1pPr>
              <a:defRPr/>
            </a:lvl1pPr>
          </a:lstStyle>
          <a:p>
            <a:pPr>
              <a:defRPr/>
            </a:pPr>
            <a:endParaRPr lang="en-GB" altLang="en-US"/>
          </a:p>
        </p:txBody>
      </p:sp>
      <p:sp>
        <p:nvSpPr>
          <p:cNvPr id="3"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4" name="Rectangle 7"/>
          <p:cNvSpPr>
            <a:spLocks noGrp="1"/>
          </p:cNvSpPr>
          <p:nvPr>
            <p:ph type="sldNum" idx="12"/>
          </p:nvPr>
        </p:nvSpPr>
        <p:spPr/>
        <p:txBody>
          <a:bodyPr/>
          <a:lstStyle>
            <a:lvl1pPr>
              <a:defRPr/>
            </a:lvl1pPr>
          </a:lstStyle>
          <a:p>
            <a:pPr>
              <a:defRPr/>
            </a:pPr>
            <a:fld id="{47B009CC-3C54-43BD-A07B-5FA58D7CFA6E}" type="slidenum">
              <a:rPr lang="en-GB" altLang="en-US"/>
              <a:pPr>
                <a:defRPr/>
              </a:pPr>
              <a:t>‹#›</a:t>
            </a:fld>
            <a:endParaRPr lang="en-GB" altLang="en-US"/>
          </a:p>
        </p:txBody>
      </p:sp>
    </p:spTree>
    <p:extLst>
      <p:ext uri="{BB962C8B-B14F-4D97-AF65-F5344CB8AC3E}">
        <p14:creationId xmlns:p14="http://schemas.microsoft.com/office/powerpoint/2010/main" val="149411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p:cNvSpPr>
            <a:spLocks noGrp="1"/>
          </p:cNvSpPr>
          <p:nvPr>
            <p:ph type="dt" idx="10"/>
          </p:nvPr>
        </p:nvSpPr>
        <p:spPr/>
        <p:txBody>
          <a:bodyPr/>
          <a:lstStyle>
            <a:lvl1pPr>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B7780C44-A052-437A-A051-D62DB591E24D}" type="slidenum">
              <a:rPr lang="en-GB" altLang="en-US"/>
              <a:pPr>
                <a:defRPr/>
              </a:pPr>
              <a:t>‹#›</a:t>
            </a:fld>
            <a:endParaRPr lang="en-GB" altLang="en-US"/>
          </a:p>
        </p:txBody>
      </p:sp>
    </p:spTree>
    <p:extLst>
      <p:ext uri="{BB962C8B-B14F-4D97-AF65-F5344CB8AC3E}">
        <p14:creationId xmlns:p14="http://schemas.microsoft.com/office/powerpoint/2010/main" val="596756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p:cNvSpPr>
            <a:spLocks noGrp="1"/>
          </p:cNvSpPr>
          <p:nvPr>
            <p:ph type="dt" idx="10"/>
          </p:nvPr>
        </p:nvSpPr>
        <p:spPr/>
        <p:txBody>
          <a:bodyPr/>
          <a:lstStyle>
            <a:lvl1pPr>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65C87375-2225-465E-BFE2-F576239BA042}" type="slidenum">
              <a:rPr lang="en-GB" altLang="en-US"/>
              <a:pPr>
                <a:defRPr/>
              </a:pPr>
              <a:t>‹#›</a:t>
            </a:fld>
            <a:endParaRPr lang="en-GB" altLang="en-US"/>
          </a:p>
        </p:txBody>
      </p:sp>
    </p:spTree>
    <p:extLst>
      <p:ext uri="{BB962C8B-B14F-4D97-AF65-F5344CB8AC3E}">
        <p14:creationId xmlns:p14="http://schemas.microsoft.com/office/powerpoint/2010/main" val="387690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3ADB2E67-A3D5-48E6-9350-A9A351A38522}" type="slidenum">
              <a:rPr lang="en-GB" altLang="en-US"/>
              <a:pPr>
                <a:defRPr/>
              </a:pPr>
              <a:t>‹#›</a:t>
            </a:fld>
            <a:endParaRPr lang="en-GB" altLang="en-US"/>
          </a:p>
        </p:txBody>
      </p:sp>
    </p:spTree>
    <p:extLst>
      <p:ext uri="{BB962C8B-B14F-4D97-AF65-F5344CB8AC3E}">
        <p14:creationId xmlns:p14="http://schemas.microsoft.com/office/powerpoint/2010/main" val="1893642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AC188242-1FBC-4B0E-99F8-0E818CD50CA1}" type="slidenum">
              <a:rPr lang="en-GB" altLang="en-US"/>
              <a:pPr>
                <a:defRPr/>
              </a:pPr>
              <a:t>‹#›</a:t>
            </a:fld>
            <a:endParaRPr lang="en-GB" altLang="en-US"/>
          </a:p>
        </p:txBody>
      </p:sp>
    </p:spTree>
    <p:extLst>
      <p:ext uri="{BB962C8B-B14F-4D97-AF65-F5344CB8AC3E}">
        <p14:creationId xmlns:p14="http://schemas.microsoft.com/office/powerpoint/2010/main" val="1935715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Tree>
    <p:extLst>
      <p:ext uri="{BB962C8B-B14F-4D97-AF65-F5344CB8AC3E}">
        <p14:creationId xmlns:p14="http://schemas.microsoft.com/office/powerpoint/2010/main" val="952708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785653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1870503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7316820"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370209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7528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3630510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662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3878795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1330545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2571334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7776629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C9299444-6437-45F6-99C5-7A5A1131883C}" type="slidenum">
              <a:rPr lang="en-US"/>
              <a:pPr>
                <a:defRPr/>
              </a:pPr>
              <a:t>‹#›</a:t>
            </a:fld>
            <a:endParaRPr lang="en-US"/>
          </a:p>
        </p:txBody>
      </p:sp>
    </p:spTree>
    <p:extLst>
      <p:ext uri="{BB962C8B-B14F-4D97-AF65-F5344CB8AC3E}">
        <p14:creationId xmlns:p14="http://schemas.microsoft.com/office/powerpoint/2010/main" val="8109798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FFE46830-2D41-482C-9311-5E5BE7E9360D}" type="slidenum">
              <a:rPr lang="en-US"/>
              <a:pPr>
                <a:defRPr/>
              </a:pPr>
              <a:t>‹#›</a:t>
            </a:fld>
            <a:endParaRPr lang="en-US" dirty="0"/>
          </a:p>
        </p:txBody>
      </p:sp>
    </p:spTree>
    <p:extLst>
      <p:ext uri="{BB962C8B-B14F-4D97-AF65-F5344CB8AC3E}">
        <p14:creationId xmlns:p14="http://schemas.microsoft.com/office/powerpoint/2010/main" val="18067878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4757CFE7-9509-4C0D-BB24-8B931D21297E}" type="slidenum">
              <a:rPr lang="en-US"/>
              <a:pPr>
                <a:defRPr/>
              </a:pPr>
              <a:t>‹#›</a:t>
            </a:fld>
            <a:endParaRPr lang="en-US"/>
          </a:p>
        </p:txBody>
      </p:sp>
    </p:spTree>
    <p:extLst>
      <p:ext uri="{BB962C8B-B14F-4D97-AF65-F5344CB8AC3E}">
        <p14:creationId xmlns:p14="http://schemas.microsoft.com/office/powerpoint/2010/main" val="23193105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37E7F17-6E32-4E58-8044-DC4A5055734C}" type="slidenum">
              <a:rPr lang="en-US"/>
              <a:pPr>
                <a:defRPr/>
              </a:pPr>
              <a:t>‹#›</a:t>
            </a:fld>
            <a:endParaRPr lang="en-US"/>
          </a:p>
        </p:txBody>
      </p:sp>
    </p:spTree>
    <p:extLst>
      <p:ext uri="{BB962C8B-B14F-4D97-AF65-F5344CB8AC3E}">
        <p14:creationId xmlns:p14="http://schemas.microsoft.com/office/powerpoint/2010/main" val="14392019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8FA5719-D1A3-43F1-8BB0-F95B8B1001E8}" type="slidenum">
              <a:rPr lang="en-US"/>
              <a:pPr>
                <a:defRPr/>
              </a:pPr>
              <a:t>‹#›</a:t>
            </a:fld>
            <a:endParaRPr lang="en-US"/>
          </a:p>
        </p:txBody>
      </p:sp>
    </p:spTree>
    <p:extLst>
      <p:ext uri="{BB962C8B-B14F-4D97-AF65-F5344CB8AC3E}">
        <p14:creationId xmlns:p14="http://schemas.microsoft.com/office/powerpoint/2010/main" val="31411475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E7E6F3A-69C8-4146-B92D-DECBBF431458}" type="slidenum">
              <a:rPr lang="en-US"/>
              <a:pPr>
                <a:defRPr/>
              </a:pPr>
              <a:t>‹#›</a:t>
            </a:fld>
            <a:endParaRPr lang="en-US"/>
          </a:p>
        </p:txBody>
      </p:sp>
    </p:spTree>
    <p:extLst>
      <p:ext uri="{BB962C8B-B14F-4D97-AF65-F5344CB8AC3E}">
        <p14:creationId xmlns:p14="http://schemas.microsoft.com/office/powerpoint/2010/main" val="1736906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11844288-4390-49C8-9886-7B5DD0F8AB4E}" type="slidenum">
              <a:rPr lang="en-US"/>
              <a:pPr>
                <a:defRPr/>
              </a:pPr>
              <a:t>‹#›</a:t>
            </a:fld>
            <a:endParaRPr lang="en-US"/>
          </a:p>
        </p:txBody>
      </p:sp>
    </p:spTree>
    <p:extLst>
      <p:ext uri="{BB962C8B-B14F-4D97-AF65-F5344CB8AC3E}">
        <p14:creationId xmlns:p14="http://schemas.microsoft.com/office/powerpoint/2010/main" val="37275140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B6AF117-0532-458A-89E6-8456D7CB950D}" type="slidenum">
              <a:rPr lang="en-US"/>
              <a:pPr>
                <a:defRPr/>
              </a:pPr>
              <a:t>‹#›</a:t>
            </a:fld>
            <a:endParaRPr lang="en-US"/>
          </a:p>
        </p:txBody>
      </p:sp>
    </p:spTree>
    <p:extLst>
      <p:ext uri="{BB962C8B-B14F-4D97-AF65-F5344CB8AC3E}">
        <p14:creationId xmlns:p14="http://schemas.microsoft.com/office/powerpoint/2010/main" val="37392448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EE2B38E-4EE8-4D04-8987-A9BDB172DB3B}" type="slidenum">
              <a:rPr lang="en-US"/>
              <a:pPr>
                <a:defRPr/>
              </a:pPr>
              <a:t>‹#›</a:t>
            </a:fld>
            <a:endParaRPr lang="en-US"/>
          </a:p>
        </p:txBody>
      </p:sp>
    </p:spTree>
    <p:extLst>
      <p:ext uri="{BB962C8B-B14F-4D97-AF65-F5344CB8AC3E}">
        <p14:creationId xmlns:p14="http://schemas.microsoft.com/office/powerpoint/2010/main" val="12950788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C96F013-BB5E-4FDC-9696-AD32527467E2}" type="slidenum">
              <a:rPr lang="en-US"/>
              <a:pPr>
                <a:defRPr/>
              </a:pPr>
              <a:t>‹#›</a:t>
            </a:fld>
            <a:endParaRPr lang="en-US"/>
          </a:p>
        </p:txBody>
      </p:sp>
    </p:spTree>
    <p:extLst>
      <p:ext uri="{BB962C8B-B14F-4D97-AF65-F5344CB8AC3E}">
        <p14:creationId xmlns:p14="http://schemas.microsoft.com/office/powerpoint/2010/main" val="2691251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DA1D695-B7AD-4623-99D0-A151BAE38BD7}" type="slidenum">
              <a:rPr lang="en-US"/>
              <a:pPr>
                <a:defRPr/>
              </a:pPr>
              <a:t>‹#›</a:t>
            </a:fld>
            <a:endParaRPr lang="en-US"/>
          </a:p>
        </p:txBody>
      </p:sp>
    </p:spTree>
    <p:extLst>
      <p:ext uri="{BB962C8B-B14F-4D97-AF65-F5344CB8AC3E}">
        <p14:creationId xmlns:p14="http://schemas.microsoft.com/office/powerpoint/2010/main" val="182868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0613FF7-F0D0-4968-9426-141360669008}" type="slidenum">
              <a:rPr lang="en-US"/>
              <a:pPr>
                <a:defRPr/>
              </a:pPr>
              <a:t>‹#›</a:t>
            </a:fld>
            <a:endParaRPr lang="en-US"/>
          </a:p>
        </p:txBody>
      </p:sp>
    </p:spTree>
    <p:extLst>
      <p:ext uri="{BB962C8B-B14F-4D97-AF65-F5344CB8AC3E}">
        <p14:creationId xmlns:p14="http://schemas.microsoft.com/office/powerpoint/2010/main" val="22344808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2646A51-AAD3-4016-BC96-B86DFA2977AA}" type="slidenum">
              <a:rPr lang="en-US"/>
              <a:pPr>
                <a:defRPr/>
              </a:pPr>
              <a:t>‹#›</a:t>
            </a:fld>
            <a:endParaRPr lang="en-US"/>
          </a:p>
        </p:txBody>
      </p:sp>
    </p:spTree>
    <p:extLst>
      <p:ext uri="{BB962C8B-B14F-4D97-AF65-F5344CB8AC3E}">
        <p14:creationId xmlns:p14="http://schemas.microsoft.com/office/powerpoint/2010/main" val="39867385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28FFA40-762B-481B-90AB-CC87DF6C9D96}" type="slidenum">
              <a:rPr lang="en-US"/>
              <a:pPr>
                <a:defRPr/>
              </a:pPr>
              <a:t>‹#›</a:t>
            </a:fld>
            <a:endParaRPr lang="en-US"/>
          </a:p>
        </p:txBody>
      </p:sp>
    </p:spTree>
    <p:extLst>
      <p:ext uri="{BB962C8B-B14F-4D97-AF65-F5344CB8AC3E}">
        <p14:creationId xmlns:p14="http://schemas.microsoft.com/office/powerpoint/2010/main" val="13332152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D898793-D4CE-4D7C-97E2-2BD2962F5855}" type="slidenum">
              <a:rPr lang="en-US"/>
              <a:pPr>
                <a:defRPr/>
              </a:pPr>
              <a:t>‹#›</a:t>
            </a:fld>
            <a:endParaRPr lang="en-US"/>
          </a:p>
        </p:txBody>
      </p:sp>
    </p:spTree>
    <p:extLst>
      <p:ext uri="{BB962C8B-B14F-4D97-AF65-F5344CB8AC3E}">
        <p14:creationId xmlns:p14="http://schemas.microsoft.com/office/powerpoint/2010/main" val="36772273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EDF4FC9D-2B84-4602-9F40-293602B88090}" type="slidenum">
              <a:rPr lang="en-US"/>
              <a:pPr>
                <a:defRPr/>
              </a:pPr>
              <a:t>‹#›</a:t>
            </a:fld>
            <a:endParaRPr lang="en-US"/>
          </a:p>
        </p:txBody>
      </p:sp>
    </p:spTree>
    <p:extLst>
      <p:ext uri="{BB962C8B-B14F-4D97-AF65-F5344CB8AC3E}">
        <p14:creationId xmlns:p14="http://schemas.microsoft.com/office/powerpoint/2010/main" val="37607749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A1CEFF8-2A3F-47A4-8179-4DE22A60FA65}" type="slidenum">
              <a:rPr lang="en-US"/>
              <a:pPr>
                <a:defRPr/>
              </a:pPr>
              <a:t>‹#›</a:t>
            </a:fld>
            <a:endParaRPr lang="en-US"/>
          </a:p>
        </p:txBody>
      </p:sp>
    </p:spTree>
    <p:extLst>
      <p:ext uri="{BB962C8B-B14F-4D97-AF65-F5344CB8AC3E}">
        <p14:creationId xmlns:p14="http://schemas.microsoft.com/office/powerpoint/2010/main" val="973090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F30CD019-5999-4426-8D66-6DF9D5A58A1F}" type="slidenum">
              <a:rPr lang="en-US"/>
              <a:pPr>
                <a:defRPr/>
              </a:pPr>
              <a:t>‹#›</a:t>
            </a:fld>
            <a:endParaRPr lang="en-US" dirty="0"/>
          </a:p>
        </p:txBody>
      </p:sp>
    </p:spTree>
    <p:extLst>
      <p:ext uri="{BB962C8B-B14F-4D97-AF65-F5344CB8AC3E}">
        <p14:creationId xmlns:p14="http://schemas.microsoft.com/office/powerpoint/2010/main" val="5472241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5A9A61A2-D852-41E3-BE94-4FFF3E05FE33}" type="slidenum">
              <a:rPr lang="en-US"/>
              <a:pPr>
                <a:defRPr/>
              </a:pPr>
              <a:t>‹#›</a:t>
            </a:fld>
            <a:endParaRPr lang="en-US"/>
          </a:p>
        </p:txBody>
      </p:sp>
    </p:spTree>
    <p:extLst>
      <p:ext uri="{BB962C8B-B14F-4D97-AF65-F5344CB8AC3E}">
        <p14:creationId xmlns:p14="http://schemas.microsoft.com/office/powerpoint/2010/main" val="32376878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F4A494B4-5338-48C3-8F16-CC7BCC20B08F}" type="slidenum">
              <a:rPr lang="en-US"/>
              <a:pPr>
                <a:defRPr/>
              </a:pPr>
              <a:t>‹#›</a:t>
            </a:fld>
            <a:endParaRPr lang="en-US"/>
          </a:p>
        </p:txBody>
      </p:sp>
    </p:spTree>
    <p:extLst>
      <p:ext uri="{BB962C8B-B14F-4D97-AF65-F5344CB8AC3E}">
        <p14:creationId xmlns:p14="http://schemas.microsoft.com/office/powerpoint/2010/main" val="39208645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7878B3B5-CC57-4687-84E8-AF235AE76F6F}" type="slidenum">
              <a:rPr lang="en-US"/>
              <a:pPr>
                <a:defRPr/>
              </a:pPr>
              <a:t>‹#›</a:t>
            </a:fld>
            <a:endParaRPr lang="en-US"/>
          </a:p>
        </p:txBody>
      </p:sp>
    </p:spTree>
    <p:extLst>
      <p:ext uri="{BB962C8B-B14F-4D97-AF65-F5344CB8AC3E}">
        <p14:creationId xmlns:p14="http://schemas.microsoft.com/office/powerpoint/2010/main" val="41182100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CB55189B-20A2-4A0D-86A9-FC0277BF4647}" type="slidenum">
              <a:rPr lang="en-US"/>
              <a:pPr>
                <a:defRPr/>
              </a:pPr>
              <a:t>‹#›</a:t>
            </a:fld>
            <a:endParaRPr lang="en-US"/>
          </a:p>
        </p:txBody>
      </p:sp>
    </p:spTree>
    <p:extLst>
      <p:ext uri="{BB962C8B-B14F-4D97-AF65-F5344CB8AC3E}">
        <p14:creationId xmlns:p14="http://schemas.microsoft.com/office/powerpoint/2010/main" val="31735859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6BFCE6E-DC91-4BB8-BC32-10239C40D5CD}" type="slidenum">
              <a:rPr lang="en-US"/>
              <a:pPr>
                <a:defRPr/>
              </a:pPr>
              <a:t>‹#›</a:t>
            </a:fld>
            <a:endParaRPr lang="en-US"/>
          </a:p>
        </p:txBody>
      </p:sp>
    </p:spTree>
    <p:extLst>
      <p:ext uri="{BB962C8B-B14F-4D97-AF65-F5344CB8AC3E}">
        <p14:creationId xmlns:p14="http://schemas.microsoft.com/office/powerpoint/2010/main" val="38560207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90D4199-50B3-4D59-AFF2-6BDD118C2C08}" type="slidenum">
              <a:rPr lang="en-US"/>
              <a:pPr>
                <a:defRPr/>
              </a:pPr>
              <a:t>‹#›</a:t>
            </a:fld>
            <a:endParaRPr lang="en-US"/>
          </a:p>
        </p:txBody>
      </p:sp>
    </p:spTree>
    <p:extLst>
      <p:ext uri="{BB962C8B-B14F-4D97-AF65-F5344CB8AC3E}">
        <p14:creationId xmlns:p14="http://schemas.microsoft.com/office/powerpoint/2010/main" val="760855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B1E4BC7-C263-436F-BF75-126036127CAE}" type="slidenum">
              <a:rPr lang="en-US"/>
              <a:pPr>
                <a:defRPr/>
              </a:pPr>
              <a:t>‹#›</a:t>
            </a:fld>
            <a:endParaRPr lang="en-US"/>
          </a:p>
        </p:txBody>
      </p:sp>
    </p:spTree>
    <p:extLst>
      <p:ext uri="{BB962C8B-B14F-4D97-AF65-F5344CB8AC3E}">
        <p14:creationId xmlns:p14="http://schemas.microsoft.com/office/powerpoint/2010/main" val="31836693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821F492-4752-4658-B426-CA38C5A62CFE}" type="slidenum">
              <a:rPr lang="en-US"/>
              <a:pPr>
                <a:defRPr/>
              </a:pPr>
              <a:t>‹#›</a:t>
            </a:fld>
            <a:endParaRPr lang="en-US"/>
          </a:p>
        </p:txBody>
      </p:sp>
    </p:spTree>
    <p:extLst>
      <p:ext uri="{BB962C8B-B14F-4D97-AF65-F5344CB8AC3E}">
        <p14:creationId xmlns:p14="http://schemas.microsoft.com/office/powerpoint/2010/main" val="40329973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2E7497C-E9F0-4BB5-AE6F-45E8741037F8}" type="slidenum">
              <a:rPr lang="en-US"/>
              <a:pPr>
                <a:defRPr/>
              </a:pPr>
              <a:t>‹#›</a:t>
            </a:fld>
            <a:endParaRPr lang="en-US"/>
          </a:p>
        </p:txBody>
      </p:sp>
    </p:spTree>
    <p:extLst>
      <p:ext uri="{BB962C8B-B14F-4D97-AF65-F5344CB8AC3E}">
        <p14:creationId xmlns:p14="http://schemas.microsoft.com/office/powerpoint/2010/main" val="12717158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3694E5E-C08C-466A-A8DE-7C363D8450D7}" type="slidenum">
              <a:rPr lang="en-US"/>
              <a:pPr>
                <a:defRPr/>
              </a:pPr>
              <a:t>‹#›</a:t>
            </a:fld>
            <a:endParaRPr lang="en-US"/>
          </a:p>
        </p:txBody>
      </p:sp>
    </p:spTree>
    <p:extLst>
      <p:ext uri="{BB962C8B-B14F-4D97-AF65-F5344CB8AC3E}">
        <p14:creationId xmlns:p14="http://schemas.microsoft.com/office/powerpoint/2010/main" val="9901807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4899AA3-BEB1-4A0D-B124-9BDE6807E1F3}" type="slidenum">
              <a:rPr lang="en-US"/>
              <a:pPr>
                <a:defRPr/>
              </a:pPr>
              <a:t>‹#›</a:t>
            </a:fld>
            <a:endParaRPr lang="en-US"/>
          </a:p>
        </p:txBody>
      </p:sp>
    </p:spTree>
    <p:extLst>
      <p:ext uri="{BB962C8B-B14F-4D97-AF65-F5344CB8AC3E}">
        <p14:creationId xmlns:p14="http://schemas.microsoft.com/office/powerpoint/2010/main" val="4161353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DCCCA1A-3924-482A-9F63-99B0BAB85C66}" type="slidenum">
              <a:rPr lang="en-US"/>
              <a:pPr>
                <a:defRPr/>
              </a:pPr>
              <a:t>‹#›</a:t>
            </a:fld>
            <a:endParaRPr lang="en-US"/>
          </a:p>
        </p:txBody>
      </p:sp>
    </p:spTree>
    <p:extLst>
      <p:ext uri="{BB962C8B-B14F-4D97-AF65-F5344CB8AC3E}">
        <p14:creationId xmlns:p14="http://schemas.microsoft.com/office/powerpoint/2010/main" val="19622660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08327C8-14D7-49D3-A071-ACD8094CFFDE}" type="slidenum">
              <a:rPr lang="en-US"/>
              <a:pPr>
                <a:defRPr/>
              </a:pPr>
              <a:t>‹#›</a:t>
            </a:fld>
            <a:endParaRPr lang="en-US"/>
          </a:p>
        </p:txBody>
      </p:sp>
    </p:spTree>
    <p:extLst>
      <p:ext uri="{BB962C8B-B14F-4D97-AF65-F5344CB8AC3E}">
        <p14:creationId xmlns:p14="http://schemas.microsoft.com/office/powerpoint/2010/main" val="153262381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CEB8B37-DBEF-4B0F-8B7A-2FB507DD52F7}" type="slidenum">
              <a:rPr lang="en-US"/>
              <a:pPr>
                <a:defRPr/>
              </a:pPr>
              <a:t>‹#›</a:t>
            </a:fld>
            <a:endParaRPr lang="en-US"/>
          </a:p>
        </p:txBody>
      </p:sp>
    </p:spTree>
    <p:extLst>
      <p:ext uri="{BB962C8B-B14F-4D97-AF65-F5344CB8AC3E}">
        <p14:creationId xmlns:p14="http://schemas.microsoft.com/office/powerpoint/2010/main" val="3394292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6DE0595-518A-46A5-AA9C-DF1F03CDE2F6}" type="slidenum">
              <a:rPr lang="en-US"/>
              <a:pPr>
                <a:defRPr/>
              </a:pPr>
              <a:t>‹#›</a:t>
            </a:fld>
            <a:endParaRPr lang="en-US"/>
          </a:p>
        </p:txBody>
      </p:sp>
    </p:spTree>
    <p:extLst>
      <p:ext uri="{BB962C8B-B14F-4D97-AF65-F5344CB8AC3E}">
        <p14:creationId xmlns:p14="http://schemas.microsoft.com/office/powerpoint/2010/main" val="5194187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2AB7CD2E-52B9-409A-81A5-EBA0DD2AD9B5}" type="slidenum">
              <a:rPr lang="en-US"/>
              <a:pPr>
                <a:defRPr/>
              </a:pPr>
              <a:t>‹#›</a:t>
            </a:fld>
            <a:endParaRPr lang="en-US" dirty="0"/>
          </a:p>
        </p:txBody>
      </p:sp>
    </p:spTree>
    <p:extLst>
      <p:ext uri="{BB962C8B-B14F-4D97-AF65-F5344CB8AC3E}">
        <p14:creationId xmlns:p14="http://schemas.microsoft.com/office/powerpoint/2010/main" val="16660822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A2B8183-9ECD-45FB-B6F1-57A37FAD43FF}" type="slidenum">
              <a:rPr lang="en-US"/>
              <a:pPr>
                <a:defRPr/>
              </a:pPr>
              <a:t>‹#›</a:t>
            </a:fld>
            <a:endParaRPr lang="en-US"/>
          </a:p>
        </p:txBody>
      </p:sp>
    </p:spTree>
    <p:extLst>
      <p:ext uri="{BB962C8B-B14F-4D97-AF65-F5344CB8AC3E}">
        <p14:creationId xmlns:p14="http://schemas.microsoft.com/office/powerpoint/2010/main" val="39558586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5A7BF51C-C9EB-4651-A04F-A0CAC93B194B}" type="slidenum">
              <a:rPr lang="en-US"/>
              <a:pPr>
                <a:defRPr/>
              </a:pPr>
              <a:t>‹#›</a:t>
            </a:fld>
            <a:endParaRPr lang="en-US"/>
          </a:p>
        </p:txBody>
      </p:sp>
    </p:spTree>
    <p:extLst>
      <p:ext uri="{BB962C8B-B14F-4D97-AF65-F5344CB8AC3E}">
        <p14:creationId xmlns:p14="http://schemas.microsoft.com/office/powerpoint/2010/main" val="31373296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0DBE10E3-1BC0-43A7-A3C9-5C303E5022D1}" type="slidenum">
              <a:rPr lang="en-US"/>
              <a:pPr>
                <a:defRPr/>
              </a:pPr>
              <a:t>‹#›</a:t>
            </a:fld>
            <a:endParaRPr lang="en-US"/>
          </a:p>
        </p:txBody>
      </p:sp>
    </p:spTree>
    <p:extLst>
      <p:ext uri="{BB962C8B-B14F-4D97-AF65-F5344CB8AC3E}">
        <p14:creationId xmlns:p14="http://schemas.microsoft.com/office/powerpoint/2010/main" val="34559998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A6DA08FF-15E1-4F49-BDD6-3C9F833F830F}" type="slidenum">
              <a:rPr lang="en-US"/>
              <a:pPr>
                <a:defRPr/>
              </a:pPr>
              <a:t>‹#›</a:t>
            </a:fld>
            <a:endParaRPr lang="en-US"/>
          </a:p>
        </p:txBody>
      </p:sp>
    </p:spTree>
    <p:extLst>
      <p:ext uri="{BB962C8B-B14F-4D97-AF65-F5344CB8AC3E}">
        <p14:creationId xmlns:p14="http://schemas.microsoft.com/office/powerpoint/2010/main" val="36410437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802CE5B-167D-410A-81A5-B844FCD9A112}" type="slidenum">
              <a:rPr lang="en-US"/>
              <a:pPr>
                <a:defRPr/>
              </a:pPr>
              <a:t>‹#›</a:t>
            </a:fld>
            <a:endParaRPr lang="en-US"/>
          </a:p>
        </p:txBody>
      </p:sp>
    </p:spTree>
    <p:extLst>
      <p:ext uri="{BB962C8B-B14F-4D97-AF65-F5344CB8AC3E}">
        <p14:creationId xmlns:p14="http://schemas.microsoft.com/office/powerpoint/2010/main" val="1815900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BB28F87-A4C0-4006-8ED3-93270F9BF0C0}" type="slidenum">
              <a:rPr lang="en-US"/>
              <a:pPr>
                <a:defRPr/>
              </a:pPr>
              <a:t>‹#›</a:t>
            </a:fld>
            <a:endParaRPr lang="en-US"/>
          </a:p>
        </p:txBody>
      </p:sp>
    </p:spTree>
    <p:extLst>
      <p:ext uri="{BB962C8B-B14F-4D97-AF65-F5344CB8AC3E}">
        <p14:creationId xmlns:p14="http://schemas.microsoft.com/office/powerpoint/2010/main" val="5278695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4BC3D2A-604E-4106-AE46-CDFEAD370B71}" type="slidenum">
              <a:rPr lang="en-US"/>
              <a:pPr>
                <a:defRPr/>
              </a:pPr>
              <a:t>‹#›</a:t>
            </a:fld>
            <a:endParaRPr lang="en-US"/>
          </a:p>
        </p:txBody>
      </p:sp>
    </p:spTree>
    <p:extLst>
      <p:ext uri="{BB962C8B-B14F-4D97-AF65-F5344CB8AC3E}">
        <p14:creationId xmlns:p14="http://schemas.microsoft.com/office/powerpoint/2010/main" val="22280835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A6889D9E-DD84-4CEB-B217-4A5B836C71AB}" type="slidenum">
              <a:rPr lang="en-US"/>
              <a:pPr>
                <a:defRPr/>
              </a:pPr>
              <a:t>‹#›</a:t>
            </a:fld>
            <a:endParaRPr lang="en-US"/>
          </a:p>
        </p:txBody>
      </p:sp>
    </p:spTree>
    <p:extLst>
      <p:ext uri="{BB962C8B-B14F-4D97-AF65-F5344CB8AC3E}">
        <p14:creationId xmlns:p14="http://schemas.microsoft.com/office/powerpoint/2010/main" val="42575114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E73F230-7157-4161-8DE1-7C975A0CEE17}" type="slidenum">
              <a:rPr lang="en-US"/>
              <a:pPr>
                <a:defRPr/>
              </a:pPr>
              <a:t>‹#›</a:t>
            </a:fld>
            <a:endParaRPr lang="en-US"/>
          </a:p>
        </p:txBody>
      </p:sp>
    </p:spTree>
    <p:extLst>
      <p:ext uri="{BB962C8B-B14F-4D97-AF65-F5344CB8AC3E}">
        <p14:creationId xmlns:p14="http://schemas.microsoft.com/office/powerpoint/2010/main" val="33737582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0B71BF2-F959-4896-A851-4F0813369437}" type="slidenum">
              <a:rPr lang="en-US"/>
              <a:pPr>
                <a:defRPr/>
              </a:pPr>
              <a:t>‹#›</a:t>
            </a:fld>
            <a:endParaRPr lang="en-US"/>
          </a:p>
        </p:txBody>
      </p:sp>
    </p:spTree>
    <p:extLst>
      <p:ext uri="{BB962C8B-B14F-4D97-AF65-F5344CB8AC3E}">
        <p14:creationId xmlns:p14="http://schemas.microsoft.com/office/powerpoint/2010/main" val="39252332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EB7F4C01-8213-4803-957E-E8546262B324}" type="slidenum">
              <a:rPr lang="en-US"/>
              <a:pPr>
                <a:defRPr/>
              </a:pPr>
              <a:t>‹#›</a:t>
            </a:fld>
            <a:endParaRPr lang="en-US"/>
          </a:p>
        </p:txBody>
      </p:sp>
    </p:spTree>
    <p:extLst>
      <p:ext uri="{BB962C8B-B14F-4D97-AF65-F5344CB8AC3E}">
        <p14:creationId xmlns:p14="http://schemas.microsoft.com/office/powerpoint/2010/main" val="16005793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4A1AD44-0D59-471E-9644-3BE971EC8D2B}" type="slidenum">
              <a:rPr lang="en-US"/>
              <a:pPr>
                <a:defRPr/>
              </a:pPr>
              <a:t>‹#›</a:t>
            </a:fld>
            <a:endParaRPr lang="en-US"/>
          </a:p>
        </p:txBody>
      </p:sp>
    </p:spTree>
    <p:extLst>
      <p:ext uri="{BB962C8B-B14F-4D97-AF65-F5344CB8AC3E}">
        <p14:creationId xmlns:p14="http://schemas.microsoft.com/office/powerpoint/2010/main" val="27016477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F51A130-1625-4547-8C75-C56489B0D747}" type="slidenum">
              <a:rPr lang="en-US"/>
              <a:pPr>
                <a:defRPr/>
              </a:pPr>
              <a:t>‹#›</a:t>
            </a:fld>
            <a:endParaRPr lang="en-US"/>
          </a:p>
        </p:txBody>
      </p:sp>
    </p:spTree>
    <p:extLst>
      <p:ext uri="{BB962C8B-B14F-4D97-AF65-F5344CB8AC3E}">
        <p14:creationId xmlns:p14="http://schemas.microsoft.com/office/powerpoint/2010/main" val="5412911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245ABE7-ECF9-4104-AA59-226BB487EF5A}" type="slidenum">
              <a:rPr lang="en-US"/>
              <a:pPr>
                <a:defRPr/>
              </a:pPr>
              <a:t>‹#›</a:t>
            </a:fld>
            <a:endParaRPr lang="en-US"/>
          </a:p>
        </p:txBody>
      </p:sp>
    </p:spTree>
    <p:extLst>
      <p:ext uri="{BB962C8B-B14F-4D97-AF65-F5344CB8AC3E}">
        <p14:creationId xmlns:p14="http://schemas.microsoft.com/office/powerpoint/2010/main" val="3373711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A10451C6-D1BE-4F04-A5EA-35FA46D8E554}" type="slidenum">
              <a:rPr lang="en-US"/>
              <a:pPr>
                <a:defRPr/>
              </a:pPr>
              <a:t>‹#›</a:t>
            </a:fld>
            <a:endParaRPr lang="en-US"/>
          </a:p>
        </p:txBody>
      </p:sp>
    </p:spTree>
    <p:extLst>
      <p:ext uri="{BB962C8B-B14F-4D97-AF65-F5344CB8AC3E}">
        <p14:creationId xmlns:p14="http://schemas.microsoft.com/office/powerpoint/2010/main" val="28363463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EB7D04B5-B922-4F5F-8A43-1AAF491D6F57}" type="slidenum">
              <a:rPr lang="en-US"/>
              <a:pPr>
                <a:defRPr/>
              </a:pPr>
              <a:t>‹#›</a:t>
            </a:fld>
            <a:endParaRPr lang="en-US" dirty="0"/>
          </a:p>
        </p:txBody>
      </p:sp>
    </p:spTree>
    <p:extLst>
      <p:ext uri="{BB962C8B-B14F-4D97-AF65-F5344CB8AC3E}">
        <p14:creationId xmlns:p14="http://schemas.microsoft.com/office/powerpoint/2010/main" val="14984888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E443245-8423-4DB0-8997-A58F62E76B24}" type="slidenum">
              <a:rPr lang="en-US"/>
              <a:pPr>
                <a:defRPr/>
              </a:pPr>
              <a:t>‹#›</a:t>
            </a:fld>
            <a:endParaRPr lang="en-US"/>
          </a:p>
        </p:txBody>
      </p:sp>
    </p:spTree>
    <p:extLst>
      <p:ext uri="{BB962C8B-B14F-4D97-AF65-F5344CB8AC3E}">
        <p14:creationId xmlns:p14="http://schemas.microsoft.com/office/powerpoint/2010/main" val="34935532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59D1116E-9499-4008-9009-347FC04E7556}" type="slidenum">
              <a:rPr lang="en-US"/>
              <a:pPr>
                <a:defRPr/>
              </a:pPr>
              <a:t>‹#›</a:t>
            </a:fld>
            <a:endParaRPr lang="en-US"/>
          </a:p>
        </p:txBody>
      </p:sp>
    </p:spTree>
    <p:extLst>
      <p:ext uri="{BB962C8B-B14F-4D97-AF65-F5344CB8AC3E}">
        <p14:creationId xmlns:p14="http://schemas.microsoft.com/office/powerpoint/2010/main" val="24111309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2517511-BC49-472D-BAAB-185CD33FE06A}" type="slidenum">
              <a:rPr lang="en-US"/>
              <a:pPr>
                <a:defRPr/>
              </a:pPr>
              <a:t>‹#›</a:t>
            </a:fld>
            <a:endParaRPr lang="en-US"/>
          </a:p>
        </p:txBody>
      </p:sp>
    </p:spTree>
    <p:extLst>
      <p:ext uri="{BB962C8B-B14F-4D97-AF65-F5344CB8AC3E}">
        <p14:creationId xmlns:p14="http://schemas.microsoft.com/office/powerpoint/2010/main" val="35390396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B58566C-C334-470B-86D1-7956FC5331FA}" type="slidenum">
              <a:rPr lang="en-US"/>
              <a:pPr>
                <a:defRPr/>
              </a:pPr>
              <a:t>‹#›</a:t>
            </a:fld>
            <a:endParaRPr lang="en-US"/>
          </a:p>
        </p:txBody>
      </p:sp>
    </p:spTree>
    <p:extLst>
      <p:ext uri="{BB962C8B-B14F-4D97-AF65-F5344CB8AC3E}">
        <p14:creationId xmlns:p14="http://schemas.microsoft.com/office/powerpoint/2010/main" val="357597171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BFCF9CCB-C920-4CA1-BA91-15785940468B}" type="slidenum">
              <a:rPr lang="en-US"/>
              <a:pPr>
                <a:defRPr/>
              </a:pPr>
              <a:t>‹#›</a:t>
            </a:fld>
            <a:endParaRPr lang="en-US"/>
          </a:p>
        </p:txBody>
      </p:sp>
    </p:spTree>
    <p:extLst>
      <p:ext uri="{BB962C8B-B14F-4D97-AF65-F5344CB8AC3E}">
        <p14:creationId xmlns:p14="http://schemas.microsoft.com/office/powerpoint/2010/main" val="23983328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1D629BFC-62DE-4B38-9C4B-6A824421CD84}" type="slidenum">
              <a:rPr lang="en-US"/>
              <a:pPr>
                <a:defRPr/>
              </a:pPr>
              <a:t>‹#›</a:t>
            </a:fld>
            <a:endParaRPr lang="en-US"/>
          </a:p>
        </p:txBody>
      </p:sp>
    </p:spTree>
    <p:extLst>
      <p:ext uri="{BB962C8B-B14F-4D97-AF65-F5344CB8AC3E}">
        <p14:creationId xmlns:p14="http://schemas.microsoft.com/office/powerpoint/2010/main" val="27051859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33B3B9F-B1C1-435A-97D3-994A77D99AD4}" type="slidenum">
              <a:rPr lang="en-US"/>
              <a:pPr>
                <a:defRPr/>
              </a:pPr>
              <a:t>‹#›</a:t>
            </a:fld>
            <a:endParaRPr lang="en-US"/>
          </a:p>
        </p:txBody>
      </p:sp>
    </p:spTree>
    <p:extLst>
      <p:ext uri="{BB962C8B-B14F-4D97-AF65-F5344CB8AC3E}">
        <p14:creationId xmlns:p14="http://schemas.microsoft.com/office/powerpoint/2010/main" val="11207489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694FBCF-8CEA-42B7-86E0-18EA160FE715}" type="slidenum">
              <a:rPr lang="en-US"/>
              <a:pPr>
                <a:defRPr/>
              </a:pPr>
              <a:t>‹#›</a:t>
            </a:fld>
            <a:endParaRPr lang="en-US"/>
          </a:p>
        </p:txBody>
      </p:sp>
    </p:spTree>
    <p:extLst>
      <p:ext uri="{BB962C8B-B14F-4D97-AF65-F5344CB8AC3E}">
        <p14:creationId xmlns:p14="http://schemas.microsoft.com/office/powerpoint/2010/main" val="298167945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885AB2D-BB39-43C8-BC55-25CC1E037EEA}" type="slidenum">
              <a:rPr lang="en-US"/>
              <a:pPr>
                <a:defRPr/>
              </a:pPr>
              <a:t>‹#›</a:t>
            </a:fld>
            <a:endParaRPr lang="en-US"/>
          </a:p>
        </p:txBody>
      </p:sp>
    </p:spTree>
    <p:extLst>
      <p:ext uri="{BB962C8B-B14F-4D97-AF65-F5344CB8AC3E}">
        <p14:creationId xmlns:p14="http://schemas.microsoft.com/office/powerpoint/2010/main" val="152212571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6BB1A7F-FEE7-4481-8BC4-D49FF496DF74}" type="slidenum">
              <a:rPr lang="en-US"/>
              <a:pPr>
                <a:defRPr/>
              </a:pPr>
              <a:t>‹#›</a:t>
            </a:fld>
            <a:endParaRPr lang="en-US"/>
          </a:p>
        </p:txBody>
      </p:sp>
    </p:spTree>
    <p:extLst>
      <p:ext uri="{BB962C8B-B14F-4D97-AF65-F5344CB8AC3E}">
        <p14:creationId xmlns:p14="http://schemas.microsoft.com/office/powerpoint/2010/main" val="28035597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E600F10-55BE-4438-B386-65F9F686BE3E}" type="slidenum">
              <a:rPr lang="en-US"/>
              <a:pPr>
                <a:defRPr/>
              </a:pPr>
              <a:t>‹#›</a:t>
            </a:fld>
            <a:endParaRPr lang="en-US"/>
          </a:p>
        </p:txBody>
      </p:sp>
    </p:spTree>
    <p:extLst>
      <p:ext uri="{BB962C8B-B14F-4D97-AF65-F5344CB8AC3E}">
        <p14:creationId xmlns:p14="http://schemas.microsoft.com/office/powerpoint/2010/main" val="100410360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8D24223-0D93-4632-A1FB-B033F2CD9B14}" type="slidenum">
              <a:rPr lang="en-US"/>
              <a:pPr>
                <a:defRPr/>
              </a:pPr>
              <a:t>‹#›</a:t>
            </a:fld>
            <a:endParaRPr lang="en-US"/>
          </a:p>
        </p:txBody>
      </p:sp>
    </p:spTree>
    <p:extLst>
      <p:ext uri="{BB962C8B-B14F-4D97-AF65-F5344CB8AC3E}">
        <p14:creationId xmlns:p14="http://schemas.microsoft.com/office/powerpoint/2010/main" val="34507891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F41928CE-6478-41CC-82B5-EBE2A22DBCED}" type="slidenum">
              <a:rPr lang="en-US"/>
              <a:pPr>
                <a:defRPr/>
              </a:pPr>
              <a:t>‹#›</a:t>
            </a:fld>
            <a:endParaRPr lang="en-US"/>
          </a:p>
        </p:txBody>
      </p:sp>
    </p:spTree>
    <p:extLst>
      <p:ext uri="{BB962C8B-B14F-4D97-AF65-F5344CB8AC3E}">
        <p14:creationId xmlns:p14="http://schemas.microsoft.com/office/powerpoint/2010/main" val="17850974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F61788CA-2E28-42B3-9519-E51009A0DD05}" type="slidenum">
              <a:rPr lang="en-US"/>
              <a:pPr>
                <a:defRPr/>
              </a:pPr>
              <a:t>‹#›</a:t>
            </a:fld>
            <a:endParaRPr lang="en-US"/>
          </a:p>
        </p:txBody>
      </p:sp>
    </p:spTree>
    <p:extLst>
      <p:ext uri="{BB962C8B-B14F-4D97-AF65-F5344CB8AC3E}">
        <p14:creationId xmlns:p14="http://schemas.microsoft.com/office/powerpoint/2010/main" val="317653785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2729FB0C-8086-4FAF-BD12-B920C177B6AB}" type="slidenum">
              <a:rPr lang="en-US"/>
              <a:pPr>
                <a:defRPr/>
              </a:pPr>
              <a:t>‹#›</a:t>
            </a:fld>
            <a:endParaRPr lang="en-US"/>
          </a:p>
        </p:txBody>
      </p:sp>
    </p:spTree>
    <p:extLst>
      <p:ext uri="{BB962C8B-B14F-4D97-AF65-F5344CB8AC3E}">
        <p14:creationId xmlns:p14="http://schemas.microsoft.com/office/powerpoint/2010/main" val="411201821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F02FD050-153B-496A-9CD2-BA822E8E8434}" type="slidenum">
              <a:rPr lang="en-US"/>
              <a:pPr>
                <a:defRPr/>
              </a:pPr>
              <a:t>‹#›</a:t>
            </a:fld>
            <a:endParaRPr lang="en-US" dirty="0"/>
          </a:p>
        </p:txBody>
      </p:sp>
    </p:spTree>
    <p:extLst>
      <p:ext uri="{BB962C8B-B14F-4D97-AF65-F5344CB8AC3E}">
        <p14:creationId xmlns:p14="http://schemas.microsoft.com/office/powerpoint/2010/main" val="84159552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B265BF6-B1FC-452E-B6C9-5B8A6C75865D}" type="slidenum">
              <a:rPr lang="en-US"/>
              <a:pPr>
                <a:defRPr/>
              </a:pPr>
              <a:t>‹#›</a:t>
            </a:fld>
            <a:endParaRPr lang="en-US"/>
          </a:p>
        </p:txBody>
      </p:sp>
    </p:spTree>
    <p:extLst>
      <p:ext uri="{BB962C8B-B14F-4D97-AF65-F5344CB8AC3E}">
        <p14:creationId xmlns:p14="http://schemas.microsoft.com/office/powerpoint/2010/main" val="49715798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2AF808A-1D83-4E58-859E-C3C186CB36EC}" type="slidenum">
              <a:rPr lang="en-US"/>
              <a:pPr>
                <a:defRPr/>
              </a:pPr>
              <a:t>‹#›</a:t>
            </a:fld>
            <a:endParaRPr lang="en-US"/>
          </a:p>
        </p:txBody>
      </p:sp>
    </p:spTree>
    <p:extLst>
      <p:ext uri="{BB962C8B-B14F-4D97-AF65-F5344CB8AC3E}">
        <p14:creationId xmlns:p14="http://schemas.microsoft.com/office/powerpoint/2010/main" val="2075960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8FD5C61A-CA2B-4416-AD3C-CE1EA1D200A3}" type="slidenum">
              <a:rPr lang="en-US"/>
              <a:pPr>
                <a:defRPr/>
              </a:pPr>
              <a:t>‹#›</a:t>
            </a:fld>
            <a:endParaRPr lang="en-US"/>
          </a:p>
        </p:txBody>
      </p:sp>
    </p:spTree>
    <p:extLst>
      <p:ext uri="{BB962C8B-B14F-4D97-AF65-F5344CB8AC3E}">
        <p14:creationId xmlns:p14="http://schemas.microsoft.com/office/powerpoint/2010/main" val="401392114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82FAB47-1F94-4041-AB30-C7B3CD98A8A2}" type="slidenum">
              <a:rPr lang="en-US"/>
              <a:pPr>
                <a:defRPr/>
              </a:pPr>
              <a:t>‹#›</a:t>
            </a:fld>
            <a:endParaRPr lang="en-US"/>
          </a:p>
        </p:txBody>
      </p:sp>
    </p:spTree>
    <p:extLst>
      <p:ext uri="{BB962C8B-B14F-4D97-AF65-F5344CB8AC3E}">
        <p14:creationId xmlns:p14="http://schemas.microsoft.com/office/powerpoint/2010/main" val="48050528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A9EE0210-F2CD-4A8D-B689-CCF7FD2EFFA2}" type="slidenum">
              <a:rPr lang="en-US"/>
              <a:pPr>
                <a:defRPr/>
              </a:pPr>
              <a:t>‹#›</a:t>
            </a:fld>
            <a:endParaRPr lang="en-US"/>
          </a:p>
        </p:txBody>
      </p:sp>
    </p:spTree>
    <p:extLst>
      <p:ext uri="{BB962C8B-B14F-4D97-AF65-F5344CB8AC3E}">
        <p14:creationId xmlns:p14="http://schemas.microsoft.com/office/powerpoint/2010/main" val="300948786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36BAB72A-E280-46D8-8D8E-0D7D69BB087B}" type="slidenum">
              <a:rPr lang="en-US"/>
              <a:pPr>
                <a:defRPr/>
              </a:pPr>
              <a:t>‹#›</a:t>
            </a:fld>
            <a:endParaRPr lang="en-US"/>
          </a:p>
        </p:txBody>
      </p:sp>
    </p:spTree>
    <p:extLst>
      <p:ext uri="{BB962C8B-B14F-4D97-AF65-F5344CB8AC3E}">
        <p14:creationId xmlns:p14="http://schemas.microsoft.com/office/powerpoint/2010/main" val="325047421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401EFF78-3CFE-419D-89B3-5FDD8207C10D}" type="slidenum">
              <a:rPr lang="en-US"/>
              <a:pPr>
                <a:defRPr/>
              </a:pPr>
              <a:t>‹#›</a:t>
            </a:fld>
            <a:endParaRPr lang="en-US"/>
          </a:p>
        </p:txBody>
      </p:sp>
    </p:spTree>
    <p:extLst>
      <p:ext uri="{BB962C8B-B14F-4D97-AF65-F5344CB8AC3E}">
        <p14:creationId xmlns:p14="http://schemas.microsoft.com/office/powerpoint/2010/main" val="36116186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DBF1AEB-8FDB-45AF-BECB-C05BDC762602}" type="slidenum">
              <a:rPr lang="en-US"/>
              <a:pPr>
                <a:defRPr/>
              </a:pPr>
              <a:t>‹#›</a:t>
            </a:fld>
            <a:endParaRPr lang="en-US"/>
          </a:p>
        </p:txBody>
      </p:sp>
    </p:spTree>
    <p:extLst>
      <p:ext uri="{BB962C8B-B14F-4D97-AF65-F5344CB8AC3E}">
        <p14:creationId xmlns:p14="http://schemas.microsoft.com/office/powerpoint/2010/main" val="52125483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C3564F8F-D521-40B2-85F6-7271EFA48C7C}" type="slidenum">
              <a:rPr lang="en-US"/>
              <a:pPr>
                <a:defRPr/>
              </a:pPr>
              <a:t>‹#›</a:t>
            </a:fld>
            <a:endParaRPr lang="en-US"/>
          </a:p>
        </p:txBody>
      </p:sp>
    </p:spTree>
    <p:extLst>
      <p:ext uri="{BB962C8B-B14F-4D97-AF65-F5344CB8AC3E}">
        <p14:creationId xmlns:p14="http://schemas.microsoft.com/office/powerpoint/2010/main" val="216357274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69F18DC3-AF6D-4C79-AA41-D79AB0DBB41A}" type="slidenum">
              <a:rPr lang="en-US"/>
              <a:pPr>
                <a:defRPr/>
              </a:pPr>
              <a:t>‹#›</a:t>
            </a:fld>
            <a:endParaRPr lang="en-US"/>
          </a:p>
        </p:txBody>
      </p:sp>
    </p:spTree>
    <p:extLst>
      <p:ext uri="{BB962C8B-B14F-4D97-AF65-F5344CB8AC3E}">
        <p14:creationId xmlns:p14="http://schemas.microsoft.com/office/powerpoint/2010/main" val="395271504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1B42EF66-C101-42B8-9C5D-2E9188493745}" type="slidenum">
              <a:rPr lang="en-US"/>
              <a:pPr>
                <a:defRPr/>
              </a:pPr>
              <a:t>‹#›</a:t>
            </a:fld>
            <a:endParaRPr lang="en-US"/>
          </a:p>
        </p:txBody>
      </p:sp>
    </p:spTree>
    <p:extLst>
      <p:ext uri="{BB962C8B-B14F-4D97-AF65-F5344CB8AC3E}">
        <p14:creationId xmlns:p14="http://schemas.microsoft.com/office/powerpoint/2010/main" val="31815642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0C355906-8396-4D00-8D22-BB81A51562B4}" type="slidenum">
              <a:rPr lang="en-US"/>
              <a:pPr>
                <a:defRPr/>
              </a:pPr>
              <a:t>‹#›</a:t>
            </a:fld>
            <a:endParaRPr lang="en-US"/>
          </a:p>
        </p:txBody>
      </p:sp>
    </p:spTree>
    <p:extLst>
      <p:ext uri="{BB962C8B-B14F-4D97-AF65-F5344CB8AC3E}">
        <p14:creationId xmlns:p14="http://schemas.microsoft.com/office/powerpoint/2010/main" val="334011071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CA410EEB-1F5C-4775-91E5-F9A46BBBA2B1}" type="slidenum">
              <a:rPr lang="en-US"/>
              <a:pPr>
                <a:defRPr/>
              </a:pPr>
              <a:t>‹#›</a:t>
            </a:fld>
            <a:endParaRPr lang="en-US"/>
          </a:p>
        </p:txBody>
      </p:sp>
    </p:spTree>
    <p:extLst>
      <p:ext uri="{BB962C8B-B14F-4D97-AF65-F5344CB8AC3E}">
        <p14:creationId xmlns:p14="http://schemas.microsoft.com/office/powerpoint/2010/main" val="9407956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4CE8EBFC-CDC9-44C4-A1B6-7731EA55DB2A}" type="slidenum">
              <a:rPr lang="en-US"/>
              <a:pPr>
                <a:defRPr/>
              </a:pPr>
              <a:t>‹#›</a:t>
            </a:fld>
            <a:endParaRPr lang="en-US"/>
          </a:p>
        </p:txBody>
      </p:sp>
    </p:spTree>
    <p:extLst>
      <p:ext uri="{BB962C8B-B14F-4D97-AF65-F5344CB8AC3E}">
        <p14:creationId xmlns:p14="http://schemas.microsoft.com/office/powerpoint/2010/main" val="280520951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D4D39917-48AC-4F5F-B8C2-0E207ECFC7C1}" type="slidenum">
              <a:rPr lang="en-US"/>
              <a:pPr>
                <a:defRPr/>
              </a:pPr>
              <a:t>‹#›</a:t>
            </a:fld>
            <a:endParaRPr lang="en-US"/>
          </a:p>
        </p:txBody>
      </p:sp>
    </p:spTree>
    <p:extLst>
      <p:ext uri="{BB962C8B-B14F-4D97-AF65-F5344CB8AC3E}">
        <p14:creationId xmlns:p14="http://schemas.microsoft.com/office/powerpoint/2010/main" val="223534189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latin typeface="+mn-lt"/>
                <a:ea typeface="楷体" panose="02010609060101010101" pitchFamily="49" charset="-122"/>
              </a:defRPr>
            </a:lvl1pPr>
          </a:lstStyle>
          <a:p>
            <a:pPr>
              <a:defRPr/>
            </a:pPr>
            <a:fld id="{B60CC8E6-E976-4D39-B03D-AF100B457CDF}" type="slidenum">
              <a:rPr lang="en-US"/>
              <a:pPr>
                <a:defRPr/>
              </a:pPr>
              <a:t>‹#›</a:t>
            </a:fld>
            <a:endParaRPr lang="en-US" dirty="0"/>
          </a:p>
        </p:txBody>
      </p:sp>
    </p:spTree>
    <p:extLst>
      <p:ext uri="{BB962C8B-B14F-4D97-AF65-F5344CB8AC3E}">
        <p14:creationId xmlns:p14="http://schemas.microsoft.com/office/powerpoint/2010/main" val="28948464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E159A04A-C4F5-4A98-87B7-6FAC75D52BB7}" type="slidenum">
              <a:rPr lang="en-US"/>
              <a:pPr>
                <a:defRPr/>
              </a:pPr>
              <a:t>‹#›</a:t>
            </a:fld>
            <a:endParaRPr lang="en-US"/>
          </a:p>
        </p:txBody>
      </p:sp>
    </p:spTree>
    <p:extLst>
      <p:ext uri="{BB962C8B-B14F-4D97-AF65-F5344CB8AC3E}">
        <p14:creationId xmlns:p14="http://schemas.microsoft.com/office/powerpoint/2010/main" val="258251143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E6F320E2-5EA1-48EE-9CFF-74D9BB61EC9B}" type="slidenum">
              <a:rPr lang="en-US"/>
              <a:pPr>
                <a:defRPr/>
              </a:pPr>
              <a:t>‹#›</a:t>
            </a:fld>
            <a:endParaRPr lang="en-US"/>
          </a:p>
        </p:txBody>
      </p:sp>
    </p:spTree>
    <p:extLst>
      <p:ext uri="{BB962C8B-B14F-4D97-AF65-F5344CB8AC3E}">
        <p14:creationId xmlns:p14="http://schemas.microsoft.com/office/powerpoint/2010/main" val="14105454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32921A8-D80B-4AEF-B452-1D6CBDABA6A9}" type="slidenum">
              <a:rPr lang="en-US"/>
              <a:pPr>
                <a:defRPr/>
              </a:pPr>
              <a:t>‹#›</a:t>
            </a:fld>
            <a:endParaRPr lang="en-US"/>
          </a:p>
        </p:txBody>
      </p:sp>
    </p:spTree>
    <p:extLst>
      <p:ext uri="{BB962C8B-B14F-4D97-AF65-F5344CB8AC3E}">
        <p14:creationId xmlns:p14="http://schemas.microsoft.com/office/powerpoint/2010/main" val="318001606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4209FEE1-364D-4FF0-A001-6807FB5E1FE3}" type="slidenum">
              <a:rPr lang="en-US"/>
              <a:pPr>
                <a:defRPr/>
              </a:pPr>
              <a:t>‹#›</a:t>
            </a:fld>
            <a:endParaRPr lang="en-US"/>
          </a:p>
        </p:txBody>
      </p:sp>
    </p:spTree>
    <p:extLst>
      <p:ext uri="{BB962C8B-B14F-4D97-AF65-F5344CB8AC3E}">
        <p14:creationId xmlns:p14="http://schemas.microsoft.com/office/powerpoint/2010/main" val="390647062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EA9ACEB2-E184-44C7-94B2-919E602F25A3}" type="slidenum">
              <a:rPr lang="en-US"/>
              <a:pPr>
                <a:defRPr/>
              </a:pPr>
              <a:t>‹#›</a:t>
            </a:fld>
            <a:endParaRPr lang="en-US"/>
          </a:p>
        </p:txBody>
      </p:sp>
    </p:spTree>
    <p:extLst>
      <p:ext uri="{BB962C8B-B14F-4D97-AF65-F5344CB8AC3E}">
        <p14:creationId xmlns:p14="http://schemas.microsoft.com/office/powerpoint/2010/main" val="36128810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F8D8E09E-D399-4B1A-9E95-3AE908FEECA8}" type="slidenum">
              <a:rPr lang="en-US"/>
              <a:pPr>
                <a:defRPr/>
              </a:pPr>
              <a:t>‹#›</a:t>
            </a:fld>
            <a:endParaRPr lang="en-US"/>
          </a:p>
        </p:txBody>
      </p:sp>
    </p:spTree>
    <p:extLst>
      <p:ext uri="{BB962C8B-B14F-4D97-AF65-F5344CB8AC3E}">
        <p14:creationId xmlns:p14="http://schemas.microsoft.com/office/powerpoint/2010/main" val="18380800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76D3C5B9-1A32-4B0A-84B4-47EB6EFCCACD}" type="slidenum">
              <a:rPr lang="en-US"/>
              <a:pPr>
                <a:defRPr/>
              </a:pPr>
              <a:t>‹#›</a:t>
            </a:fld>
            <a:endParaRPr lang="en-US"/>
          </a:p>
        </p:txBody>
      </p:sp>
    </p:spTree>
    <p:extLst>
      <p:ext uri="{BB962C8B-B14F-4D97-AF65-F5344CB8AC3E}">
        <p14:creationId xmlns:p14="http://schemas.microsoft.com/office/powerpoint/2010/main" val="276022834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19E36961-42E9-4E48-BCB1-FC27074B5040}" type="slidenum">
              <a:rPr lang="en-US"/>
              <a:pPr>
                <a:defRPr/>
              </a:pPr>
              <a:t>‹#›</a:t>
            </a:fld>
            <a:endParaRPr lang="en-US"/>
          </a:p>
        </p:txBody>
      </p:sp>
    </p:spTree>
    <p:extLst>
      <p:ext uri="{BB962C8B-B14F-4D97-AF65-F5344CB8AC3E}">
        <p14:creationId xmlns:p14="http://schemas.microsoft.com/office/powerpoint/2010/main" val="7433492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7F5DCF08-6662-4683-BC23-373567C85888}" type="slidenum">
              <a:rPr lang="en-US"/>
              <a:pPr>
                <a:defRPr/>
              </a:pPr>
              <a:t>‹#›</a:t>
            </a:fld>
            <a:endParaRPr lang="en-US"/>
          </a:p>
        </p:txBody>
      </p:sp>
    </p:spTree>
    <p:extLst>
      <p:ext uri="{BB962C8B-B14F-4D97-AF65-F5344CB8AC3E}">
        <p14:creationId xmlns:p14="http://schemas.microsoft.com/office/powerpoint/2010/main" val="382798683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93CC9937-9DD3-4EF3-B8B1-542974CB0E00}" type="slidenum">
              <a:rPr lang="en-US"/>
              <a:pPr>
                <a:defRPr/>
              </a:pPr>
              <a:t>‹#›</a:t>
            </a:fld>
            <a:endParaRPr lang="en-US"/>
          </a:p>
        </p:txBody>
      </p:sp>
    </p:spTree>
    <p:extLst>
      <p:ext uri="{BB962C8B-B14F-4D97-AF65-F5344CB8AC3E}">
        <p14:creationId xmlns:p14="http://schemas.microsoft.com/office/powerpoint/2010/main" val="63588285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4957A281-E21C-4464-902D-2DA04E68B771}" type="slidenum">
              <a:rPr lang="en-US"/>
              <a:pPr>
                <a:defRPr/>
              </a:pPr>
              <a:t>‹#›</a:t>
            </a:fld>
            <a:endParaRPr lang="en-US"/>
          </a:p>
        </p:txBody>
      </p:sp>
    </p:spTree>
    <p:extLst>
      <p:ext uri="{BB962C8B-B14F-4D97-AF65-F5344CB8AC3E}">
        <p14:creationId xmlns:p14="http://schemas.microsoft.com/office/powerpoint/2010/main" val="198546840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04AC1842-0D0E-4BBD-BB3C-FD5A73B25292}" type="slidenum">
              <a:rPr lang="en-US"/>
              <a:pPr>
                <a:defRPr/>
              </a:pPr>
              <a:t>‹#›</a:t>
            </a:fld>
            <a:endParaRPr lang="en-US"/>
          </a:p>
        </p:txBody>
      </p:sp>
    </p:spTree>
    <p:extLst>
      <p:ext uri="{BB962C8B-B14F-4D97-AF65-F5344CB8AC3E}">
        <p14:creationId xmlns:p14="http://schemas.microsoft.com/office/powerpoint/2010/main" val="26148392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FEAE174B-DABD-4029-AF9B-0B6BDF5E7424}" type="slidenum">
              <a:rPr lang="en-US"/>
              <a:pPr>
                <a:defRPr/>
              </a:pPr>
              <a:t>‹#›</a:t>
            </a:fld>
            <a:endParaRPr lang="en-US"/>
          </a:p>
        </p:txBody>
      </p:sp>
    </p:spTree>
    <p:extLst>
      <p:ext uri="{BB962C8B-B14F-4D97-AF65-F5344CB8AC3E}">
        <p14:creationId xmlns:p14="http://schemas.microsoft.com/office/powerpoint/2010/main" val="422205515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fontAlgn="base">
              <a:lnSpc>
                <a:spcPct val="93000"/>
              </a:lnSpc>
              <a:spcBef>
                <a:spcPct val="0"/>
              </a:spcBef>
              <a:spcAft>
                <a:spcPct val="0"/>
              </a:spcAft>
              <a:buSzPct val="100000"/>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fontAlgn="base">
              <a:lnSpc>
                <a:spcPct val="93000"/>
              </a:lnSpc>
              <a:spcBef>
                <a:spcPct val="0"/>
              </a:spcBef>
              <a:spcAft>
                <a:spcPct val="0"/>
              </a:spcAft>
              <a:buSzPct val="100000"/>
              <a:defRPr>
                <a:ea typeface="楷体" panose="02010609060101010101" pitchFamily="49" charset="-122"/>
              </a:defRPr>
            </a:lvl1pPr>
          </a:lstStyle>
          <a:p>
            <a:pPr>
              <a:defRPr/>
            </a:pPr>
            <a:fld id="{A6D19070-0BE8-453B-B994-A16965BC3508}" type="slidenum">
              <a:rPr lang="en-US"/>
              <a:pPr>
                <a:defRPr/>
              </a:pPr>
              <a:t>‹#›</a:t>
            </a:fld>
            <a:endParaRPr lang="en-US"/>
          </a:p>
        </p:txBody>
      </p:sp>
    </p:spTree>
    <p:extLst>
      <p:ext uri="{BB962C8B-B14F-4D97-AF65-F5344CB8AC3E}">
        <p14:creationId xmlns:p14="http://schemas.microsoft.com/office/powerpoint/2010/main" val="47210646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5B3F830-D0B1-4F39-B992-0B0C19CF9500}" type="slidenum">
              <a:rPr lang="en-US"/>
              <a:pPr>
                <a:defRPr/>
              </a:pPr>
              <a:t>‹#›</a:t>
            </a:fld>
            <a:endParaRPr lang="en-US"/>
          </a:p>
        </p:txBody>
      </p:sp>
    </p:spTree>
    <p:extLst>
      <p:ext uri="{BB962C8B-B14F-4D97-AF65-F5344CB8AC3E}">
        <p14:creationId xmlns:p14="http://schemas.microsoft.com/office/powerpoint/2010/main" val="3793226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5183BFC2-8AD1-421B-9B33-27328E359FF0}" type="slidenum">
              <a:rPr lang="en-US"/>
              <a:pPr>
                <a:defRPr/>
              </a:pPr>
              <a:t>‹#›</a:t>
            </a:fld>
            <a:endParaRPr lang="en-US" dirty="0"/>
          </a:p>
        </p:txBody>
      </p:sp>
    </p:spTree>
    <p:extLst>
      <p:ext uri="{BB962C8B-B14F-4D97-AF65-F5344CB8AC3E}">
        <p14:creationId xmlns:p14="http://schemas.microsoft.com/office/powerpoint/2010/main" val="276258176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C1B19B5-9238-4C2F-BF3C-D3628606D7D6}" type="slidenum">
              <a:rPr lang="en-US"/>
              <a:pPr>
                <a:defRPr/>
              </a:pPr>
              <a:t>‹#›</a:t>
            </a:fld>
            <a:endParaRPr lang="en-US"/>
          </a:p>
        </p:txBody>
      </p:sp>
    </p:spTree>
    <p:extLst>
      <p:ext uri="{BB962C8B-B14F-4D97-AF65-F5344CB8AC3E}">
        <p14:creationId xmlns:p14="http://schemas.microsoft.com/office/powerpoint/2010/main" val="102387752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DD3E873-3F13-4722-ADFD-4B07BA2CB30A}" type="slidenum">
              <a:rPr lang="en-US"/>
              <a:pPr>
                <a:defRPr/>
              </a:pPr>
              <a:t>‹#›</a:t>
            </a:fld>
            <a:endParaRPr lang="en-US"/>
          </a:p>
        </p:txBody>
      </p:sp>
    </p:spTree>
    <p:extLst>
      <p:ext uri="{BB962C8B-B14F-4D97-AF65-F5344CB8AC3E}">
        <p14:creationId xmlns:p14="http://schemas.microsoft.com/office/powerpoint/2010/main" val="256401270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6D547A1-560C-4BFB-A47C-5679C305CB8E}" type="slidenum">
              <a:rPr lang="en-US"/>
              <a:pPr>
                <a:defRPr/>
              </a:pPr>
              <a:t>‹#›</a:t>
            </a:fld>
            <a:endParaRPr lang="en-US"/>
          </a:p>
        </p:txBody>
      </p:sp>
    </p:spTree>
    <p:extLst>
      <p:ext uri="{BB962C8B-B14F-4D97-AF65-F5344CB8AC3E}">
        <p14:creationId xmlns:p14="http://schemas.microsoft.com/office/powerpoint/2010/main" val="138489099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475A2DE-9E42-4894-8A9C-60FD78446255}" type="slidenum">
              <a:rPr lang="en-US"/>
              <a:pPr>
                <a:defRPr/>
              </a:pPr>
              <a:t>‹#›</a:t>
            </a:fld>
            <a:endParaRPr lang="en-US"/>
          </a:p>
        </p:txBody>
      </p:sp>
    </p:spTree>
    <p:extLst>
      <p:ext uri="{BB962C8B-B14F-4D97-AF65-F5344CB8AC3E}">
        <p14:creationId xmlns:p14="http://schemas.microsoft.com/office/powerpoint/2010/main" val="161401318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9193357-0114-4A93-B04D-F61549D99726}" type="slidenum">
              <a:rPr lang="en-US"/>
              <a:pPr>
                <a:defRPr/>
              </a:pPr>
              <a:t>‹#›</a:t>
            </a:fld>
            <a:endParaRPr lang="en-US"/>
          </a:p>
        </p:txBody>
      </p:sp>
    </p:spTree>
    <p:extLst>
      <p:ext uri="{BB962C8B-B14F-4D97-AF65-F5344CB8AC3E}">
        <p14:creationId xmlns:p14="http://schemas.microsoft.com/office/powerpoint/2010/main" val="239491910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05AEAC3-BA58-4B67-920D-251DD4B42A44}" type="slidenum">
              <a:rPr lang="en-US"/>
              <a:pPr>
                <a:defRPr/>
              </a:pPr>
              <a:t>‹#›</a:t>
            </a:fld>
            <a:endParaRPr lang="en-US"/>
          </a:p>
        </p:txBody>
      </p:sp>
    </p:spTree>
    <p:extLst>
      <p:ext uri="{BB962C8B-B14F-4D97-AF65-F5344CB8AC3E}">
        <p14:creationId xmlns:p14="http://schemas.microsoft.com/office/powerpoint/2010/main" val="164717529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BF34406-143E-431C-A74F-B18C873EE539}" type="slidenum">
              <a:rPr lang="en-US"/>
              <a:pPr>
                <a:defRPr/>
              </a:pPr>
              <a:t>‹#›</a:t>
            </a:fld>
            <a:endParaRPr lang="en-US"/>
          </a:p>
        </p:txBody>
      </p:sp>
    </p:spTree>
    <p:extLst>
      <p:ext uri="{BB962C8B-B14F-4D97-AF65-F5344CB8AC3E}">
        <p14:creationId xmlns:p14="http://schemas.microsoft.com/office/powerpoint/2010/main" val="104202003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1F6CB26-F68E-4524-9787-03CB003EF6E5}" type="slidenum">
              <a:rPr lang="en-US"/>
              <a:pPr>
                <a:defRPr/>
              </a:pPr>
              <a:t>‹#›</a:t>
            </a:fld>
            <a:endParaRPr lang="en-US"/>
          </a:p>
        </p:txBody>
      </p:sp>
    </p:spTree>
    <p:extLst>
      <p:ext uri="{BB962C8B-B14F-4D97-AF65-F5344CB8AC3E}">
        <p14:creationId xmlns:p14="http://schemas.microsoft.com/office/powerpoint/2010/main" val="1386968751"/>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FED2CDC-18C1-4E41-90A7-2C8A373F4BC8}" type="slidenum">
              <a:rPr lang="en-US"/>
              <a:pPr>
                <a:defRPr/>
              </a:pPr>
              <a:t>‹#›</a:t>
            </a:fld>
            <a:endParaRPr lang="en-US"/>
          </a:p>
        </p:txBody>
      </p:sp>
    </p:spTree>
    <p:extLst>
      <p:ext uri="{BB962C8B-B14F-4D97-AF65-F5344CB8AC3E}">
        <p14:creationId xmlns:p14="http://schemas.microsoft.com/office/powerpoint/2010/main" val="55009332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1B9CD1-89DF-4818-B237-28B93E9601CA}" type="slidenum">
              <a:rPr lang="en-US"/>
              <a:pPr>
                <a:defRPr/>
              </a:pPr>
              <a:t>‹#›</a:t>
            </a:fld>
            <a:endParaRPr lang="en-US"/>
          </a:p>
        </p:txBody>
      </p:sp>
    </p:spTree>
    <p:extLst>
      <p:ext uri="{BB962C8B-B14F-4D97-AF65-F5344CB8AC3E}">
        <p14:creationId xmlns:p14="http://schemas.microsoft.com/office/powerpoint/2010/main" val="288614629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15A0C7B-1166-4D54-993E-5421E4D008F4}" type="slidenum">
              <a:rPr lang="en-US"/>
              <a:pPr>
                <a:defRPr/>
              </a:pPr>
              <a:t>‹#›</a:t>
            </a:fld>
            <a:endParaRPr lang="en-US"/>
          </a:p>
        </p:txBody>
      </p:sp>
    </p:spTree>
    <p:extLst>
      <p:ext uri="{BB962C8B-B14F-4D97-AF65-F5344CB8AC3E}">
        <p14:creationId xmlns:p14="http://schemas.microsoft.com/office/powerpoint/2010/main" val="104813297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D7C89D-4B2B-42CD-BA46-885D21B72164}" type="slidenum">
              <a:rPr lang="en-US"/>
              <a:pPr>
                <a:defRPr/>
              </a:pPr>
              <a:t>‹#›</a:t>
            </a:fld>
            <a:endParaRPr lang="en-US"/>
          </a:p>
        </p:txBody>
      </p:sp>
    </p:spTree>
    <p:extLst>
      <p:ext uri="{BB962C8B-B14F-4D97-AF65-F5344CB8AC3E}">
        <p14:creationId xmlns:p14="http://schemas.microsoft.com/office/powerpoint/2010/main" val="139188455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163786F-B359-418E-8A5E-C1BFFA4A3387}" type="slidenum">
              <a:rPr lang="en-US"/>
              <a:pPr>
                <a:defRPr/>
              </a:pPr>
              <a:t>‹#›</a:t>
            </a:fld>
            <a:endParaRPr lang="en-US"/>
          </a:p>
        </p:txBody>
      </p:sp>
    </p:spTree>
    <p:extLst>
      <p:ext uri="{BB962C8B-B14F-4D97-AF65-F5344CB8AC3E}">
        <p14:creationId xmlns:p14="http://schemas.microsoft.com/office/powerpoint/2010/main" val="311606390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5BE07CC-21CC-4969-80CC-7730B8361A22}" type="slidenum">
              <a:rPr lang="en-US"/>
              <a:pPr>
                <a:defRPr/>
              </a:pPr>
              <a:t>‹#›</a:t>
            </a:fld>
            <a:endParaRPr lang="en-US"/>
          </a:p>
        </p:txBody>
      </p:sp>
    </p:spTree>
    <p:extLst>
      <p:ext uri="{BB962C8B-B14F-4D97-AF65-F5344CB8AC3E}">
        <p14:creationId xmlns:p14="http://schemas.microsoft.com/office/powerpoint/2010/main" val="146084906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E055C07-ECD2-4275-89A4-6C836094B84D}" type="slidenum">
              <a:rPr lang="en-US"/>
              <a:pPr>
                <a:defRPr/>
              </a:pPr>
              <a:t>‹#›</a:t>
            </a:fld>
            <a:endParaRPr lang="en-US"/>
          </a:p>
        </p:txBody>
      </p:sp>
    </p:spTree>
    <p:extLst>
      <p:ext uri="{BB962C8B-B14F-4D97-AF65-F5344CB8AC3E}">
        <p14:creationId xmlns:p14="http://schemas.microsoft.com/office/powerpoint/2010/main" val="354104089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AB00F227-E0D8-4501-9E04-5163DCBC0D2D}" type="slidenum">
              <a:rPr lang="en-US"/>
              <a:pPr>
                <a:defRPr/>
              </a:pPr>
              <a:t>‹#›</a:t>
            </a:fld>
            <a:endParaRPr lang="en-US" dirty="0"/>
          </a:p>
        </p:txBody>
      </p:sp>
    </p:spTree>
    <p:extLst>
      <p:ext uri="{BB962C8B-B14F-4D97-AF65-F5344CB8AC3E}">
        <p14:creationId xmlns:p14="http://schemas.microsoft.com/office/powerpoint/2010/main" val="162789093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D83B002-A71B-4885-BB59-11184E0EC976}" type="slidenum">
              <a:rPr lang="en-US"/>
              <a:pPr>
                <a:defRPr/>
              </a:pPr>
              <a:t>‹#›</a:t>
            </a:fld>
            <a:endParaRPr lang="en-US"/>
          </a:p>
        </p:txBody>
      </p:sp>
    </p:spTree>
    <p:extLst>
      <p:ext uri="{BB962C8B-B14F-4D97-AF65-F5344CB8AC3E}">
        <p14:creationId xmlns:p14="http://schemas.microsoft.com/office/powerpoint/2010/main" val="289677894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9F54EB1-9C24-4596-8846-5C3684373983}" type="slidenum">
              <a:rPr lang="en-US"/>
              <a:pPr>
                <a:defRPr/>
              </a:pPr>
              <a:t>‹#›</a:t>
            </a:fld>
            <a:endParaRPr lang="en-US"/>
          </a:p>
        </p:txBody>
      </p:sp>
    </p:spTree>
    <p:extLst>
      <p:ext uri="{BB962C8B-B14F-4D97-AF65-F5344CB8AC3E}">
        <p14:creationId xmlns:p14="http://schemas.microsoft.com/office/powerpoint/2010/main" val="185352049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AB6A6F-FF44-4921-9725-5BEFDAC536EC}" type="slidenum">
              <a:rPr lang="en-US"/>
              <a:pPr>
                <a:defRPr/>
              </a:pPr>
              <a:t>‹#›</a:t>
            </a:fld>
            <a:endParaRPr lang="en-US"/>
          </a:p>
        </p:txBody>
      </p:sp>
    </p:spTree>
    <p:extLst>
      <p:ext uri="{BB962C8B-B14F-4D97-AF65-F5344CB8AC3E}">
        <p14:creationId xmlns:p14="http://schemas.microsoft.com/office/powerpoint/2010/main" val="413051578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D0E3DB6-61BA-4250-BCA7-84BA2A78FE64}" type="slidenum">
              <a:rPr lang="en-US"/>
              <a:pPr>
                <a:defRPr/>
              </a:pPr>
              <a:t>‹#›</a:t>
            </a:fld>
            <a:endParaRPr lang="en-US"/>
          </a:p>
        </p:txBody>
      </p:sp>
    </p:spTree>
    <p:extLst>
      <p:ext uri="{BB962C8B-B14F-4D97-AF65-F5344CB8AC3E}">
        <p14:creationId xmlns:p14="http://schemas.microsoft.com/office/powerpoint/2010/main" val="249090264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6C27630-BA83-432F-87BF-0F3E99F9C90C}" type="slidenum">
              <a:rPr lang="en-US"/>
              <a:pPr>
                <a:defRPr/>
              </a:pPr>
              <a:t>‹#›</a:t>
            </a:fld>
            <a:endParaRPr lang="en-US"/>
          </a:p>
        </p:txBody>
      </p:sp>
    </p:spTree>
    <p:extLst>
      <p:ext uri="{BB962C8B-B14F-4D97-AF65-F5344CB8AC3E}">
        <p14:creationId xmlns:p14="http://schemas.microsoft.com/office/powerpoint/2010/main" val="186387227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BF4EBB2-3BE0-47EC-878F-974E91F56D92}" type="slidenum">
              <a:rPr lang="en-US"/>
              <a:pPr>
                <a:defRPr/>
              </a:pPr>
              <a:t>‹#›</a:t>
            </a:fld>
            <a:endParaRPr lang="en-US"/>
          </a:p>
        </p:txBody>
      </p:sp>
    </p:spTree>
    <p:extLst>
      <p:ext uri="{BB962C8B-B14F-4D97-AF65-F5344CB8AC3E}">
        <p14:creationId xmlns:p14="http://schemas.microsoft.com/office/powerpoint/2010/main" val="132315264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6F9922-1EC1-4A73-9902-5851ECD3C96A}" type="slidenum">
              <a:rPr lang="en-US"/>
              <a:pPr>
                <a:defRPr/>
              </a:pPr>
              <a:t>‹#›</a:t>
            </a:fld>
            <a:endParaRPr lang="en-US"/>
          </a:p>
        </p:txBody>
      </p:sp>
    </p:spTree>
    <p:extLst>
      <p:ext uri="{BB962C8B-B14F-4D97-AF65-F5344CB8AC3E}">
        <p14:creationId xmlns:p14="http://schemas.microsoft.com/office/powerpoint/2010/main" val="180538428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09E8396-471F-42C8-BFEF-4919FB247823}" type="slidenum">
              <a:rPr lang="en-US"/>
              <a:pPr>
                <a:defRPr/>
              </a:pPr>
              <a:t>‹#›</a:t>
            </a:fld>
            <a:endParaRPr lang="en-US"/>
          </a:p>
        </p:txBody>
      </p:sp>
    </p:spTree>
    <p:extLst>
      <p:ext uri="{BB962C8B-B14F-4D97-AF65-F5344CB8AC3E}">
        <p14:creationId xmlns:p14="http://schemas.microsoft.com/office/powerpoint/2010/main" val="410067511"/>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179300A-8509-4B8C-B784-0FA6EBA25828}" type="slidenum">
              <a:rPr lang="en-US"/>
              <a:pPr>
                <a:defRPr/>
              </a:pPr>
              <a:t>‹#›</a:t>
            </a:fld>
            <a:endParaRPr lang="en-US"/>
          </a:p>
        </p:txBody>
      </p:sp>
    </p:spTree>
    <p:extLst>
      <p:ext uri="{BB962C8B-B14F-4D97-AF65-F5344CB8AC3E}">
        <p14:creationId xmlns:p14="http://schemas.microsoft.com/office/powerpoint/2010/main" val="386710386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2C858F5-674F-4C06-ACE6-176DF8A79286}" type="slidenum">
              <a:rPr lang="en-US"/>
              <a:pPr>
                <a:defRPr/>
              </a:pPr>
              <a:t>‹#›</a:t>
            </a:fld>
            <a:endParaRPr lang="en-US"/>
          </a:p>
        </p:txBody>
      </p:sp>
    </p:spTree>
    <p:extLst>
      <p:ext uri="{BB962C8B-B14F-4D97-AF65-F5344CB8AC3E}">
        <p14:creationId xmlns:p14="http://schemas.microsoft.com/office/powerpoint/2010/main" val="236754107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7130467-7373-4603-8098-8958D67A0947}" type="slidenum">
              <a:rPr lang="en-US"/>
              <a:pPr>
                <a:defRPr/>
              </a:pPr>
              <a:t>‹#›</a:t>
            </a:fld>
            <a:endParaRPr lang="en-US"/>
          </a:p>
        </p:txBody>
      </p:sp>
    </p:spTree>
    <p:extLst>
      <p:ext uri="{BB962C8B-B14F-4D97-AF65-F5344CB8AC3E}">
        <p14:creationId xmlns:p14="http://schemas.microsoft.com/office/powerpoint/2010/main" val="405889272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D31206C-61CB-4DC1-8310-74611D3EAB7C}" type="slidenum">
              <a:rPr lang="en-US"/>
              <a:pPr>
                <a:defRPr/>
              </a:pPr>
              <a:t>‹#›</a:t>
            </a:fld>
            <a:endParaRPr lang="en-US"/>
          </a:p>
        </p:txBody>
      </p:sp>
    </p:spTree>
    <p:extLst>
      <p:ext uri="{BB962C8B-B14F-4D97-AF65-F5344CB8AC3E}">
        <p14:creationId xmlns:p14="http://schemas.microsoft.com/office/powerpoint/2010/main" val="41669632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F5EF42D-8E54-4CD4-ACDB-9D5EEEAF0474}" type="slidenum">
              <a:rPr lang="en-US"/>
              <a:pPr>
                <a:defRPr/>
              </a:pPr>
              <a:t>‹#›</a:t>
            </a:fld>
            <a:endParaRPr lang="en-US"/>
          </a:p>
        </p:txBody>
      </p:sp>
    </p:spTree>
    <p:extLst>
      <p:ext uri="{BB962C8B-B14F-4D97-AF65-F5344CB8AC3E}">
        <p14:creationId xmlns:p14="http://schemas.microsoft.com/office/powerpoint/2010/main" val="93956533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53E6CCB-EA71-4B80-BFC4-5090F8F6DF99}" type="slidenum">
              <a:rPr lang="en-US"/>
              <a:pPr>
                <a:defRPr/>
              </a:pPr>
              <a:t>‹#›</a:t>
            </a:fld>
            <a:endParaRPr lang="en-US"/>
          </a:p>
        </p:txBody>
      </p:sp>
    </p:spTree>
    <p:extLst>
      <p:ext uri="{BB962C8B-B14F-4D97-AF65-F5344CB8AC3E}">
        <p14:creationId xmlns:p14="http://schemas.microsoft.com/office/powerpoint/2010/main" val="179178964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8D4C3A4-009C-4B6B-B3C2-A1D228278022}" type="slidenum">
              <a:rPr lang="en-US"/>
              <a:pPr>
                <a:defRPr/>
              </a:pPr>
              <a:t>‹#›</a:t>
            </a:fld>
            <a:endParaRPr lang="en-US"/>
          </a:p>
        </p:txBody>
      </p:sp>
    </p:spTree>
    <p:extLst>
      <p:ext uri="{BB962C8B-B14F-4D97-AF65-F5344CB8AC3E}">
        <p14:creationId xmlns:p14="http://schemas.microsoft.com/office/powerpoint/2010/main" val="243396576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759B8C4C-25D7-4388-AEA9-E5661D77259E}" type="slidenum">
              <a:rPr lang="en-US"/>
              <a:pPr>
                <a:defRPr/>
              </a:pPr>
              <a:t>‹#›</a:t>
            </a:fld>
            <a:endParaRPr lang="en-US" dirty="0"/>
          </a:p>
        </p:txBody>
      </p:sp>
    </p:spTree>
    <p:extLst>
      <p:ext uri="{BB962C8B-B14F-4D97-AF65-F5344CB8AC3E}">
        <p14:creationId xmlns:p14="http://schemas.microsoft.com/office/powerpoint/2010/main" val="190979480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3E9053A-7535-49DD-AB4B-EEA1EE9A886E}" type="slidenum">
              <a:rPr lang="en-US"/>
              <a:pPr>
                <a:defRPr/>
              </a:pPr>
              <a:t>‹#›</a:t>
            </a:fld>
            <a:endParaRPr lang="en-US"/>
          </a:p>
        </p:txBody>
      </p:sp>
    </p:spTree>
    <p:extLst>
      <p:ext uri="{BB962C8B-B14F-4D97-AF65-F5344CB8AC3E}">
        <p14:creationId xmlns:p14="http://schemas.microsoft.com/office/powerpoint/2010/main" val="303522676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3AD3DF2-34FB-4FA9-9866-D0E07C616B5B}" type="slidenum">
              <a:rPr lang="en-US"/>
              <a:pPr>
                <a:defRPr/>
              </a:pPr>
              <a:t>‹#›</a:t>
            </a:fld>
            <a:endParaRPr lang="en-US"/>
          </a:p>
        </p:txBody>
      </p:sp>
    </p:spTree>
    <p:extLst>
      <p:ext uri="{BB962C8B-B14F-4D97-AF65-F5344CB8AC3E}">
        <p14:creationId xmlns:p14="http://schemas.microsoft.com/office/powerpoint/2010/main" val="376734604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C954DFA-22AD-4C09-9014-5FE21DAC7AF5}" type="slidenum">
              <a:rPr lang="en-US"/>
              <a:pPr>
                <a:defRPr/>
              </a:pPr>
              <a:t>‹#›</a:t>
            </a:fld>
            <a:endParaRPr lang="en-US"/>
          </a:p>
        </p:txBody>
      </p:sp>
    </p:spTree>
    <p:extLst>
      <p:ext uri="{BB962C8B-B14F-4D97-AF65-F5344CB8AC3E}">
        <p14:creationId xmlns:p14="http://schemas.microsoft.com/office/powerpoint/2010/main" val="143050973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5D48632-C42E-49F1-9FC5-41EF1730F0FD}" type="slidenum">
              <a:rPr lang="en-US"/>
              <a:pPr>
                <a:defRPr/>
              </a:pPr>
              <a:t>‹#›</a:t>
            </a:fld>
            <a:endParaRPr lang="en-US"/>
          </a:p>
        </p:txBody>
      </p:sp>
    </p:spTree>
    <p:extLst>
      <p:ext uri="{BB962C8B-B14F-4D97-AF65-F5344CB8AC3E}">
        <p14:creationId xmlns:p14="http://schemas.microsoft.com/office/powerpoint/2010/main" val="69453817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AD6E546-FA50-4F21-BF5B-46576FE3F80A}" type="slidenum">
              <a:rPr lang="en-US"/>
              <a:pPr>
                <a:defRPr/>
              </a:pPr>
              <a:t>‹#›</a:t>
            </a:fld>
            <a:endParaRPr lang="en-US"/>
          </a:p>
        </p:txBody>
      </p:sp>
    </p:spTree>
    <p:extLst>
      <p:ext uri="{BB962C8B-B14F-4D97-AF65-F5344CB8AC3E}">
        <p14:creationId xmlns:p14="http://schemas.microsoft.com/office/powerpoint/2010/main" val="184949946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2CF0FA6-09F6-4379-A0B8-8A4F1BA6A41F}" type="slidenum">
              <a:rPr lang="en-US"/>
              <a:pPr>
                <a:defRPr/>
              </a:pPr>
              <a:t>‹#›</a:t>
            </a:fld>
            <a:endParaRPr lang="en-US"/>
          </a:p>
        </p:txBody>
      </p:sp>
    </p:spTree>
    <p:extLst>
      <p:ext uri="{BB962C8B-B14F-4D97-AF65-F5344CB8AC3E}">
        <p14:creationId xmlns:p14="http://schemas.microsoft.com/office/powerpoint/2010/main" val="351777578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69200D-76EE-4E19-9673-E2C46C521DFD}" type="slidenum">
              <a:rPr lang="en-US"/>
              <a:pPr>
                <a:defRPr/>
              </a:pPr>
              <a:t>‹#›</a:t>
            </a:fld>
            <a:endParaRPr lang="en-US"/>
          </a:p>
        </p:txBody>
      </p:sp>
    </p:spTree>
    <p:extLst>
      <p:ext uri="{BB962C8B-B14F-4D97-AF65-F5344CB8AC3E}">
        <p14:creationId xmlns:p14="http://schemas.microsoft.com/office/powerpoint/2010/main" val="196565093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C8D1CC-EAF9-4F5A-8C8C-C6D22A74A364}" type="slidenum">
              <a:rPr lang="en-US"/>
              <a:pPr>
                <a:defRPr/>
              </a:pPr>
              <a:t>‹#›</a:t>
            </a:fld>
            <a:endParaRPr lang="en-US"/>
          </a:p>
        </p:txBody>
      </p:sp>
    </p:spTree>
    <p:extLst>
      <p:ext uri="{BB962C8B-B14F-4D97-AF65-F5344CB8AC3E}">
        <p14:creationId xmlns:p14="http://schemas.microsoft.com/office/powerpoint/2010/main" val="117886764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CD1A318-5032-4C14-A991-A6ABD657C1D9}" type="slidenum">
              <a:rPr lang="en-US"/>
              <a:pPr>
                <a:defRPr/>
              </a:pPr>
              <a:t>‹#›</a:t>
            </a:fld>
            <a:endParaRPr lang="en-US"/>
          </a:p>
        </p:txBody>
      </p:sp>
    </p:spTree>
    <p:extLst>
      <p:ext uri="{BB962C8B-B14F-4D97-AF65-F5344CB8AC3E}">
        <p14:creationId xmlns:p14="http://schemas.microsoft.com/office/powerpoint/2010/main" val="427351558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822A68-C94B-42B4-92F9-FA37E9668DB8}" type="slidenum">
              <a:rPr lang="en-US"/>
              <a:pPr>
                <a:defRPr/>
              </a:pPr>
              <a:t>‹#›</a:t>
            </a:fld>
            <a:endParaRPr lang="en-US"/>
          </a:p>
        </p:txBody>
      </p:sp>
    </p:spTree>
    <p:extLst>
      <p:ext uri="{BB962C8B-B14F-4D97-AF65-F5344CB8AC3E}">
        <p14:creationId xmlns:p14="http://schemas.microsoft.com/office/powerpoint/2010/main" val="324380433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8F3F5EA-1B83-4510-A8AD-3E1F436D2106}" type="slidenum">
              <a:rPr lang="en-US"/>
              <a:pPr>
                <a:defRPr/>
              </a:pPr>
              <a:t>‹#›</a:t>
            </a:fld>
            <a:endParaRPr lang="en-US"/>
          </a:p>
        </p:txBody>
      </p:sp>
    </p:spTree>
    <p:extLst>
      <p:ext uri="{BB962C8B-B14F-4D97-AF65-F5344CB8AC3E}">
        <p14:creationId xmlns:p14="http://schemas.microsoft.com/office/powerpoint/2010/main" val="103145795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CEF58A6-376F-402A-A16F-E4EE7FF31EEC}" type="slidenum">
              <a:rPr lang="en-US"/>
              <a:pPr>
                <a:defRPr/>
              </a:pPr>
              <a:t>‹#›</a:t>
            </a:fld>
            <a:endParaRPr lang="en-US"/>
          </a:p>
        </p:txBody>
      </p:sp>
    </p:spTree>
    <p:extLst>
      <p:ext uri="{BB962C8B-B14F-4D97-AF65-F5344CB8AC3E}">
        <p14:creationId xmlns:p14="http://schemas.microsoft.com/office/powerpoint/2010/main" val="99455702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EBA386F-2721-48FE-B512-01A647947CDC}" type="slidenum">
              <a:rPr lang="en-US"/>
              <a:pPr>
                <a:defRPr/>
              </a:pPr>
              <a:t>‹#›</a:t>
            </a:fld>
            <a:endParaRPr lang="en-US"/>
          </a:p>
        </p:txBody>
      </p:sp>
    </p:spTree>
    <p:extLst>
      <p:ext uri="{BB962C8B-B14F-4D97-AF65-F5344CB8AC3E}">
        <p14:creationId xmlns:p14="http://schemas.microsoft.com/office/powerpoint/2010/main" val="25074261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3B5229F-8ED1-49B8-941C-01BF6231A9C6}" type="slidenum">
              <a:rPr lang="en-US"/>
              <a:pPr>
                <a:defRPr/>
              </a:pPr>
              <a:t>‹#›</a:t>
            </a:fld>
            <a:endParaRPr lang="en-US"/>
          </a:p>
        </p:txBody>
      </p:sp>
    </p:spTree>
    <p:extLst>
      <p:ext uri="{BB962C8B-B14F-4D97-AF65-F5344CB8AC3E}">
        <p14:creationId xmlns:p14="http://schemas.microsoft.com/office/powerpoint/2010/main" val="11656021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40FB81E-A677-49B7-BCE8-DAC79BFE4FF4}" type="slidenum">
              <a:rPr lang="en-US"/>
              <a:pPr>
                <a:defRPr/>
              </a:pPr>
              <a:t>‹#›</a:t>
            </a:fld>
            <a:endParaRPr lang="en-US"/>
          </a:p>
        </p:txBody>
      </p:sp>
    </p:spTree>
    <p:extLst>
      <p:ext uri="{BB962C8B-B14F-4D97-AF65-F5344CB8AC3E}">
        <p14:creationId xmlns:p14="http://schemas.microsoft.com/office/powerpoint/2010/main" val="371603189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6AF61DD7-7C30-4765-A1C3-B01AB49DDBB1}" type="slidenum">
              <a:rPr lang="en-US"/>
              <a:pPr>
                <a:defRPr/>
              </a:pPr>
              <a:t>‹#›</a:t>
            </a:fld>
            <a:endParaRPr lang="en-US" dirty="0"/>
          </a:p>
        </p:txBody>
      </p:sp>
    </p:spTree>
    <p:extLst>
      <p:ext uri="{BB962C8B-B14F-4D97-AF65-F5344CB8AC3E}">
        <p14:creationId xmlns:p14="http://schemas.microsoft.com/office/powerpoint/2010/main" val="268467694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6718708-9F5D-476A-985A-9473BFC53F1A}" type="slidenum">
              <a:rPr lang="en-US"/>
              <a:pPr>
                <a:defRPr/>
              </a:pPr>
              <a:t>‹#›</a:t>
            </a:fld>
            <a:endParaRPr lang="en-US"/>
          </a:p>
        </p:txBody>
      </p:sp>
    </p:spTree>
    <p:extLst>
      <p:ext uri="{BB962C8B-B14F-4D97-AF65-F5344CB8AC3E}">
        <p14:creationId xmlns:p14="http://schemas.microsoft.com/office/powerpoint/2010/main" val="245486201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6D8F06D-7847-42A9-9DBD-B65B613718B1}" type="slidenum">
              <a:rPr lang="en-US"/>
              <a:pPr>
                <a:defRPr/>
              </a:pPr>
              <a:t>‹#›</a:t>
            </a:fld>
            <a:endParaRPr lang="en-US"/>
          </a:p>
        </p:txBody>
      </p:sp>
    </p:spTree>
    <p:extLst>
      <p:ext uri="{BB962C8B-B14F-4D97-AF65-F5344CB8AC3E}">
        <p14:creationId xmlns:p14="http://schemas.microsoft.com/office/powerpoint/2010/main" val="307096840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8B0261E-1300-4B7B-8A99-C3288E1DE17E}" type="slidenum">
              <a:rPr lang="en-US"/>
              <a:pPr>
                <a:defRPr/>
              </a:pPr>
              <a:t>‹#›</a:t>
            </a:fld>
            <a:endParaRPr lang="en-US"/>
          </a:p>
        </p:txBody>
      </p:sp>
    </p:spTree>
    <p:extLst>
      <p:ext uri="{BB962C8B-B14F-4D97-AF65-F5344CB8AC3E}">
        <p14:creationId xmlns:p14="http://schemas.microsoft.com/office/powerpoint/2010/main" val="179837849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7F8CFA6-E57A-4066-A155-1695969BD200}" type="slidenum">
              <a:rPr lang="en-US"/>
              <a:pPr>
                <a:defRPr/>
              </a:pPr>
              <a:t>‹#›</a:t>
            </a:fld>
            <a:endParaRPr lang="en-US"/>
          </a:p>
        </p:txBody>
      </p:sp>
    </p:spTree>
    <p:extLst>
      <p:ext uri="{BB962C8B-B14F-4D97-AF65-F5344CB8AC3E}">
        <p14:creationId xmlns:p14="http://schemas.microsoft.com/office/powerpoint/2010/main" val="245761470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9522A7E-45EB-4C9E-8FE2-189C8420A52B}" type="slidenum">
              <a:rPr lang="en-US"/>
              <a:pPr>
                <a:defRPr/>
              </a:pPr>
              <a:t>‹#›</a:t>
            </a:fld>
            <a:endParaRPr lang="en-US"/>
          </a:p>
        </p:txBody>
      </p:sp>
    </p:spTree>
    <p:extLst>
      <p:ext uri="{BB962C8B-B14F-4D97-AF65-F5344CB8AC3E}">
        <p14:creationId xmlns:p14="http://schemas.microsoft.com/office/powerpoint/2010/main" val="387482564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CB46B6B-22D0-48BB-913E-61C573614B25}" type="slidenum">
              <a:rPr lang="en-US"/>
              <a:pPr>
                <a:defRPr/>
              </a:pPr>
              <a:t>‹#›</a:t>
            </a:fld>
            <a:endParaRPr lang="en-US"/>
          </a:p>
        </p:txBody>
      </p:sp>
    </p:spTree>
    <p:extLst>
      <p:ext uri="{BB962C8B-B14F-4D97-AF65-F5344CB8AC3E}">
        <p14:creationId xmlns:p14="http://schemas.microsoft.com/office/powerpoint/2010/main" val="291986203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131E016-E95F-47A6-A953-60E7EE750A9D}" type="slidenum">
              <a:rPr lang="en-US"/>
              <a:pPr>
                <a:defRPr/>
              </a:pPr>
              <a:t>‹#›</a:t>
            </a:fld>
            <a:endParaRPr lang="en-US"/>
          </a:p>
        </p:txBody>
      </p:sp>
    </p:spTree>
    <p:extLst>
      <p:ext uri="{BB962C8B-B14F-4D97-AF65-F5344CB8AC3E}">
        <p14:creationId xmlns:p14="http://schemas.microsoft.com/office/powerpoint/2010/main" val="27181435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7F774D4-2684-4F68-9CC2-5CDF32C24A67}" type="slidenum">
              <a:rPr lang="en-US"/>
              <a:pPr>
                <a:defRPr/>
              </a:pPr>
              <a:t>‹#›</a:t>
            </a:fld>
            <a:endParaRPr lang="en-US"/>
          </a:p>
        </p:txBody>
      </p:sp>
    </p:spTree>
    <p:extLst>
      <p:ext uri="{BB962C8B-B14F-4D97-AF65-F5344CB8AC3E}">
        <p14:creationId xmlns:p14="http://schemas.microsoft.com/office/powerpoint/2010/main" val="331006177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F70EFA7-48C1-4AB7-9458-8B5C37B7C8E2}" type="slidenum">
              <a:rPr lang="en-US"/>
              <a:pPr>
                <a:defRPr/>
              </a:pPr>
              <a:t>‹#›</a:t>
            </a:fld>
            <a:endParaRPr lang="en-US"/>
          </a:p>
        </p:txBody>
      </p:sp>
    </p:spTree>
    <p:extLst>
      <p:ext uri="{BB962C8B-B14F-4D97-AF65-F5344CB8AC3E}">
        <p14:creationId xmlns:p14="http://schemas.microsoft.com/office/powerpoint/2010/main" val="380296649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D405A6-D8EC-4762-830F-F06199984656}" type="slidenum">
              <a:rPr lang="en-US"/>
              <a:pPr>
                <a:defRPr/>
              </a:pPr>
              <a:t>‹#›</a:t>
            </a:fld>
            <a:endParaRPr lang="en-US"/>
          </a:p>
        </p:txBody>
      </p:sp>
    </p:spTree>
    <p:extLst>
      <p:ext uri="{BB962C8B-B14F-4D97-AF65-F5344CB8AC3E}">
        <p14:creationId xmlns:p14="http://schemas.microsoft.com/office/powerpoint/2010/main" val="367928612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11F600-B31D-43AB-8700-3F659FA2194E}" type="slidenum">
              <a:rPr lang="en-US"/>
              <a:pPr>
                <a:defRPr/>
              </a:pPr>
              <a:t>‹#›</a:t>
            </a:fld>
            <a:endParaRPr lang="en-US"/>
          </a:p>
        </p:txBody>
      </p:sp>
    </p:spTree>
    <p:extLst>
      <p:ext uri="{BB962C8B-B14F-4D97-AF65-F5344CB8AC3E}">
        <p14:creationId xmlns:p14="http://schemas.microsoft.com/office/powerpoint/2010/main" val="183160207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7052DDC-F5B3-4A23-952A-A3570A33FE26}" type="slidenum">
              <a:rPr lang="en-US"/>
              <a:pPr>
                <a:defRPr/>
              </a:pPr>
              <a:t>‹#›</a:t>
            </a:fld>
            <a:endParaRPr lang="en-US"/>
          </a:p>
        </p:txBody>
      </p:sp>
    </p:spTree>
    <p:extLst>
      <p:ext uri="{BB962C8B-B14F-4D97-AF65-F5344CB8AC3E}">
        <p14:creationId xmlns:p14="http://schemas.microsoft.com/office/powerpoint/2010/main" val="83979428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733A8E-0598-4AFF-AA36-11EC62EF8AD5}" type="slidenum">
              <a:rPr lang="en-US"/>
              <a:pPr>
                <a:defRPr/>
              </a:pPr>
              <a:t>‹#›</a:t>
            </a:fld>
            <a:endParaRPr lang="en-US"/>
          </a:p>
        </p:txBody>
      </p:sp>
    </p:spTree>
    <p:extLst>
      <p:ext uri="{BB962C8B-B14F-4D97-AF65-F5344CB8AC3E}">
        <p14:creationId xmlns:p14="http://schemas.microsoft.com/office/powerpoint/2010/main" val="4022509902"/>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3F918E3-9767-444A-B63A-6E187CAE89D4}" type="slidenum">
              <a:rPr lang="en-US"/>
              <a:pPr>
                <a:defRPr/>
              </a:pPr>
              <a:t>‹#›</a:t>
            </a:fld>
            <a:endParaRPr lang="en-US"/>
          </a:p>
        </p:txBody>
      </p:sp>
    </p:spTree>
    <p:extLst>
      <p:ext uri="{BB962C8B-B14F-4D97-AF65-F5344CB8AC3E}">
        <p14:creationId xmlns:p14="http://schemas.microsoft.com/office/powerpoint/2010/main" val="350564619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E16EB27-BB1B-4CFE-9587-336886979BB0}" type="slidenum">
              <a:rPr lang="en-US"/>
              <a:pPr>
                <a:defRPr/>
              </a:pPr>
              <a:t>‹#›</a:t>
            </a:fld>
            <a:endParaRPr lang="en-US"/>
          </a:p>
        </p:txBody>
      </p:sp>
    </p:spTree>
    <p:extLst>
      <p:ext uri="{BB962C8B-B14F-4D97-AF65-F5344CB8AC3E}">
        <p14:creationId xmlns:p14="http://schemas.microsoft.com/office/powerpoint/2010/main" val="188153589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4F713ABC-1462-453D-A0DD-181DF6FA84CF}" type="slidenum">
              <a:rPr lang="en-US"/>
              <a:pPr>
                <a:defRPr/>
              </a:pPr>
              <a:t>‹#›</a:t>
            </a:fld>
            <a:endParaRPr lang="en-US" dirty="0"/>
          </a:p>
        </p:txBody>
      </p:sp>
    </p:spTree>
    <p:extLst>
      <p:ext uri="{BB962C8B-B14F-4D97-AF65-F5344CB8AC3E}">
        <p14:creationId xmlns:p14="http://schemas.microsoft.com/office/powerpoint/2010/main" val="95207357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D7C53D5-F0E5-4ABA-B27C-6D3AAFB09B09}" type="slidenum">
              <a:rPr lang="en-US"/>
              <a:pPr>
                <a:defRPr/>
              </a:pPr>
              <a:t>‹#›</a:t>
            </a:fld>
            <a:endParaRPr lang="en-US"/>
          </a:p>
        </p:txBody>
      </p:sp>
    </p:spTree>
    <p:extLst>
      <p:ext uri="{BB962C8B-B14F-4D97-AF65-F5344CB8AC3E}">
        <p14:creationId xmlns:p14="http://schemas.microsoft.com/office/powerpoint/2010/main" val="388606587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49AF81D-EF59-40DB-A799-72DCF6BAF706}" type="slidenum">
              <a:rPr lang="en-US"/>
              <a:pPr>
                <a:defRPr/>
              </a:pPr>
              <a:t>‹#›</a:t>
            </a:fld>
            <a:endParaRPr lang="en-US"/>
          </a:p>
        </p:txBody>
      </p:sp>
    </p:spTree>
    <p:extLst>
      <p:ext uri="{BB962C8B-B14F-4D97-AF65-F5344CB8AC3E}">
        <p14:creationId xmlns:p14="http://schemas.microsoft.com/office/powerpoint/2010/main" val="420325901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81E303C-332E-490C-8178-4EE234E1D284}" type="slidenum">
              <a:rPr lang="en-US"/>
              <a:pPr>
                <a:defRPr/>
              </a:pPr>
              <a:t>‹#›</a:t>
            </a:fld>
            <a:endParaRPr lang="en-US"/>
          </a:p>
        </p:txBody>
      </p:sp>
    </p:spTree>
    <p:extLst>
      <p:ext uri="{BB962C8B-B14F-4D97-AF65-F5344CB8AC3E}">
        <p14:creationId xmlns:p14="http://schemas.microsoft.com/office/powerpoint/2010/main" val="2981846732"/>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1AD15A7-1F89-4371-95AD-7C68A318C6C3}" type="slidenum">
              <a:rPr lang="en-US"/>
              <a:pPr>
                <a:defRPr/>
              </a:pPr>
              <a:t>‹#›</a:t>
            </a:fld>
            <a:endParaRPr lang="en-US"/>
          </a:p>
        </p:txBody>
      </p:sp>
    </p:spTree>
    <p:extLst>
      <p:ext uri="{BB962C8B-B14F-4D97-AF65-F5344CB8AC3E}">
        <p14:creationId xmlns:p14="http://schemas.microsoft.com/office/powerpoint/2010/main" val="382007460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0B30082-0D70-405A-A3EF-DFA201F523FF}" type="slidenum">
              <a:rPr lang="en-US"/>
              <a:pPr>
                <a:defRPr/>
              </a:pPr>
              <a:t>‹#›</a:t>
            </a:fld>
            <a:endParaRPr lang="en-US"/>
          </a:p>
        </p:txBody>
      </p:sp>
    </p:spTree>
    <p:extLst>
      <p:ext uri="{BB962C8B-B14F-4D97-AF65-F5344CB8AC3E}">
        <p14:creationId xmlns:p14="http://schemas.microsoft.com/office/powerpoint/2010/main" val="39880287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7FB167F-3CC5-4845-ABB6-3C197225E659}" type="slidenum">
              <a:rPr lang="en-US"/>
              <a:pPr>
                <a:defRPr/>
              </a:pPr>
              <a:t>‹#›</a:t>
            </a:fld>
            <a:endParaRPr lang="en-US"/>
          </a:p>
        </p:txBody>
      </p:sp>
    </p:spTree>
    <p:extLst>
      <p:ext uri="{BB962C8B-B14F-4D97-AF65-F5344CB8AC3E}">
        <p14:creationId xmlns:p14="http://schemas.microsoft.com/office/powerpoint/2010/main" val="149296570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2CE0C21-D54D-44FE-BB49-259FB4666A20}" type="slidenum">
              <a:rPr lang="en-US"/>
              <a:pPr>
                <a:defRPr/>
              </a:pPr>
              <a:t>‹#›</a:t>
            </a:fld>
            <a:endParaRPr lang="en-US"/>
          </a:p>
        </p:txBody>
      </p:sp>
    </p:spTree>
    <p:extLst>
      <p:ext uri="{BB962C8B-B14F-4D97-AF65-F5344CB8AC3E}">
        <p14:creationId xmlns:p14="http://schemas.microsoft.com/office/powerpoint/2010/main" val="330285847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D026F82-FD10-4B31-855B-5F534868ED10}" type="slidenum">
              <a:rPr lang="en-US"/>
              <a:pPr>
                <a:defRPr/>
              </a:pPr>
              <a:t>‹#›</a:t>
            </a:fld>
            <a:endParaRPr lang="en-US"/>
          </a:p>
        </p:txBody>
      </p:sp>
    </p:spTree>
    <p:extLst>
      <p:ext uri="{BB962C8B-B14F-4D97-AF65-F5344CB8AC3E}">
        <p14:creationId xmlns:p14="http://schemas.microsoft.com/office/powerpoint/2010/main" val="22679219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9495BF3-F25A-4EE7-8F32-D73DF2291400}" type="slidenum">
              <a:rPr lang="en-US"/>
              <a:pPr>
                <a:defRPr/>
              </a:pPr>
              <a:t>‹#›</a:t>
            </a:fld>
            <a:endParaRPr lang="en-US"/>
          </a:p>
        </p:txBody>
      </p:sp>
    </p:spTree>
    <p:extLst>
      <p:ext uri="{BB962C8B-B14F-4D97-AF65-F5344CB8AC3E}">
        <p14:creationId xmlns:p14="http://schemas.microsoft.com/office/powerpoint/2010/main" val="413717015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D66EE9C-280F-478C-B0A7-4748347B7D43}" type="slidenum">
              <a:rPr lang="en-US"/>
              <a:pPr>
                <a:defRPr/>
              </a:pPr>
              <a:t>‹#›</a:t>
            </a:fld>
            <a:endParaRPr lang="en-US"/>
          </a:p>
        </p:txBody>
      </p:sp>
    </p:spTree>
    <p:extLst>
      <p:ext uri="{BB962C8B-B14F-4D97-AF65-F5344CB8AC3E}">
        <p14:creationId xmlns:p14="http://schemas.microsoft.com/office/powerpoint/2010/main" val="105203962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A93DCD3-7C64-4A79-AD73-A0C1CEEBE4B4}" type="slidenum">
              <a:rPr lang="en-US"/>
              <a:pPr>
                <a:defRPr/>
              </a:pPr>
              <a:t>‹#›</a:t>
            </a:fld>
            <a:endParaRPr lang="en-US"/>
          </a:p>
        </p:txBody>
      </p:sp>
    </p:spTree>
    <p:extLst>
      <p:ext uri="{BB962C8B-B14F-4D97-AF65-F5344CB8AC3E}">
        <p14:creationId xmlns:p14="http://schemas.microsoft.com/office/powerpoint/2010/main" val="324109311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5954EFA-20DE-4734-9725-9AF980036449}" type="slidenum">
              <a:rPr lang="en-US"/>
              <a:pPr>
                <a:defRPr/>
              </a:pPr>
              <a:t>‹#›</a:t>
            </a:fld>
            <a:endParaRPr lang="en-US"/>
          </a:p>
        </p:txBody>
      </p:sp>
    </p:spTree>
    <p:extLst>
      <p:ext uri="{BB962C8B-B14F-4D97-AF65-F5344CB8AC3E}">
        <p14:creationId xmlns:p14="http://schemas.microsoft.com/office/powerpoint/2010/main" val="359664927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A5FEF4C-8AE9-4C77-BBAD-3D7AEDDC031E}" type="slidenum">
              <a:rPr lang="en-US"/>
              <a:pPr>
                <a:defRPr/>
              </a:pPr>
              <a:t>‹#›</a:t>
            </a:fld>
            <a:endParaRPr lang="en-US"/>
          </a:p>
        </p:txBody>
      </p:sp>
    </p:spTree>
    <p:extLst>
      <p:ext uri="{BB962C8B-B14F-4D97-AF65-F5344CB8AC3E}">
        <p14:creationId xmlns:p14="http://schemas.microsoft.com/office/powerpoint/2010/main" val="2909219254"/>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1E993DE-863E-4B0B-BCFB-0790135A648F}" type="slidenum">
              <a:rPr lang="en-US"/>
              <a:pPr>
                <a:defRPr/>
              </a:pPr>
              <a:t>‹#›</a:t>
            </a:fld>
            <a:endParaRPr lang="en-US"/>
          </a:p>
        </p:txBody>
      </p:sp>
    </p:spTree>
    <p:extLst>
      <p:ext uri="{BB962C8B-B14F-4D97-AF65-F5344CB8AC3E}">
        <p14:creationId xmlns:p14="http://schemas.microsoft.com/office/powerpoint/2010/main" val="76958826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9AE462-F163-4627-8A9F-947CD377B3CD}" type="slidenum">
              <a:rPr lang="en-US"/>
              <a:pPr>
                <a:defRPr/>
              </a:pPr>
              <a:t>‹#›</a:t>
            </a:fld>
            <a:endParaRPr lang="en-US"/>
          </a:p>
        </p:txBody>
      </p:sp>
    </p:spTree>
    <p:extLst>
      <p:ext uri="{BB962C8B-B14F-4D97-AF65-F5344CB8AC3E}">
        <p14:creationId xmlns:p14="http://schemas.microsoft.com/office/powerpoint/2010/main" val="144153758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7AFBAF98-DCBA-4B62-9F80-12663ABB8F35}" type="slidenum">
              <a:rPr lang="en-US"/>
              <a:pPr>
                <a:defRPr/>
              </a:pPr>
              <a:t>‹#›</a:t>
            </a:fld>
            <a:endParaRPr lang="en-US" dirty="0"/>
          </a:p>
        </p:txBody>
      </p:sp>
    </p:spTree>
    <p:extLst>
      <p:ext uri="{BB962C8B-B14F-4D97-AF65-F5344CB8AC3E}">
        <p14:creationId xmlns:p14="http://schemas.microsoft.com/office/powerpoint/2010/main" val="4626968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1DAB4E9-0758-4227-AB3F-BB43AA50207F}" type="slidenum">
              <a:rPr lang="en-US"/>
              <a:pPr>
                <a:defRPr/>
              </a:pPr>
              <a:t>‹#›</a:t>
            </a:fld>
            <a:endParaRPr lang="en-US"/>
          </a:p>
        </p:txBody>
      </p:sp>
    </p:spTree>
    <p:extLst>
      <p:ext uri="{BB962C8B-B14F-4D97-AF65-F5344CB8AC3E}">
        <p14:creationId xmlns:p14="http://schemas.microsoft.com/office/powerpoint/2010/main" val="206360419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1B4CC29-9969-43CA-96D8-BD9C8F5F79EF}" type="slidenum">
              <a:rPr lang="en-US"/>
              <a:pPr>
                <a:defRPr/>
              </a:pPr>
              <a:t>‹#›</a:t>
            </a:fld>
            <a:endParaRPr lang="en-US"/>
          </a:p>
        </p:txBody>
      </p:sp>
    </p:spTree>
    <p:extLst>
      <p:ext uri="{BB962C8B-B14F-4D97-AF65-F5344CB8AC3E}">
        <p14:creationId xmlns:p14="http://schemas.microsoft.com/office/powerpoint/2010/main" val="1870692404"/>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DD3B8C-9260-46FF-BE78-4B24FB0CADD0}" type="slidenum">
              <a:rPr lang="en-US"/>
              <a:pPr>
                <a:defRPr/>
              </a:pPr>
              <a:t>‹#›</a:t>
            </a:fld>
            <a:endParaRPr lang="en-US"/>
          </a:p>
        </p:txBody>
      </p:sp>
    </p:spTree>
    <p:extLst>
      <p:ext uri="{BB962C8B-B14F-4D97-AF65-F5344CB8AC3E}">
        <p14:creationId xmlns:p14="http://schemas.microsoft.com/office/powerpoint/2010/main" val="312741066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DDB65C2-DDC6-4CAD-9AED-0A08A5B25186}" type="slidenum">
              <a:rPr lang="en-US"/>
              <a:pPr>
                <a:defRPr/>
              </a:pPr>
              <a:t>‹#›</a:t>
            </a:fld>
            <a:endParaRPr lang="en-US"/>
          </a:p>
        </p:txBody>
      </p:sp>
    </p:spTree>
    <p:extLst>
      <p:ext uri="{BB962C8B-B14F-4D97-AF65-F5344CB8AC3E}">
        <p14:creationId xmlns:p14="http://schemas.microsoft.com/office/powerpoint/2010/main" val="189908884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DE6505-5FFF-4EA6-B38B-D5B472D05D83}" type="slidenum">
              <a:rPr lang="en-US"/>
              <a:pPr>
                <a:defRPr/>
              </a:pPr>
              <a:t>‹#›</a:t>
            </a:fld>
            <a:endParaRPr lang="en-US"/>
          </a:p>
        </p:txBody>
      </p:sp>
    </p:spTree>
    <p:extLst>
      <p:ext uri="{BB962C8B-B14F-4D97-AF65-F5344CB8AC3E}">
        <p14:creationId xmlns:p14="http://schemas.microsoft.com/office/powerpoint/2010/main" val="296907738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FB3EAB-CC18-48A7-A7DE-FE2A5D6F3F4C}" type="slidenum">
              <a:rPr lang="en-US"/>
              <a:pPr>
                <a:defRPr/>
              </a:pPr>
              <a:t>‹#›</a:t>
            </a:fld>
            <a:endParaRPr lang="en-US"/>
          </a:p>
        </p:txBody>
      </p:sp>
    </p:spTree>
    <p:extLst>
      <p:ext uri="{BB962C8B-B14F-4D97-AF65-F5344CB8AC3E}">
        <p14:creationId xmlns:p14="http://schemas.microsoft.com/office/powerpoint/2010/main" val="206185649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450103B-368D-45B0-AB7D-799A9EBB9FD0}" type="slidenum">
              <a:rPr lang="en-US"/>
              <a:pPr>
                <a:defRPr/>
              </a:pPr>
              <a:t>‹#›</a:t>
            </a:fld>
            <a:endParaRPr lang="en-US"/>
          </a:p>
        </p:txBody>
      </p:sp>
    </p:spTree>
    <p:extLst>
      <p:ext uri="{BB962C8B-B14F-4D97-AF65-F5344CB8AC3E}">
        <p14:creationId xmlns:p14="http://schemas.microsoft.com/office/powerpoint/2010/main" val="211179439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62BCD6-52E1-4DEA-874E-5CBDB2AD7F83}" type="slidenum">
              <a:rPr lang="en-US"/>
              <a:pPr>
                <a:defRPr/>
              </a:pPr>
              <a:t>‹#›</a:t>
            </a:fld>
            <a:endParaRPr lang="en-US"/>
          </a:p>
        </p:txBody>
      </p:sp>
    </p:spTree>
    <p:extLst>
      <p:ext uri="{BB962C8B-B14F-4D97-AF65-F5344CB8AC3E}">
        <p14:creationId xmlns:p14="http://schemas.microsoft.com/office/powerpoint/2010/main" val="200647858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85EDA7-A69A-4390-8165-09F3C978DBA0}" type="slidenum">
              <a:rPr lang="en-US"/>
              <a:pPr>
                <a:defRPr/>
              </a:pPr>
              <a:t>‹#›</a:t>
            </a:fld>
            <a:endParaRPr lang="en-US"/>
          </a:p>
        </p:txBody>
      </p:sp>
    </p:spTree>
    <p:extLst>
      <p:ext uri="{BB962C8B-B14F-4D97-AF65-F5344CB8AC3E}">
        <p14:creationId xmlns:p14="http://schemas.microsoft.com/office/powerpoint/2010/main" val="229306062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BFD5BFC-CD6F-4B8D-9599-654E6D2193B2}" type="slidenum">
              <a:rPr lang="en-US"/>
              <a:pPr>
                <a:defRPr/>
              </a:pPr>
              <a:t>‹#›</a:t>
            </a:fld>
            <a:endParaRPr lang="en-US"/>
          </a:p>
        </p:txBody>
      </p:sp>
    </p:spTree>
    <p:extLst>
      <p:ext uri="{BB962C8B-B14F-4D97-AF65-F5344CB8AC3E}">
        <p14:creationId xmlns:p14="http://schemas.microsoft.com/office/powerpoint/2010/main" val="271810243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3DA7B1D-48EC-4A24-B234-A9631F36EB4E}" type="slidenum">
              <a:rPr lang="en-US"/>
              <a:pPr>
                <a:defRPr/>
              </a:pPr>
              <a:t>‹#›</a:t>
            </a:fld>
            <a:endParaRPr lang="en-US"/>
          </a:p>
        </p:txBody>
      </p:sp>
    </p:spTree>
    <p:extLst>
      <p:ext uri="{BB962C8B-B14F-4D97-AF65-F5344CB8AC3E}">
        <p14:creationId xmlns:p14="http://schemas.microsoft.com/office/powerpoint/2010/main" val="153797872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2381355-EBA3-4351-8646-52E41A3AA62D}" type="slidenum">
              <a:rPr lang="en-US"/>
              <a:pPr>
                <a:defRPr/>
              </a:pPr>
              <a:t>‹#›</a:t>
            </a:fld>
            <a:endParaRPr lang="en-US"/>
          </a:p>
        </p:txBody>
      </p:sp>
    </p:spTree>
    <p:extLst>
      <p:ext uri="{BB962C8B-B14F-4D97-AF65-F5344CB8AC3E}">
        <p14:creationId xmlns:p14="http://schemas.microsoft.com/office/powerpoint/2010/main" val="363238300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607F56C-1AAD-43C7-A674-C2A1B9693694}" type="slidenum">
              <a:rPr lang="en-US"/>
              <a:pPr>
                <a:defRPr/>
              </a:pPr>
              <a:t>‹#›</a:t>
            </a:fld>
            <a:endParaRPr lang="en-US"/>
          </a:p>
        </p:txBody>
      </p:sp>
    </p:spTree>
    <p:extLst>
      <p:ext uri="{BB962C8B-B14F-4D97-AF65-F5344CB8AC3E}">
        <p14:creationId xmlns:p14="http://schemas.microsoft.com/office/powerpoint/2010/main" val="222489747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0B2C90-1AAC-4B3E-91E6-D7BBD666CF72}" type="slidenum">
              <a:rPr lang="en-US"/>
              <a:pPr>
                <a:defRPr/>
              </a:pPr>
              <a:t>‹#›</a:t>
            </a:fld>
            <a:endParaRPr lang="en-US"/>
          </a:p>
        </p:txBody>
      </p:sp>
    </p:spTree>
    <p:extLst>
      <p:ext uri="{BB962C8B-B14F-4D97-AF65-F5344CB8AC3E}">
        <p14:creationId xmlns:p14="http://schemas.microsoft.com/office/powerpoint/2010/main" val="2842060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89CB087-1653-4288-85E4-61E846313E57}" type="slidenum">
              <a:rPr lang="en-US"/>
              <a:pPr>
                <a:defRPr/>
              </a:pPr>
              <a:t>‹#›</a:t>
            </a:fld>
            <a:endParaRPr lang="en-US"/>
          </a:p>
        </p:txBody>
      </p:sp>
    </p:spTree>
    <p:extLst>
      <p:ext uri="{BB962C8B-B14F-4D97-AF65-F5344CB8AC3E}">
        <p14:creationId xmlns:p14="http://schemas.microsoft.com/office/powerpoint/2010/main" val="2761542001"/>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DF9D786-BFDF-463F-AAC4-6F3E29BEB9A5}" type="slidenum">
              <a:rPr lang="en-US"/>
              <a:pPr>
                <a:defRPr/>
              </a:pPr>
              <a:t>‹#›</a:t>
            </a:fld>
            <a:endParaRPr lang="en-US" dirty="0"/>
          </a:p>
        </p:txBody>
      </p:sp>
    </p:spTree>
    <p:extLst>
      <p:ext uri="{BB962C8B-B14F-4D97-AF65-F5344CB8AC3E}">
        <p14:creationId xmlns:p14="http://schemas.microsoft.com/office/powerpoint/2010/main" val="405449285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69A8E36-8585-43BE-86B1-66ECF701E9BC}" type="slidenum">
              <a:rPr lang="en-US"/>
              <a:pPr>
                <a:defRPr/>
              </a:pPr>
              <a:t>‹#›</a:t>
            </a:fld>
            <a:endParaRPr lang="en-US"/>
          </a:p>
        </p:txBody>
      </p:sp>
    </p:spTree>
    <p:extLst>
      <p:ext uri="{BB962C8B-B14F-4D97-AF65-F5344CB8AC3E}">
        <p14:creationId xmlns:p14="http://schemas.microsoft.com/office/powerpoint/2010/main" val="167176358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16A9FD-90F1-45AB-B4AB-46023BE85EDC}" type="slidenum">
              <a:rPr lang="en-US"/>
              <a:pPr>
                <a:defRPr/>
              </a:pPr>
              <a:t>‹#›</a:t>
            </a:fld>
            <a:endParaRPr lang="en-US"/>
          </a:p>
        </p:txBody>
      </p:sp>
    </p:spTree>
    <p:extLst>
      <p:ext uri="{BB962C8B-B14F-4D97-AF65-F5344CB8AC3E}">
        <p14:creationId xmlns:p14="http://schemas.microsoft.com/office/powerpoint/2010/main" val="4215527516"/>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E25499D-D021-4D03-839B-4ACC0B42A49A}" type="slidenum">
              <a:rPr lang="en-US"/>
              <a:pPr>
                <a:defRPr/>
              </a:pPr>
              <a:t>‹#›</a:t>
            </a:fld>
            <a:endParaRPr lang="en-US"/>
          </a:p>
        </p:txBody>
      </p:sp>
    </p:spTree>
    <p:extLst>
      <p:ext uri="{BB962C8B-B14F-4D97-AF65-F5344CB8AC3E}">
        <p14:creationId xmlns:p14="http://schemas.microsoft.com/office/powerpoint/2010/main" val="236770154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AC8FFAA-2B00-4A70-8967-6C4C58FDD733}" type="slidenum">
              <a:rPr lang="en-US"/>
              <a:pPr>
                <a:defRPr/>
              </a:pPr>
              <a:t>‹#›</a:t>
            </a:fld>
            <a:endParaRPr lang="en-US"/>
          </a:p>
        </p:txBody>
      </p:sp>
    </p:spTree>
    <p:extLst>
      <p:ext uri="{BB962C8B-B14F-4D97-AF65-F5344CB8AC3E}">
        <p14:creationId xmlns:p14="http://schemas.microsoft.com/office/powerpoint/2010/main" val="7124269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0EFB983-6036-4F33-9BB2-CF5C06AFFE60}" type="slidenum">
              <a:rPr lang="en-US"/>
              <a:pPr>
                <a:defRPr/>
              </a:pPr>
              <a:t>‹#›</a:t>
            </a:fld>
            <a:endParaRPr lang="en-US"/>
          </a:p>
        </p:txBody>
      </p:sp>
    </p:spTree>
    <p:extLst>
      <p:ext uri="{BB962C8B-B14F-4D97-AF65-F5344CB8AC3E}">
        <p14:creationId xmlns:p14="http://schemas.microsoft.com/office/powerpoint/2010/main" val="307689719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19279D8-BAD9-4639-A2EE-027BC21C6BEF}" type="slidenum">
              <a:rPr lang="en-US"/>
              <a:pPr>
                <a:defRPr/>
              </a:pPr>
              <a:t>‹#›</a:t>
            </a:fld>
            <a:endParaRPr lang="en-US"/>
          </a:p>
        </p:txBody>
      </p:sp>
    </p:spTree>
    <p:extLst>
      <p:ext uri="{BB962C8B-B14F-4D97-AF65-F5344CB8AC3E}">
        <p14:creationId xmlns:p14="http://schemas.microsoft.com/office/powerpoint/2010/main" val="309756607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814FA69-C09D-4C57-B70F-A5DE9825892D}" type="slidenum">
              <a:rPr lang="en-US"/>
              <a:pPr>
                <a:defRPr/>
              </a:pPr>
              <a:t>‹#›</a:t>
            </a:fld>
            <a:endParaRPr lang="en-US"/>
          </a:p>
        </p:txBody>
      </p:sp>
    </p:spTree>
    <p:extLst>
      <p:ext uri="{BB962C8B-B14F-4D97-AF65-F5344CB8AC3E}">
        <p14:creationId xmlns:p14="http://schemas.microsoft.com/office/powerpoint/2010/main" val="298700513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8F109F6-66FC-4F9A-8C50-908379FE017C}" type="slidenum">
              <a:rPr lang="en-US"/>
              <a:pPr>
                <a:defRPr/>
              </a:pPr>
              <a:t>‹#›</a:t>
            </a:fld>
            <a:endParaRPr lang="en-US"/>
          </a:p>
        </p:txBody>
      </p:sp>
    </p:spTree>
    <p:extLst>
      <p:ext uri="{BB962C8B-B14F-4D97-AF65-F5344CB8AC3E}">
        <p14:creationId xmlns:p14="http://schemas.microsoft.com/office/powerpoint/2010/main" val="5020413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2C556E3-8393-466F-8222-79DB79F89EFD}" type="slidenum">
              <a:rPr lang="en-US"/>
              <a:pPr>
                <a:defRPr/>
              </a:pPr>
              <a:t>‹#›</a:t>
            </a:fld>
            <a:endParaRPr lang="en-US"/>
          </a:p>
        </p:txBody>
      </p:sp>
    </p:spTree>
    <p:extLst>
      <p:ext uri="{BB962C8B-B14F-4D97-AF65-F5344CB8AC3E}">
        <p14:creationId xmlns:p14="http://schemas.microsoft.com/office/powerpoint/2010/main" val="12815190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5FE07F5-B89B-421A-B09E-149A4F649E82}" type="slidenum">
              <a:rPr lang="en-US"/>
              <a:pPr>
                <a:defRPr/>
              </a:pPr>
              <a:t>‹#›</a:t>
            </a:fld>
            <a:endParaRPr lang="en-US"/>
          </a:p>
        </p:txBody>
      </p:sp>
    </p:spTree>
    <p:extLst>
      <p:ext uri="{BB962C8B-B14F-4D97-AF65-F5344CB8AC3E}">
        <p14:creationId xmlns:p14="http://schemas.microsoft.com/office/powerpoint/2010/main" val="3509675064"/>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16FA0F7-9829-4F2E-A1BC-42E2EE0524C4}" type="slidenum">
              <a:rPr lang="en-US"/>
              <a:pPr>
                <a:defRPr/>
              </a:pPr>
              <a:t>‹#›</a:t>
            </a:fld>
            <a:endParaRPr lang="en-US"/>
          </a:p>
        </p:txBody>
      </p:sp>
    </p:spTree>
    <p:extLst>
      <p:ext uri="{BB962C8B-B14F-4D97-AF65-F5344CB8AC3E}">
        <p14:creationId xmlns:p14="http://schemas.microsoft.com/office/powerpoint/2010/main" val="112002371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1BB6F34-F485-4BDA-9FB7-955B81D76218}" type="slidenum">
              <a:rPr lang="en-US"/>
              <a:pPr>
                <a:defRPr/>
              </a:pPr>
              <a:t>‹#›</a:t>
            </a:fld>
            <a:endParaRPr lang="en-US"/>
          </a:p>
        </p:txBody>
      </p:sp>
    </p:spTree>
    <p:extLst>
      <p:ext uri="{BB962C8B-B14F-4D97-AF65-F5344CB8AC3E}">
        <p14:creationId xmlns:p14="http://schemas.microsoft.com/office/powerpoint/2010/main" val="2312291865"/>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74D0395-29EB-4A94-BCDD-799F78664363}" type="slidenum">
              <a:rPr lang="en-US"/>
              <a:pPr>
                <a:defRPr/>
              </a:pPr>
              <a:t>‹#›</a:t>
            </a:fld>
            <a:endParaRPr lang="en-US"/>
          </a:p>
        </p:txBody>
      </p:sp>
    </p:spTree>
    <p:extLst>
      <p:ext uri="{BB962C8B-B14F-4D97-AF65-F5344CB8AC3E}">
        <p14:creationId xmlns:p14="http://schemas.microsoft.com/office/powerpoint/2010/main" val="4019482145"/>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6312A3-F22B-4F6C-A38B-2913B2775B71}" type="slidenum">
              <a:rPr lang="en-US"/>
              <a:pPr>
                <a:defRPr/>
              </a:pPr>
              <a:t>‹#›</a:t>
            </a:fld>
            <a:endParaRPr lang="en-US"/>
          </a:p>
        </p:txBody>
      </p:sp>
    </p:spTree>
    <p:extLst>
      <p:ext uri="{BB962C8B-B14F-4D97-AF65-F5344CB8AC3E}">
        <p14:creationId xmlns:p14="http://schemas.microsoft.com/office/powerpoint/2010/main" val="1643753031"/>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8BFE557-452D-49AF-8BEA-9DC1CE1C64E4}" type="slidenum">
              <a:rPr lang="en-US"/>
              <a:pPr>
                <a:defRPr/>
              </a:pPr>
              <a:t>‹#›</a:t>
            </a:fld>
            <a:endParaRPr lang="en-US"/>
          </a:p>
        </p:txBody>
      </p:sp>
    </p:spTree>
    <p:extLst>
      <p:ext uri="{BB962C8B-B14F-4D97-AF65-F5344CB8AC3E}">
        <p14:creationId xmlns:p14="http://schemas.microsoft.com/office/powerpoint/2010/main" val="48308324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1932316F-4800-487E-A91E-C7DA240FAA1E}" type="slidenum">
              <a:rPr lang="en-US"/>
              <a:pPr>
                <a:defRPr/>
              </a:pPr>
              <a:t>‹#›</a:t>
            </a:fld>
            <a:endParaRPr lang="en-US" dirty="0"/>
          </a:p>
        </p:txBody>
      </p:sp>
    </p:spTree>
    <p:extLst>
      <p:ext uri="{BB962C8B-B14F-4D97-AF65-F5344CB8AC3E}">
        <p14:creationId xmlns:p14="http://schemas.microsoft.com/office/powerpoint/2010/main" val="12350624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E048851-2755-4C77-BB77-3747D6996BC5}" type="slidenum">
              <a:rPr lang="en-US"/>
              <a:pPr>
                <a:defRPr/>
              </a:pPr>
              <a:t>‹#›</a:t>
            </a:fld>
            <a:endParaRPr lang="en-US"/>
          </a:p>
        </p:txBody>
      </p:sp>
    </p:spTree>
    <p:extLst>
      <p:ext uri="{BB962C8B-B14F-4D97-AF65-F5344CB8AC3E}">
        <p14:creationId xmlns:p14="http://schemas.microsoft.com/office/powerpoint/2010/main" val="286874114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B3026F4-52B3-4A75-A763-55581B1AD06B}" type="slidenum">
              <a:rPr lang="en-US"/>
              <a:pPr>
                <a:defRPr/>
              </a:pPr>
              <a:t>‹#›</a:t>
            </a:fld>
            <a:endParaRPr lang="en-US"/>
          </a:p>
        </p:txBody>
      </p:sp>
    </p:spTree>
    <p:extLst>
      <p:ext uri="{BB962C8B-B14F-4D97-AF65-F5344CB8AC3E}">
        <p14:creationId xmlns:p14="http://schemas.microsoft.com/office/powerpoint/2010/main" val="2685583649"/>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D1FA4C-2AE2-42FF-91EA-C97EBC312AB4}" type="slidenum">
              <a:rPr lang="en-US"/>
              <a:pPr>
                <a:defRPr/>
              </a:pPr>
              <a:t>‹#›</a:t>
            </a:fld>
            <a:endParaRPr lang="en-US"/>
          </a:p>
        </p:txBody>
      </p:sp>
    </p:spTree>
    <p:extLst>
      <p:ext uri="{BB962C8B-B14F-4D97-AF65-F5344CB8AC3E}">
        <p14:creationId xmlns:p14="http://schemas.microsoft.com/office/powerpoint/2010/main" val="256105484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F29E79-D87F-492A-AA00-8C3442DC72B5}" type="slidenum">
              <a:rPr lang="en-US"/>
              <a:pPr>
                <a:defRPr/>
              </a:pPr>
              <a:t>‹#›</a:t>
            </a:fld>
            <a:endParaRPr lang="en-US"/>
          </a:p>
        </p:txBody>
      </p:sp>
    </p:spTree>
    <p:extLst>
      <p:ext uri="{BB962C8B-B14F-4D97-AF65-F5344CB8AC3E}">
        <p14:creationId xmlns:p14="http://schemas.microsoft.com/office/powerpoint/2010/main" val="333614872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0957F18-C78E-4075-B331-F9AB2C396B10}" type="slidenum">
              <a:rPr lang="en-US"/>
              <a:pPr>
                <a:defRPr/>
              </a:pPr>
              <a:t>‹#›</a:t>
            </a:fld>
            <a:endParaRPr lang="en-US"/>
          </a:p>
        </p:txBody>
      </p:sp>
    </p:spTree>
    <p:extLst>
      <p:ext uri="{BB962C8B-B14F-4D97-AF65-F5344CB8AC3E}">
        <p14:creationId xmlns:p14="http://schemas.microsoft.com/office/powerpoint/2010/main" val="78346517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009E7DB-E910-444E-9920-9FF7A71D25D6}" type="slidenum">
              <a:rPr lang="en-US"/>
              <a:pPr>
                <a:defRPr/>
              </a:pPr>
              <a:t>‹#›</a:t>
            </a:fld>
            <a:endParaRPr lang="en-US"/>
          </a:p>
        </p:txBody>
      </p:sp>
    </p:spTree>
    <p:extLst>
      <p:ext uri="{BB962C8B-B14F-4D97-AF65-F5344CB8AC3E}">
        <p14:creationId xmlns:p14="http://schemas.microsoft.com/office/powerpoint/2010/main" val="1723176133"/>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21D6FC-5035-49DD-ABC1-805A29C6F0CF}" type="slidenum">
              <a:rPr lang="en-US"/>
              <a:pPr>
                <a:defRPr/>
              </a:pPr>
              <a:t>‹#›</a:t>
            </a:fld>
            <a:endParaRPr lang="en-US"/>
          </a:p>
        </p:txBody>
      </p:sp>
    </p:spTree>
    <p:extLst>
      <p:ext uri="{BB962C8B-B14F-4D97-AF65-F5344CB8AC3E}">
        <p14:creationId xmlns:p14="http://schemas.microsoft.com/office/powerpoint/2010/main" val="165265429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E208AD7-F715-4C86-AF1E-CBF99CDCE0D8}" type="slidenum">
              <a:rPr lang="en-US"/>
              <a:pPr>
                <a:defRPr/>
              </a:pPr>
              <a:t>‹#›</a:t>
            </a:fld>
            <a:endParaRPr lang="en-US"/>
          </a:p>
        </p:txBody>
      </p:sp>
    </p:spTree>
    <p:extLst>
      <p:ext uri="{BB962C8B-B14F-4D97-AF65-F5344CB8AC3E}">
        <p14:creationId xmlns:p14="http://schemas.microsoft.com/office/powerpoint/2010/main" val="3184532524"/>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80A30D8-C766-4C9D-8188-707735DE0B96}" type="slidenum">
              <a:rPr lang="en-US"/>
              <a:pPr>
                <a:defRPr/>
              </a:pPr>
              <a:t>‹#›</a:t>
            </a:fld>
            <a:endParaRPr lang="en-US"/>
          </a:p>
        </p:txBody>
      </p:sp>
    </p:spTree>
    <p:extLst>
      <p:ext uri="{BB962C8B-B14F-4D97-AF65-F5344CB8AC3E}">
        <p14:creationId xmlns:p14="http://schemas.microsoft.com/office/powerpoint/2010/main" val="390014360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7B29300-1286-4CB0-B4D3-847E3E6CF882}" type="slidenum">
              <a:rPr lang="en-US"/>
              <a:pPr>
                <a:defRPr/>
              </a:pPr>
              <a:t>‹#›</a:t>
            </a:fld>
            <a:endParaRPr lang="en-US"/>
          </a:p>
        </p:txBody>
      </p:sp>
    </p:spTree>
    <p:extLst>
      <p:ext uri="{BB962C8B-B14F-4D97-AF65-F5344CB8AC3E}">
        <p14:creationId xmlns:p14="http://schemas.microsoft.com/office/powerpoint/2010/main" val="218292542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0DE0F8-3F8E-419E-AC07-0518660E2FBF}" type="slidenum">
              <a:rPr lang="en-US"/>
              <a:pPr>
                <a:defRPr/>
              </a:pPr>
              <a:t>‹#›</a:t>
            </a:fld>
            <a:endParaRPr lang="en-US"/>
          </a:p>
        </p:txBody>
      </p:sp>
    </p:spTree>
    <p:extLst>
      <p:ext uri="{BB962C8B-B14F-4D97-AF65-F5344CB8AC3E}">
        <p14:creationId xmlns:p14="http://schemas.microsoft.com/office/powerpoint/2010/main" val="2055771409"/>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1092D2-C8C5-4F83-8D62-C5C4C7D6DD37}" type="slidenum">
              <a:rPr lang="en-US"/>
              <a:pPr>
                <a:defRPr/>
              </a:pPr>
              <a:t>‹#›</a:t>
            </a:fld>
            <a:endParaRPr lang="en-US"/>
          </a:p>
        </p:txBody>
      </p:sp>
    </p:spTree>
    <p:extLst>
      <p:ext uri="{BB962C8B-B14F-4D97-AF65-F5344CB8AC3E}">
        <p14:creationId xmlns:p14="http://schemas.microsoft.com/office/powerpoint/2010/main" val="141118729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A736E2E-2446-452D-BC9F-E4175BA21ABF}" type="slidenum">
              <a:rPr lang="en-US"/>
              <a:pPr>
                <a:defRPr/>
              </a:pPr>
              <a:t>‹#›</a:t>
            </a:fld>
            <a:endParaRPr lang="en-US"/>
          </a:p>
        </p:txBody>
      </p:sp>
    </p:spTree>
    <p:extLst>
      <p:ext uri="{BB962C8B-B14F-4D97-AF65-F5344CB8AC3E}">
        <p14:creationId xmlns:p14="http://schemas.microsoft.com/office/powerpoint/2010/main" val="396194126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A08F311-A74A-4065-B506-4F3331EDE614}" type="slidenum">
              <a:rPr lang="en-US"/>
              <a:pPr>
                <a:defRPr/>
              </a:pPr>
              <a:t>‹#›</a:t>
            </a:fld>
            <a:endParaRPr lang="en-US"/>
          </a:p>
        </p:txBody>
      </p:sp>
    </p:spTree>
    <p:extLst>
      <p:ext uri="{BB962C8B-B14F-4D97-AF65-F5344CB8AC3E}">
        <p14:creationId xmlns:p14="http://schemas.microsoft.com/office/powerpoint/2010/main" val="261641987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67B6797-958A-48BF-BA99-091EF22970A3}" type="slidenum">
              <a:rPr lang="en-US"/>
              <a:pPr>
                <a:defRPr/>
              </a:pPr>
              <a:t>‹#›</a:t>
            </a:fld>
            <a:endParaRPr lang="en-US"/>
          </a:p>
        </p:txBody>
      </p:sp>
    </p:spTree>
    <p:extLst>
      <p:ext uri="{BB962C8B-B14F-4D97-AF65-F5344CB8AC3E}">
        <p14:creationId xmlns:p14="http://schemas.microsoft.com/office/powerpoint/2010/main" val="4027467767"/>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6157BBD4-D100-43A9-A507-42383E1AEE67}" type="slidenum">
              <a:rPr lang="en-US"/>
              <a:pPr>
                <a:defRPr/>
              </a:pPr>
              <a:t>‹#›</a:t>
            </a:fld>
            <a:endParaRPr lang="en-US" dirty="0"/>
          </a:p>
        </p:txBody>
      </p:sp>
    </p:spTree>
    <p:extLst>
      <p:ext uri="{BB962C8B-B14F-4D97-AF65-F5344CB8AC3E}">
        <p14:creationId xmlns:p14="http://schemas.microsoft.com/office/powerpoint/2010/main" val="197734398"/>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E50D926-6E91-4F52-85EC-B1C6A84420BD}" type="slidenum">
              <a:rPr lang="en-US"/>
              <a:pPr>
                <a:defRPr/>
              </a:pPr>
              <a:t>‹#›</a:t>
            </a:fld>
            <a:endParaRPr lang="en-US"/>
          </a:p>
        </p:txBody>
      </p:sp>
    </p:spTree>
    <p:extLst>
      <p:ext uri="{BB962C8B-B14F-4D97-AF65-F5344CB8AC3E}">
        <p14:creationId xmlns:p14="http://schemas.microsoft.com/office/powerpoint/2010/main" val="2480089490"/>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1E9E93D-F418-45F9-9CEF-1975789E7B53}" type="slidenum">
              <a:rPr lang="en-US"/>
              <a:pPr>
                <a:defRPr/>
              </a:pPr>
              <a:t>‹#›</a:t>
            </a:fld>
            <a:endParaRPr lang="en-US"/>
          </a:p>
        </p:txBody>
      </p:sp>
    </p:spTree>
    <p:extLst>
      <p:ext uri="{BB962C8B-B14F-4D97-AF65-F5344CB8AC3E}">
        <p14:creationId xmlns:p14="http://schemas.microsoft.com/office/powerpoint/2010/main" val="265831542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00281FF-2967-4928-A3AC-10B19DB853C0}" type="slidenum">
              <a:rPr lang="en-US"/>
              <a:pPr>
                <a:defRPr/>
              </a:pPr>
              <a:t>‹#›</a:t>
            </a:fld>
            <a:endParaRPr lang="en-US"/>
          </a:p>
        </p:txBody>
      </p:sp>
    </p:spTree>
    <p:extLst>
      <p:ext uri="{BB962C8B-B14F-4D97-AF65-F5344CB8AC3E}">
        <p14:creationId xmlns:p14="http://schemas.microsoft.com/office/powerpoint/2010/main" val="2773134794"/>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CA15F90-8AB4-4535-9091-5F1D41D1330D}" type="slidenum">
              <a:rPr lang="en-US"/>
              <a:pPr>
                <a:defRPr/>
              </a:pPr>
              <a:t>‹#›</a:t>
            </a:fld>
            <a:endParaRPr lang="en-US"/>
          </a:p>
        </p:txBody>
      </p:sp>
    </p:spTree>
    <p:extLst>
      <p:ext uri="{BB962C8B-B14F-4D97-AF65-F5344CB8AC3E}">
        <p14:creationId xmlns:p14="http://schemas.microsoft.com/office/powerpoint/2010/main" val="1402921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181E40-694D-435E-8733-B7FB05C416B9}" type="slidenum">
              <a:rPr lang="en-US"/>
              <a:pPr>
                <a:defRPr/>
              </a:pPr>
              <a:t>‹#›</a:t>
            </a:fld>
            <a:endParaRPr lang="en-US"/>
          </a:p>
        </p:txBody>
      </p:sp>
    </p:spTree>
    <p:extLst>
      <p:ext uri="{BB962C8B-B14F-4D97-AF65-F5344CB8AC3E}">
        <p14:creationId xmlns:p14="http://schemas.microsoft.com/office/powerpoint/2010/main" val="1952580011"/>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A0D5FA-335D-4CFE-864E-A073BF5324A4}" type="slidenum">
              <a:rPr lang="en-US"/>
              <a:pPr>
                <a:defRPr/>
              </a:pPr>
              <a:t>‹#›</a:t>
            </a:fld>
            <a:endParaRPr lang="en-US"/>
          </a:p>
        </p:txBody>
      </p:sp>
    </p:spTree>
    <p:extLst>
      <p:ext uri="{BB962C8B-B14F-4D97-AF65-F5344CB8AC3E}">
        <p14:creationId xmlns:p14="http://schemas.microsoft.com/office/powerpoint/2010/main" val="3327154217"/>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2CE9D1C-5121-4C29-95F6-8F5D892F3409}" type="slidenum">
              <a:rPr lang="en-US"/>
              <a:pPr>
                <a:defRPr/>
              </a:pPr>
              <a:t>‹#›</a:t>
            </a:fld>
            <a:endParaRPr lang="en-US"/>
          </a:p>
        </p:txBody>
      </p:sp>
    </p:spTree>
    <p:extLst>
      <p:ext uri="{BB962C8B-B14F-4D97-AF65-F5344CB8AC3E}">
        <p14:creationId xmlns:p14="http://schemas.microsoft.com/office/powerpoint/2010/main" val="941032920"/>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FDC6944-B2FC-41B8-A286-3E05569C9534}" type="slidenum">
              <a:rPr lang="en-US"/>
              <a:pPr>
                <a:defRPr/>
              </a:pPr>
              <a:t>‹#›</a:t>
            </a:fld>
            <a:endParaRPr lang="en-US"/>
          </a:p>
        </p:txBody>
      </p:sp>
    </p:spTree>
    <p:extLst>
      <p:ext uri="{BB962C8B-B14F-4D97-AF65-F5344CB8AC3E}">
        <p14:creationId xmlns:p14="http://schemas.microsoft.com/office/powerpoint/2010/main" val="55764628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7953498-A860-41D5-B857-0D543A0CC552}" type="slidenum">
              <a:rPr lang="en-US"/>
              <a:pPr>
                <a:defRPr/>
              </a:pPr>
              <a:t>‹#›</a:t>
            </a:fld>
            <a:endParaRPr lang="en-US"/>
          </a:p>
        </p:txBody>
      </p:sp>
    </p:spTree>
    <p:extLst>
      <p:ext uri="{BB962C8B-B14F-4D97-AF65-F5344CB8AC3E}">
        <p14:creationId xmlns:p14="http://schemas.microsoft.com/office/powerpoint/2010/main" val="92680589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43DB1B0-BF1E-4343-BC5B-34B00E9EC3D2}" type="slidenum">
              <a:rPr lang="en-US"/>
              <a:pPr>
                <a:defRPr/>
              </a:pPr>
              <a:t>‹#›</a:t>
            </a:fld>
            <a:endParaRPr lang="en-US"/>
          </a:p>
        </p:txBody>
      </p:sp>
    </p:spTree>
    <p:extLst>
      <p:ext uri="{BB962C8B-B14F-4D97-AF65-F5344CB8AC3E}">
        <p14:creationId xmlns:p14="http://schemas.microsoft.com/office/powerpoint/2010/main" val="326285738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029575D-9413-4DA3-9EA1-11E70454B860}" type="slidenum">
              <a:rPr lang="en-US"/>
              <a:pPr>
                <a:defRPr/>
              </a:pPr>
              <a:t>‹#›</a:t>
            </a:fld>
            <a:endParaRPr lang="en-US"/>
          </a:p>
        </p:txBody>
      </p:sp>
    </p:spTree>
    <p:extLst>
      <p:ext uri="{BB962C8B-B14F-4D97-AF65-F5344CB8AC3E}">
        <p14:creationId xmlns:p14="http://schemas.microsoft.com/office/powerpoint/2010/main" val="3081894005"/>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46ADAB6-C4F3-4001-94FE-2F81F87074EA}" type="slidenum">
              <a:rPr lang="en-US"/>
              <a:pPr>
                <a:defRPr/>
              </a:pPr>
              <a:t>‹#›</a:t>
            </a:fld>
            <a:endParaRPr lang="en-US"/>
          </a:p>
        </p:txBody>
      </p:sp>
    </p:spTree>
    <p:extLst>
      <p:ext uri="{BB962C8B-B14F-4D97-AF65-F5344CB8AC3E}">
        <p14:creationId xmlns:p14="http://schemas.microsoft.com/office/powerpoint/2010/main" val="421798019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D92985B-85E5-49FB-AA46-6DAEED18C55F}" type="slidenum">
              <a:rPr lang="en-US"/>
              <a:pPr>
                <a:defRPr/>
              </a:pPr>
              <a:t>‹#›</a:t>
            </a:fld>
            <a:endParaRPr lang="en-US"/>
          </a:p>
        </p:txBody>
      </p:sp>
    </p:spTree>
    <p:extLst>
      <p:ext uri="{BB962C8B-B14F-4D97-AF65-F5344CB8AC3E}">
        <p14:creationId xmlns:p14="http://schemas.microsoft.com/office/powerpoint/2010/main" val="182600469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1D88859-51D4-4EDF-BA82-D3169505C7A2}" type="slidenum">
              <a:rPr lang="en-US"/>
              <a:pPr>
                <a:defRPr/>
              </a:pPr>
              <a:t>‹#›</a:t>
            </a:fld>
            <a:endParaRPr lang="en-US"/>
          </a:p>
        </p:txBody>
      </p:sp>
    </p:spTree>
    <p:extLst>
      <p:ext uri="{BB962C8B-B14F-4D97-AF65-F5344CB8AC3E}">
        <p14:creationId xmlns:p14="http://schemas.microsoft.com/office/powerpoint/2010/main" val="4277549838"/>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C9E90D1-72FD-4238-946C-1934084BD5C8}" type="slidenum">
              <a:rPr lang="en-US"/>
              <a:pPr>
                <a:defRPr/>
              </a:pPr>
              <a:t>‹#›</a:t>
            </a:fld>
            <a:endParaRPr lang="en-US"/>
          </a:p>
        </p:txBody>
      </p:sp>
    </p:spTree>
    <p:extLst>
      <p:ext uri="{BB962C8B-B14F-4D97-AF65-F5344CB8AC3E}">
        <p14:creationId xmlns:p14="http://schemas.microsoft.com/office/powerpoint/2010/main" val="200537569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D49A2853-5077-49F4-9AF9-3103399ECEA5}" type="slidenum">
              <a:rPr lang="en-US"/>
              <a:pPr>
                <a:defRPr/>
              </a:pPr>
              <a:t>‹#›</a:t>
            </a:fld>
            <a:endParaRPr lang="en-US" dirty="0"/>
          </a:p>
        </p:txBody>
      </p:sp>
    </p:spTree>
    <p:extLst>
      <p:ext uri="{BB962C8B-B14F-4D97-AF65-F5344CB8AC3E}">
        <p14:creationId xmlns:p14="http://schemas.microsoft.com/office/powerpoint/2010/main" val="3000238596"/>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E50EA00-9931-4035-83F8-97FC7E46B01B}" type="slidenum">
              <a:rPr lang="en-US"/>
              <a:pPr>
                <a:defRPr/>
              </a:pPr>
              <a:t>‹#›</a:t>
            </a:fld>
            <a:endParaRPr lang="en-US"/>
          </a:p>
        </p:txBody>
      </p:sp>
    </p:spTree>
    <p:extLst>
      <p:ext uri="{BB962C8B-B14F-4D97-AF65-F5344CB8AC3E}">
        <p14:creationId xmlns:p14="http://schemas.microsoft.com/office/powerpoint/2010/main" val="136225706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2216003-0C6C-4A30-B29A-5F83FA6817A9}" type="slidenum">
              <a:rPr lang="en-US"/>
              <a:pPr>
                <a:defRPr/>
              </a:pPr>
              <a:t>‹#›</a:t>
            </a:fld>
            <a:endParaRPr lang="en-US"/>
          </a:p>
        </p:txBody>
      </p:sp>
    </p:spTree>
    <p:extLst>
      <p:ext uri="{BB962C8B-B14F-4D97-AF65-F5344CB8AC3E}">
        <p14:creationId xmlns:p14="http://schemas.microsoft.com/office/powerpoint/2010/main" val="4261178811"/>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22C77AE-667F-4BB9-8C59-4E2780A8A7B4}" type="slidenum">
              <a:rPr lang="en-US"/>
              <a:pPr>
                <a:defRPr/>
              </a:pPr>
              <a:t>‹#›</a:t>
            </a:fld>
            <a:endParaRPr lang="en-US"/>
          </a:p>
        </p:txBody>
      </p:sp>
    </p:spTree>
    <p:extLst>
      <p:ext uri="{BB962C8B-B14F-4D97-AF65-F5344CB8AC3E}">
        <p14:creationId xmlns:p14="http://schemas.microsoft.com/office/powerpoint/2010/main" val="889620276"/>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646A20-8F1E-47C0-928B-4635337962A9}" type="slidenum">
              <a:rPr lang="en-US"/>
              <a:pPr>
                <a:defRPr/>
              </a:pPr>
              <a:t>‹#›</a:t>
            </a:fld>
            <a:endParaRPr lang="en-US"/>
          </a:p>
        </p:txBody>
      </p:sp>
    </p:spTree>
    <p:extLst>
      <p:ext uri="{BB962C8B-B14F-4D97-AF65-F5344CB8AC3E}">
        <p14:creationId xmlns:p14="http://schemas.microsoft.com/office/powerpoint/2010/main" val="2353751836"/>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0905CC9-E695-4242-8FAC-BAB0381FB1A5}" type="slidenum">
              <a:rPr lang="en-US"/>
              <a:pPr>
                <a:defRPr/>
              </a:pPr>
              <a:t>‹#›</a:t>
            </a:fld>
            <a:endParaRPr lang="en-US"/>
          </a:p>
        </p:txBody>
      </p:sp>
    </p:spTree>
    <p:extLst>
      <p:ext uri="{BB962C8B-B14F-4D97-AF65-F5344CB8AC3E}">
        <p14:creationId xmlns:p14="http://schemas.microsoft.com/office/powerpoint/2010/main" val="54423490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3B0E6F0-AC69-4361-A857-F211BAEDF635}" type="slidenum">
              <a:rPr lang="en-US"/>
              <a:pPr>
                <a:defRPr/>
              </a:pPr>
              <a:t>‹#›</a:t>
            </a:fld>
            <a:endParaRPr lang="en-US"/>
          </a:p>
        </p:txBody>
      </p:sp>
    </p:spTree>
    <p:extLst>
      <p:ext uri="{BB962C8B-B14F-4D97-AF65-F5344CB8AC3E}">
        <p14:creationId xmlns:p14="http://schemas.microsoft.com/office/powerpoint/2010/main" val="693010713"/>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CAB79D6-781A-46B7-90C5-F5FA1A706400}" type="slidenum">
              <a:rPr lang="en-US"/>
              <a:pPr>
                <a:defRPr/>
              </a:pPr>
              <a:t>‹#›</a:t>
            </a:fld>
            <a:endParaRPr lang="en-US"/>
          </a:p>
        </p:txBody>
      </p:sp>
    </p:spTree>
    <p:extLst>
      <p:ext uri="{BB962C8B-B14F-4D97-AF65-F5344CB8AC3E}">
        <p14:creationId xmlns:p14="http://schemas.microsoft.com/office/powerpoint/2010/main" val="402424723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75E577E-D25B-469F-86D5-EBE3CFB7BE68}" type="slidenum">
              <a:rPr lang="en-US"/>
              <a:pPr>
                <a:defRPr/>
              </a:pPr>
              <a:t>‹#›</a:t>
            </a:fld>
            <a:endParaRPr lang="en-US"/>
          </a:p>
        </p:txBody>
      </p:sp>
    </p:spTree>
    <p:extLst>
      <p:ext uri="{BB962C8B-B14F-4D97-AF65-F5344CB8AC3E}">
        <p14:creationId xmlns:p14="http://schemas.microsoft.com/office/powerpoint/2010/main" val="247113135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487E6A7-B8EF-44F9-A53E-E94BA6287804}" type="slidenum">
              <a:rPr lang="en-US"/>
              <a:pPr>
                <a:defRPr/>
              </a:pPr>
              <a:t>‹#›</a:t>
            </a:fld>
            <a:endParaRPr lang="en-US"/>
          </a:p>
        </p:txBody>
      </p:sp>
    </p:spTree>
    <p:extLst>
      <p:ext uri="{BB962C8B-B14F-4D97-AF65-F5344CB8AC3E}">
        <p14:creationId xmlns:p14="http://schemas.microsoft.com/office/powerpoint/2010/main" val="76756475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9559E7A-2C73-4F56-92E6-C1EB32D38AA3}" type="slidenum">
              <a:rPr lang="en-US"/>
              <a:pPr>
                <a:defRPr/>
              </a:pPr>
              <a:t>‹#›</a:t>
            </a:fld>
            <a:endParaRPr lang="en-US"/>
          </a:p>
        </p:txBody>
      </p:sp>
    </p:spTree>
    <p:extLst>
      <p:ext uri="{BB962C8B-B14F-4D97-AF65-F5344CB8AC3E}">
        <p14:creationId xmlns:p14="http://schemas.microsoft.com/office/powerpoint/2010/main" val="3049084211"/>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E11D52F-2598-473A-8E8D-F2F52A9E9513}" type="slidenum">
              <a:rPr lang="en-US"/>
              <a:pPr>
                <a:defRPr/>
              </a:pPr>
              <a:t>‹#›</a:t>
            </a:fld>
            <a:endParaRPr lang="en-US"/>
          </a:p>
        </p:txBody>
      </p:sp>
    </p:spTree>
    <p:extLst>
      <p:ext uri="{BB962C8B-B14F-4D97-AF65-F5344CB8AC3E}">
        <p14:creationId xmlns:p14="http://schemas.microsoft.com/office/powerpoint/2010/main" val="1472958467"/>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BEF29B3-6C01-48B7-B213-B63856A2CB58}" type="slidenum">
              <a:rPr lang="en-US"/>
              <a:pPr>
                <a:defRPr/>
              </a:pPr>
              <a:t>‹#›</a:t>
            </a:fld>
            <a:endParaRPr lang="en-US"/>
          </a:p>
        </p:txBody>
      </p:sp>
    </p:spTree>
    <p:extLst>
      <p:ext uri="{BB962C8B-B14F-4D97-AF65-F5344CB8AC3E}">
        <p14:creationId xmlns:p14="http://schemas.microsoft.com/office/powerpoint/2010/main" val="233138342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F65F49F-12C4-4E0B-A91A-18303CA432B5}" type="slidenum">
              <a:rPr lang="en-US"/>
              <a:pPr>
                <a:defRPr/>
              </a:pPr>
              <a:t>‹#›</a:t>
            </a:fld>
            <a:endParaRPr lang="en-US"/>
          </a:p>
        </p:txBody>
      </p:sp>
    </p:spTree>
    <p:extLst>
      <p:ext uri="{BB962C8B-B14F-4D97-AF65-F5344CB8AC3E}">
        <p14:creationId xmlns:p14="http://schemas.microsoft.com/office/powerpoint/2010/main" val="2347988638"/>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1516475-7BD3-41EA-8FEF-E0BD18CF4810}" type="slidenum">
              <a:rPr lang="en-US"/>
              <a:pPr>
                <a:defRPr/>
              </a:pPr>
              <a:t>‹#›</a:t>
            </a:fld>
            <a:endParaRPr lang="en-US"/>
          </a:p>
        </p:txBody>
      </p:sp>
    </p:spTree>
    <p:extLst>
      <p:ext uri="{BB962C8B-B14F-4D97-AF65-F5344CB8AC3E}">
        <p14:creationId xmlns:p14="http://schemas.microsoft.com/office/powerpoint/2010/main" val="1620078594"/>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BE043ED-BBFE-44C9-A990-9C333776F26E}" type="slidenum">
              <a:rPr lang="en-US"/>
              <a:pPr>
                <a:defRPr/>
              </a:pPr>
              <a:t>‹#›</a:t>
            </a:fld>
            <a:endParaRPr lang="en-US"/>
          </a:p>
        </p:txBody>
      </p:sp>
    </p:spTree>
    <p:extLst>
      <p:ext uri="{BB962C8B-B14F-4D97-AF65-F5344CB8AC3E}">
        <p14:creationId xmlns:p14="http://schemas.microsoft.com/office/powerpoint/2010/main" val="2809172522"/>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6D51FFC-5F66-4AA6-A994-A98AEDB426C6}" type="slidenum">
              <a:rPr lang="en-US"/>
              <a:pPr>
                <a:defRPr/>
              </a:pPr>
              <a:t>‹#›</a:t>
            </a:fld>
            <a:endParaRPr lang="en-US" dirty="0"/>
          </a:p>
        </p:txBody>
      </p:sp>
    </p:spTree>
    <p:extLst>
      <p:ext uri="{BB962C8B-B14F-4D97-AF65-F5344CB8AC3E}">
        <p14:creationId xmlns:p14="http://schemas.microsoft.com/office/powerpoint/2010/main" val="117034847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052F72A-BE0D-45DA-9CE1-BDBD0198F82D}" type="slidenum">
              <a:rPr lang="en-US"/>
              <a:pPr>
                <a:defRPr/>
              </a:pPr>
              <a:t>‹#›</a:t>
            </a:fld>
            <a:endParaRPr lang="en-US"/>
          </a:p>
        </p:txBody>
      </p:sp>
    </p:spTree>
    <p:extLst>
      <p:ext uri="{BB962C8B-B14F-4D97-AF65-F5344CB8AC3E}">
        <p14:creationId xmlns:p14="http://schemas.microsoft.com/office/powerpoint/2010/main" val="1108500226"/>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2712112-6F34-4A93-A904-46C3D9F63189}" type="slidenum">
              <a:rPr lang="en-US"/>
              <a:pPr>
                <a:defRPr/>
              </a:pPr>
              <a:t>‹#›</a:t>
            </a:fld>
            <a:endParaRPr lang="en-US"/>
          </a:p>
        </p:txBody>
      </p:sp>
    </p:spTree>
    <p:extLst>
      <p:ext uri="{BB962C8B-B14F-4D97-AF65-F5344CB8AC3E}">
        <p14:creationId xmlns:p14="http://schemas.microsoft.com/office/powerpoint/2010/main" val="2942459839"/>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877149B-F0D0-4E6E-96F9-12D042F5D6B2}" type="slidenum">
              <a:rPr lang="en-US"/>
              <a:pPr>
                <a:defRPr/>
              </a:pPr>
              <a:t>‹#›</a:t>
            </a:fld>
            <a:endParaRPr lang="en-US"/>
          </a:p>
        </p:txBody>
      </p:sp>
    </p:spTree>
    <p:extLst>
      <p:ext uri="{BB962C8B-B14F-4D97-AF65-F5344CB8AC3E}">
        <p14:creationId xmlns:p14="http://schemas.microsoft.com/office/powerpoint/2010/main" val="1865687925"/>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8FC6B6D-507F-455D-870B-525092B63B17}" type="slidenum">
              <a:rPr lang="en-US"/>
              <a:pPr>
                <a:defRPr/>
              </a:pPr>
              <a:t>‹#›</a:t>
            </a:fld>
            <a:endParaRPr lang="en-US"/>
          </a:p>
        </p:txBody>
      </p:sp>
    </p:spTree>
    <p:extLst>
      <p:ext uri="{BB962C8B-B14F-4D97-AF65-F5344CB8AC3E}">
        <p14:creationId xmlns:p14="http://schemas.microsoft.com/office/powerpoint/2010/main" val="2555592881"/>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D0CB7B6-2B61-4E07-9B44-1224FF74A24E}" type="slidenum">
              <a:rPr lang="en-US"/>
              <a:pPr>
                <a:defRPr/>
              </a:pPr>
              <a:t>‹#›</a:t>
            </a:fld>
            <a:endParaRPr lang="en-US"/>
          </a:p>
        </p:txBody>
      </p:sp>
    </p:spTree>
    <p:extLst>
      <p:ext uri="{BB962C8B-B14F-4D97-AF65-F5344CB8AC3E}">
        <p14:creationId xmlns:p14="http://schemas.microsoft.com/office/powerpoint/2010/main" val="2312756275"/>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A18BFFE-B4E2-4BCB-8CC2-7321AB083880}" type="slidenum">
              <a:rPr lang="en-US"/>
              <a:pPr>
                <a:defRPr/>
              </a:pPr>
              <a:t>‹#›</a:t>
            </a:fld>
            <a:endParaRPr lang="en-US"/>
          </a:p>
        </p:txBody>
      </p:sp>
    </p:spTree>
    <p:extLst>
      <p:ext uri="{BB962C8B-B14F-4D97-AF65-F5344CB8AC3E}">
        <p14:creationId xmlns:p14="http://schemas.microsoft.com/office/powerpoint/2010/main" val="154976076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C843835-4324-4A8C-A576-773DF6BDFAAC}" type="slidenum">
              <a:rPr lang="en-US"/>
              <a:pPr>
                <a:defRPr/>
              </a:pPr>
              <a:t>‹#›</a:t>
            </a:fld>
            <a:endParaRPr lang="en-US"/>
          </a:p>
        </p:txBody>
      </p:sp>
    </p:spTree>
    <p:extLst>
      <p:ext uri="{BB962C8B-B14F-4D97-AF65-F5344CB8AC3E}">
        <p14:creationId xmlns:p14="http://schemas.microsoft.com/office/powerpoint/2010/main" val="4215785155"/>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5279AE-812D-46FF-A51A-1F9FB8E6E28F}" type="slidenum">
              <a:rPr lang="en-US"/>
              <a:pPr>
                <a:defRPr/>
              </a:pPr>
              <a:t>‹#›</a:t>
            </a:fld>
            <a:endParaRPr lang="en-US"/>
          </a:p>
        </p:txBody>
      </p:sp>
    </p:spTree>
    <p:extLst>
      <p:ext uri="{BB962C8B-B14F-4D97-AF65-F5344CB8AC3E}">
        <p14:creationId xmlns:p14="http://schemas.microsoft.com/office/powerpoint/2010/main" val="1674058670"/>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0F3D139-FBFB-4D96-96E0-3D0A0F2C882A}" type="slidenum">
              <a:rPr lang="en-US"/>
              <a:pPr>
                <a:defRPr/>
              </a:pPr>
              <a:t>‹#›</a:t>
            </a:fld>
            <a:endParaRPr lang="en-US"/>
          </a:p>
        </p:txBody>
      </p:sp>
    </p:spTree>
    <p:extLst>
      <p:ext uri="{BB962C8B-B14F-4D97-AF65-F5344CB8AC3E}">
        <p14:creationId xmlns:p14="http://schemas.microsoft.com/office/powerpoint/2010/main" val="200694392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2905A60-4CB6-4C64-8895-6F72FCD9D75F}" type="slidenum">
              <a:rPr lang="en-US"/>
              <a:pPr>
                <a:defRPr/>
              </a:pPr>
              <a:t>‹#›</a:t>
            </a:fld>
            <a:endParaRPr lang="en-US"/>
          </a:p>
        </p:txBody>
      </p:sp>
    </p:spTree>
    <p:extLst>
      <p:ext uri="{BB962C8B-B14F-4D97-AF65-F5344CB8AC3E}">
        <p14:creationId xmlns:p14="http://schemas.microsoft.com/office/powerpoint/2010/main" val="136798741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29A51EE-44B6-427B-A728-B0C1F6C041A0}" type="slidenum">
              <a:rPr lang="en-US"/>
              <a:pPr>
                <a:defRPr/>
              </a:pPr>
              <a:t>‹#›</a:t>
            </a:fld>
            <a:endParaRPr lang="en-US"/>
          </a:p>
        </p:txBody>
      </p:sp>
    </p:spTree>
    <p:extLst>
      <p:ext uri="{BB962C8B-B14F-4D97-AF65-F5344CB8AC3E}">
        <p14:creationId xmlns:p14="http://schemas.microsoft.com/office/powerpoint/2010/main" val="403909262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4F2260D-D67B-435F-B86C-AA271A290AF2}" type="slidenum">
              <a:rPr lang="en-US"/>
              <a:pPr>
                <a:defRPr/>
              </a:pPr>
              <a:t>‹#›</a:t>
            </a:fld>
            <a:endParaRPr lang="en-US"/>
          </a:p>
        </p:txBody>
      </p:sp>
    </p:spTree>
    <p:extLst>
      <p:ext uri="{BB962C8B-B14F-4D97-AF65-F5344CB8AC3E}">
        <p14:creationId xmlns:p14="http://schemas.microsoft.com/office/powerpoint/2010/main" val="1583434458"/>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142FFF2-BFA1-4436-8236-B889232820C9}" type="slidenum">
              <a:rPr lang="en-US"/>
              <a:pPr>
                <a:defRPr/>
              </a:pPr>
              <a:t>‹#›</a:t>
            </a:fld>
            <a:endParaRPr lang="en-US"/>
          </a:p>
        </p:txBody>
      </p:sp>
    </p:spTree>
    <p:extLst>
      <p:ext uri="{BB962C8B-B14F-4D97-AF65-F5344CB8AC3E}">
        <p14:creationId xmlns:p14="http://schemas.microsoft.com/office/powerpoint/2010/main" val="3964883531"/>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EC2D06F-92B0-4D5D-9B91-DC26AE1F0713}" type="slidenum">
              <a:rPr lang="en-US"/>
              <a:pPr>
                <a:defRPr/>
              </a:pPr>
              <a:t>‹#›</a:t>
            </a:fld>
            <a:endParaRPr lang="en-US"/>
          </a:p>
        </p:txBody>
      </p:sp>
    </p:spTree>
    <p:extLst>
      <p:ext uri="{BB962C8B-B14F-4D97-AF65-F5344CB8AC3E}">
        <p14:creationId xmlns:p14="http://schemas.microsoft.com/office/powerpoint/2010/main" val="303362663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47DDF13-B4F0-4F96-BDCE-82DCDAD12C97}" type="slidenum">
              <a:rPr lang="en-US"/>
              <a:pPr>
                <a:defRPr/>
              </a:pPr>
              <a:t>‹#›</a:t>
            </a:fld>
            <a:endParaRPr lang="en-US"/>
          </a:p>
        </p:txBody>
      </p:sp>
    </p:spTree>
    <p:extLst>
      <p:ext uri="{BB962C8B-B14F-4D97-AF65-F5344CB8AC3E}">
        <p14:creationId xmlns:p14="http://schemas.microsoft.com/office/powerpoint/2010/main" val="1397364869"/>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FA568A99-7371-426E-B725-04E566CCF50C}" type="slidenum">
              <a:rPr lang="en-US"/>
              <a:pPr>
                <a:defRPr/>
              </a:pPr>
              <a:t>‹#›</a:t>
            </a:fld>
            <a:endParaRPr lang="en-US" dirty="0"/>
          </a:p>
        </p:txBody>
      </p:sp>
    </p:spTree>
    <p:extLst>
      <p:ext uri="{BB962C8B-B14F-4D97-AF65-F5344CB8AC3E}">
        <p14:creationId xmlns:p14="http://schemas.microsoft.com/office/powerpoint/2010/main" val="3491391816"/>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A8ED93C-47F9-4CF2-BAA9-03F174A18277}" type="slidenum">
              <a:rPr lang="en-US"/>
              <a:pPr>
                <a:defRPr/>
              </a:pPr>
              <a:t>‹#›</a:t>
            </a:fld>
            <a:endParaRPr lang="en-US"/>
          </a:p>
        </p:txBody>
      </p:sp>
    </p:spTree>
    <p:extLst>
      <p:ext uri="{BB962C8B-B14F-4D97-AF65-F5344CB8AC3E}">
        <p14:creationId xmlns:p14="http://schemas.microsoft.com/office/powerpoint/2010/main" val="879046319"/>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340B749-CBCE-4FD6-8628-2240CF53DB38}" type="slidenum">
              <a:rPr lang="en-US"/>
              <a:pPr>
                <a:defRPr/>
              </a:pPr>
              <a:t>‹#›</a:t>
            </a:fld>
            <a:endParaRPr lang="en-US"/>
          </a:p>
        </p:txBody>
      </p:sp>
    </p:spTree>
    <p:extLst>
      <p:ext uri="{BB962C8B-B14F-4D97-AF65-F5344CB8AC3E}">
        <p14:creationId xmlns:p14="http://schemas.microsoft.com/office/powerpoint/2010/main" val="2867120346"/>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152DFE7-18B0-4BB0-AD93-DEEB568B925C}" type="slidenum">
              <a:rPr lang="en-US"/>
              <a:pPr>
                <a:defRPr/>
              </a:pPr>
              <a:t>‹#›</a:t>
            </a:fld>
            <a:endParaRPr lang="en-US"/>
          </a:p>
        </p:txBody>
      </p:sp>
    </p:spTree>
    <p:extLst>
      <p:ext uri="{BB962C8B-B14F-4D97-AF65-F5344CB8AC3E}">
        <p14:creationId xmlns:p14="http://schemas.microsoft.com/office/powerpoint/2010/main" val="3644434954"/>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E16D508-814E-438E-9065-587B03EB9045}" type="slidenum">
              <a:rPr lang="en-US"/>
              <a:pPr>
                <a:defRPr/>
              </a:pPr>
              <a:t>‹#›</a:t>
            </a:fld>
            <a:endParaRPr lang="en-US"/>
          </a:p>
        </p:txBody>
      </p:sp>
    </p:spTree>
    <p:extLst>
      <p:ext uri="{BB962C8B-B14F-4D97-AF65-F5344CB8AC3E}">
        <p14:creationId xmlns:p14="http://schemas.microsoft.com/office/powerpoint/2010/main" val="934640316"/>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B28B0D9-6DEC-4C8C-BA6A-494F843D43CB}" type="slidenum">
              <a:rPr lang="en-US"/>
              <a:pPr>
                <a:defRPr/>
              </a:pPr>
              <a:t>‹#›</a:t>
            </a:fld>
            <a:endParaRPr lang="en-US"/>
          </a:p>
        </p:txBody>
      </p:sp>
    </p:spTree>
    <p:extLst>
      <p:ext uri="{BB962C8B-B14F-4D97-AF65-F5344CB8AC3E}">
        <p14:creationId xmlns:p14="http://schemas.microsoft.com/office/powerpoint/2010/main" val="2979450873"/>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A690B18-F8FE-4BE7-9FEB-E0BD830245CA}" type="slidenum">
              <a:rPr lang="en-US"/>
              <a:pPr>
                <a:defRPr/>
              </a:pPr>
              <a:t>‹#›</a:t>
            </a:fld>
            <a:endParaRPr lang="en-US"/>
          </a:p>
        </p:txBody>
      </p:sp>
    </p:spTree>
    <p:extLst>
      <p:ext uri="{BB962C8B-B14F-4D97-AF65-F5344CB8AC3E}">
        <p14:creationId xmlns:p14="http://schemas.microsoft.com/office/powerpoint/2010/main" val="780816196"/>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EF3D747-D874-41DB-AB62-8C09FA6571C4}" type="slidenum">
              <a:rPr lang="en-US"/>
              <a:pPr>
                <a:defRPr/>
              </a:pPr>
              <a:t>‹#›</a:t>
            </a:fld>
            <a:endParaRPr lang="en-US"/>
          </a:p>
        </p:txBody>
      </p:sp>
    </p:spTree>
    <p:extLst>
      <p:ext uri="{BB962C8B-B14F-4D97-AF65-F5344CB8AC3E}">
        <p14:creationId xmlns:p14="http://schemas.microsoft.com/office/powerpoint/2010/main" val="161313754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C19B829-5880-47CD-BA70-CB0CB786ADC8}" type="slidenum">
              <a:rPr lang="en-US"/>
              <a:pPr>
                <a:defRPr/>
              </a:pPr>
              <a:t>‹#›</a:t>
            </a:fld>
            <a:endParaRPr lang="en-US"/>
          </a:p>
        </p:txBody>
      </p:sp>
    </p:spTree>
    <p:extLst>
      <p:ext uri="{BB962C8B-B14F-4D97-AF65-F5344CB8AC3E}">
        <p14:creationId xmlns:p14="http://schemas.microsoft.com/office/powerpoint/2010/main" val="3094106350"/>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62A352-11F5-44E0-8DAA-174EFFCC6451}" type="slidenum">
              <a:rPr lang="en-US"/>
              <a:pPr>
                <a:defRPr/>
              </a:pPr>
              <a:t>‹#›</a:t>
            </a:fld>
            <a:endParaRPr lang="en-US"/>
          </a:p>
        </p:txBody>
      </p:sp>
    </p:spTree>
    <p:extLst>
      <p:ext uri="{BB962C8B-B14F-4D97-AF65-F5344CB8AC3E}">
        <p14:creationId xmlns:p14="http://schemas.microsoft.com/office/powerpoint/2010/main" val="1465176507"/>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A425CED-00B0-4D15-A325-66D7C2404162}" type="slidenum">
              <a:rPr lang="en-US"/>
              <a:pPr>
                <a:defRPr/>
              </a:pPr>
              <a:t>‹#›</a:t>
            </a:fld>
            <a:endParaRPr lang="en-US"/>
          </a:p>
        </p:txBody>
      </p:sp>
    </p:spTree>
    <p:extLst>
      <p:ext uri="{BB962C8B-B14F-4D97-AF65-F5344CB8AC3E}">
        <p14:creationId xmlns:p14="http://schemas.microsoft.com/office/powerpoint/2010/main" val="796595838"/>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7EF51F2-1B6E-4B6B-BD82-8D52EC705C9C}" type="slidenum">
              <a:rPr lang="en-US"/>
              <a:pPr>
                <a:defRPr/>
              </a:pPr>
              <a:t>‹#›</a:t>
            </a:fld>
            <a:endParaRPr lang="en-US"/>
          </a:p>
        </p:txBody>
      </p:sp>
    </p:spTree>
    <p:extLst>
      <p:ext uri="{BB962C8B-B14F-4D97-AF65-F5344CB8AC3E}">
        <p14:creationId xmlns:p14="http://schemas.microsoft.com/office/powerpoint/2010/main" val="2562820566"/>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0BC3BFB-8453-473C-9D41-6F9469649A6C}" type="slidenum">
              <a:rPr lang="en-US"/>
              <a:pPr>
                <a:defRPr/>
              </a:pPr>
              <a:t>‹#›</a:t>
            </a:fld>
            <a:endParaRPr lang="en-US"/>
          </a:p>
        </p:txBody>
      </p:sp>
    </p:spTree>
    <p:extLst>
      <p:ext uri="{BB962C8B-B14F-4D97-AF65-F5344CB8AC3E}">
        <p14:creationId xmlns:p14="http://schemas.microsoft.com/office/powerpoint/2010/main" val="371498358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363C3F-3677-4E32-96F0-858F379F6DCD}" type="slidenum">
              <a:rPr lang="en-US"/>
              <a:pPr>
                <a:defRPr/>
              </a:pPr>
              <a:t>‹#›</a:t>
            </a:fld>
            <a:endParaRPr lang="en-US"/>
          </a:p>
        </p:txBody>
      </p:sp>
    </p:spTree>
    <p:extLst>
      <p:ext uri="{BB962C8B-B14F-4D97-AF65-F5344CB8AC3E}">
        <p14:creationId xmlns:p14="http://schemas.microsoft.com/office/powerpoint/2010/main" val="1993324172"/>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E4BA2A3-0D39-4C1D-8FE5-DE34277538F0}" type="slidenum">
              <a:rPr lang="en-US"/>
              <a:pPr>
                <a:defRPr/>
              </a:pPr>
              <a:t>‹#›</a:t>
            </a:fld>
            <a:endParaRPr lang="en-US"/>
          </a:p>
        </p:txBody>
      </p:sp>
    </p:spTree>
    <p:extLst>
      <p:ext uri="{BB962C8B-B14F-4D97-AF65-F5344CB8AC3E}">
        <p14:creationId xmlns:p14="http://schemas.microsoft.com/office/powerpoint/2010/main" val="2059213956"/>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C2E718B-5C9C-428A-AC38-A387FB5FE9C1}" type="slidenum">
              <a:rPr lang="en-US"/>
              <a:pPr>
                <a:defRPr/>
              </a:pPr>
              <a:t>‹#›</a:t>
            </a:fld>
            <a:endParaRPr lang="en-US"/>
          </a:p>
        </p:txBody>
      </p:sp>
    </p:spTree>
    <p:extLst>
      <p:ext uri="{BB962C8B-B14F-4D97-AF65-F5344CB8AC3E}">
        <p14:creationId xmlns:p14="http://schemas.microsoft.com/office/powerpoint/2010/main" val="2846685876"/>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2CEA3E0E-D468-4B49-8BCE-3BE8585A5A58}" type="slidenum">
              <a:rPr lang="en-US"/>
              <a:pPr>
                <a:defRPr/>
              </a:pPr>
              <a:t>‹#›</a:t>
            </a:fld>
            <a:endParaRPr lang="en-US" dirty="0"/>
          </a:p>
        </p:txBody>
      </p:sp>
    </p:spTree>
    <p:extLst>
      <p:ext uri="{BB962C8B-B14F-4D97-AF65-F5344CB8AC3E}">
        <p14:creationId xmlns:p14="http://schemas.microsoft.com/office/powerpoint/2010/main" val="3356508606"/>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87B780A-3B42-4026-A570-B86A7CF930B3}" type="slidenum">
              <a:rPr lang="en-US"/>
              <a:pPr>
                <a:defRPr/>
              </a:pPr>
              <a:t>‹#›</a:t>
            </a:fld>
            <a:endParaRPr lang="en-US"/>
          </a:p>
        </p:txBody>
      </p:sp>
    </p:spTree>
    <p:extLst>
      <p:ext uri="{BB962C8B-B14F-4D97-AF65-F5344CB8AC3E}">
        <p14:creationId xmlns:p14="http://schemas.microsoft.com/office/powerpoint/2010/main" val="2284739668"/>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1A9B48C-CA13-4F08-B1C4-628D8D1ED08B}" type="slidenum">
              <a:rPr lang="en-US"/>
              <a:pPr>
                <a:defRPr/>
              </a:pPr>
              <a:t>‹#›</a:t>
            </a:fld>
            <a:endParaRPr lang="en-US"/>
          </a:p>
        </p:txBody>
      </p:sp>
    </p:spTree>
    <p:extLst>
      <p:ext uri="{BB962C8B-B14F-4D97-AF65-F5344CB8AC3E}">
        <p14:creationId xmlns:p14="http://schemas.microsoft.com/office/powerpoint/2010/main" val="10748658"/>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413F9A8-E9EC-47AD-ADA3-31C3A7C750C7}" type="slidenum">
              <a:rPr lang="en-US"/>
              <a:pPr>
                <a:defRPr/>
              </a:pPr>
              <a:t>‹#›</a:t>
            </a:fld>
            <a:endParaRPr lang="en-US"/>
          </a:p>
        </p:txBody>
      </p:sp>
    </p:spTree>
    <p:extLst>
      <p:ext uri="{BB962C8B-B14F-4D97-AF65-F5344CB8AC3E}">
        <p14:creationId xmlns:p14="http://schemas.microsoft.com/office/powerpoint/2010/main" val="20498251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39F79B3-177B-467E-865C-25880F76EB0A}" type="slidenum">
              <a:rPr lang="en-US"/>
              <a:pPr>
                <a:defRPr/>
              </a:pPr>
              <a:t>‹#›</a:t>
            </a:fld>
            <a:endParaRPr lang="en-US"/>
          </a:p>
        </p:txBody>
      </p:sp>
    </p:spTree>
    <p:extLst>
      <p:ext uri="{BB962C8B-B14F-4D97-AF65-F5344CB8AC3E}">
        <p14:creationId xmlns:p14="http://schemas.microsoft.com/office/powerpoint/2010/main" val="1500755012"/>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498035A-02D2-4AAA-BC06-D42087F4D8FE}" type="slidenum">
              <a:rPr lang="en-US"/>
              <a:pPr>
                <a:defRPr/>
              </a:pPr>
              <a:t>‹#›</a:t>
            </a:fld>
            <a:endParaRPr lang="en-US"/>
          </a:p>
        </p:txBody>
      </p:sp>
    </p:spTree>
    <p:extLst>
      <p:ext uri="{BB962C8B-B14F-4D97-AF65-F5344CB8AC3E}">
        <p14:creationId xmlns:p14="http://schemas.microsoft.com/office/powerpoint/2010/main" val="398799601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5AF13DD-C91F-4802-A021-784DD8CD7140}" type="slidenum">
              <a:rPr lang="en-US"/>
              <a:pPr>
                <a:defRPr/>
              </a:pPr>
              <a:t>‹#›</a:t>
            </a:fld>
            <a:endParaRPr lang="en-US"/>
          </a:p>
        </p:txBody>
      </p:sp>
    </p:spTree>
    <p:extLst>
      <p:ext uri="{BB962C8B-B14F-4D97-AF65-F5344CB8AC3E}">
        <p14:creationId xmlns:p14="http://schemas.microsoft.com/office/powerpoint/2010/main" val="965459395"/>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098B036-7E77-42CE-81C5-B46E5EA339E4}" type="slidenum">
              <a:rPr lang="en-US"/>
              <a:pPr>
                <a:defRPr/>
              </a:pPr>
              <a:t>‹#›</a:t>
            </a:fld>
            <a:endParaRPr lang="en-US"/>
          </a:p>
        </p:txBody>
      </p:sp>
    </p:spTree>
    <p:extLst>
      <p:ext uri="{BB962C8B-B14F-4D97-AF65-F5344CB8AC3E}">
        <p14:creationId xmlns:p14="http://schemas.microsoft.com/office/powerpoint/2010/main" val="1125882471"/>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9732F45-3AB6-4AAA-BF51-0C8EAD5BCD06}" type="slidenum">
              <a:rPr lang="en-US"/>
              <a:pPr>
                <a:defRPr/>
              </a:pPr>
              <a:t>‹#›</a:t>
            </a:fld>
            <a:endParaRPr lang="en-US"/>
          </a:p>
        </p:txBody>
      </p:sp>
    </p:spTree>
    <p:extLst>
      <p:ext uri="{BB962C8B-B14F-4D97-AF65-F5344CB8AC3E}">
        <p14:creationId xmlns:p14="http://schemas.microsoft.com/office/powerpoint/2010/main" val="3024462982"/>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03BEE53-05D6-4AA6-AAF5-2A354E0616DD}" type="slidenum">
              <a:rPr lang="en-US"/>
              <a:pPr>
                <a:defRPr/>
              </a:pPr>
              <a:t>‹#›</a:t>
            </a:fld>
            <a:endParaRPr lang="en-US"/>
          </a:p>
        </p:txBody>
      </p:sp>
    </p:spTree>
    <p:extLst>
      <p:ext uri="{BB962C8B-B14F-4D97-AF65-F5344CB8AC3E}">
        <p14:creationId xmlns:p14="http://schemas.microsoft.com/office/powerpoint/2010/main" val="650652181"/>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4694CC2-02ED-499E-B02E-CE707A8235D8}" type="slidenum">
              <a:rPr lang="en-US"/>
              <a:pPr>
                <a:defRPr/>
              </a:pPr>
              <a:t>‹#›</a:t>
            </a:fld>
            <a:endParaRPr lang="en-US"/>
          </a:p>
        </p:txBody>
      </p:sp>
    </p:spTree>
    <p:extLst>
      <p:ext uri="{BB962C8B-B14F-4D97-AF65-F5344CB8AC3E}">
        <p14:creationId xmlns:p14="http://schemas.microsoft.com/office/powerpoint/2010/main" val="476898925"/>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2D77DB9-E485-4DD1-85DE-B09EC8A54172}" type="slidenum">
              <a:rPr lang="en-US"/>
              <a:pPr>
                <a:defRPr/>
              </a:pPr>
              <a:t>‹#›</a:t>
            </a:fld>
            <a:endParaRPr lang="en-US"/>
          </a:p>
        </p:txBody>
      </p:sp>
    </p:spTree>
    <p:extLst>
      <p:ext uri="{BB962C8B-B14F-4D97-AF65-F5344CB8AC3E}">
        <p14:creationId xmlns:p14="http://schemas.microsoft.com/office/powerpoint/2010/main" val="183738559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4E3C23-0672-4D3C-A562-10E11A129B53}" type="slidenum">
              <a:rPr lang="en-US"/>
              <a:pPr>
                <a:defRPr/>
              </a:pPr>
              <a:t>‹#›</a:t>
            </a:fld>
            <a:endParaRPr lang="en-US"/>
          </a:p>
        </p:txBody>
      </p:sp>
    </p:spTree>
    <p:extLst>
      <p:ext uri="{BB962C8B-B14F-4D97-AF65-F5344CB8AC3E}">
        <p14:creationId xmlns:p14="http://schemas.microsoft.com/office/powerpoint/2010/main" val="1655689191"/>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2176CC-155E-4AAA-8E8A-CBE33C0CF488}" type="slidenum">
              <a:rPr lang="en-US"/>
              <a:pPr>
                <a:defRPr/>
              </a:pPr>
              <a:t>‹#›</a:t>
            </a:fld>
            <a:endParaRPr lang="en-US"/>
          </a:p>
        </p:txBody>
      </p:sp>
    </p:spTree>
    <p:extLst>
      <p:ext uri="{BB962C8B-B14F-4D97-AF65-F5344CB8AC3E}">
        <p14:creationId xmlns:p14="http://schemas.microsoft.com/office/powerpoint/2010/main" val="363302839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C7EAFF5-7B5A-48D7-A926-CBB6D39596D5}" type="slidenum">
              <a:rPr lang="en-US"/>
              <a:pPr>
                <a:defRPr/>
              </a:pPr>
              <a:t>‹#›</a:t>
            </a:fld>
            <a:endParaRPr lang="en-US"/>
          </a:p>
        </p:txBody>
      </p:sp>
    </p:spTree>
    <p:extLst>
      <p:ext uri="{BB962C8B-B14F-4D97-AF65-F5344CB8AC3E}">
        <p14:creationId xmlns:p14="http://schemas.microsoft.com/office/powerpoint/2010/main" val="2638675242"/>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5D50E94-304B-42C2-B2B1-14EE99C785FA}" type="slidenum">
              <a:rPr lang="en-US"/>
              <a:pPr>
                <a:defRPr/>
              </a:pPr>
              <a:t>‹#›</a:t>
            </a:fld>
            <a:endParaRPr lang="en-US"/>
          </a:p>
        </p:txBody>
      </p:sp>
    </p:spTree>
    <p:extLst>
      <p:ext uri="{BB962C8B-B14F-4D97-AF65-F5344CB8AC3E}">
        <p14:creationId xmlns:p14="http://schemas.microsoft.com/office/powerpoint/2010/main" val="895897605"/>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65BBB3B-6F26-4AE4-A6C5-25D466A7D7E5}" type="slidenum">
              <a:rPr lang="en-US"/>
              <a:pPr>
                <a:defRPr/>
              </a:pPr>
              <a:t>‹#›</a:t>
            </a:fld>
            <a:endParaRPr lang="en-US" dirty="0"/>
          </a:p>
        </p:txBody>
      </p:sp>
    </p:spTree>
    <p:extLst>
      <p:ext uri="{BB962C8B-B14F-4D97-AF65-F5344CB8AC3E}">
        <p14:creationId xmlns:p14="http://schemas.microsoft.com/office/powerpoint/2010/main" val="1254527883"/>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C3FFA5F-AA6A-4EE8-A94F-FFA43ABD2B4D}" type="slidenum">
              <a:rPr lang="en-US"/>
              <a:pPr>
                <a:defRPr/>
              </a:pPr>
              <a:t>‹#›</a:t>
            </a:fld>
            <a:endParaRPr lang="en-US"/>
          </a:p>
        </p:txBody>
      </p:sp>
    </p:spTree>
    <p:extLst>
      <p:ext uri="{BB962C8B-B14F-4D97-AF65-F5344CB8AC3E}">
        <p14:creationId xmlns:p14="http://schemas.microsoft.com/office/powerpoint/2010/main" val="986647544"/>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4B952B-072B-410D-8685-0E2417C4B932}" type="slidenum">
              <a:rPr lang="en-US"/>
              <a:pPr>
                <a:defRPr/>
              </a:pPr>
              <a:t>‹#›</a:t>
            </a:fld>
            <a:endParaRPr lang="en-US"/>
          </a:p>
        </p:txBody>
      </p:sp>
    </p:spTree>
    <p:extLst>
      <p:ext uri="{BB962C8B-B14F-4D97-AF65-F5344CB8AC3E}">
        <p14:creationId xmlns:p14="http://schemas.microsoft.com/office/powerpoint/2010/main" val="220004021"/>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661D61B-7987-408A-9CC1-98DC5C3A1519}" type="slidenum">
              <a:rPr lang="en-US"/>
              <a:pPr>
                <a:defRPr/>
              </a:pPr>
              <a:t>‹#›</a:t>
            </a:fld>
            <a:endParaRPr lang="en-US"/>
          </a:p>
        </p:txBody>
      </p:sp>
    </p:spTree>
    <p:extLst>
      <p:ext uri="{BB962C8B-B14F-4D97-AF65-F5344CB8AC3E}">
        <p14:creationId xmlns:p14="http://schemas.microsoft.com/office/powerpoint/2010/main" val="780232106"/>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CB8619F-6A18-419D-AFC8-BFC922079259}" type="slidenum">
              <a:rPr lang="en-US"/>
              <a:pPr>
                <a:defRPr/>
              </a:pPr>
              <a:t>‹#›</a:t>
            </a:fld>
            <a:endParaRPr lang="en-US"/>
          </a:p>
        </p:txBody>
      </p:sp>
    </p:spTree>
    <p:extLst>
      <p:ext uri="{BB962C8B-B14F-4D97-AF65-F5344CB8AC3E}">
        <p14:creationId xmlns:p14="http://schemas.microsoft.com/office/powerpoint/2010/main" val="260177001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42A7ADE-290E-409D-876D-4432BB2B6EA8}" type="slidenum">
              <a:rPr lang="en-US"/>
              <a:pPr>
                <a:defRPr/>
              </a:pPr>
              <a:t>‹#›</a:t>
            </a:fld>
            <a:endParaRPr lang="en-US"/>
          </a:p>
        </p:txBody>
      </p:sp>
    </p:spTree>
    <p:extLst>
      <p:ext uri="{BB962C8B-B14F-4D97-AF65-F5344CB8AC3E}">
        <p14:creationId xmlns:p14="http://schemas.microsoft.com/office/powerpoint/2010/main" val="1475799277"/>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DE9DA4D-1924-42B4-929F-D32E926995E9}" type="slidenum">
              <a:rPr lang="en-US"/>
              <a:pPr>
                <a:defRPr/>
              </a:pPr>
              <a:t>‹#›</a:t>
            </a:fld>
            <a:endParaRPr lang="en-US"/>
          </a:p>
        </p:txBody>
      </p:sp>
    </p:spTree>
    <p:extLst>
      <p:ext uri="{BB962C8B-B14F-4D97-AF65-F5344CB8AC3E}">
        <p14:creationId xmlns:p14="http://schemas.microsoft.com/office/powerpoint/2010/main" val="3923680879"/>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568FC64-6AF5-4310-8C4A-6B7C171FAA08}" type="slidenum">
              <a:rPr lang="en-US"/>
              <a:pPr>
                <a:defRPr/>
              </a:pPr>
              <a:t>‹#›</a:t>
            </a:fld>
            <a:endParaRPr lang="en-US"/>
          </a:p>
        </p:txBody>
      </p:sp>
    </p:spTree>
    <p:extLst>
      <p:ext uri="{BB962C8B-B14F-4D97-AF65-F5344CB8AC3E}">
        <p14:creationId xmlns:p14="http://schemas.microsoft.com/office/powerpoint/2010/main" val="198833167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7EB43F9-FB98-4EBE-96E6-07D2DCA4754E}" type="slidenum">
              <a:rPr lang="en-US"/>
              <a:pPr>
                <a:defRPr/>
              </a:pPr>
              <a:t>‹#›</a:t>
            </a:fld>
            <a:endParaRPr lang="en-US"/>
          </a:p>
        </p:txBody>
      </p:sp>
    </p:spTree>
    <p:extLst>
      <p:ext uri="{BB962C8B-B14F-4D97-AF65-F5344CB8AC3E}">
        <p14:creationId xmlns:p14="http://schemas.microsoft.com/office/powerpoint/2010/main" val="1329248382"/>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1F72EF9-B814-4711-A55B-0C0AA1F5D372}" type="slidenum">
              <a:rPr lang="en-US"/>
              <a:pPr>
                <a:defRPr/>
              </a:pPr>
              <a:t>‹#›</a:t>
            </a:fld>
            <a:endParaRPr lang="en-US"/>
          </a:p>
        </p:txBody>
      </p:sp>
    </p:spTree>
    <p:extLst>
      <p:ext uri="{BB962C8B-B14F-4D97-AF65-F5344CB8AC3E}">
        <p14:creationId xmlns:p14="http://schemas.microsoft.com/office/powerpoint/2010/main" val="3695029206"/>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D89FFE0-BA50-42B0-9384-9CD803D8E0C6}" type="slidenum">
              <a:rPr lang="en-US"/>
              <a:pPr>
                <a:defRPr/>
              </a:pPr>
              <a:t>‹#›</a:t>
            </a:fld>
            <a:endParaRPr lang="en-US"/>
          </a:p>
        </p:txBody>
      </p:sp>
    </p:spTree>
    <p:extLst>
      <p:ext uri="{BB962C8B-B14F-4D97-AF65-F5344CB8AC3E}">
        <p14:creationId xmlns:p14="http://schemas.microsoft.com/office/powerpoint/2010/main" val="120696787"/>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FA83D47-7B9A-4849-8CFF-0CD259F558DA}" type="slidenum">
              <a:rPr lang="en-US"/>
              <a:pPr>
                <a:defRPr/>
              </a:pPr>
              <a:t>‹#›</a:t>
            </a:fld>
            <a:endParaRPr lang="en-US"/>
          </a:p>
        </p:txBody>
      </p:sp>
    </p:spTree>
    <p:extLst>
      <p:ext uri="{BB962C8B-B14F-4D97-AF65-F5344CB8AC3E}">
        <p14:creationId xmlns:p14="http://schemas.microsoft.com/office/powerpoint/2010/main" val="3164770698"/>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768E83-4A60-4335-B44E-E8D5E6C417A1}" type="slidenum">
              <a:rPr lang="en-US"/>
              <a:pPr>
                <a:defRPr/>
              </a:pPr>
              <a:t>‹#›</a:t>
            </a:fld>
            <a:endParaRPr lang="en-US"/>
          </a:p>
        </p:txBody>
      </p:sp>
    </p:spTree>
    <p:extLst>
      <p:ext uri="{BB962C8B-B14F-4D97-AF65-F5344CB8AC3E}">
        <p14:creationId xmlns:p14="http://schemas.microsoft.com/office/powerpoint/2010/main" val="407514895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E0C9854-47B8-4DDE-9BDA-FF0A3C481E50}" type="slidenum">
              <a:rPr lang="en-US"/>
              <a:pPr>
                <a:defRPr/>
              </a:pPr>
              <a:t>‹#›</a:t>
            </a:fld>
            <a:endParaRPr lang="en-US"/>
          </a:p>
        </p:txBody>
      </p:sp>
    </p:spTree>
    <p:extLst>
      <p:ext uri="{BB962C8B-B14F-4D97-AF65-F5344CB8AC3E}">
        <p14:creationId xmlns:p14="http://schemas.microsoft.com/office/powerpoint/2010/main" val="1761398182"/>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1FC3101-37AB-4604-ACF1-6289D38EED1C}" type="slidenum">
              <a:rPr lang="en-US"/>
              <a:pPr>
                <a:defRPr/>
              </a:pPr>
              <a:t>‹#›</a:t>
            </a:fld>
            <a:endParaRPr lang="en-US"/>
          </a:p>
        </p:txBody>
      </p:sp>
    </p:spTree>
    <p:extLst>
      <p:ext uri="{BB962C8B-B14F-4D97-AF65-F5344CB8AC3E}">
        <p14:creationId xmlns:p14="http://schemas.microsoft.com/office/powerpoint/2010/main" val="3783323120"/>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D87D54-9EF6-4498-B13C-B87A0AE56374}" type="slidenum">
              <a:rPr lang="en-US"/>
              <a:pPr>
                <a:defRPr/>
              </a:pPr>
              <a:t>‹#›</a:t>
            </a:fld>
            <a:endParaRPr lang="en-US"/>
          </a:p>
        </p:txBody>
      </p:sp>
    </p:spTree>
    <p:extLst>
      <p:ext uri="{BB962C8B-B14F-4D97-AF65-F5344CB8AC3E}">
        <p14:creationId xmlns:p14="http://schemas.microsoft.com/office/powerpoint/2010/main" val="881617959"/>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A2661FE-E2D7-40B7-B271-653B59B0B73F}" type="slidenum">
              <a:rPr lang="en-US"/>
              <a:pPr>
                <a:defRPr/>
              </a:pPr>
              <a:t>‹#›</a:t>
            </a:fld>
            <a:endParaRPr lang="en-US" dirty="0"/>
          </a:p>
        </p:txBody>
      </p:sp>
    </p:spTree>
    <p:extLst>
      <p:ext uri="{BB962C8B-B14F-4D97-AF65-F5344CB8AC3E}">
        <p14:creationId xmlns:p14="http://schemas.microsoft.com/office/powerpoint/2010/main" val="2907091165"/>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49A637A-492A-4842-AD63-2AA4CB8CCE20}" type="slidenum">
              <a:rPr lang="en-US"/>
              <a:pPr>
                <a:defRPr/>
              </a:pPr>
              <a:t>‹#›</a:t>
            </a:fld>
            <a:endParaRPr lang="en-US"/>
          </a:p>
        </p:txBody>
      </p:sp>
    </p:spTree>
    <p:extLst>
      <p:ext uri="{BB962C8B-B14F-4D97-AF65-F5344CB8AC3E}">
        <p14:creationId xmlns:p14="http://schemas.microsoft.com/office/powerpoint/2010/main" val="1632054854"/>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37833F0-F164-4AB7-A25D-AFED8891EB1A}" type="slidenum">
              <a:rPr lang="en-US"/>
              <a:pPr>
                <a:defRPr/>
              </a:pPr>
              <a:t>‹#›</a:t>
            </a:fld>
            <a:endParaRPr lang="en-US"/>
          </a:p>
        </p:txBody>
      </p:sp>
    </p:spTree>
    <p:extLst>
      <p:ext uri="{BB962C8B-B14F-4D97-AF65-F5344CB8AC3E}">
        <p14:creationId xmlns:p14="http://schemas.microsoft.com/office/powerpoint/2010/main" val="2850358034"/>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221EDD-A089-4482-A864-14BC7D265ABC}" type="slidenum">
              <a:rPr lang="en-US"/>
              <a:pPr>
                <a:defRPr/>
              </a:pPr>
              <a:t>‹#›</a:t>
            </a:fld>
            <a:endParaRPr lang="en-US"/>
          </a:p>
        </p:txBody>
      </p:sp>
    </p:spTree>
    <p:extLst>
      <p:ext uri="{BB962C8B-B14F-4D97-AF65-F5344CB8AC3E}">
        <p14:creationId xmlns:p14="http://schemas.microsoft.com/office/powerpoint/2010/main" val="136237110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AE5723-0499-44CA-B30B-07688AFB37DA}" type="slidenum">
              <a:rPr lang="en-US"/>
              <a:pPr>
                <a:defRPr/>
              </a:pPr>
              <a:t>‹#›</a:t>
            </a:fld>
            <a:endParaRPr lang="en-US"/>
          </a:p>
        </p:txBody>
      </p:sp>
    </p:spTree>
    <p:extLst>
      <p:ext uri="{BB962C8B-B14F-4D97-AF65-F5344CB8AC3E}">
        <p14:creationId xmlns:p14="http://schemas.microsoft.com/office/powerpoint/2010/main" val="299461737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239E831-ED50-4DCF-9A93-6DB2464D4F85}" type="slidenum">
              <a:rPr lang="en-US"/>
              <a:pPr>
                <a:defRPr/>
              </a:pPr>
              <a:t>‹#›</a:t>
            </a:fld>
            <a:endParaRPr lang="en-US"/>
          </a:p>
        </p:txBody>
      </p:sp>
    </p:spTree>
    <p:extLst>
      <p:ext uri="{BB962C8B-B14F-4D97-AF65-F5344CB8AC3E}">
        <p14:creationId xmlns:p14="http://schemas.microsoft.com/office/powerpoint/2010/main" val="3357902108"/>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B82DFBF-96CF-4B7B-9EFD-D6028C47E034}" type="slidenum">
              <a:rPr lang="en-US"/>
              <a:pPr>
                <a:defRPr/>
              </a:pPr>
              <a:t>‹#›</a:t>
            </a:fld>
            <a:endParaRPr lang="en-US"/>
          </a:p>
        </p:txBody>
      </p:sp>
    </p:spTree>
    <p:extLst>
      <p:ext uri="{BB962C8B-B14F-4D97-AF65-F5344CB8AC3E}">
        <p14:creationId xmlns:p14="http://schemas.microsoft.com/office/powerpoint/2010/main" val="917495366"/>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C27B708-D600-4FC9-9D81-359331904088}" type="slidenum">
              <a:rPr lang="en-US"/>
              <a:pPr>
                <a:defRPr/>
              </a:pPr>
              <a:t>‹#›</a:t>
            </a:fld>
            <a:endParaRPr lang="en-US"/>
          </a:p>
        </p:txBody>
      </p:sp>
    </p:spTree>
    <p:extLst>
      <p:ext uri="{BB962C8B-B14F-4D97-AF65-F5344CB8AC3E}">
        <p14:creationId xmlns:p14="http://schemas.microsoft.com/office/powerpoint/2010/main" val="455250154"/>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8238370-3AF0-4930-BB7E-220A9A755CF7}" type="slidenum">
              <a:rPr lang="en-US"/>
              <a:pPr>
                <a:defRPr/>
              </a:pPr>
              <a:t>‹#›</a:t>
            </a:fld>
            <a:endParaRPr lang="en-US"/>
          </a:p>
        </p:txBody>
      </p:sp>
    </p:spTree>
    <p:extLst>
      <p:ext uri="{BB962C8B-B14F-4D97-AF65-F5344CB8AC3E}">
        <p14:creationId xmlns:p14="http://schemas.microsoft.com/office/powerpoint/2010/main" val="2091186313"/>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4E2BF6C-5E91-4782-86C0-221F5DFD2C8E}" type="slidenum">
              <a:rPr lang="en-US"/>
              <a:pPr>
                <a:defRPr/>
              </a:pPr>
              <a:t>‹#›</a:t>
            </a:fld>
            <a:endParaRPr lang="en-US"/>
          </a:p>
        </p:txBody>
      </p:sp>
    </p:spTree>
    <p:extLst>
      <p:ext uri="{BB962C8B-B14F-4D97-AF65-F5344CB8AC3E}">
        <p14:creationId xmlns:p14="http://schemas.microsoft.com/office/powerpoint/2010/main" val="707737803"/>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42DE06C-07DF-4614-902E-DB1EB758AC09}" type="slidenum">
              <a:rPr lang="en-US"/>
              <a:pPr>
                <a:defRPr/>
              </a:pPr>
              <a:t>‹#›</a:t>
            </a:fld>
            <a:endParaRPr lang="en-US"/>
          </a:p>
        </p:txBody>
      </p:sp>
    </p:spTree>
    <p:extLst>
      <p:ext uri="{BB962C8B-B14F-4D97-AF65-F5344CB8AC3E}">
        <p14:creationId xmlns:p14="http://schemas.microsoft.com/office/powerpoint/2010/main" val="1902325961"/>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77A218A-9444-42BE-BEAA-B0B6DCE23181}" type="slidenum">
              <a:rPr lang="en-US"/>
              <a:pPr>
                <a:defRPr/>
              </a:pPr>
              <a:t>‹#›</a:t>
            </a:fld>
            <a:endParaRPr lang="en-US"/>
          </a:p>
        </p:txBody>
      </p:sp>
    </p:spTree>
    <p:extLst>
      <p:ext uri="{BB962C8B-B14F-4D97-AF65-F5344CB8AC3E}">
        <p14:creationId xmlns:p14="http://schemas.microsoft.com/office/powerpoint/2010/main" val="1538928303"/>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32EC67C-90E8-440B-9217-9CEF3627558E}" type="slidenum">
              <a:rPr lang="en-US"/>
              <a:pPr>
                <a:defRPr/>
              </a:pPr>
              <a:t>‹#›</a:t>
            </a:fld>
            <a:endParaRPr lang="en-US"/>
          </a:p>
        </p:txBody>
      </p:sp>
    </p:spTree>
    <p:extLst>
      <p:ext uri="{BB962C8B-B14F-4D97-AF65-F5344CB8AC3E}">
        <p14:creationId xmlns:p14="http://schemas.microsoft.com/office/powerpoint/2010/main" val="3707892214"/>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97E32B6-3A95-465D-8806-899154118D33}" type="slidenum">
              <a:rPr lang="en-US"/>
              <a:pPr>
                <a:defRPr/>
              </a:pPr>
              <a:t>‹#›</a:t>
            </a:fld>
            <a:endParaRPr lang="en-US"/>
          </a:p>
        </p:txBody>
      </p:sp>
    </p:spTree>
    <p:extLst>
      <p:ext uri="{BB962C8B-B14F-4D97-AF65-F5344CB8AC3E}">
        <p14:creationId xmlns:p14="http://schemas.microsoft.com/office/powerpoint/2010/main" val="138567037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777A7C-2A5F-4BAF-8152-9E69A2FADB45}" type="slidenum">
              <a:rPr lang="en-US"/>
              <a:pPr>
                <a:defRPr/>
              </a:pPr>
              <a:t>‹#›</a:t>
            </a:fld>
            <a:endParaRPr lang="en-US"/>
          </a:p>
        </p:txBody>
      </p:sp>
    </p:spTree>
    <p:extLst>
      <p:ext uri="{BB962C8B-B14F-4D97-AF65-F5344CB8AC3E}">
        <p14:creationId xmlns:p14="http://schemas.microsoft.com/office/powerpoint/2010/main" val="370940331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DEC8437-7459-4719-B6A3-C9641AFB8357}" type="slidenum">
              <a:rPr lang="en-US"/>
              <a:pPr>
                <a:defRPr/>
              </a:pPr>
              <a:t>‹#›</a:t>
            </a:fld>
            <a:endParaRPr lang="en-US"/>
          </a:p>
        </p:txBody>
      </p:sp>
    </p:spTree>
    <p:extLst>
      <p:ext uri="{BB962C8B-B14F-4D97-AF65-F5344CB8AC3E}">
        <p14:creationId xmlns:p14="http://schemas.microsoft.com/office/powerpoint/2010/main" val="287136594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9E650875-CDC7-4681-B2DB-5EC763C7F013}" type="slidenum">
              <a:rPr lang="en-US"/>
              <a:pPr>
                <a:defRPr/>
              </a:pPr>
              <a:t>‹#›</a:t>
            </a:fld>
            <a:endParaRPr lang="en-US" dirty="0"/>
          </a:p>
        </p:txBody>
      </p:sp>
    </p:spTree>
    <p:extLst>
      <p:ext uri="{BB962C8B-B14F-4D97-AF65-F5344CB8AC3E}">
        <p14:creationId xmlns:p14="http://schemas.microsoft.com/office/powerpoint/2010/main" val="1213905800"/>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06493E5-81C8-4E4D-92B0-8CD14E0DEF33}" type="slidenum">
              <a:rPr lang="en-US"/>
              <a:pPr>
                <a:defRPr/>
              </a:pPr>
              <a:t>‹#›</a:t>
            </a:fld>
            <a:endParaRPr lang="en-US"/>
          </a:p>
        </p:txBody>
      </p:sp>
    </p:spTree>
    <p:extLst>
      <p:ext uri="{BB962C8B-B14F-4D97-AF65-F5344CB8AC3E}">
        <p14:creationId xmlns:p14="http://schemas.microsoft.com/office/powerpoint/2010/main" val="11014423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557B732-042C-4AA3-A95E-D61911BB263E}" type="slidenum">
              <a:rPr lang="en-US"/>
              <a:pPr>
                <a:defRPr/>
              </a:pPr>
              <a:t>‹#›</a:t>
            </a:fld>
            <a:endParaRPr lang="en-US"/>
          </a:p>
        </p:txBody>
      </p:sp>
    </p:spTree>
    <p:extLst>
      <p:ext uri="{BB962C8B-B14F-4D97-AF65-F5344CB8AC3E}">
        <p14:creationId xmlns:p14="http://schemas.microsoft.com/office/powerpoint/2010/main" val="2118780448"/>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BAFC8C7-2F9B-4B8F-84BE-9082106A81BE}" type="slidenum">
              <a:rPr lang="en-US"/>
              <a:pPr>
                <a:defRPr/>
              </a:pPr>
              <a:t>‹#›</a:t>
            </a:fld>
            <a:endParaRPr lang="en-US"/>
          </a:p>
        </p:txBody>
      </p:sp>
    </p:spTree>
    <p:extLst>
      <p:ext uri="{BB962C8B-B14F-4D97-AF65-F5344CB8AC3E}">
        <p14:creationId xmlns:p14="http://schemas.microsoft.com/office/powerpoint/2010/main" val="3784648352"/>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587461-4CB2-4839-B491-FECB169A07DB}" type="slidenum">
              <a:rPr lang="en-US"/>
              <a:pPr>
                <a:defRPr/>
              </a:pPr>
              <a:t>‹#›</a:t>
            </a:fld>
            <a:endParaRPr lang="en-US"/>
          </a:p>
        </p:txBody>
      </p:sp>
    </p:spTree>
    <p:extLst>
      <p:ext uri="{BB962C8B-B14F-4D97-AF65-F5344CB8AC3E}">
        <p14:creationId xmlns:p14="http://schemas.microsoft.com/office/powerpoint/2010/main" val="75126611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2A5EC5F-2200-44AD-8D38-88CF034BEC0E}" type="slidenum">
              <a:rPr lang="en-US"/>
              <a:pPr>
                <a:defRPr/>
              </a:pPr>
              <a:t>‹#›</a:t>
            </a:fld>
            <a:endParaRPr lang="en-US"/>
          </a:p>
        </p:txBody>
      </p:sp>
    </p:spTree>
    <p:extLst>
      <p:ext uri="{BB962C8B-B14F-4D97-AF65-F5344CB8AC3E}">
        <p14:creationId xmlns:p14="http://schemas.microsoft.com/office/powerpoint/2010/main" val="124836669"/>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15094A3-8163-480A-9B11-2D0B1E248497}" type="slidenum">
              <a:rPr lang="en-US"/>
              <a:pPr>
                <a:defRPr/>
              </a:pPr>
              <a:t>‹#›</a:t>
            </a:fld>
            <a:endParaRPr lang="en-US"/>
          </a:p>
        </p:txBody>
      </p:sp>
    </p:spTree>
    <p:extLst>
      <p:ext uri="{BB962C8B-B14F-4D97-AF65-F5344CB8AC3E}">
        <p14:creationId xmlns:p14="http://schemas.microsoft.com/office/powerpoint/2010/main" val="3729783218"/>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837D2BB-0B57-4CAC-8677-466A6487AD30}" type="slidenum">
              <a:rPr lang="en-US"/>
              <a:pPr>
                <a:defRPr/>
              </a:pPr>
              <a:t>‹#›</a:t>
            </a:fld>
            <a:endParaRPr lang="en-US"/>
          </a:p>
        </p:txBody>
      </p:sp>
    </p:spTree>
    <p:extLst>
      <p:ext uri="{BB962C8B-B14F-4D97-AF65-F5344CB8AC3E}">
        <p14:creationId xmlns:p14="http://schemas.microsoft.com/office/powerpoint/2010/main" val="2130713678"/>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47E9E7C-B62E-4972-AE1F-67B5147A2CEB}" type="slidenum">
              <a:rPr lang="en-US"/>
              <a:pPr>
                <a:defRPr/>
              </a:pPr>
              <a:t>‹#›</a:t>
            </a:fld>
            <a:endParaRPr lang="en-US"/>
          </a:p>
        </p:txBody>
      </p:sp>
    </p:spTree>
    <p:extLst>
      <p:ext uri="{BB962C8B-B14F-4D97-AF65-F5344CB8AC3E}">
        <p14:creationId xmlns:p14="http://schemas.microsoft.com/office/powerpoint/2010/main" val="274672941"/>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1F2C98-D766-4DC9-9283-1C750FBF3C85}" type="slidenum">
              <a:rPr lang="en-US"/>
              <a:pPr>
                <a:defRPr/>
              </a:pPr>
              <a:t>‹#›</a:t>
            </a:fld>
            <a:endParaRPr lang="en-US"/>
          </a:p>
        </p:txBody>
      </p:sp>
    </p:spTree>
    <p:extLst>
      <p:ext uri="{BB962C8B-B14F-4D97-AF65-F5344CB8AC3E}">
        <p14:creationId xmlns:p14="http://schemas.microsoft.com/office/powerpoint/2010/main" val="3334707516"/>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22201F8-8C64-42BA-98DD-D7D04F91CBD0}" type="slidenum">
              <a:rPr lang="en-US"/>
              <a:pPr>
                <a:defRPr/>
              </a:pPr>
              <a:t>‹#›</a:t>
            </a:fld>
            <a:endParaRPr lang="en-US"/>
          </a:p>
        </p:txBody>
      </p:sp>
    </p:spTree>
    <p:extLst>
      <p:ext uri="{BB962C8B-B14F-4D97-AF65-F5344CB8AC3E}">
        <p14:creationId xmlns:p14="http://schemas.microsoft.com/office/powerpoint/2010/main" val="3117213898"/>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FAE357F-F1EA-4050-8A74-1E907E7AA9E3}" type="slidenum">
              <a:rPr lang="en-US"/>
              <a:pPr>
                <a:defRPr/>
              </a:pPr>
              <a:t>‹#›</a:t>
            </a:fld>
            <a:endParaRPr lang="en-US"/>
          </a:p>
        </p:txBody>
      </p:sp>
    </p:spTree>
    <p:extLst>
      <p:ext uri="{BB962C8B-B14F-4D97-AF65-F5344CB8AC3E}">
        <p14:creationId xmlns:p14="http://schemas.microsoft.com/office/powerpoint/2010/main" val="2412189323"/>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8BA6B9E-3053-4D64-94A9-280710B597B7}" type="slidenum">
              <a:rPr lang="en-US"/>
              <a:pPr>
                <a:defRPr/>
              </a:pPr>
              <a:t>‹#›</a:t>
            </a:fld>
            <a:endParaRPr lang="en-US"/>
          </a:p>
        </p:txBody>
      </p:sp>
    </p:spTree>
    <p:extLst>
      <p:ext uri="{BB962C8B-B14F-4D97-AF65-F5344CB8AC3E}">
        <p14:creationId xmlns:p14="http://schemas.microsoft.com/office/powerpoint/2010/main" val="406460797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9ED9645-DBF7-44DB-8C9F-C8CF2F06D65B}" type="slidenum">
              <a:rPr lang="en-US"/>
              <a:pPr>
                <a:defRPr/>
              </a:pPr>
              <a:t>‹#›</a:t>
            </a:fld>
            <a:endParaRPr lang="en-US"/>
          </a:p>
        </p:txBody>
      </p:sp>
    </p:spTree>
    <p:extLst>
      <p:ext uri="{BB962C8B-B14F-4D97-AF65-F5344CB8AC3E}">
        <p14:creationId xmlns:p14="http://schemas.microsoft.com/office/powerpoint/2010/main" val="1678898623"/>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1A97BE-BA26-47D4-97F0-F0DD293FF664}" type="slidenum">
              <a:rPr lang="en-US"/>
              <a:pPr>
                <a:defRPr/>
              </a:pPr>
              <a:t>‹#›</a:t>
            </a:fld>
            <a:endParaRPr lang="en-US"/>
          </a:p>
        </p:txBody>
      </p:sp>
    </p:spTree>
    <p:extLst>
      <p:ext uri="{BB962C8B-B14F-4D97-AF65-F5344CB8AC3E}">
        <p14:creationId xmlns:p14="http://schemas.microsoft.com/office/powerpoint/2010/main" val="3086160458"/>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C70867-F636-41BA-AEA0-009D7C6BB3F6}" type="slidenum">
              <a:rPr lang="en-US"/>
              <a:pPr>
                <a:defRPr/>
              </a:pPr>
              <a:t>‹#›</a:t>
            </a:fld>
            <a:endParaRPr lang="en-US"/>
          </a:p>
        </p:txBody>
      </p:sp>
    </p:spTree>
    <p:extLst>
      <p:ext uri="{BB962C8B-B14F-4D97-AF65-F5344CB8AC3E}">
        <p14:creationId xmlns:p14="http://schemas.microsoft.com/office/powerpoint/2010/main" val="322604786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13B0DD08-E1C9-4302-B6B8-009EEA704565}" type="slidenum">
              <a:rPr lang="en-US"/>
              <a:pPr>
                <a:defRPr/>
              </a:pPr>
              <a:t>‹#›</a:t>
            </a:fld>
            <a:endParaRPr lang="en-US" dirty="0"/>
          </a:p>
        </p:txBody>
      </p:sp>
    </p:spTree>
    <p:extLst>
      <p:ext uri="{BB962C8B-B14F-4D97-AF65-F5344CB8AC3E}">
        <p14:creationId xmlns:p14="http://schemas.microsoft.com/office/powerpoint/2010/main" val="135329404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CE1EA57-C959-485C-9C2E-81DE8E244247}" type="slidenum">
              <a:rPr lang="en-US"/>
              <a:pPr>
                <a:defRPr/>
              </a:pPr>
              <a:t>‹#›</a:t>
            </a:fld>
            <a:endParaRPr lang="en-US"/>
          </a:p>
        </p:txBody>
      </p:sp>
    </p:spTree>
    <p:extLst>
      <p:ext uri="{BB962C8B-B14F-4D97-AF65-F5344CB8AC3E}">
        <p14:creationId xmlns:p14="http://schemas.microsoft.com/office/powerpoint/2010/main" val="77824035"/>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C167049-0DFB-45FD-98EF-DCF6795DF3FA}" type="slidenum">
              <a:rPr lang="en-US"/>
              <a:pPr>
                <a:defRPr/>
              </a:pPr>
              <a:t>‹#›</a:t>
            </a:fld>
            <a:endParaRPr lang="en-US"/>
          </a:p>
        </p:txBody>
      </p:sp>
    </p:spTree>
    <p:extLst>
      <p:ext uri="{BB962C8B-B14F-4D97-AF65-F5344CB8AC3E}">
        <p14:creationId xmlns:p14="http://schemas.microsoft.com/office/powerpoint/2010/main" val="2921468590"/>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D257BEE-737B-4149-BC08-D73F221E9CCC}" type="slidenum">
              <a:rPr lang="en-US"/>
              <a:pPr>
                <a:defRPr/>
              </a:pPr>
              <a:t>‹#›</a:t>
            </a:fld>
            <a:endParaRPr lang="en-US"/>
          </a:p>
        </p:txBody>
      </p:sp>
    </p:spTree>
    <p:extLst>
      <p:ext uri="{BB962C8B-B14F-4D97-AF65-F5344CB8AC3E}">
        <p14:creationId xmlns:p14="http://schemas.microsoft.com/office/powerpoint/2010/main" val="3323561789"/>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E6278E2-E948-4F93-8365-BAE3C9909C5D}" type="slidenum">
              <a:rPr lang="en-US"/>
              <a:pPr>
                <a:defRPr/>
              </a:pPr>
              <a:t>‹#›</a:t>
            </a:fld>
            <a:endParaRPr lang="en-US"/>
          </a:p>
        </p:txBody>
      </p:sp>
    </p:spTree>
    <p:extLst>
      <p:ext uri="{BB962C8B-B14F-4D97-AF65-F5344CB8AC3E}">
        <p14:creationId xmlns:p14="http://schemas.microsoft.com/office/powerpoint/2010/main" val="1379967974"/>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B8D3B9B-3219-4CEB-91A6-0857CF0BE90E}" type="slidenum">
              <a:rPr lang="en-US"/>
              <a:pPr>
                <a:defRPr/>
              </a:pPr>
              <a:t>‹#›</a:t>
            </a:fld>
            <a:endParaRPr lang="en-US"/>
          </a:p>
        </p:txBody>
      </p:sp>
    </p:spTree>
    <p:extLst>
      <p:ext uri="{BB962C8B-B14F-4D97-AF65-F5344CB8AC3E}">
        <p14:creationId xmlns:p14="http://schemas.microsoft.com/office/powerpoint/2010/main" val="2745714396"/>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B1397C4-962B-4CE0-B1BF-E6D8F7348443}" type="slidenum">
              <a:rPr lang="en-US"/>
              <a:pPr>
                <a:defRPr/>
              </a:pPr>
              <a:t>‹#›</a:t>
            </a:fld>
            <a:endParaRPr lang="en-US"/>
          </a:p>
        </p:txBody>
      </p:sp>
    </p:spTree>
    <p:extLst>
      <p:ext uri="{BB962C8B-B14F-4D97-AF65-F5344CB8AC3E}">
        <p14:creationId xmlns:p14="http://schemas.microsoft.com/office/powerpoint/2010/main" val="2113406382"/>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D5F0847-B6B2-4C5F-9F32-474EED809D5B}" type="slidenum">
              <a:rPr lang="en-US"/>
              <a:pPr>
                <a:defRPr/>
              </a:pPr>
              <a:t>‹#›</a:t>
            </a:fld>
            <a:endParaRPr lang="en-US"/>
          </a:p>
        </p:txBody>
      </p:sp>
    </p:spTree>
    <p:extLst>
      <p:ext uri="{BB962C8B-B14F-4D97-AF65-F5344CB8AC3E}">
        <p14:creationId xmlns:p14="http://schemas.microsoft.com/office/powerpoint/2010/main" val="4098104427"/>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FDB68C2-559F-4714-B76C-423D55143E6E}" type="slidenum">
              <a:rPr lang="en-US"/>
              <a:pPr>
                <a:defRPr/>
              </a:pPr>
              <a:t>‹#›</a:t>
            </a:fld>
            <a:endParaRPr lang="en-US"/>
          </a:p>
        </p:txBody>
      </p:sp>
    </p:spTree>
    <p:extLst>
      <p:ext uri="{BB962C8B-B14F-4D97-AF65-F5344CB8AC3E}">
        <p14:creationId xmlns:p14="http://schemas.microsoft.com/office/powerpoint/2010/main" val="3262780967"/>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A302C24-EC9F-4C66-A2EB-91CB30375ED0}" type="slidenum">
              <a:rPr lang="en-US"/>
              <a:pPr>
                <a:defRPr/>
              </a:pPr>
              <a:t>‹#›</a:t>
            </a:fld>
            <a:endParaRPr lang="en-US"/>
          </a:p>
        </p:txBody>
      </p:sp>
    </p:spTree>
    <p:extLst>
      <p:ext uri="{BB962C8B-B14F-4D97-AF65-F5344CB8AC3E}">
        <p14:creationId xmlns:p14="http://schemas.microsoft.com/office/powerpoint/2010/main" val="1230937722"/>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074483-F4AC-4087-81DC-5778D4177AF1}" type="slidenum">
              <a:rPr lang="en-US"/>
              <a:pPr>
                <a:defRPr/>
              </a:pPr>
              <a:t>‹#›</a:t>
            </a:fld>
            <a:endParaRPr lang="en-US"/>
          </a:p>
        </p:txBody>
      </p:sp>
    </p:spTree>
    <p:extLst>
      <p:ext uri="{BB962C8B-B14F-4D97-AF65-F5344CB8AC3E}">
        <p14:creationId xmlns:p14="http://schemas.microsoft.com/office/powerpoint/2010/main" val="2057751856"/>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D6A83B9-552B-4D47-9074-F5F6814D698B}" type="slidenum">
              <a:rPr lang="en-US"/>
              <a:pPr>
                <a:defRPr/>
              </a:pPr>
              <a:t>‹#›</a:t>
            </a:fld>
            <a:endParaRPr lang="en-US"/>
          </a:p>
        </p:txBody>
      </p:sp>
    </p:spTree>
    <p:extLst>
      <p:ext uri="{BB962C8B-B14F-4D97-AF65-F5344CB8AC3E}">
        <p14:creationId xmlns:p14="http://schemas.microsoft.com/office/powerpoint/2010/main" val="3203755592"/>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1DD6AB6-1ACC-4DBB-B2E3-F8B9415DA0CE}" type="slidenum">
              <a:rPr lang="en-US"/>
              <a:pPr>
                <a:defRPr/>
              </a:pPr>
              <a:t>‹#›</a:t>
            </a:fld>
            <a:endParaRPr lang="en-US"/>
          </a:p>
        </p:txBody>
      </p:sp>
    </p:spTree>
    <p:extLst>
      <p:ext uri="{BB962C8B-B14F-4D97-AF65-F5344CB8AC3E}">
        <p14:creationId xmlns:p14="http://schemas.microsoft.com/office/powerpoint/2010/main" val="2805191314"/>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FD58601-3348-4940-A6C3-B45F11238F13}" type="slidenum">
              <a:rPr lang="en-US"/>
              <a:pPr>
                <a:defRPr/>
              </a:pPr>
              <a:t>‹#›</a:t>
            </a:fld>
            <a:endParaRPr lang="en-US"/>
          </a:p>
        </p:txBody>
      </p:sp>
    </p:spTree>
    <p:extLst>
      <p:ext uri="{BB962C8B-B14F-4D97-AF65-F5344CB8AC3E}">
        <p14:creationId xmlns:p14="http://schemas.microsoft.com/office/powerpoint/2010/main" val="165641878"/>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E5E14F1-9973-4DE1-9FDB-28435D1F662B}" type="slidenum">
              <a:rPr lang="en-US"/>
              <a:pPr>
                <a:defRPr/>
              </a:pPr>
              <a:t>‹#›</a:t>
            </a:fld>
            <a:endParaRPr lang="en-US"/>
          </a:p>
        </p:txBody>
      </p:sp>
    </p:spTree>
    <p:extLst>
      <p:ext uri="{BB962C8B-B14F-4D97-AF65-F5344CB8AC3E}">
        <p14:creationId xmlns:p14="http://schemas.microsoft.com/office/powerpoint/2010/main" val="4291256306"/>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7E931A6-94AB-4274-AF52-EF1AB37EF9F0}" type="slidenum">
              <a:rPr lang="en-US"/>
              <a:pPr>
                <a:defRPr/>
              </a:pPr>
              <a:t>‹#›</a:t>
            </a:fld>
            <a:endParaRPr lang="en-US"/>
          </a:p>
        </p:txBody>
      </p:sp>
    </p:spTree>
    <p:extLst>
      <p:ext uri="{BB962C8B-B14F-4D97-AF65-F5344CB8AC3E}">
        <p14:creationId xmlns:p14="http://schemas.microsoft.com/office/powerpoint/2010/main" val="1031720163"/>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A30185BA-B009-4C46-8500-4542A34EA2EA}" type="slidenum">
              <a:rPr lang="en-US"/>
              <a:pPr>
                <a:defRPr/>
              </a:pPr>
              <a:t>‹#›</a:t>
            </a:fld>
            <a:endParaRPr lang="en-US" dirty="0"/>
          </a:p>
        </p:txBody>
      </p:sp>
    </p:spTree>
    <p:extLst>
      <p:ext uri="{BB962C8B-B14F-4D97-AF65-F5344CB8AC3E}">
        <p14:creationId xmlns:p14="http://schemas.microsoft.com/office/powerpoint/2010/main" val="3790782769"/>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4FECA2C-76D9-4E9E-8C8F-FEAF8F815E6F}" type="slidenum">
              <a:rPr lang="en-US"/>
              <a:pPr>
                <a:defRPr/>
              </a:pPr>
              <a:t>‹#›</a:t>
            </a:fld>
            <a:endParaRPr lang="en-US"/>
          </a:p>
        </p:txBody>
      </p:sp>
    </p:spTree>
    <p:extLst>
      <p:ext uri="{BB962C8B-B14F-4D97-AF65-F5344CB8AC3E}">
        <p14:creationId xmlns:p14="http://schemas.microsoft.com/office/powerpoint/2010/main" val="3886688226"/>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B973913-0EBC-466D-8DD8-161D1104DD0A}" type="slidenum">
              <a:rPr lang="en-US"/>
              <a:pPr>
                <a:defRPr/>
              </a:pPr>
              <a:t>‹#›</a:t>
            </a:fld>
            <a:endParaRPr lang="en-US"/>
          </a:p>
        </p:txBody>
      </p:sp>
    </p:spTree>
    <p:extLst>
      <p:ext uri="{BB962C8B-B14F-4D97-AF65-F5344CB8AC3E}">
        <p14:creationId xmlns:p14="http://schemas.microsoft.com/office/powerpoint/2010/main" val="177382906"/>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48F596D-6AAC-4E9F-9833-6B15C7EB572B}" type="slidenum">
              <a:rPr lang="en-US"/>
              <a:pPr>
                <a:defRPr/>
              </a:pPr>
              <a:t>‹#›</a:t>
            </a:fld>
            <a:endParaRPr lang="en-US"/>
          </a:p>
        </p:txBody>
      </p:sp>
    </p:spTree>
    <p:extLst>
      <p:ext uri="{BB962C8B-B14F-4D97-AF65-F5344CB8AC3E}">
        <p14:creationId xmlns:p14="http://schemas.microsoft.com/office/powerpoint/2010/main" val="396748591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6374FF9-A7D2-41AC-9E9B-DD9C0151E9B8}" type="slidenum">
              <a:rPr lang="en-US"/>
              <a:pPr>
                <a:defRPr/>
              </a:pPr>
              <a:t>‹#›</a:t>
            </a:fld>
            <a:endParaRPr lang="en-US"/>
          </a:p>
        </p:txBody>
      </p:sp>
    </p:spTree>
    <p:extLst>
      <p:ext uri="{BB962C8B-B14F-4D97-AF65-F5344CB8AC3E}">
        <p14:creationId xmlns:p14="http://schemas.microsoft.com/office/powerpoint/2010/main" val="3868684410"/>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BCF1F47-27A3-46FD-9195-62ACDC2C0B65}" type="slidenum">
              <a:rPr lang="en-US"/>
              <a:pPr>
                <a:defRPr/>
              </a:pPr>
              <a:t>‹#›</a:t>
            </a:fld>
            <a:endParaRPr lang="en-US"/>
          </a:p>
        </p:txBody>
      </p:sp>
    </p:spTree>
    <p:extLst>
      <p:ext uri="{BB962C8B-B14F-4D97-AF65-F5344CB8AC3E}">
        <p14:creationId xmlns:p14="http://schemas.microsoft.com/office/powerpoint/2010/main" val="751679805"/>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146A8C9-1CC2-4446-8BFE-3A83034DDBBD}" type="slidenum">
              <a:rPr lang="en-US"/>
              <a:pPr>
                <a:defRPr/>
              </a:pPr>
              <a:t>‹#›</a:t>
            </a:fld>
            <a:endParaRPr lang="en-US"/>
          </a:p>
        </p:txBody>
      </p:sp>
    </p:spTree>
    <p:extLst>
      <p:ext uri="{BB962C8B-B14F-4D97-AF65-F5344CB8AC3E}">
        <p14:creationId xmlns:p14="http://schemas.microsoft.com/office/powerpoint/2010/main" val="3716817842"/>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BC43F9-34D1-43BC-9FB1-5648F9BED94F}" type="slidenum">
              <a:rPr lang="en-US"/>
              <a:pPr>
                <a:defRPr/>
              </a:pPr>
              <a:t>‹#›</a:t>
            </a:fld>
            <a:endParaRPr lang="en-US"/>
          </a:p>
        </p:txBody>
      </p:sp>
    </p:spTree>
    <p:extLst>
      <p:ext uri="{BB962C8B-B14F-4D97-AF65-F5344CB8AC3E}">
        <p14:creationId xmlns:p14="http://schemas.microsoft.com/office/powerpoint/2010/main" val="1343774186"/>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D6F48CE-86DE-48C0-87A2-54D192D35E48}" type="slidenum">
              <a:rPr lang="en-US"/>
              <a:pPr>
                <a:defRPr/>
              </a:pPr>
              <a:t>‹#›</a:t>
            </a:fld>
            <a:endParaRPr lang="en-US"/>
          </a:p>
        </p:txBody>
      </p:sp>
    </p:spTree>
    <p:extLst>
      <p:ext uri="{BB962C8B-B14F-4D97-AF65-F5344CB8AC3E}">
        <p14:creationId xmlns:p14="http://schemas.microsoft.com/office/powerpoint/2010/main" val="201173358"/>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D883F0-BCAB-40D1-86E0-83EADEF81946}" type="slidenum">
              <a:rPr lang="en-US"/>
              <a:pPr>
                <a:defRPr/>
              </a:pPr>
              <a:t>‹#›</a:t>
            </a:fld>
            <a:endParaRPr lang="en-US"/>
          </a:p>
        </p:txBody>
      </p:sp>
    </p:spTree>
    <p:extLst>
      <p:ext uri="{BB962C8B-B14F-4D97-AF65-F5344CB8AC3E}">
        <p14:creationId xmlns:p14="http://schemas.microsoft.com/office/powerpoint/2010/main" val="538803683"/>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97EA704-CD74-42C5-BF62-15DC09BB005F}" type="slidenum">
              <a:rPr lang="en-US"/>
              <a:pPr>
                <a:defRPr/>
              </a:pPr>
              <a:t>‹#›</a:t>
            </a:fld>
            <a:endParaRPr lang="en-US"/>
          </a:p>
        </p:txBody>
      </p:sp>
    </p:spTree>
    <p:extLst>
      <p:ext uri="{BB962C8B-B14F-4D97-AF65-F5344CB8AC3E}">
        <p14:creationId xmlns:p14="http://schemas.microsoft.com/office/powerpoint/2010/main" val="751392151"/>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443925-EC15-4047-B274-75E1CE1E3AAB}" type="slidenum">
              <a:rPr lang="en-US"/>
              <a:pPr>
                <a:defRPr/>
              </a:pPr>
              <a:t>‹#›</a:t>
            </a:fld>
            <a:endParaRPr lang="en-US"/>
          </a:p>
        </p:txBody>
      </p:sp>
    </p:spTree>
    <p:extLst>
      <p:ext uri="{BB962C8B-B14F-4D97-AF65-F5344CB8AC3E}">
        <p14:creationId xmlns:p14="http://schemas.microsoft.com/office/powerpoint/2010/main" val="433084517"/>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E3E152-1DEF-436F-804B-F4569C6569E3}" type="slidenum">
              <a:rPr lang="en-US"/>
              <a:pPr>
                <a:defRPr/>
              </a:pPr>
              <a:t>‹#›</a:t>
            </a:fld>
            <a:endParaRPr lang="en-US"/>
          </a:p>
        </p:txBody>
      </p:sp>
    </p:spTree>
    <p:extLst>
      <p:ext uri="{BB962C8B-B14F-4D97-AF65-F5344CB8AC3E}">
        <p14:creationId xmlns:p14="http://schemas.microsoft.com/office/powerpoint/2010/main" val="2173386290"/>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1CE12CE-1BBB-4DD9-B1FA-A3B2827D461C}" type="slidenum">
              <a:rPr lang="en-US"/>
              <a:pPr>
                <a:defRPr/>
              </a:pPr>
              <a:t>‹#›</a:t>
            </a:fld>
            <a:endParaRPr lang="en-US"/>
          </a:p>
        </p:txBody>
      </p:sp>
    </p:spTree>
    <p:extLst>
      <p:ext uri="{BB962C8B-B14F-4D97-AF65-F5344CB8AC3E}">
        <p14:creationId xmlns:p14="http://schemas.microsoft.com/office/powerpoint/2010/main" val="983009730"/>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4802555-47B6-4DA3-8A6E-1AC7ED6FBFBF}" type="slidenum">
              <a:rPr lang="en-US"/>
              <a:pPr>
                <a:defRPr/>
              </a:pPr>
              <a:t>‹#›</a:t>
            </a:fld>
            <a:endParaRPr lang="en-US"/>
          </a:p>
        </p:txBody>
      </p:sp>
    </p:spTree>
    <p:extLst>
      <p:ext uri="{BB962C8B-B14F-4D97-AF65-F5344CB8AC3E}">
        <p14:creationId xmlns:p14="http://schemas.microsoft.com/office/powerpoint/2010/main" val="3353045668"/>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5FC6448-C24B-4945-A3D0-A95277801F83}" type="slidenum">
              <a:rPr lang="en-US"/>
              <a:pPr>
                <a:defRPr/>
              </a:pPr>
              <a:t>‹#›</a:t>
            </a:fld>
            <a:endParaRPr lang="en-US"/>
          </a:p>
        </p:txBody>
      </p:sp>
    </p:spTree>
    <p:extLst>
      <p:ext uri="{BB962C8B-B14F-4D97-AF65-F5344CB8AC3E}">
        <p14:creationId xmlns:p14="http://schemas.microsoft.com/office/powerpoint/2010/main" val="4064688801"/>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36551FD9-24FA-41EF-A1A2-39F4409BE8A9}" type="slidenum">
              <a:rPr lang="en-US"/>
              <a:pPr>
                <a:defRPr/>
              </a:pPr>
              <a:t>‹#›</a:t>
            </a:fld>
            <a:endParaRPr lang="en-US" dirty="0"/>
          </a:p>
        </p:txBody>
      </p:sp>
    </p:spTree>
    <p:extLst>
      <p:ext uri="{BB962C8B-B14F-4D97-AF65-F5344CB8AC3E}">
        <p14:creationId xmlns:p14="http://schemas.microsoft.com/office/powerpoint/2010/main" val="4153276523"/>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525EF7B-277B-4901-904A-21E23CA679CC}" type="slidenum">
              <a:rPr lang="en-US"/>
              <a:pPr>
                <a:defRPr/>
              </a:pPr>
              <a:t>‹#›</a:t>
            </a:fld>
            <a:endParaRPr lang="en-US"/>
          </a:p>
        </p:txBody>
      </p:sp>
    </p:spTree>
    <p:extLst>
      <p:ext uri="{BB962C8B-B14F-4D97-AF65-F5344CB8AC3E}">
        <p14:creationId xmlns:p14="http://schemas.microsoft.com/office/powerpoint/2010/main" val="2395316678"/>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1164844-0C74-4F41-BE0B-82B0F5E6E539}" type="slidenum">
              <a:rPr lang="en-US"/>
              <a:pPr>
                <a:defRPr/>
              </a:pPr>
              <a:t>‹#›</a:t>
            </a:fld>
            <a:endParaRPr lang="en-US"/>
          </a:p>
        </p:txBody>
      </p:sp>
    </p:spTree>
    <p:extLst>
      <p:ext uri="{BB962C8B-B14F-4D97-AF65-F5344CB8AC3E}">
        <p14:creationId xmlns:p14="http://schemas.microsoft.com/office/powerpoint/2010/main" val="2402425824"/>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55C7C00-01A8-46C9-9E21-61C1267F3340}" type="slidenum">
              <a:rPr lang="en-US"/>
              <a:pPr>
                <a:defRPr/>
              </a:pPr>
              <a:t>‹#›</a:t>
            </a:fld>
            <a:endParaRPr lang="en-US"/>
          </a:p>
        </p:txBody>
      </p:sp>
    </p:spTree>
    <p:extLst>
      <p:ext uri="{BB962C8B-B14F-4D97-AF65-F5344CB8AC3E}">
        <p14:creationId xmlns:p14="http://schemas.microsoft.com/office/powerpoint/2010/main" val="594947711"/>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C815C76-3E58-479B-B712-0641E85CB3B4}" type="slidenum">
              <a:rPr lang="en-US"/>
              <a:pPr>
                <a:defRPr/>
              </a:pPr>
              <a:t>‹#›</a:t>
            </a:fld>
            <a:endParaRPr lang="en-US"/>
          </a:p>
        </p:txBody>
      </p:sp>
    </p:spTree>
    <p:extLst>
      <p:ext uri="{BB962C8B-B14F-4D97-AF65-F5344CB8AC3E}">
        <p14:creationId xmlns:p14="http://schemas.microsoft.com/office/powerpoint/2010/main" val="3304855989"/>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7E2AB10-B50A-402B-8C39-0A649FC49832}" type="slidenum">
              <a:rPr lang="en-US"/>
              <a:pPr>
                <a:defRPr/>
              </a:pPr>
              <a:t>‹#›</a:t>
            </a:fld>
            <a:endParaRPr lang="en-US"/>
          </a:p>
        </p:txBody>
      </p:sp>
    </p:spTree>
    <p:extLst>
      <p:ext uri="{BB962C8B-B14F-4D97-AF65-F5344CB8AC3E}">
        <p14:creationId xmlns:p14="http://schemas.microsoft.com/office/powerpoint/2010/main" val="3233348013"/>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CF9512-A3AE-4D92-B0C0-9C33EB1CF73F}" type="slidenum">
              <a:rPr lang="en-US"/>
              <a:pPr>
                <a:defRPr/>
              </a:pPr>
              <a:t>‹#›</a:t>
            </a:fld>
            <a:endParaRPr lang="en-US"/>
          </a:p>
        </p:txBody>
      </p:sp>
    </p:spTree>
    <p:extLst>
      <p:ext uri="{BB962C8B-B14F-4D97-AF65-F5344CB8AC3E}">
        <p14:creationId xmlns:p14="http://schemas.microsoft.com/office/powerpoint/2010/main" val="1181531191"/>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0B25D34-0E68-48D9-A53C-76025E61A95C}" type="slidenum">
              <a:rPr lang="en-US"/>
              <a:pPr>
                <a:defRPr/>
              </a:pPr>
              <a:t>‹#›</a:t>
            </a:fld>
            <a:endParaRPr lang="en-US"/>
          </a:p>
        </p:txBody>
      </p:sp>
    </p:spTree>
    <p:extLst>
      <p:ext uri="{BB962C8B-B14F-4D97-AF65-F5344CB8AC3E}">
        <p14:creationId xmlns:p14="http://schemas.microsoft.com/office/powerpoint/2010/main" val="889774648"/>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06C6DF2-1F3E-408F-A368-32DA061FB149}" type="slidenum">
              <a:rPr lang="en-US"/>
              <a:pPr>
                <a:defRPr/>
              </a:pPr>
              <a:t>‹#›</a:t>
            </a:fld>
            <a:endParaRPr lang="en-US"/>
          </a:p>
        </p:txBody>
      </p:sp>
    </p:spTree>
    <p:extLst>
      <p:ext uri="{BB962C8B-B14F-4D97-AF65-F5344CB8AC3E}">
        <p14:creationId xmlns:p14="http://schemas.microsoft.com/office/powerpoint/2010/main" val="3293603524"/>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EB8EEF5-7647-4792-8709-2BE83013BCA3}" type="slidenum">
              <a:rPr lang="en-US"/>
              <a:pPr>
                <a:defRPr/>
              </a:pPr>
              <a:t>‹#›</a:t>
            </a:fld>
            <a:endParaRPr lang="en-US"/>
          </a:p>
        </p:txBody>
      </p:sp>
    </p:spTree>
    <p:extLst>
      <p:ext uri="{BB962C8B-B14F-4D97-AF65-F5344CB8AC3E}">
        <p14:creationId xmlns:p14="http://schemas.microsoft.com/office/powerpoint/2010/main" val="1928299987"/>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88DA285-F737-43AF-8FD8-584EFD454569}" type="slidenum">
              <a:rPr lang="en-US"/>
              <a:pPr>
                <a:defRPr/>
              </a:pPr>
              <a:t>‹#›</a:t>
            </a:fld>
            <a:endParaRPr lang="en-US"/>
          </a:p>
        </p:txBody>
      </p:sp>
    </p:spTree>
    <p:extLst>
      <p:ext uri="{BB962C8B-B14F-4D97-AF65-F5344CB8AC3E}">
        <p14:creationId xmlns:p14="http://schemas.microsoft.com/office/powerpoint/2010/main" val="1868655194"/>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6A647C1-3841-425F-A9AF-66C05A542BB3}" type="slidenum">
              <a:rPr lang="en-US"/>
              <a:pPr>
                <a:defRPr/>
              </a:pPr>
              <a:t>‹#›</a:t>
            </a:fld>
            <a:endParaRPr lang="en-US"/>
          </a:p>
        </p:txBody>
      </p:sp>
    </p:spTree>
    <p:extLst>
      <p:ext uri="{BB962C8B-B14F-4D97-AF65-F5344CB8AC3E}">
        <p14:creationId xmlns:p14="http://schemas.microsoft.com/office/powerpoint/2010/main" val="4096266158"/>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2DC0A8C-B442-4889-8BE2-1B7A5A41A92D}" type="slidenum">
              <a:rPr lang="en-US"/>
              <a:pPr>
                <a:defRPr/>
              </a:pPr>
              <a:t>‹#›</a:t>
            </a:fld>
            <a:endParaRPr lang="en-US"/>
          </a:p>
        </p:txBody>
      </p:sp>
    </p:spTree>
    <p:extLst>
      <p:ext uri="{BB962C8B-B14F-4D97-AF65-F5344CB8AC3E}">
        <p14:creationId xmlns:p14="http://schemas.microsoft.com/office/powerpoint/2010/main" val="3541548139"/>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84D01E7-28CC-402C-9C75-C15B1355A476}" type="slidenum">
              <a:rPr lang="en-US"/>
              <a:pPr>
                <a:defRPr/>
              </a:pPr>
              <a:t>‹#›</a:t>
            </a:fld>
            <a:endParaRPr lang="en-US"/>
          </a:p>
        </p:txBody>
      </p:sp>
    </p:spTree>
    <p:extLst>
      <p:ext uri="{BB962C8B-B14F-4D97-AF65-F5344CB8AC3E}">
        <p14:creationId xmlns:p14="http://schemas.microsoft.com/office/powerpoint/2010/main" val="3240360460"/>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8B1B61C-876C-462C-A6D1-7CF155143970}" type="slidenum">
              <a:rPr lang="en-US"/>
              <a:pPr>
                <a:defRPr/>
              </a:pPr>
              <a:t>‹#›</a:t>
            </a:fld>
            <a:endParaRPr lang="en-US"/>
          </a:p>
        </p:txBody>
      </p:sp>
    </p:spTree>
    <p:extLst>
      <p:ext uri="{BB962C8B-B14F-4D97-AF65-F5344CB8AC3E}">
        <p14:creationId xmlns:p14="http://schemas.microsoft.com/office/powerpoint/2010/main" val="1406266008"/>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EBE947B-AF58-47E7-A142-0CAFA4130C1E}" type="slidenum">
              <a:rPr lang="en-US"/>
              <a:pPr>
                <a:defRPr/>
              </a:pPr>
              <a:t>‹#›</a:t>
            </a:fld>
            <a:endParaRPr lang="en-US"/>
          </a:p>
        </p:txBody>
      </p:sp>
    </p:spTree>
    <p:extLst>
      <p:ext uri="{BB962C8B-B14F-4D97-AF65-F5344CB8AC3E}">
        <p14:creationId xmlns:p14="http://schemas.microsoft.com/office/powerpoint/2010/main" val="4254203368"/>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E502000-2068-4A68-AA0E-21506044FDD4}" type="slidenum">
              <a:rPr lang="en-US"/>
              <a:pPr>
                <a:defRPr/>
              </a:pPr>
              <a:t>‹#›</a:t>
            </a:fld>
            <a:endParaRPr lang="en-US" dirty="0"/>
          </a:p>
        </p:txBody>
      </p:sp>
    </p:spTree>
    <p:extLst>
      <p:ext uri="{BB962C8B-B14F-4D97-AF65-F5344CB8AC3E}">
        <p14:creationId xmlns:p14="http://schemas.microsoft.com/office/powerpoint/2010/main" val="1595405425"/>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AA7D816-4824-4E6B-AB09-4F1009FB114E}" type="slidenum">
              <a:rPr lang="en-US"/>
              <a:pPr>
                <a:defRPr/>
              </a:pPr>
              <a:t>‹#›</a:t>
            </a:fld>
            <a:endParaRPr lang="en-US"/>
          </a:p>
        </p:txBody>
      </p:sp>
    </p:spTree>
    <p:extLst>
      <p:ext uri="{BB962C8B-B14F-4D97-AF65-F5344CB8AC3E}">
        <p14:creationId xmlns:p14="http://schemas.microsoft.com/office/powerpoint/2010/main" val="3826832907"/>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8751D12-504C-42DA-AE67-4315B0E9B5D6}" type="slidenum">
              <a:rPr lang="en-US"/>
              <a:pPr>
                <a:defRPr/>
              </a:pPr>
              <a:t>‹#›</a:t>
            </a:fld>
            <a:endParaRPr lang="en-US"/>
          </a:p>
        </p:txBody>
      </p:sp>
    </p:spTree>
    <p:extLst>
      <p:ext uri="{BB962C8B-B14F-4D97-AF65-F5344CB8AC3E}">
        <p14:creationId xmlns:p14="http://schemas.microsoft.com/office/powerpoint/2010/main" val="2235772411"/>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DB98285-DA31-454A-BA82-C00F0CB48123}" type="slidenum">
              <a:rPr lang="en-US"/>
              <a:pPr>
                <a:defRPr/>
              </a:pPr>
              <a:t>‹#›</a:t>
            </a:fld>
            <a:endParaRPr lang="en-US"/>
          </a:p>
        </p:txBody>
      </p:sp>
    </p:spTree>
    <p:extLst>
      <p:ext uri="{BB962C8B-B14F-4D97-AF65-F5344CB8AC3E}">
        <p14:creationId xmlns:p14="http://schemas.microsoft.com/office/powerpoint/2010/main" val="1123991439"/>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3ADAB6F-167F-43A5-85FC-4D18B684B49B}" type="slidenum">
              <a:rPr lang="en-US"/>
              <a:pPr>
                <a:defRPr/>
              </a:pPr>
              <a:t>‹#›</a:t>
            </a:fld>
            <a:endParaRPr lang="en-US"/>
          </a:p>
        </p:txBody>
      </p:sp>
    </p:spTree>
    <p:extLst>
      <p:ext uri="{BB962C8B-B14F-4D97-AF65-F5344CB8AC3E}">
        <p14:creationId xmlns:p14="http://schemas.microsoft.com/office/powerpoint/2010/main" val="1345284069"/>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0463D83-BCEB-4084-B43A-46932A2DE293}" type="slidenum">
              <a:rPr lang="en-US"/>
              <a:pPr>
                <a:defRPr/>
              </a:pPr>
              <a:t>‹#›</a:t>
            </a:fld>
            <a:endParaRPr lang="en-US"/>
          </a:p>
        </p:txBody>
      </p:sp>
    </p:spTree>
    <p:extLst>
      <p:ext uri="{BB962C8B-B14F-4D97-AF65-F5344CB8AC3E}">
        <p14:creationId xmlns:p14="http://schemas.microsoft.com/office/powerpoint/2010/main" val="915213435"/>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CA0F20F-4A8D-4BCE-9D75-20AEC989D443}" type="slidenum">
              <a:rPr lang="en-US"/>
              <a:pPr>
                <a:defRPr/>
              </a:pPr>
              <a:t>‹#›</a:t>
            </a:fld>
            <a:endParaRPr lang="en-US"/>
          </a:p>
        </p:txBody>
      </p:sp>
    </p:spTree>
    <p:extLst>
      <p:ext uri="{BB962C8B-B14F-4D97-AF65-F5344CB8AC3E}">
        <p14:creationId xmlns:p14="http://schemas.microsoft.com/office/powerpoint/2010/main" val="1517222608"/>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465A07F-5A06-42D8-A3A1-31F8FABD9E6F}" type="slidenum">
              <a:rPr lang="en-US"/>
              <a:pPr>
                <a:defRPr/>
              </a:pPr>
              <a:t>‹#›</a:t>
            </a:fld>
            <a:endParaRPr lang="en-US"/>
          </a:p>
        </p:txBody>
      </p:sp>
    </p:spTree>
    <p:extLst>
      <p:ext uri="{BB962C8B-B14F-4D97-AF65-F5344CB8AC3E}">
        <p14:creationId xmlns:p14="http://schemas.microsoft.com/office/powerpoint/2010/main" val="895063968"/>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3FBEDB4-A86D-4F5F-B9B9-EA5920CDAA1A}" type="slidenum">
              <a:rPr lang="en-US"/>
              <a:pPr>
                <a:defRPr/>
              </a:pPr>
              <a:t>‹#›</a:t>
            </a:fld>
            <a:endParaRPr lang="en-US"/>
          </a:p>
        </p:txBody>
      </p:sp>
    </p:spTree>
    <p:extLst>
      <p:ext uri="{BB962C8B-B14F-4D97-AF65-F5344CB8AC3E}">
        <p14:creationId xmlns:p14="http://schemas.microsoft.com/office/powerpoint/2010/main" val="3850997809"/>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AC9F249-C4AF-4876-8039-32627AA3C5E4}" type="slidenum">
              <a:rPr lang="en-US"/>
              <a:pPr>
                <a:defRPr/>
              </a:pPr>
              <a:t>‹#›</a:t>
            </a:fld>
            <a:endParaRPr lang="en-US"/>
          </a:p>
        </p:txBody>
      </p:sp>
    </p:spTree>
    <p:extLst>
      <p:ext uri="{BB962C8B-B14F-4D97-AF65-F5344CB8AC3E}">
        <p14:creationId xmlns:p14="http://schemas.microsoft.com/office/powerpoint/2010/main" val="726287660"/>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10097DC-FB58-45AD-B835-5E3CA0BC347A}" type="slidenum">
              <a:rPr lang="en-US"/>
              <a:pPr>
                <a:defRPr/>
              </a:pPr>
              <a:t>‹#›</a:t>
            </a:fld>
            <a:endParaRPr lang="en-US"/>
          </a:p>
        </p:txBody>
      </p:sp>
    </p:spTree>
    <p:extLst>
      <p:ext uri="{BB962C8B-B14F-4D97-AF65-F5344CB8AC3E}">
        <p14:creationId xmlns:p14="http://schemas.microsoft.com/office/powerpoint/2010/main" val="3682850027"/>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879FB9C-A2EE-43D9-97B1-E9A0582FC55A}" type="slidenum">
              <a:rPr lang="en-US"/>
              <a:pPr>
                <a:defRPr/>
              </a:pPr>
              <a:t>‹#›</a:t>
            </a:fld>
            <a:endParaRPr lang="en-US"/>
          </a:p>
        </p:txBody>
      </p:sp>
    </p:spTree>
    <p:extLst>
      <p:ext uri="{BB962C8B-B14F-4D97-AF65-F5344CB8AC3E}">
        <p14:creationId xmlns:p14="http://schemas.microsoft.com/office/powerpoint/2010/main" val="1669611531"/>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9494C60-0BBA-4349-9D73-1F328B3D9D1A}" type="slidenum">
              <a:rPr lang="en-US"/>
              <a:pPr>
                <a:defRPr/>
              </a:pPr>
              <a:t>‹#›</a:t>
            </a:fld>
            <a:endParaRPr lang="en-US"/>
          </a:p>
        </p:txBody>
      </p:sp>
    </p:spTree>
    <p:extLst>
      <p:ext uri="{BB962C8B-B14F-4D97-AF65-F5344CB8AC3E}">
        <p14:creationId xmlns:p14="http://schemas.microsoft.com/office/powerpoint/2010/main" val="2112618527"/>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FE27A71-E8F5-42FF-9028-853A0B23F058}" type="slidenum">
              <a:rPr lang="en-US"/>
              <a:pPr>
                <a:defRPr/>
              </a:pPr>
              <a:t>‹#›</a:t>
            </a:fld>
            <a:endParaRPr lang="en-US"/>
          </a:p>
        </p:txBody>
      </p:sp>
    </p:spTree>
    <p:extLst>
      <p:ext uri="{BB962C8B-B14F-4D97-AF65-F5344CB8AC3E}">
        <p14:creationId xmlns:p14="http://schemas.microsoft.com/office/powerpoint/2010/main" val="1020101659"/>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1F80E7F-EB3F-4FFB-8C16-6806E171D33E}" type="slidenum">
              <a:rPr lang="en-US"/>
              <a:pPr>
                <a:defRPr/>
              </a:pPr>
              <a:t>‹#›</a:t>
            </a:fld>
            <a:endParaRPr lang="en-US"/>
          </a:p>
        </p:txBody>
      </p:sp>
    </p:spTree>
    <p:extLst>
      <p:ext uri="{BB962C8B-B14F-4D97-AF65-F5344CB8AC3E}">
        <p14:creationId xmlns:p14="http://schemas.microsoft.com/office/powerpoint/2010/main" val="3453897907"/>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EBA46F4-9093-44BB-AFA0-05CE2A7D43C0}" type="slidenum">
              <a:rPr lang="en-US"/>
              <a:pPr>
                <a:defRPr/>
              </a:pPr>
              <a:t>‹#›</a:t>
            </a:fld>
            <a:endParaRPr lang="en-US"/>
          </a:p>
        </p:txBody>
      </p:sp>
    </p:spTree>
    <p:extLst>
      <p:ext uri="{BB962C8B-B14F-4D97-AF65-F5344CB8AC3E}">
        <p14:creationId xmlns:p14="http://schemas.microsoft.com/office/powerpoint/2010/main" val="3091427536"/>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6927B5A7-F057-4266-A517-257C6C7AD889}" type="slidenum">
              <a:rPr lang="en-US"/>
              <a:pPr>
                <a:defRPr/>
              </a:pPr>
              <a:t>‹#›</a:t>
            </a:fld>
            <a:endParaRPr lang="en-US" dirty="0"/>
          </a:p>
        </p:txBody>
      </p:sp>
    </p:spTree>
    <p:extLst>
      <p:ext uri="{BB962C8B-B14F-4D97-AF65-F5344CB8AC3E}">
        <p14:creationId xmlns:p14="http://schemas.microsoft.com/office/powerpoint/2010/main" val="725017969"/>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124BB34-A344-42EE-860F-E867B34CDDAC}" type="slidenum">
              <a:rPr lang="en-US"/>
              <a:pPr>
                <a:defRPr/>
              </a:pPr>
              <a:t>‹#›</a:t>
            </a:fld>
            <a:endParaRPr lang="en-US"/>
          </a:p>
        </p:txBody>
      </p:sp>
    </p:spTree>
    <p:extLst>
      <p:ext uri="{BB962C8B-B14F-4D97-AF65-F5344CB8AC3E}">
        <p14:creationId xmlns:p14="http://schemas.microsoft.com/office/powerpoint/2010/main" val="294857857"/>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3B96600-E646-4263-835D-4F96105844BD}" type="slidenum">
              <a:rPr lang="en-US"/>
              <a:pPr>
                <a:defRPr/>
              </a:pPr>
              <a:t>‹#›</a:t>
            </a:fld>
            <a:endParaRPr lang="en-US"/>
          </a:p>
        </p:txBody>
      </p:sp>
    </p:spTree>
    <p:extLst>
      <p:ext uri="{BB962C8B-B14F-4D97-AF65-F5344CB8AC3E}">
        <p14:creationId xmlns:p14="http://schemas.microsoft.com/office/powerpoint/2010/main" val="3426093825"/>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38D292D-B2FB-4845-9196-F931DA3FE411}" type="slidenum">
              <a:rPr lang="en-US"/>
              <a:pPr>
                <a:defRPr/>
              </a:pPr>
              <a:t>‹#›</a:t>
            </a:fld>
            <a:endParaRPr lang="en-US"/>
          </a:p>
        </p:txBody>
      </p:sp>
    </p:spTree>
    <p:extLst>
      <p:ext uri="{BB962C8B-B14F-4D97-AF65-F5344CB8AC3E}">
        <p14:creationId xmlns:p14="http://schemas.microsoft.com/office/powerpoint/2010/main" val="179349356"/>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BB55B5A-1C0C-4BA6-A991-7D0FBDB6D787}" type="slidenum">
              <a:rPr lang="en-US"/>
              <a:pPr>
                <a:defRPr/>
              </a:pPr>
              <a:t>‹#›</a:t>
            </a:fld>
            <a:endParaRPr lang="en-US"/>
          </a:p>
        </p:txBody>
      </p:sp>
    </p:spTree>
    <p:extLst>
      <p:ext uri="{BB962C8B-B14F-4D97-AF65-F5344CB8AC3E}">
        <p14:creationId xmlns:p14="http://schemas.microsoft.com/office/powerpoint/2010/main" val="144106527"/>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DE3E2C5-5C71-4C66-837E-9FD1C3048BD2}" type="slidenum">
              <a:rPr lang="en-US"/>
              <a:pPr>
                <a:defRPr/>
              </a:pPr>
              <a:t>‹#›</a:t>
            </a:fld>
            <a:endParaRPr lang="en-US"/>
          </a:p>
        </p:txBody>
      </p:sp>
    </p:spTree>
    <p:extLst>
      <p:ext uri="{BB962C8B-B14F-4D97-AF65-F5344CB8AC3E}">
        <p14:creationId xmlns:p14="http://schemas.microsoft.com/office/powerpoint/2010/main" val="1650890345"/>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4CFED4B-6B3B-4225-9814-FEB61E1498A0}" type="slidenum">
              <a:rPr lang="en-US"/>
              <a:pPr>
                <a:defRPr/>
              </a:pPr>
              <a:t>‹#›</a:t>
            </a:fld>
            <a:endParaRPr lang="en-US"/>
          </a:p>
        </p:txBody>
      </p:sp>
    </p:spTree>
    <p:extLst>
      <p:ext uri="{BB962C8B-B14F-4D97-AF65-F5344CB8AC3E}">
        <p14:creationId xmlns:p14="http://schemas.microsoft.com/office/powerpoint/2010/main" val="852334105"/>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8392FF8-4572-417D-A815-8FD885E485E7}" type="slidenum">
              <a:rPr lang="en-US"/>
              <a:pPr>
                <a:defRPr/>
              </a:pPr>
              <a:t>‹#›</a:t>
            </a:fld>
            <a:endParaRPr lang="en-US"/>
          </a:p>
        </p:txBody>
      </p:sp>
    </p:spTree>
    <p:extLst>
      <p:ext uri="{BB962C8B-B14F-4D97-AF65-F5344CB8AC3E}">
        <p14:creationId xmlns:p14="http://schemas.microsoft.com/office/powerpoint/2010/main" val="4091806696"/>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B2B509-AB42-4FC4-93AB-2B47A6318086}" type="slidenum">
              <a:rPr lang="en-US"/>
              <a:pPr>
                <a:defRPr/>
              </a:pPr>
              <a:t>‹#›</a:t>
            </a:fld>
            <a:endParaRPr lang="en-US"/>
          </a:p>
        </p:txBody>
      </p:sp>
    </p:spTree>
    <p:extLst>
      <p:ext uri="{BB962C8B-B14F-4D97-AF65-F5344CB8AC3E}">
        <p14:creationId xmlns:p14="http://schemas.microsoft.com/office/powerpoint/2010/main" val="4004700565"/>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34DE33-F378-403B-91A2-FFD0EC6DF919}" type="slidenum">
              <a:rPr lang="en-US"/>
              <a:pPr>
                <a:defRPr/>
              </a:pPr>
              <a:t>‹#›</a:t>
            </a:fld>
            <a:endParaRPr lang="en-US"/>
          </a:p>
        </p:txBody>
      </p:sp>
    </p:spTree>
    <p:extLst>
      <p:ext uri="{BB962C8B-B14F-4D97-AF65-F5344CB8AC3E}">
        <p14:creationId xmlns:p14="http://schemas.microsoft.com/office/powerpoint/2010/main" val="2385269916"/>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1A0EA8E-832F-4F79-8AE5-9987176BD79E}" type="slidenum">
              <a:rPr lang="en-US"/>
              <a:pPr>
                <a:defRPr/>
              </a:pPr>
              <a:t>‹#›</a:t>
            </a:fld>
            <a:endParaRPr lang="en-US"/>
          </a:p>
        </p:txBody>
      </p:sp>
    </p:spTree>
    <p:extLst>
      <p:ext uri="{BB962C8B-B14F-4D97-AF65-F5344CB8AC3E}">
        <p14:creationId xmlns:p14="http://schemas.microsoft.com/office/powerpoint/2010/main" val="2402101772"/>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23CDF90-E969-438A-93E7-277E93255CC8}" type="slidenum">
              <a:rPr lang="en-US"/>
              <a:pPr>
                <a:defRPr/>
              </a:pPr>
              <a:t>‹#›</a:t>
            </a:fld>
            <a:endParaRPr lang="en-US"/>
          </a:p>
        </p:txBody>
      </p:sp>
    </p:spTree>
    <p:extLst>
      <p:ext uri="{BB962C8B-B14F-4D97-AF65-F5344CB8AC3E}">
        <p14:creationId xmlns:p14="http://schemas.microsoft.com/office/powerpoint/2010/main" val="4003118336"/>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3DB1B58-3D41-44F7-B246-A57D8599C2EA}" type="slidenum">
              <a:rPr lang="en-US"/>
              <a:pPr>
                <a:defRPr/>
              </a:pPr>
              <a:t>‹#›</a:t>
            </a:fld>
            <a:endParaRPr lang="en-US"/>
          </a:p>
        </p:txBody>
      </p:sp>
    </p:spTree>
    <p:extLst>
      <p:ext uri="{BB962C8B-B14F-4D97-AF65-F5344CB8AC3E}">
        <p14:creationId xmlns:p14="http://schemas.microsoft.com/office/powerpoint/2010/main" val="3508904548"/>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1A4AB53-C48F-46DD-B112-055A795E59F3}" type="slidenum">
              <a:rPr lang="en-US"/>
              <a:pPr>
                <a:defRPr/>
              </a:pPr>
              <a:t>‹#›</a:t>
            </a:fld>
            <a:endParaRPr lang="en-US"/>
          </a:p>
        </p:txBody>
      </p:sp>
    </p:spTree>
    <p:extLst>
      <p:ext uri="{BB962C8B-B14F-4D97-AF65-F5344CB8AC3E}">
        <p14:creationId xmlns:p14="http://schemas.microsoft.com/office/powerpoint/2010/main" val="3184971122"/>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E77299B-DA36-47F1-838C-E46B2DFC05F5}" type="slidenum">
              <a:rPr lang="en-US"/>
              <a:pPr>
                <a:defRPr/>
              </a:pPr>
              <a:t>‹#›</a:t>
            </a:fld>
            <a:endParaRPr lang="en-US"/>
          </a:p>
        </p:txBody>
      </p:sp>
    </p:spTree>
    <p:extLst>
      <p:ext uri="{BB962C8B-B14F-4D97-AF65-F5344CB8AC3E}">
        <p14:creationId xmlns:p14="http://schemas.microsoft.com/office/powerpoint/2010/main" val="394705576"/>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115FA78-BB8A-414F-9E43-BBCD17C26DFF}" type="slidenum">
              <a:rPr lang="en-US"/>
              <a:pPr>
                <a:defRPr/>
              </a:pPr>
              <a:t>‹#›</a:t>
            </a:fld>
            <a:endParaRPr lang="en-US"/>
          </a:p>
        </p:txBody>
      </p:sp>
    </p:spTree>
    <p:extLst>
      <p:ext uri="{BB962C8B-B14F-4D97-AF65-F5344CB8AC3E}">
        <p14:creationId xmlns:p14="http://schemas.microsoft.com/office/powerpoint/2010/main" val="2777123015"/>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6663F8F8-E35A-45C7-88C1-F4D357AF64C1}" type="slidenum">
              <a:rPr lang="en-US"/>
              <a:pPr>
                <a:defRPr/>
              </a:pPr>
              <a:t>‹#›</a:t>
            </a:fld>
            <a:endParaRPr lang="en-US" dirty="0"/>
          </a:p>
        </p:txBody>
      </p:sp>
    </p:spTree>
    <p:extLst>
      <p:ext uri="{BB962C8B-B14F-4D97-AF65-F5344CB8AC3E}">
        <p14:creationId xmlns:p14="http://schemas.microsoft.com/office/powerpoint/2010/main" val="533750231"/>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AC0D570-5F7D-40C4-852C-C55FF740EA78}" type="slidenum">
              <a:rPr lang="en-US"/>
              <a:pPr>
                <a:defRPr/>
              </a:pPr>
              <a:t>‹#›</a:t>
            </a:fld>
            <a:endParaRPr lang="en-US"/>
          </a:p>
        </p:txBody>
      </p:sp>
    </p:spTree>
    <p:extLst>
      <p:ext uri="{BB962C8B-B14F-4D97-AF65-F5344CB8AC3E}">
        <p14:creationId xmlns:p14="http://schemas.microsoft.com/office/powerpoint/2010/main" val="2815997257"/>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3643A97-ECFC-4127-A434-DD5BEBD24CAB}" type="slidenum">
              <a:rPr lang="en-US"/>
              <a:pPr>
                <a:defRPr/>
              </a:pPr>
              <a:t>‹#›</a:t>
            </a:fld>
            <a:endParaRPr lang="en-US"/>
          </a:p>
        </p:txBody>
      </p:sp>
    </p:spTree>
    <p:extLst>
      <p:ext uri="{BB962C8B-B14F-4D97-AF65-F5344CB8AC3E}">
        <p14:creationId xmlns:p14="http://schemas.microsoft.com/office/powerpoint/2010/main" val="4113027688"/>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7469154-4340-4AA2-9696-140F8EB02ECD}" type="slidenum">
              <a:rPr lang="en-US"/>
              <a:pPr>
                <a:defRPr/>
              </a:pPr>
              <a:t>‹#›</a:t>
            </a:fld>
            <a:endParaRPr lang="en-US"/>
          </a:p>
        </p:txBody>
      </p:sp>
    </p:spTree>
    <p:extLst>
      <p:ext uri="{BB962C8B-B14F-4D97-AF65-F5344CB8AC3E}">
        <p14:creationId xmlns:p14="http://schemas.microsoft.com/office/powerpoint/2010/main" val="2641317594"/>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749D2B-3422-479D-B84F-66C5D8162F60}" type="slidenum">
              <a:rPr lang="en-US"/>
              <a:pPr>
                <a:defRPr/>
              </a:pPr>
              <a:t>‹#›</a:t>
            </a:fld>
            <a:endParaRPr lang="en-US"/>
          </a:p>
        </p:txBody>
      </p:sp>
    </p:spTree>
    <p:extLst>
      <p:ext uri="{BB962C8B-B14F-4D97-AF65-F5344CB8AC3E}">
        <p14:creationId xmlns:p14="http://schemas.microsoft.com/office/powerpoint/2010/main" val="356536065"/>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607249F-3CE8-497F-88D5-E078C5EF0806}" type="slidenum">
              <a:rPr lang="en-US"/>
              <a:pPr>
                <a:defRPr/>
              </a:pPr>
              <a:t>‹#›</a:t>
            </a:fld>
            <a:endParaRPr lang="en-US"/>
          </a:p>
        </p:txBody>
      </p:sp>
    </p:spTree>
    <p:extLst>
      <p:ext uri="{BB962C8B-B14F-4D97-AF65-F5344CB8AC3E}">
        <p14:creationId xmlns:p14="http://schemas.microsoft.com/office/powerpoint/2010/main" val="2275861266"/>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D571B7C-159D-4DFF-AB6E-83FF7C085688}" type="slidenum">
              <a:rPr lang="en-US"/>
              <a:pPr>
                <a:defRPr/>
              </a:pPr>
              <a:t>‹#›</a:t>
            </a:fld>
            <a:endParaRPr lang="en-US"/>
          </a:p>
        </p:txBody>
      </p:sp>
    </p:spTree>
    <p:extLst>
      <p:ext uri="{BB962C8B-B14F-4D97-AF65-F5344CB8AC3E}">
        <p14:creationId xmlns:p14="http://schemas.microsoft.com/office/powerpoint/2010/main" val="2287594905"/>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87B69A0-920B-4C22-81D0-FDA39D5F4A27}" type="slidenum">
              <a:rPr lang="en-US"/>
              <a:pPr>
                <a:defRPr/>
              </a:pPr>
              <a:t>‹#›</a:t>
            </a:fld>
            <a:endParaRPr lang="en-US"/>
          </a:p>
        </p:txBody>
      </p:sp>
    </p:spTree>
    <p:extLst>
      <p:ext uri="{BB962C8B-B14F-4D97-AF65-F5344CB8AC3E}">
        <p14:creationId xmlns:p14="http://schemas.microsoft.com/office/powerpoint/2010/main" val="3811170431"/>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1D443E-3607-4F40-8164-994A196C9CFA}" type="slidenum">
              <a:rPr lang="en-US"/>
              <a:pPr>
                <a:defRPr/>
              </a:pPr>
              <a:t>‹#›</a:t>
            </a:fld>
            <a:endParaRPr lang="en-US"/>
          </a:p>
        </p:txBody>
      </p:sp>
    </p:spTree>
    <p:extLst>
      <p:ext uri="{BB962C8B-B14F-4D97-AF65-F5344CB8AC3E}">
        <p14:creationId xmlns:p14="http://schemas.microsoft.com/office/powerpoint/2010/main" val="2734101619"/>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5E822C9-5CEE-469C-A1AB-08BCF125C3D9}" type="slidenum">
              <a:rPr lang="en-US"/>
              <a:pPr>
                <a:defRPr/>
              </a:pPr>
              <a:t>‹#›</a:t>
            </a:fld>
            <a:endParaRPr lang="en-US"/>
          </a:p>
        </p:txBody>
      </p:sp>
    </p:spTree>
    <p:extLst>
      <p:ext uri="{BB962C8B-B14F-4D97-AF65-F5344CB8AC3E}">
        <p14:creationId xmlns:p14="http://schemas.microsoft.com/office/powerpoint/2010/main" val="2093730371"/>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D13A18F-C28E-49CA-945A-88E3C7772B8A}" type="slidenum">
              <a:rPr lang="en-US"/>
              <a:pPr>
                <a:defRPr/>
              </a:pPr>
              <a:t>‹#›</a:t>
            </a:fld>
            <a:endParaRPr lang="en-US"/>
          </a:p>
        </p:txBody>
      </p:sp>
    </p:spTree>
    <p:extLst>
      <p:ext uri="{BB962C8B-B14F-4D97-AF65-F5344CB8AC3E}">
        <p14:creationId xmlns:p14="http://schemas.microsoft.com/office/powerpoint/2010/main" val="4021978359"/>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9ABECD9-0B5E-4156-B4D0-572AB7F34065}" type="slidenum">
              <a:rPr lang="en-US"/>
              <a:pPr>
                <a:defRPr/>
              </a:pPr>
              <a:t>‹#›</a:t>
            </a:fld>
            <a:endParaRPr lang="en-US"/>
          </a:p>
        </p:txBody>
      </p:sp>
    </p:spTree>
    <p:extLst>
      <p:ext uri="{BB962C8B-B14F-4D97-AF65-F5344CB8AC3E}">
        <p14:creationId xmlns:p14="http://schemas.microsoft.com/office/powerpoint/2010/main" val="2760908545"/>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995CC2D-C929-487A-B71E-9A9F69BBB9D8}" type="slidenum">
              <a:rPr lang="en-US"/>
              <a:pPr>
                <a:defRPr/>
              </a:pPr>
              <a:t>‹#›</a:t>
            </a:fld>
            <a:endParaRPr lang="en-US"/>
          </a:p>
        </p:txBody>
      </p:sp>
    </p:spTree>
    <p:extLst>
      <p:ext uri="{BB962C8B-B14F-4D97-AF65-F5344CB8AC3E}">
        <p14:creationId xmlns:p14="http://schemas.microsoft.com/office/powerpoint/2010/main" val="3640609648"/>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3A8A6E-ECF0-49CB-AA3A-89DDEFF498C2}" type="slidenum">
              <a:rPr lang="en-US"/>
              <a:pPr>
                <a:defRPr/>
              </a:pPr>
              <a:t>‹#›</a:t>
            </a:fld>
            <a:endParaRPr lang="en-US"/>
          </a:p>
        </p:txBody>
      </p:sp>
    </p:spTree>
    <p:extLst>
      <p:ext uri="{BB962C8B-B14F-4D97-AF65-F5344CB8AC3E}">
        <p14:creationId xmlns:p14="http://schemas.microsoft.com/office/powerpoint/2010/main" val="1544397545"/>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0D81886-B6E5-458F-BEF9-76B4248D3D79}" type="slidenum">
              <a:rPr lang="en-US"/>
              <a:pPr>
                <a:defRPr/>
              </a:pPr>
              <a:t>‹#›</a:t>
            </a:fld>
            <a:endParaRPr lang="en-US"/>
          </a:p>
        </p:txBody>
      </p:sp>
    </p:spTree>
    <p:extLst>
      <p:ext uri="{BB962C8B-B14F-4D97-AF65-F5344CB8AC3E}">
        <p14:creationId xmlns:p14="http://schemas.microsoft.com/office/powerpoint/2010/main" val="3330645498"/>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B3A0410-5B21-4E03-AA5D-169C3CC278AE}" type="slidenum">
              <a:rPr lang="en-US"/>
              <a:pPr>
                <a:defRPr/>
              </a:pPr>
              <a:t>‹#›</a:t>
            </a:fld>
            <a:endParaRPr lang="en-US"/>
          </a:p>
        </p:txBody>
      </p:sp>
    </p:spTree>
    <p:extLst>
      <p:ext uri="{BB962C8B-B14F-4D97-AF65-F5344CB8AC3E}">
        <p14:creationId xmlns:p14="http://schemas.microsoft.com/office/powerpoint/2010/main" val="841228754"/>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11D498DC-3644-4431-A122-80EB6EF90518}" type="slidenum">
              <a:rPr lang="en-US"/>
              <a:pPr>
                <a:defRPr/>
              </a:pPr>
              <a:t>‹#›</a:t>
            </a:fld>
            <a:endParaRPr lang="en-US" dirty="0"/>
          </a:p>
        </p:txBody>
      </p:sp>
    </p:spTree>
    <p:extLst>
      <p:ext uri="{BB962C8B-B14F-4D97-AF65-F5344CB8AC3E}">
        <p14:creationId xmlns:p14="http://schemas.microsoft.com/office/powerpoint/2010/main" val="507232667"/>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CB56209-1D62-44AF-817F-ACEB0F67AA6A}" type="slidenum">
              <a:rPr lang="en-US"/>
              <a:pPr>
                <a:defRPr/>
              </a:pPr>
              <a:t>‹#›</a:t>
            </a:fld>
            <a:endParaRPr lang="en-US"/>
          </a:p>
        </p:txBody>
      </p:sp>
    </p:spTree>
    <p:extLst>
      <p:ext uri="{BB962C8B-B14F-4D97-AF65-F5344CB8AC3E}">
        <p14:creationId xmlns:p14="http://schemas.microsoft.com/office/powerpoint/2010/main" val="471471902"/>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52A765C-4F29-4AEB-ABE2-32AE8490FAC6}" type="slidenum">
              <a:rPr lang="en-US"/>
              <a:pPr>
                <a:defRPr/>
              </a:pPr>
              <a:t>‹#›</a:t>
            </a:fld>
            <a:endParaRPr lang="en-US"/>
          </a:p>
        </p:txBody>
      </p:sp>
    </p:spTree>
    <p:extLst>
      <p:ext uri="{BB962C8B-B14F-4D97-AF65-F5344CB8AC3E}">
        <p14:creationId xmlns:p14="http://schemas.microsoft.com/office/powerpoint/2010/main" val="445504780"/>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03A0924-CC86-4EDA-9E07-23FCC55BC609}" type="slidenum">
              <a:rPr lang="en-US"/>
              <a:pPr>
                <a:defRPr/>
              </a:pPr>
              <a:t>‹#›</a:t>
            </a:fld>
            <a:endParaRPr lang="en-US"/>
          </a:p>
        </p:txBody>
      </p:sp>
    </p:spTree>
    <p:extLst>
      <p:ext uri="{BB962C8B-B14F-4D97-AF65-F5344CB8AC3E}">
        <p14:creationId xmlns:p14="http://schemas.microsoft.com/office/powerpoint/2010/main" val="3830640530"/>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C350694-5645-4FE4-80AB-486DA7947233}" type="slidenum">
              <a:rPr lang="en-US"/>
              <a:pPr>
                <a:defRPr/>
              </a:pPr>
              <a:t>‹#›</a:t>
            </a:fld>
            <a:endParaRPr lang="en-US"/>
          </a:p>
        </p:txBody>
      </p:sp>
    </p:spTree>
    <p:extLst>
      <p:ext uri="{BB962C8B-B14F-4D97-AF65-F5344CB8AC3E}">
        <p14:creationId xmlns:p14="http://schemas.microsoft.com/office/powerpoint/2010/main" val="3845128369"/>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21F1EB-7D24-48AC-B0C9-3A9FC64226EF}" type="slidenum">
              <a:rPr lang="en-US"/>
              <a:pPr>
                <a:defRPr/>
              </a:pPr>
              <a:t>‹#›</a:t>
            </a:fld>
            <a:endParaRPr lang="en-US"/>
          </a:p>
        </p:txBody>
      </p:sp>
    </p:spTree>
    <p:extLst>
      <p:ext uri="{BB962C8B-B14F-4D97-AF65-F5344CB8AC3E}">
        <p14:creationId xmlns:p14="http://schemas.microsoft.com/office/powerpoint/2010/main" val="2221541710"/>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C33CC31-0AD2-4308-B5BA-37905426F515}" type="slidenum">
              <a:rPr lang="en-US"/>
              <a:pPr>
                <a:defRPr/>
              </a:pPr>
              <a:t>‹#›</a:t>
            </a:fld>
            <a:endParaRPr lang="en-US"/>
          </a:p>
        </p:txBody>
      </p:sp>
    </p:spTree>
    <p:extLst>
      <p:ext uri="{BB962C8B-B14F-4D97-AF65-F5344CB8AC3E}">
        <p14:creationId xmlns:p14="http://schemas.microsoft.com/office/powerpoint/2010/main" val="2921769062"/>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7D1506-C9DB-4D44-804A-2430DA727412}" type="slidenum">
              <a:rPr lang="en-US"/>
              <a:pPr>
                <a:defRPr/>
              </a:pPr>
              <a:t>‹#›</a:t>
            </a:fld>
            <a:endParaRPr lang="en-US"/>
          </a:p>
        </p:txBody>
      </p:sp>
    </p:spTree>
    <p:extLst>
      <p:ext uri="{BB962C8B-B14F-4D97-AF65-F5344CB8AC3E}">
        <p14:creationId xmlns:p14="http://schemas.microsoft.com/office/powerpoint/2010/main" val="3092135950"/>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9EBD7B0-382F-490E-BA88-33D00CA521BD}" type="slidenum">
              <a:rPr lang="en-US"/>
              <a:pPr>
                <a:defRPr/>
              </a:pPr>
              <a:t>‹#›</a:t>
            </a:fld>
            <a:endParaRPr lang="en-US"/>
          </a:p>
        </p:txBody>
      </p:sp>
    </p:spTree>
    <p:extLst>
      <p:ext uri="{BB962C8B-B14F-4D97-AF65-F5344CB8AC3E}">
        <p14:creationId xmlns:p14="http://schemas.microsoft.com/office/powerpoint/2010/main" val="2553926658"/>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8D93815-7A03-4559-ABCF-20806B704949}" type="slidenum">
              <a:rPr lang="en-US"/>
              <a:pPr>
                <a:defRPr/>
              </a:pPr>
              <a:t>‹#›</a:t>
            </a:fld>
            <a:endParaRPr lang="en-US"/>
          </a:p>
        </p:txBody>
      </p:sp>
    </p:spTree>
    <p:extLst>
      <p:ext uri="{BB962C8B-B14F-4D97-AF65-F5344CB8AC3E}">
        <p14:creationId xmlns:p14="http://schemas.microsoft.com/office/powerpoint/2010/main" val="913624446"/>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DB69CC2-5DF4-4C7A-BD21-9C4AB8562FAA}" type="slidenum">
              <a:rPr lang="en-US"/>
              <a:pPr>
                <a:defRPr/>
              </a:pPr>
              <a:t>‹#›</a:t>
            </a:fld>
            <a:endParaRPr lang="en-US"/>
          </a:p>
        </p:txBody>
      </p:sp>
    </p:spTree>
    <p:extLst>
      <p:ext uri="{BB962C8B-B14F-4D97-AF65-F5344CB8AC3E}">
        <p14:creationId xmlns:p14="http://schemas.microsoft.com/office/powerpoint/2010/main" val="3192992215"/>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FFF2B56-6894-44FF-84E2-2D29724DF077}" type="slidenum">
              <a:rPr lang="en-US"/>
              <a:pPr>
                <a:defRPr/>
              </a:pPr>
              <a:t>‹#›</a:t>
            </a:fld>
            <a:endParaRPr lang="en-US"/>
          </a:p>
        </p:txBody>
      </p:sp>
    </p:spTree>
    <p:extLst>
      <p:ext uri="{BB962C8B-B14F-4D97-AF65-F5344CB8AC3E}">
        <p14:creationId xmlns:p14="http://schemas.microsoft.com/office/powerpoint/2010/main" val="413663560"/>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1A38733-3F9E-4A9E-A297-D5EE1AAFAD9C}" type="slidenum">
              <a:rPr lang="en-US"/>
              <a:pPr>
                <a:defRPr/>
              </a:pPr>
              <a:t>‹#›</a:t>
            </a:fld>
            <a:endParaRPr lang="en-US"/>
          </a:p>
        </p:txBody>
      </p:sp>
    </p:spTree>
    <p:extLst>
      <p:ext uri="{BB962C8B-B14F-4D97-AF65-F5344CB8AC3E}">
        <p14:creationId xmlns:p14="http://schemas.microsoft.com/office/powerpoint/2010/main" val="201690820"/>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1CF7A8-D9A2-481D-A879-914040885C75}" type="slidenum">
              <a:rPr lang="en-US"/>
              <a:pPr>
                <a:defRPr/>
              </a:pPr>
              <a:t>‹#›</a:t>
            </a:fld>
            <a:endParaRPr lang="en-US"/>
          </a:p>
        </p:txBody>
      </p:sp>
    </p:spTree>
    <p:extLst>
      <p:ext uri="{BB962C8B-B14F-4D97-AF65-F5344CB8AC3E}">
        <p14:creationId xmlns:p14="http://schemas.microsoft.com/office/powerpoint/2010/main" val="1294785665"/>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146491D-3F90-483D-AC6A-FA49BFB1423E}" type="slidenum">
              <a:rPr lang="en-US"/>
              <a:pPr>
                <a:defRPr/>
              </a:pPr>
              <a:t>‹#›</a:t>
            </a:fld>
            <a:endParaRPr lang="en-US"/>
          </a:p>
        </p:txBody>
      </p:sp>
    </p:spTree>
    <p:extLst>
      <p:ext uri="{BB962C8B-B14F-4D97-AF65-F5344CB8AC3E}">
        <p14:creationId xmlns:p14="http://schemas.microsoft.com/office/powerpoint/2010/main" val="83236068"/>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436495-39AC-4E02-9A4E-6B04005E4847}" type="slidenum">
              <a:rPr lang="en-US"/>
              <a:pPr>
                <a:defRPr/>
              </a:pPr>
              <a:t>‹#›</a:t>
            </a:fld>
            <a:endParaRPr lang="en-US"/>
          </a:p>
        </p:txBody>
      </p:sp>
    </p:spTree>
    <p:extLst>
      <p:ext uri="{BB962C8B-B14F-4D97-AF65-F5344CB8AC3E}">
        <p14:creationId xmlns:p14="http://schemas.microsoft.com/office/powerpoint/2010/main" val="2612946710"/>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94A1F03E-56BE-4778-ACFC-02E1DFC8FC75}" type="slidenum">
              <a:rPr lang="en-US"/>
              <a:pPr>
                <a:defRPr/>
              </a:pPr>
              <a:t>‹#›</a:t>
            </a:fld>
            <a:endParaRPr lang="en-US" dirty="0"/>
          </a:p>
        </p:txBody>
      </p:sp>
    </p:spTree>
    <p:extLst>
      <p:ext uri="{BB962C8B-B14F-4D97-AF65-F5344CB8AC3E}">
        <p14:creationId xmlns:p14="http://schemas.microsoft.com/office/powerpoint/2010/main" val="1073260510"/>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3555F8-E242-476D-80D4-163B0BD879B3}" type="slidenum">
              <a:rPr lang="en-US"/>
              <a:pPr>
                <a:defRPr/>
              </a:pPr>
              <a:t>‹#›</a:t>
            </a:fld>
            <a:endParaRPr lang="en-US"/>
          </a:p>
        </p:txBody>
      </p:sp>
    </p:spTree>
    <p:extLst>
      <p:ext uri="{BB962C8B-B14F-4D97-AF65-F5344CB8AC3E}">
        <p14:creationId xmlns:p14="http://schemas.microsoft.com/office/powerpoint/2010/main" val="2149331775"/>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5582DB8-6B58-445F-B27A-1544017343E1}" type="slidenum">
              <a:rPr lang="en-US"/>
              <a:pPr>
                <a:defRPr/>
              </a:pPr>
              <a:t>‹#›</a:t>
            </a:fld>
            <a:endParaRPr lang="en-US"/>
          </a:p>
        </p:txBody>
      </p:sp>
    </p:spTree>
    <p:extLst>
      <p:ext uri="{BB962C8B-B14F-4D97-AF65-F5344CB8AC3E}">
        <p14:creationId xmlns:p14="http://schemas.microsoft.com/office/powerpoint/2010/main" val="749405328"/>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AF69451-B962-4961-8FDD-80072F97BEA1}" type="slidenum">
              <a:rPr lang="en-US"/>
              <a:pPr>
                <a:defRPr/>
              </a:pPr>
              <a:t>‹#›</a:t>
            </a:fld>
            <a:endParaRPr lang="en-US"/>
          </a:p>
        </p:txBody>
      </p:sp>
    </p:spTree>
    <p:extLst>
      <p:ext uri="{BB962C8B-B14F-4D97-AF65-F5344CB8AC3E}">
        <p14:creationId xmlns:p14="http://schemas.microsoft.com/office/powerpoint/2010/main" val="2050248594"/>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785F181-920F-418C-9EB3-AB13221BB177}" type="slidenum">
              <a:rPr lang="en-US"/>
              <a:pPr>
                <a:defRPr/>
              </a:pPr>
              <a:t>‹#›</a:t>
            </a:fld>
            <a:endParaRPr lang="en-US"/>
          </a:p>
        </p:txBody>
      </p:sp>
    </p:spTree>
    <p:extLst>
      <p:ext uri="{BB962C8B-B14F-4D97-AF65-F5344CB8AC3E}">
        <p14:creationId xmlns:p14="http://schemas.microsoft.com/office/powerpoint/2010/main" val="981009878"/>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7A69301-25E4-43D1-9B26-9F836057320E}" type="slidenum">
              <a:rPr lang="en-US"/>
              <a:pPr>
                <a:defRPr/>
              </a:pPr>
              <a:t>‹#›</a:t>
            </a:fld>
            <a:endParaRPr lang="en-US"/>
          </a:p>
        </p:txBody>
      </p:sp>
    </p:spTree>
    <p:extLst>
      <p:ext uri="{BB962C8B-B14F-4D97-AF65-F5344CB8AC3E}">
        <p14:creationId xmlns:p14="http://schemas.microsoft.com/office/powerpoint/2010/main" val="568780808"/>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0BC6957-1167-485A-B5DE-D1B15770F101}" type="slidenum">
              <a:rPr lang="en-US"/>
              <a:pPr>
                <a:defRPr/>
              </a:pPr>
              <a:t>‹#›</a:t>
            </a:fld>
            <a:endParaRPr lang="en-US"/>
          </a:p>
        </p:txBody>
      </p:sp>
    </p:spTree>
    <p:extLst>
      <p:ext uri="{BB962C8B-B14F-4D97-AF65-F5344CB8AC3E}">
        <p14:creationId xmlns:p14="http://schemas.microsoft.com/office/powerpoint/2010/main" val="4285348921"/>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9C63EB5-FE51-4622-BAB8-6BF75420D89A}" type="slidenum">
              <a:rPr lang="en-US"/>
              <a:pPr>
                <a:defRPr/>
              </a:pPr>
              <a:t>‹#›</a:t>
            </a:fld>
            <a:endParaRPr lang="en-US"/>
          </a:p>
        </p:txBody>
      </p:sp>
    </p:spTree>
    <p:extLst>
      <p:ext uri="{BB962C8B-B14F-4D97-AF65-F5344CB8AC3E}">
        <p14:creationId xmlns:p14="http://schemas.microsoft.com/office/powerpoint/2010/main" val="4173493134"/>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2C84358-648A-4218-97BC-BDD7D454CED2}" type="slidenum">
              <a:rPr lang="en-US"/>
              <a:pPr>
                <a:defRPr/>
              </a:pPr>
              <a:t>‹#›</a:t>
            </a:fld>
            <a:endParaRPr lang="en-US"/>
          </a:p>
        </p:txBody>
      </p:sp>
    </p:spTree>
    <p:extLst>
      <p:ext uri="{BB962C8B-B14F-4D97-AF65-F5344CB8AC3E}">
        <p14:creationId xmlns:p14="http://schemas.microsoft.com/office/powerpoint/2010/main" val="3914024626"/>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664058E-6F2D-4FD3-97E7-66BD8738C382}" type="slidenum">
              <a:rPr lang="en-US"/>
              <a:pPr>
                <a:defRPr/>
              </a:pPr>
              <a:t>‹#›</a:t>
            </a:fld>
            <a:endParaRPr lang="en-US"/>
          </a:p>
        </p:txBody>
      </p:sp>
    </p:spTree>
    <p:extLst>
      <p:ext uri="{BB962C8B-B14F-4D97-AF65-F5344CB8AC3E}">
        <p14:creationId xmlns:p14="http://schemas.microsoft.com/office/powerpoint/2010/main" val="313528132"/>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E36A70D-AE9C-4440-9483-15393D391C79}" type="slidenum">
              <a:rPr lang="en-US"/>
              <a:pPr>
                <a:defRPr/>
              </a:pPr>
              <a:t>‹#›</a:t>
            </a:fld>
            <a:endParaRPr lang="en-US"/>
          </a:p>
        </p:txBody>
      </p:sp>
    </p:spTree>
    <p:extLst>
      <p:ext uri="{BB962C8B-B14F-4D97-AF65-F5344CB8AC3E}">
        <p14:creationId xmlns:p14="http://schemas.microsoft.com/office/powerpoint/2010/main" val="240165340"/>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4566315-386A-482E-B63E-4A5B48344989}" type="slidenum">
              <a:rPr lang="en-US"/>
              <a:pPr>
                <a:defRPr/>
              </a:pPr>
              <a:t>‹#›</a:t>
            </a:fld>
            <a:endParaRPr lang="en-US"/>
          </a:p>
        </p:txBody>
      </p:sp>
    </p:spTree>
    <p:extLst>
      <p:ext uri="{BB962C8B-B14F-4D97-AF65-F5344CB8AC3E}">
        <p14:creationId xmlns:p14="http://schemas.microsoft.com/office/powerpoint/2010/main" val="3811458994"/>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A5EC056-8E17-4799-94EB-066FB7057D5A}" type="slidenum">
              <a:rPr lang="en-US"/>
              <a:pPr>
                <a:defRPr/>
              </a:pPr>
              <a:t>‹#›</a:t>
            </a:fld>
            <a:endParaRPr lang="en-US"/>
          </a:p>
        </p:txBody>
      </p:sp>
    </p:spTree>
    <p:extLst>
      <p:ext uri="{BB962C8B-B14F-4D97-AF65-F5344CB8AC3E}">
        <p14:creationId xmlns:p14="http://schemas.microsoft.com/office/powerpoint/2010/main" val="2529467898"/>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71492AA-E22A-4359-9E00-2EE5C70EF3BB}" type="slidenum">
              <a:rPr lang="en-US"/>
              <a:pPr>
                <a:defRPr/>
              </a:pPr>
              <a:t>‹#›</a:t>
            </a:fld>
            <a:endParaRPr lang="en-US"/>
          </a:p>
        </p:txBody>
      </p:sp>
    </p:spTree>
    <p:extLst>
      <p:ext uri="{BB962C8B-B14F-4D97-AF65-F5344CB8AC3E}">
        <p14:creationId xmlns:p14="http://schemas.microsoft.com/office/powerpoint/2010/main" val="3822668879"/>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0BBB85D-5E21-4AC3-8EC1-98CE64702FD1}" type="slidenum">
              <a:rPr lang="en-US"/>
              <a:pPr>
                <a:defRPr/>
              </a:pPr>
              <a:t>‹#›</a:t>
            </a:fld>
            <a:endParaRPr lang="en-US"/>
          </a:p>
        </p:txBody>
      </p:sp>
    </p:spTree>
    <p:extLst>
      <p:ext uri="{BB962C8B-B14F-4D97-AF65-F5344CB8AC3E}">
        <p14:creationId xmlns:p14="http://schemas.microsoft.com/office/powerpoint/2010/main" val="942941198"/>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1DD8B6C-4570-4082-8AB7-F1E444767FD3}" type="slidenum">
              <a:rPr lang="en-US"/>
              <a:pPr>
                <a:defRPr/>
              </a:pPr>
              <a:t>‹#›</a:t>
            </a:fld>
            <a:endParaRPr lang="en-US"/>
          </a:p>
        </p:txBody>
      </p:sp>
    </p:spTree>
    <p:extLst>
      <p:ext uri="{BB962C8B-B14F-4D97-AF65-F5344CB8AC3E}">
        <p14:creationId xmlns:p14="http://schemas.microsoft.com/office/powerpoint/2010/main" val="2043782416"/>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E2148500-5A2B-4E5E-8588-26C54DB15D6E}" type="slidenum">
              <a:rPr lang="en-US"/>
              <a:pPr>
                <a:defRPr/>
              </a:pPr>
              <a:t>‹#›</a:t>
            </a:fld>
            <a:endParaRPr lang="en-US" dirty="0"/>
          </a:p>
        </p:txBody>
      </p:sp>
    </p:spTree>
    <p:extLst>
      <p:ext uri="{BB962C8B-B14F-4D97-AF65-F5344CB8AC3E}">
        <p14:creationId xmlns:p14="http://schemas.microsoft.com/office/powerpoint/2010/main" val="1292707146"/>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CB8E22E-DA6F-4C4A-90CC-6AE2746F4274}" type="slidenum">
              <a:rPr lang="en-US"/>
              <a:pPr>
                <a:defRPr/>
              </a:pPr>
              <a:t>‹#›</a:t>
            </a:fld>
            <a:endParaRPr lang="en-US"/>
          </a:p>
        </p:txBody>
      </p:sp>
    </p:spTree>
    <p:extLst>
      <p:ext uri="{BB962C8B-B14F-4D97-AF65-F5344CB8AC3E}">
        <p14:creationId xmlns:p14="http://schemas.microsoft.com/office/powerpoint/2010/main" val="3387740064"/>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9A18BBD-98B2-468F-B299-0896E54D7D2D}" type="slidenum">
              <a:rPr lang="en-US"/>
              <a:pPr>
                <a:defRPr/>
              </a:pPr>
              <a:t>‹#›</a:t>
            </a:fld>
            <a:endParaRPr lang="en-US"/>
          </a:p>
        </p:txBody>
      </p:sp>
    </p:spTree>
    <p:extLst>
      <p:ext uri="{BB962C8B-B14F-4D97-AF65-F5344CB8AC3E}">
        <p14:creationId xmlns:p14="http://schemas.microsoft.com/office/powerpoint/2010/main" val="2803675387"/>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AECAAD7-28AD-4593-983E-EFA17EA5729E}" type="slidenum">
              <a:rPr lang="en-US"/>
              <a:pPr>
                <a:defRPr/>
              </a:pPr>
              <a:t>‹#›</a:t>
            </a:fld>
            <a:endParaRPr lang="en-US"/>
          </a:p>
        </p:txBody>
      </p:sp>
    </p:spTree>
    <p:extLst>
      <p:ext uri="{BB962C8B-B14F-4D97-AF65-F5344CB8AC3E}">
        <p14:creationId xmlns:p14="http://schemas.microsoft.com/office/powerpoint/2010/main" val="4149359720"/>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8509EFF-78DD-401C-AF4F-5C1CCFCB7E19}" type="slidenum">
              <a:rPr lang="en-US"/>
              <a:pPr>
                <a:defRPr/>
              </a:pPr>
              <a:t>‹#›</a:t>
            </a:fld>
            <a:endParaRPr lang="en-US"/>
          </a:p>
        </p:txBody>
      </p:sp>
    </p:spTree>
    <p:extLst>
      <p:ext uri="{BB962C8B-B14F-4D97-AF65-F5344CB8AC3E}">
        <p14:creationId xmlns:p14="http://schemas.microsoft.com/office/powerpoint/2010/main" val="2120725771"/>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DFC0E90-D30D-4F5E-8CD9-1BF16FEE499F}" type="slidenum">
              <a:rPr lang="en-US"/>
              <a:pPr>
                <a:defRPr/>
              </a:pPr>
              <a:t>‹#›</a:t>
            </a:fld>
            <a:endParaRPr lang="en-US"/>
          </a:p>
        </p:txBody>
      </p:sp>
    </p:spTree>
    <p:extLst>
      <p:ext uri="{BB962C8B-B14F-4D97-AF65-F5344CB8AC3E}">
        <p14:creationId xmlns:p14="http://schemas.microsoft.com/office/powerpoint/2010/main" val="3748544303"/>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959CF07-4BD0-4B4E-9078-0EFE318A024F}" type="slidenum">
              <a:rPr lang="en-US"/>
              <a:pPr>
                <a:defRPr/>
              </a:pPr>
              <a:t>‹#›</a:t>
            </a:fld>
            <a:endParaRPr lang="en-US"/>
          </a:p>
        </p:txBody>
      </p:sp>
    </p:spTree>
    <p:extLst>
      <p:ext uri="{BB962C8B-B14F-4D97-AF65-F5344CB8AC3E}">
        <p14:creationId xmlns:p14="http://schemas.microsoft.com/office/powerpoint/2010/main" val="370891532"/>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62A0B77-887F-46B6-886D-DAFDBC262674}" type="slidenum">
              <a:rPr lang="en-US"/>
              <a:pPr>
                <a:defRPr/>
              </a:pPr>
              <a:t>‹#›</a:t>
            </a:fld>
            <a:endParaRPr lang="en-US"/>
          </a:p>
        </p:txBody>
      </p:sp>
    </p:spTree>
    <p:extLst>
      <p:ext uri="{BB962C8B-B14F-4D97-AF65-F5344CB8AC3E}">
        <p14:creationId xmlns:p14="http://schemas.microsoft.com/office/powerpoint/2010/main" val="992247788"/>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CBAAD89-FD2C-409E-A53B-88A11840F5CC}" type="slidenum">
              <a:rPr lang="en-US"/>
              <a:pPr>
                <a:defRPr/>
              </a:pPr>
              <a:t>‹#›</a:t>
            </a:fld>
            <a:endParaRPr lang="en-US"/>
          </a:p>
        </p:txBody>
      </p:sp>
    </p:spTree>
    <p:extLst>
      <p:ext uri="{BB962C8B-B14F-4D97-AF65-F5344CB8AC3E}">
        <p14:creationId xmlns:p14="http://schemas.microsoft.com/office/powerpoint/2010/main" val="1810056494"/>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337330E-C051-4DB7-ACD0-CBDE433B11A6}" type="slidenum">
              <a:rPr lang="en-US"/>
              <a:pPr>
                <a:defRPr/>
              </a:pPr>
              <a:t>‹#›</a:t>
            </a:fld>
            <a:endParaRPr lang="en-US"/>
          </a:p>
        </p:txBody>
      </p:sp>
    </p:spTree>
    <p:extLst>
      <p:ext uri="{BB962C8B-B14F-4D97-AF65-F5344CB8AC3E}">
        <p14:creationId xmlns:p14="http://schemas.microsoft.com/office/powerpoint/2010/main" val="464335232"/>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3821B5-9959-4183-9062-AB6C05B74633}" type="slidenum">
              <a:rPr lang="en-US"/>
              <a:pPr>
                <a:defRPr/>
              </a:pPr>
              <a:t>‹#›</a:t>
            </a:fld>
            <a:endParaRPr lang="en-US"/>
          </a:p>
        </p:txBody>
      </p:sp>
    </p:spTree>
    <p:extLst>
      <p:ext uri="{BB962C8B-B14F-4D97-AF65-F5344CB8AC3E}">
        <p14:creationId xmlns:p14="http://schemas.microsoft.com/office/powerpoint/2010/main" val="500461313"/>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3CACB28-C817-41EC-8314-88F69851EE40}" type="slidenum">
              <a:rPr lang="en-US"/>
              <a:pPr>
                <a:defRPr/>
              </a:pPr>
              <a:t>‹#›</a:t>
            </a:fld>
            <a:endParaRPr lang="en-US"/>
          </a:p>
        </p:txBody>
      </p:sp>
    </p:spTree>
    <p:extLst>
      <p:ext uri="{BB962C8B-B14F-4D97-AF65-F5344CB8AC3E}">
        <p14:creationId xmlns:p14="http://schemas.microsoft.com/office/powerpoint/2010/main" val="912608130"/>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CD8AA8E-9B63-4478-B485-50D4B8D2D9F1}" type="slidenum">
              <a:rPr lang="en-US"/>
              <a:pPr>
                <a:defRPr/>
              </a:pPr>
              <a:t>‹#›</a:t>
            </a:fld>
            <a:endParaRPr lang="en-US"/>
          </a:p>
        </p:txBody>
      </p:sp>
    </p:spTree>
    <p:extLst>
      <p:ext uri="{BB962C8B-B14F-4D97-AF65-F5344CB8AC3E}">
        <p14:creationId xmlns:p14="http://schemas.microsoft.com/office/powerpoint/2010/main" val="2270013398"/>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978528B-A3B9-46B6-A064-DAE6871B3BB0}" type="slidenum">
              <a:rPr lang="en-US"/>
              <a:pPr>
                <a:defRPr/>
              </a:pPr>
              <a:t>‹#›</a:t>
            </a:fld>
            <a:endParaRPr lang="en-US"/>
          </a:p>
        </p:txBody>
      </p:sp>
    </p:spTree>
    <p:extLst>
      <p:ext uri="{BB962C8B-B14F-4D97-AF65-F5344CB8AC3E}">
        <p14:creationId xmlns:p14="http://schemas.microsoft.com/office/powerpoint/2010/main" val="2132113518"/>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0189A97-2D68-4895-A5EB-9447A4EF4AC2}" type="slidenum">
              <a:rPr lang="en-US"/>
              <a:pPr>
                <a:defRPr/>
              </a:pPr>
              <a:t>‹#›</a:t>
            </a:fld>
            <a:endParaRPr lang="en-US"/>
          </a:p>
        </p:txBody>
      </p:sp>
    </p:spTree>
    <p:extLst>
      <p:ext uri="{BB962C8B-B14F-4D97-AF65-F5344CB8AC3E}">
        <p14:creationId xmlns:p14="http://schemas.microsoft.com/office/powerpoint/2010/main" val="2510512306"/>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B353614-ACB4-4CD9-BD75-DA3FF591E3EF}" type="slidenum">
              <a:rPr lang="en-US"/>
              <a:pPr>
                <a:defRPr/>
              </a:pPr>
              <a:t>‹#›</a:t>
            </a:fld>
            <a:endParaRPr lang="en-US"/>
          </a:p>
        </p:txBody>
      </p:sp>
    </p:spTree>
    <p:extLst>
      <p:ext uri="{BB962C8B-B14F-4D97-AF65-F5344CB8AC3E}">
        <p14:creationId xmlns:p14="http://schemas.microsoft.com/office/powerpoint/2010/main" val="2673913094"/>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754BDEF1-E80A-4645-9081-8E2A5E9CFED1}" type="slidenum">
              <a:rPr lang="en-US"/>
              <a:pPr>
                <a:defRPr/>
              </a:pPr>
              <a:t>‹#›</a:t>
            </a:fld>
            <a:endParaRPr lang="en-US" dirty="0"/>
          </a:p>
        </p:txBody>
      </p:sp>
    </p:spTree>
    <p:extLst>
      <p:ext uri="{BB962C8B-B14F-4D97-AF65-F5344CB8AC3E}">
        <p14:creationId xmlns:p14="http://schemas.microsoft.com/office/powerpoint/2010/main" val="1911580041"/>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E3A4D41-FDB6-4D74-9849-C22F672225E0}" type="slidenum">
              <a:rPr lang="en-US"/>
              <a:pPr>
                <a:defRPr/>
              </a:pPr>
              <a:t>‹#›</a:t>
            </a:fld>
            <a:endParaRPr lang="en-US"/>
          </a:p>
        </p:txBody>
      </p:sp>
    </p:spTree>
    <p:extLst>
      <p:ext uri="{BB962C8B-B14F-4D97-AF65-F5344CB8AC3E}">
        <p14:creationId xmlns:p14="http://schemas.microsoft.com/office/powerpoint/2010/main" val="2455960807"/>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502405D-3EB1-47EF-9BCB-21CA222E1063}" type="slidenum">
              <a:rPr lang="en-US"/>
              <a:pPr>
                <a:defRPr/>
              </a:pPr>
              <a:t>‹#›</a:t>
            </a:fld>
            <a:endParaRPr lang="en-US"/>
          </a:p>
        </p:txBody>
      </p:sp>
    </p:spTree>
    <p:extLst>
      <p:ext uri="{BB962C8B-B14F-4D97-AF65-F5344CB8AC3E}">
        <p14:creationId xmlns:p14="http://schemas.microsoft.com/office/powerpoint/2010/main" val="1754701383"/>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158E5CF-2B5E-4FB4-908E-E5C9E4980ED5}" type="slidenum">
              <a:rPr lang="en-US"/>
              <a:pPr>
                <a:defRPr/>
              </a:pPr>
              <a:t>‹#›</a:t>
            </a:fld>
            <a:endParaRPr lang="en-US"/>
          </a:p>
        </p:txBody>
      </p:sp>
    </p:spTree>
    <p:extLst>
      <p:ext uri="{BB962C8B-B14F-4D97-AF65-F5344CB8AC3E}">
        <p14:creationId xmlns:p14="http://schemas.microsoft.com/office/powerpoint/2010/main" val="1542110980"/>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BA99CF-BBB5-45E0-96BB-4BD047A7E6DB}" type="slidenum">
              <a:rPr lang="en-US"/>
              <a:pPr>
                <a:defRPr/>
              </a:pPr>
              <a:t>‹#›</a:t>
            </a:fld>
            <a:endParaRPr lang="en-US"/>
          </a:p>
        </p:txBody>
      </p:sp>
    </p:spTree>
    <p:extLst>
      <p:ext uri="{BB962C8B-B14F-4D97-AF65-F5344CB8AC3E}">
        <p14:creationId xmlns:p14="http://schemas.microsoft.com/office/powerpoint/2010/main" val="2881437582"/>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6A12F75-2F9E-4D6F-A9E5-4829A21FE5B2}" type="slidenum">
              <a:rPr lang="en-US"/>
              <a:pPr>
                <a:defRPr/>
              </a:pPr>
              <a:t>‹#›</a:t>
            </a:fld>
            <a:endParaRPr lang="en-US"/>
          </a:p>
        </p:txBody>
      </p:sp>
    </p:spTree>
    <p:extLst>
      <p:ext uri="{BB962C8B-B14F-4D97-AF65-F5344CB8AC3E}">
        <p14:creationId xmlns:p14="http://schemas.microsoft.com/office/powerpoint/2010/main" val="581164632"/>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5A7A61-DB98-4A68-9D04-6A6A62E8392D}" type="slidenum">
              <a:rPr lang="en-US"/>
              <a:pPr>
                <a:defRPr/>
              </a:pPr>
              <a:t>‹#›</a:t>
            </a:fld>
            <a:endParaRPr lang="en-US"/>
          </a:p>
        </p:txBody>
      </p:sp>
    </p:spTree>
    <p:extLst>
      <p:ext uri="{BB962C8B-B14F-4D97-AF65-F5344CB8AC3E}">
        <p14:creationId xmlns:p14="http://schemas.microsoft.com/office/powerpoint/2010/main" val="2747060466"/>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1FAEF9A-A1E9-4F93-987C-2D3D9A6597BB}" type="slidenum">
              <a:rPr lang="en-US"/>
              <a:pPr>
                <a:defRPr/>
              </a:pPr>
              <a:t>‹#›</a:t>
            </a:fld>
            <a:endParaRPr lang="en-US"/>
          </a:p>
        </p:txBody>
      </p:sp>
    </p:spTree>
    <p:extLst>
      <p:ext uri="{BB962C8B-B14F-4D97-AF65-F5344CB8AC3E}">
        <p14:creationId xmlns:p14="http://schemas.microsoft.com/office/powerpoint/2010/main" val="2771904604"/>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6A6D82C-E0DD-43E0-AFFE-87E2FE06DC62}" type="slidenum">
              <a:rPr lang="en-US"/>
              <a:pPr>
                <a:defRPr/>
              </a:pPr>
              <a:t>‹#›</a:t>
            </a:fld>
            <a:endParaRPr lang="en-US"/>
          </a:p>
        </p:txBody>
      </p:sp>
    </p:spTree>
    <p:extLst>
      <p:ext uri="{BB962C8B-B14F-4D97-AF65-F5344CB8AC3E}">
        <p14:creationId xmlns:p14="http://schemas.microsoft.com/office/powerpoint/2010/main" val="1134383487"/>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370BDC-0E13-48FE-AE92-49EC7C5C8D2B}" type="slidenum">
              <a:rPr lang="en-US"/>
              <a:pPr>
                <a:defRPr/>
              </a:pPr>
              <a:t>‹#›</a:t>
            </a:fld>
            <a:endParaRPr lang="en-US"/>
          </a:p>
        </p:txBody>
      </p:sp>
    </p:spTree>
    <p:extLst>
      <p:ext uri="{BB962C8B-B14F-4D97-AF65-F5344CB8AC3E}">
        <p14:creationId xmlns:p14="http://schemas.microsoft.com/office/powerpoint/2010/main" val="4268724604"/>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B1B3BDF-7D35-4B81-8695-FB1813AA1E28}" type="slidenum">
              <a:rPr lang="en-US"/>
              <a:pPr>
                <a:defRPr/>
              </a:pPr>
              <a:t>‹#›</a:t>
            </a:fld>
            <a:endParaRPr lang="en-US"/>
          </a:p>
        </p:txBody>
      </p:sp>
    </p:spTree>
    <p:extLst>
      <p:ext uri="{BB962C8B-B14F-4D97-AF65-F5344CB8AC3E}">
        <p14:creationId xmlns:p14="http://schemas.microsoft.com/office/powerpoint/2010/main" val="3619884488"/>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4BA9AE0-3E3D-4E86-8ED5-368988E8D9A8}" type="slidenum">
              <a:rPr lang="en-US"/>
              <a:pPr>
                <a:defRPr/>
              </a:pPr>
              <a:t>‹#›</a:t>
            </a:fld>
            <a:endParaRPr lang="en-US"/>
          </a:p>
        </p:txBody>
      </p:sp>
    </p:spTree>
    <p:extLst>
      <p:ext uri="{BB962C8B-B14F-4D97-AF65-F5344CB8AC3E}">
        <p14:creationId xmlns:p14="http://schemas.microsoft.com/office/powerpoint/2010/main" val="2607556684"/>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AC6EB52-0C2A-4F73-B8F6-55B38AC6C2EE}" type="slidenum">
              <a:rPr lang="en-US"/>
              <a:pPr>
                <a:defRPr/>
              </a:pPr>
              <a:t>‹#›</a:t>
            </a:fld>
            <a:endParaRPr lang="en-US"/>
          </a:p>
        </p:txBody>
      </p:sp>
    </p:spTree>
    <p:extLst>
      <p:ext uri="{BB962C8B-B14F-4D97-AF65-F5344CB8AC3E}">
        <p14:creationId xmlns:p14="http://schemas.microsoft.com/office/powerpoint/2010/main" val="3378851020"/>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451030-42AF-48DF-A1B9-444BF9D6C053}" type="slidenum">
              <a:rPr lang="en-US"/>
              <a:pPr>
                <a:defRPr/>
              </a:pPr>
              <a:t>‹#›</a:t>
            </a:fld>
            <a:endParaRPr lang="en-US"/>
          </a:p>
        </p:txBody>
      </p:sp>
    </p:spTree>
    <p:extLst>
      <p:ext uri="{BB962C8B-B14F-4D97-AF65-F5344CB8AC3E}">
        <p14:creationId xmlns:p14="http://schemas.microsoft.com/office/powerpoint/2010/main" val="2277254951"/>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A19E91-4FCD-480D-95CE-1E5FABF672DC}" type="slidenum">
              <a:rPr lang="en-US"/>
              <a:pPr>
                <a:defRPr/>
              </a:pPr>
              <a:t>‹#›</a:t>
            </a:fld>
            <a:endParaRPr lang="en-US"/>
          </a:p>
        </p:txBody>
      </p:sp>
    </p:spTree>
    <p:extLst>
      <p:ext uri="{BB962C8B-B14F-4D97-AF65-F5344CB8AC3E}">
        <p14:creationId xmlns:p14="http://schemas.microsoft.com/office/powerpoint/2010/main" val="3680249524"/>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0A8AAA2-00ED-4B16-AD42-BB8C244D915B}" type="slidenum">
              <a:rPr lang="en-US"/>
              <a:pPr>
                <a:defRPr/>
              </a:pPr>
              <a:t>‹#›</a:t>
            </a:fld>
            <a:endParaRPr lang="en-US"/>
          </a:p>
        </p:txBody>
      </p:sp>
    </p:spTree>
    <p:extLst>
      <p:ext uri="{BB962C8B-B14F-4D97-AF65-F5344CB8AC3E}">
        <p14:creationId xmlns:p14="http://schemas.microsoft.com/office/powerpoint/2010/main" val="1333369152"/>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C87393A3-98D2-43EF-9A83-683A1AAF4ED7}" type="slidenum">
              <a:rPr lang="en-US"/>
              <a:pPr>
                <a:defRPr/>
              </a:pPr>
              <a:t>‹#›</a:t>
            </a:fld>
            <a:endParaRPr lang="en-US" dirty="0"/>
          </a:p>
        </p:txBody>
      </p:sp>
    </p:spTree>
    <p:extLst>
      <p:ext uri="{BB962C8B-B14F-4D97-AF65-F5344CB8AC3E}">
        <p14:creationId xmlns:p14="http://schemas.microsoft.com/office/powerpoint/2010/main" val="501677558"/>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946B5DD-EEEB-41A9-ABA9-F5F5B1402151}" type="slidenum">
              <a:rPr lang="en-US"/>
              <a:pPr>
                <a:defRPr/>
              </a:pPr>
              <a:t>‹#›</a:t>
            </a:fld>
            <a:endParaRPr lang="en-US"/>
          </a:p>
        </p:txBody>
      </p:sp>
    </p:spTree>
    <p:extLst>
      <p:ext uri="{BB962C8B-B14F-4D97-AF65-F5344CB8AC3E}">
        <p14:creationId xmlns:p14="http://schemas.microsoft.com/office/powerpoint/2010/main" val="92653648"/>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0333CD-A548-4ABB-A4CD-73BFAE6C0EB3}" type="slidenum">
              <a:rPr lang="en-US"/>
              <a:pPr>
                <a:defRPr/>
              </a:pPr>
              <a:t>‹#›</a:t>
            </a:fld>
            <a:endParaRPr lang="en-US"/>
          </a:p>
        </p:txBody>
      </p:sp>
    </p:spTree>
    <p:extLst>
      <p:ext uri="{BB962C8B-B14F-4D97-AF65-F5344CB8AC3E}">
        <p14:creationId xmlns:p14="http://schemas.microsoft.com/office/powerpoint/2010/main" val="2878442315"/>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4DF3246-46E7-4EDA-92B0-88236DD17835}" type="slidenum">
              <a:rPr lang="en-US"/>
              <a:pPr>
                <a:defRPr/>
              </a:pPr>
              <a:t>‹#›</a:t>
            </a:fld>
            <a:endParaRPr lang="en-US"/>
          </a:p>
        </p:txBody>
      </p:sp>
    </p:spTree>
    <p:extLst>
      <p:ext uri="{BB962C8B-B14F-4D97-AF65-F5344CB8AC3E}">
        <p14:creationId xmlns:p14="http://schemas.microsoft.com/office/powerpoint/2010/main" val="2907186443"/>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B9F9CF2-4D0D-470E-849A-0BF4C106C726}" type="slidenum">
              <a:rPr lang="en-US"/>
              <a:pPr>
                <a:defRPr/>
              </a:pPr>
              <a:t>‹#›</a:t>
            </a:fld>
            <a:endParaRPr lang="en-US"/>
          </a:p>
        </p:txBody>
      </p:sp>
    </p:spTree>
    <p:extLst>
      <p:ext uri="{BB962C8B-B14F-4D97-AF65-F5344CB8AC3E}">
        <p14:creationId xmlns:p14="http://schemas.microsoft.com/office/powerpoint/2010/main" val="208133368"/>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244AEE0-AE0F-4D28-8644-3A6C236F1E89}" type="slidenum">
              <a:rPr lang="en-US"/>
              <a:pPr>
                <a:defRPr/>
              </a:pPr>
              <a:t>‹#›</a:t>
            </a:fld>
            <a:endParaRPr lang="en-US"/>
          </a:p>
        </p:txBody>
      </p:sp>
    </p:spTree>
    <p:extLst>
      <p:ext uri="{BB962C8B-B14F-4D97-AF65-F5344CB8AC3E}">
        <p14:creationId xmlns:p14="http://schemas.microsoft.com/office/powerpoint/2010/main" val="3948371442"/>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3E2127B-BD96-4411-B8BC-D8900C3935BE}" type="slidenum">
              <a:rPr lang="en-US"/>
              <a:pPr>
                <a:defRPr/>
              </a:pPr>
              <a:t>‹#›</a:t>
            </a:fld>
            <a:endParaRPr lang="en-US"/>
          </a:p>
        </p:txBody>
      </p:sp>
    </p:spTree>
    <p:extLst>
      <p:ext uri="{BB962C8B-B14F-4D97-AF65-F5344CB8AC3E}">
        <p14:creationId xmlns:p14="http://schemas.microsoft.com/office/powerpoint/2010/main" val="588240321"/>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EABAFAB-46DE-4D23-8610-7E61904B0FDF}" type="slidenum">
              <a:rPr lang="en-US"/>
              <a:pPr>
                <a:defRPr/>
              </a:pPr>
              <a:t>‹#›</a:t>
            </a:fld>
            <a:endParaRPr lang="en-US"/>
          </a:p>
        </p:txBody>
      </p:sp>
    </p:spTree>
    <p:extLst>
      <p:ext uri="{BB962C8B-B14F-4D97-AF65-F5344CB8AC3E}">
        <p14:creationId xmlns:p14="http://schemas.microsoft.com/office/powerpoint/2010/main" val="1216163092"/>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6A4FFE3-707A-4E90-AC35-CCA178A44736}" type="slidenum">
              <a:rPr lang="en-US"/>
              <a:pPr>
                <a:defRPr/>
              </a:pPr>
              <a:t>‹#›</a:t>
            </a:fld>
            <a:endParaRPr lang="en-US"/>
          </a:p>
        </p:txBody>
      </p:sp>
    </p:spTree>
    <p:extLst>
      <p:ext uri="{BB962C8B-B14F-4D97-AF65-F5344CB8AC3E}">
        <p14:creationId xmlns:p14="http://schemas.microsoft.com/office/powerpoint/2010/main" val="2582777388"/>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18DA565-17BB-4ED4-A2A3-A2E4056FC665}" type="slidenum">
              <a:rPr lang="en-US"/>
              <a:pPr>
                <a:defRPr/>
              </a:pPr>
              <a:t>‹#›</a:t>
            </a:fld>
            <a:endParaRPr lang="en-US"/>
          </a:p>
        </p:txBody>
      </p:sp>
    </p:spTree>
    <p:extLst>
      <p:ext uri="{BB962C8B-B14F-4D97-AF65-F5344CB8AC3E}">
        <p14:creationId xmlns:p14="http://schemas.microsoft.com/office/powerpoint/2010/main" val="1118467169"/>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785F96A-B786-471C-98A3-69E8F45D1664}" type="slidenum">
              <a:rPr lang="en-US"/>
              <a:pPr>
                <a:defRPr/>
              </a:pPr>
              <a:t>‹#›</a:t>
            </a:fld>
            <a:endParaRPr lang="en-US"/>
          </a:p>
        </p:txBody>
      </p:sp>
    </p:spTree>
    <p:extLst>
      <p:ext uri="{BB962C8B-B14F-4D97-AF65-F5344CB8AC3E}">
        <p14:creationId xmlns:p14="http://schemas.microsoft.com/office/powerpoint/2010/main" val="2824094763"/>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A7BF33B-5018-44D6-9A5B-F56B75C9296E}" type="slidenum">
              <a:rPr lang="en-US"/>
              <a:pPr>
                <a:defRPr/>
              </a:pPr>
              <a:t>‹#›</a:t>
            </a:fld>
            <a:endParaRPr lang="en-US"/>
          </a:p>
        </p:txBody>
      </p:sp>
    </p:spTree>
    <p:extLst>
      <p:ext uri="{BB962C8B-B14F-4D97-AF65-F5344CB8AC3E}">
        <p14:creationId xmlns:p14="http://schemas.microsoft.com/office/powerpoint/2010/main" val="117462961"/>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4EC905F-3679-45AB-8921-429E9E5980BD}" type="slidenum">
              <a:rPr lang="en-US"/>
              <a:pPr>
                <a:defRPr/>
              </a:pPr>
              <a:t>‹#›</a:t>
            </a:fld>
            <a:endParaRPr lang="en-US"/>
          </a:p>
        </p:txBody>
      </p:sp>
    </p:spTree>
    <p:extLst>
      <p:ext uri="{BB962C8B-B14F-4D97-AF65-F5344CB8AC3E}">
        <p14:creationId xmlns:p14="http://schemas.microsoft.com/office/powerpoint/2010/main" val="2878332374"/>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226CA1-70B5-4250-81DF-43DD1CE14EB5}" type="slidenum">
              <a:rPr lang="en-US"/>
              <a:pPr>
                <a:defRPr/>
              </a:pPr>
              <a:t>‹#›</a:t>
            </a:fld>
            <a:endParaRPr lang="en-US"/>
          </a:p>
        </p:txBody>
      </p:sp>
    </p:spTree>
    <p:extLst>
      <p:ext uri="{BB962C8B-B14F-4D97-AF65-F5344CB8AC3E}">
        <p14:creationId xmlns:p14="http://schemas.microsoft.com/office/powerpoint/2010/main" val="781493362"/>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1C521FD-15F8-46B8-B222-FFC053F7A1EF}" type="slidenum">
              <a:rPr lang="en-US"/>
              <a:pPr>
                <a:defRPr/>
              </a:pPr>
              <a:t>‹#›</a:t>
            </a:fld>
            <a:endParaRPr lang="en-US"/>
          </a:p>
        </p:txBody>
      </p:sp>
    </p:spTree>
    <p:extLst>
      <p:ext uri="{BB962C8B-B14F-4D97-AF65-F5344CB8AC3E}">
        <p14:creationId xmlns:p14="http://schemas.microsoft.com/office/powerpoint/2010/main" val="2545441604"/>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50D2016-357C-4513-B27B-82436204AC12}" type="slidenum">
              <a:rPr lang="en-US"/>
              <a:pPr>
                <a:defRPr/>
              </a:pPr>
              <a:t>‹#›</a:t>
            </a:fld>
            <a:endParaRPr lang="en-US"/>
          </a:p>
        </p:txBody>
      </p:sp>
    </p:spTree>
    <p:extLst>
      <p:ext uri="{BB962C8B-B14F-4D97-AF65-F5344CB8AC3E}">
        <p14:creationId xmlns:p14="http://schemas.microsoft.com/office/powerpoint/2010/main" val="4084101349"/>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9F7F12C9-4B56-495D-96F5-40B6DF2A131B}" type="slidenum">
              <a:rPr lang="en-US"/>
              <a:pPr>
                <a:defRPr/>
              </a:pPr>
              <a:t>‹#›</a:t>
            </a:fld>
            <a:endParaRPr lang="en-US" dirty="0"/>
          </a:p>
        </p:txBody>
      </p:sp>
    </p:spTree>
    <p:extLst>
      <p:ext uri="{BB962C8B-B14F-4D97-AF65-F5344CB8AC3E}">
        <p14:creationId xmlns:p14="http://schemas.microsoft.com/office/powerpoint/2010/main" val="2944352267"/>
      </p:ext>
    </p:extLst>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11F32E8-8DFD-4B1A-9114-CC39CABAA0B8}" type="slidenum">
              <a:rPr lang="en-US"/>
              <a:pPr>
                <a:defRPr/>
              </a:pPr>
              <a:t>‹#›</a:t>
            </a:fld>
            <a:endParaRPr lang="en-US"/>
          </a:p>
        </p:txBody>
      </p:sp>
    </p:spTree>
    <p:extLst>
      <p:ext uri="{BB962C8B-B14F-4D97-AF65-F5344CB8AC3E}">
        <p14:creationId xmlns:p14="http://schemas.microsoft.com/office/powerpoint/2010/main" val="4234233141"/>
      </p:ext>
    </p:extLst>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D3682F-1C20-469F-BD19-8EFDDBAB52A7}" type="slidenum">
              <a:rPr lang="en-US"/>
              <a:pPr>
                <a:defRPr/>
              </a:pPr>
              <a:t>‹#›</a:t>
            </a:fld>
            <a:endParaRPr lang="en-US"/>
          </a:p>
        </p:txBody>
      </p:sp>
    </p:spTree>
    <p:extLst>
      <p:ext uri="{BB962C8B-B14F-4D97-AF65-F5344CB8AC3E}">
        <p14:creationId xmlns:p14="http://schemas.microsoft.com/office/powerpoint/2010/main" val="3778733036"/>
      </p:ext>
    </p:extLst>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819FF8B-87D0-460A-9941-B51908CB36A8}" type="slidenum">
              <a:rPr lang="en-US"/>
              <a:pPr>
                <a:defRPr/>
              </a:pPr>
              <a:t>‹#›</a:t>
            </a:fld>
            <a:endParaRPr lang="en-US"/>
          </a:p>
        </p:txBody>
      </p:sp>
    </p:spTree>
    <p:extLst>
      <p:ext uri="{BB962C8B-B14F-4D97-AF65-F5344CB8AC3E}">
        <p14:creationId xmlns:p14="http://schemas.microsoft.com/office/powerpoint/2010/main" val="2027292323"/>
      </p:ext>
    </p:extLst>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F0F81FC-0CCB-41B8-9F90-3CC4139966BB}" type="slidenum">
              <a:rPr lang="en-US"/>
              <a:pPr>
                <a:defRPr/>
              </a:pPr>
              <a:t>‹#›</a:t>
            </a:fld>
            <a:endParaRPr lang="en-US"/>
          </a:p>
        </p:txBody>
      </p:sp>
    </p:spTree>
    <p:extLst>
      <p:ext uri="{BB962C8B-B14F-4D97-AF65-F5344CB8AC3E}">
        <p14:creationId xmlns:p14="http://schemas.microsoft.com/office/powerpoint/2010/main" val="1628005135"/>
      </p:ext>
    </p:extLst>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06A094A-7426-4A63-B9EA-6EFAA553752E}" type="slidenum">
              <a:rPr lang="en-US"/>
              <a:pPr>
                <a:defRPr/>
              </a:pPr>
              <a:t>‹#›</a:t>
            </a:fld>
            <a:endParaRPr lang="en-US"/>
          </a:p>
        </p:txBody>
      </p:sp>
    </p:spTree>
    <p:extLst>
      <p:ext uri="{BB962C8B-B14F-4D97-AF65-F5344CB8AC3E}">
        <p14:creationId xmlns:p14="http://schemas.microsoft.com/office/powerpoint/2010/main" val="1573669623"/>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8182DCE-5600-45D8-BEC9-FF1F65167A59}" type="slidenum">
              <a:rPr lang="en-US"/>
              <a:pPr>
                <a:defRPr/>
              </a:pPr>
              <a:t>‹#›</a:t>
            </a:fld>
            <a:endParaRPr lang="en-US"/>
          </a:p>
        </p:txBody>
      </p:sp>
    </p:spTree>
    <p:extLst>
      <p:ext uri="{BB962C8B-B14F-4D97-AF65-F5344CB8AC3E}">
        <p14:creationId xmlns:p14="http://schemas.microsoft.com/office/powerpoint/2010/main" val="781115403"/>
      </p:ext>
    </p:extLst>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79F9B97-87F1-4A22-A7B8-86FF8286FFB0}" type="slidenum">
              <a:rPr lang="en-US"/>
              <a:pPr>
                <a:defRPr/>
              </a:pPr>
              <a:t>‹#›</a:t>
            </a:fld>
            <a:endParaRPr lang="en-US"/>
          </a:p>
        </p:txBody>
      </p:sp>
    </p:spTree>
    <p:extLst>
      <p:ext uri="{BB962C8B-B14F-4D97-AF65-F5344CB8AC3E}">
        <p14:creationId xmlns:p14="http://schemas.microsoft.com/office/powerpoint/2010/main" val="2902316978"/>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5FD39B7-3B5E-41CA-B362-D443A6B7FD45}" type="slidenum">
              <a:rPr lang="en-US"/>
              <a:pPr>
                <a:defRPr/>
              </a:pPr>
              <a:t>‹#›</a:t>
            </a:fld>
            <a:endParaRPr lang="en-US"/>
          </a:p>
        </p:txBody>
      </p:sp>
    </p:spTree>
    <p:extLst>
      <p:ext uri="{BB962C8B-B14F-4D97-AF65-F5344CB8AC3E}">
        <p14:creationId xmlns:p14="http://schemas.microsoft.com/office/powerpoint/2010/main" val="3908794702"/>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6391F2F-4B02-4CED-B664-A2EE1E2791CE}" type="slidenum">
              <a:rPr lang="en-US"/>
              <a:pPr>
                <a:defRPr/>
              </a:pPr>
              <a:t>‹#›</a:t>
            </a:fld>
            <a:endParaRPr lang="en-US"/>
          </a:p>
        </p:txBody>
      </p:sp>
    </p:spTree>
    <p:extLst>
      <p:ext uri="{BB962C8B-B14F-4D97-AF65-F5344CB8AC3E}">
        <p14:creationId xmlns:p14="http://schemas.microsoft.com/office/powerpoint/2010/main" val="566482015"/>
      </p:ext>
    </p:extLst>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4382030-7225-4262-BEE8-127CB3EB2CA1}" type="slidenum">
              <a:rPr lang="en-US"/>
              <a:pPr>
                <a:defRPr/>
              </a:pPr>
              <a:t>‹#›</a:t>
            </a:fld>
            <a:endParaRPr lang="en-US"/>
          </a:p>
        </p:txBody>
      </p:sp>
    </p:spTree>
    <p:extLst>
      <p:ext uri="{BB962C8B-B14F-4D97-AF65-F5344CB8AC3E}">
        <p14:creationId xmlns:p14="http://schemas.microsoft.com/office/powerpoint/2010/main" val="116866696"/>
      </p:ext>
    </p:extLst>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D49EE71-C052-4FF2-9A56-46DCDC84963B}" type="slidenum">
              <a:rPr lang="en-US"/>
              <a:pPr>
                <a:defRPr/>
              </a:pPr>
              <a:t>‹#›</a:t>
            </a:fld>
            <a:endParaRPr lang="en-US"/>
          </a:p>
        </p:txBody>
      </p:sp>
    </p:spTree>
    <p:extLst>
      <p:ext uri="{BB962C8B-B14F-4D97-AF65-F5344CB8AC3E}">
        <p14:creationId xmlns:p14="http://schemas.microsoft.com/office/powerpoint/2010/main" val="1848953733"/>
      </p:ext>
    </p:extLst>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D09348E-A601-4780-BC32-A7664DD36561}" type="slidenum">
              <a:rPr lang="en-US"/>
              <a:pPr>
                <a:defRPr/>
              </a:pPr>
              <a:t>‹#›</a:t>
            </a:fld>
            <a:endParaRPr lang="en-US"/>
          </a:p>
        </p:txBody>
      </p:sp>
    </p:spTree>
    <p:extLst>
      <p:ext uri="{BB962C8B-B14F-4D97-AF65-F5344CB8AC3E}">
        <p14:creationId xmlns:p14="http://schemas.microsoft.com/office/powerpoint/2010/main" val="418930993"/>
      </p:ext>
    </p:extLst>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4C0FE2E-64D6-4615-8933-438497A909AC}" type="slidenum">
              <a:rPr lang="en-US"/>
              <a:pPr>
                <a:defRPr/>
              </a:pPr>
              <a:t>‹#›</a:t>
            </a:fld>
            <a:endParaRPr lang="en-US"/>
          </a:p>
        </p:txBody>
      </p:sp>
    </p:spTree>
    <p:extLst>
      <p:ext uri="{BB962C8B-B14F-4D97-AF65-F5344CB8AC3E}">
        <p14:creationId xmlns:p14="http://schemas.microsoft.com/office/powerpoint/2010/main" val="143169208"/>
      </p:ext>
    </p:extLst>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4D879DB-B783-4959-ADFC-5205C44CC594}" type="slidenum">
              <a:rPr lang="en-US"/>
              <a:pPr>
                <a:defRPr/>
              </a:pPr>
              <a:t>‹#›</a:t>
            </a:fld>
            <a:endParaRPr lang="en-US"/>
          </a:p>
        </p:txBody>
      </p:sp>
    </p:spTree>
    <p:extLst>
      <p:ext uri="{BB962C8B-B14F-4D97-AF65-F5344CB8AC3E}">
        <p14:creationId xmlns:p14="http://schemas.microsoft.com/office/powerpoint/2010/main" val="687072591"/>
      </p:ext>
    </p:extLst>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9DF3FD9-3A5C-47DB-9978-BB4336511FBE}" type="slidenum">
              <a:rPr lang="en-US"/>
              <a:pPr>
                <a:defRPr/>
              </a:pPr>
              <a:t>‹#›</a:t>
            </a:fld>
            <a:endParaRPr lang="en-US"/>
          </a:p>
        </p:txBody>
      </p:sp>
    </p:spTree>
    <p:extLst>
      <p:ext uri="{BB962C8B-B14F-4D97-AF65-F5344CB8AC3E}">
        <p14:creationId xmlns:p14="http://schemas.microsoft.com/office/powerpoint/2010/main" val="2905998293"/>
      </p:ext>
    </p:extLst>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599FCF90-A595-40F6-8303-BD43D880394F}" type="slidenum">
              <a:rPr lang="en-US"/>
              <a:pPr>
                <a:defRPr/>
              </a:pPr>
              <a:t>‹#›</a:t>
            </a:fld>
            <a:endParaRPr lang="en-US" dirty="0"/>
          </a:p>
        </p:txBody>
      </p:sp>
    </p:spTree>
    <p:extLst>
      <p:ext uri="{BB962C8B-B14F-4D97-AF65-F5344CB8AC3E}">
        <p14:creationId xmlns:p14="http://schemas.microsoft.com/office/powerpoint/2010/main" val="3189469416"/>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04D9E6F-B24E-4F39-9FB8-811049293DF2}" type="slidenum">
              <a:rPr lang="en-US"/>
              <a:pPr>
                <a:defRPr/>
              </a:pPr>
              <a:t>‹#›</a:t>
            </a:fld>
            <a:endParaRPr lang="en-US"/>
          </a:p>
        </p:txBody>
      </p:sp>
    </p:spTree>
    <p:extLst>
      <p:ext uri="{BB962C8B-B14F-4D97-AF65-F5344CB8AC3E}">
        <p14:creationId xmlns:p14="http://schemas.microsoft.com/office/powerpoint/2010/main" val="3422018036"/>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81E1C4-CFA8-4EEA-BAD5-4F7C289C5DAD}" type="slidenum">
              <a:rPr lang="en-US"/>
              <a:pPr>
                <a:defRPr/>
              </a:pPr>
              <a:t>‹#›</a:t>
            </a:fld>
            <a:endParaRPr lang="en-US"/>
          </a:p>
        </p:txBody>
      </p:sp>
    </p:spTree>
    <p:extLst>
      <p:ext uri="{BB962C8B-B14F-4D97-AF65-F5344CB8AC3E}">
        <p14:creationId xmlns:p14="http://schemas.microsoft.com/office/powerpoint/2010/main" val="3084000985"/>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E239E6-617A-4A6C-B27C-245416604B4C}" type="slidenum">
              <a:rPr lang="en-US"/>
              <a:pPr>
                <a:defRPr/>
              </a:pPr>
              <a:t>‹#›</a:t>
            </a:fld>
            <a:endParaRPr lang="en-US"/>
          </a:p>
        </p:txBody>
      </p:sp>
    </p:spTree>
    <p:extLst>
      <p:ext uri="{BB962C8B-B14F-4D97-AF65-F5344CB8AC3E}">
        <p14:creationId xmlns:p14="http://schemas.microsoft.com/office/powerpoint/2010/main" val="1427433416"/>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D84C26D-4145-4874-946B-AD36A3083118}" type="slidenum">
              <a:rPr lang="en-US"/>
              <a:pPr>
                <a:defRPr/>
              </a:pPr>
              <a:t>‹#›</a:t>
            </a:fld>
            <a:endParaRPr lang="en-US"/>
          </a:p>
        </p:txBody>
      </p:sp>
    </p:spTree>
    <p:extLst>
      <p:ext uri="{BB962C8B-B14F-4D97-AF65-F5344CB8AC3E}">
        <p14:creationId xmlns:p14="http://schemas.microsoft.com/office/powerpoint/2010/main" val="794345829"/>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3C9ABFD-FCF6-43D4-B6A2-52C8C815BD4B}" type="slidenum">
              <a:rPr lang="en-US"/>
              <a:pPr>
                <a:defRPr/>
              </a:pPr>
              <a:t>‹#›</a:t>
            </a:fld>
            <a:endParaRPr lang="en-US"/>
          </a:p>
        </p:txBody>
      </p:sp>
    </p:spTree>
    <p:extLst>
      <p:ext uri="{BB962C8B-B14F-4D97-AF65-F5344CB8AC3E}">
        <p14:creationId xmlns:p14="http://schemas.microsoft.com/office/powerpoint/2010/main" val="1014718125"/>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EAEC70B-9634-44C5-9683-D4579D4A2ACA}" type="slidenum">
              <a:rPr lang="en-US"/>
              <a:pPr>
                <a:defRPr/>
              </a:pPr>
              <a:t>‹#›</a:t>
            </a:fld>
            <a:endParaRPr lang="en-US"/>
          </a:p>
        </p:txBody>
      </p:sp>
    </p:spTree>
    <p:extLst>
      <p:ext uri="{BB962C8B-B14F-4D97-AF65-F5344CB8AC3E}">
        <p14:creationId xmlns:p14="http://schemas.microsoft.com/office/powerpoint/2010/main" val="4173566664"/>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6FE64D-3606-4FC3-813D-DE62813D14B9}" type="slidenum">
              <a:rPr lang="en-US"/>
              <a:pPr>
                <a:defRPr/>
              </a:pPr>
              <a:t>‹#›</a:t>
            </a:fld>
            <a:endParaRPr lang="en-US"/>
          </a:p>
        </p:txBody>
      </p:sp>
    </p:spTree>
    <p:extLst>
      <p:ext uri="{BB962C8B-B14F-4D97-AF65-F5344CB8AC3E}">
        <p14:creationId xmlns:p14="http://schemas.microsoft.com/office/powerpoint/2010/main" val="3460422961"/>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7BD5823-2C68-4E54-8095-FD61BF6F2D7B}" type="slidenum">
              <a:rPr lang="en-US"/>
              <a:pPr>
                <a:defRPr/>
              </a:pPr>
              <a:t>‹#›</a:t>
            </a:fld>
            <a:endParaRPr lang="en-US"/>
          </a:p>
        </p:txBody>
      </p:sp>
    </p:spTree>
    <p:extLst>
      <p:ext uri="{BB962C8B-B14F-4D97-AF65-F5344CB8AC3E}">
        <p14:creationId xmlns:p14="http://schemas.microsoft.com/office/powerpoint/2010/main" val="1258899024"/>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DC418E4-609C-4F11-9649-D0DA2E94B3B7}" type="slidenum">
              <a:rPr lang="en-US"/>
              <a:pPr>
                <a:defRPr/>
              </a:pPr>
              <a:t>‹#›</a:t>
            </a:fld>
            <a:endParaRPr lang="en-US"/>
          </a:p>
        </p:txBody>
      </p:sp>
    </p:spTree>
    <p:extLst>
      <p:ext uri="{BB962C8B-B14F-4D97-AF65-F5344CB8AC3E}">
        <p14:creationId xmlns:p14="http://schemas.microsoft.com/office/powerpoint/2010/main" val="4086843679"/>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D410B33-8217-46A9-9C33-BE34B51DF079}" type="slidenum">
              <a:rPr lang="en-US"/>
              <a:pPr>
                <a:defRPr/>
              </a:pPr>
              <a:t>‹#›</a:t>
            </a:fld>
            <a:endParaRPr lang="en-US"/>
          </a:p>
        </p:txBody>
      </p:sp>
    </p:spTree>
    <p:extLst>
      <p:ext uri="{BB962C8B-B14F-4D97-AF65-F5344CB8AC3E}">
        <p14:creationId xmlns:p14="http://schemas.microsoft.com/office/powerpoint/2010/main" val="1569738722"/>
      </p:ext>
    </p:extLst>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692C65C-9978-4D50-8004-D3459B46ED47}" type="slidenum">
              <a:rPr lang="en-US"/>
              <a:pPr>
                <a:defRPr/>
              </a:pPr>
              <a:t>‹#›</a:t>
            </a:fld>
            <a:endParaRPr lang="en-US"/>
          </a:p>
        </p:txBody>
      </p:sp>
    </p:spTree>
    <p:extLst>
      <p:ext uri="{BB962C8B-B14F-4D97-AF65-F5344CB8AC3E}">
        <p14:creationId xmlns:p14="http://schemas.microsoft.com/office/powerpoint/2010/main" val="2804112733"/>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A2088D6-62D3-4D49-AD5D-7FD176B209E7}" type="slidenum">
              <a:rPr lang="en-US"/>
              <a:pPr>
                <a:defRPr/>
              </a:pPr>
              <a:t>‹#›</a:t>
            </a:fld>
            <a:endParaRPr lang="en-US"/>
          </a:p>
        </p:txBody>
      </p:sp>
    </p:spTree>
    <p:extLst>
      <p:ext uri="{BB962C8B-B14F-4D97-AF65-F5344CB8AC3E}">
        <p14:creationId xmlns:p14="http://schemas.microsoft.com/office/powerpoint/2010/main" val="1208201358"/>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74B01C8-4EDC-4338-A316-7DC65643DBD0}" type="slidenum">
              <a:rPr lang="en-US"/>
              <a:pPr>
                <a:defRPr/>
              </a:pPr>
              <a:t>‹#›</a:t>
            </a:fld>
            <a:endParaRPr lang="en-US"/>
          </a:p>
        </p:txBody>
      </p:sp>
    </p:spTree>
    <p:extLst>
      <p:ext uri="{BB962C8B-B14F-4D97-AF65-F5344CB8AC3E}">
        <p14:creationId xmlns:p14="http://schemas.microsoft.com/office/powerpoint/2010/main" val="3975692939"/>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A20BD4-D450-4A3F-8C3F-986D488F1EB1}" type="slidenum">
              <a:rPr lang="en-US"/>
              <a:pPr>
                <a:defRPr/>
              </a:pPr>
              <a:t>‹#›</a:t>
            </a:fld>
            <a:endParaRPr lang="en-US"/>
          </a:p>
        </p:txBody>
      </p:sp>
    </p:spTree>
    <p:extLst>
      <p:ext uri="{BB962C8B-B14F-4D97-AF65-F5344CB8AC3E}">
        <p14:creationId xmlns:p14="http://schemas.microsoft.com/office/powerpoint/2010/main" val="1403969135"/>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F7FB618-2093-4646-B65B-628B9815E4D0}" type="slidenum">
              <a:rPr lang="en-US"/>
              <a:pPr>
                <a:defRPr/>
              </a:pPr>
              <a:t>‹#›</a:t>
            </a:fld>
            <a:endParaRPr lang="en-US"/>
          </a:p>
        </p:txBody>
      </p:sp>
    </p:spTree>
    <p:extLst>
      <p:ext uri="{BB962C8B-B14F-4D97-AF65-F5344CB8AC3E}">
        <p14:creationId xmlns:p14="http://schemas.microsoft.com/office/powerpoint/2010/main" val="3137312614"/>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BEFFC41A-CCD9-4153-BAC9-454FA72B975E}" type="slidenum">
              <a:rPr lang="en-US"/>
              <a:pPr>
                <a:defRPr/>
              </a:pPr>
              <a:t>‹#›</a:t>
            </a:fld>
            <a:endParaRPr lang="en-US" dirty="0"/>
          </a:p>
        </p:txBody>
      </p:sp>
    </p:spTree>
    <p:extLst>
      <p:ext uri="{BB962C8B-B14F-4D97-AF65-F5344CB8AC3E}">
        <p14:creationId xmlns:p14="http://schemas.microsoft.com/office/powerpoint/2010/main" val="287228596"/>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1BAFDD7-4DBE-4BB2-879D-D168CB01AC63}" type="slidenum">
              <a:rPr lang="en-US"/>
              <a:pPr>
                <a:defRPr/>
              </a:pPr>
              <a:t>‹#›</a:t>
            </a:fld>
            <a:endParaRPr lang="en-US"/>
          </a:p>
        </p:txBody>
      </p:sp>
    </p:spTree>
    <p:extLst>
      <p:ext uri="{BB962C8B-B14F-4D97-AF65-F5344CB8AC3E}">
        <p14:creationId xmlns:p14="http://schemas.microsoft.com/office/powerpoint/2010/main" val="1627608208"/>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917735B-1301-4D9F-B76C-ED2E7EA0E3CE}" type="slidenum">
              <a:rPr lang="en-US"/>
              <a:pPr>
                <a:defRPr/>
              </a:pPr>
              <a:t>‹#›</a:t>
            </a:fld>
            <a:endParaRPr lang="en-US"/>
          </a:p>
        </p:txBody>
      </p:sp>
    </p:spTree>
    <p:extLst>
      <p:ext uri="{BB962C8B-B14F-4D97-AF65-F5344CB8AC3E}">
        <p14:creationId xmlns:p14="http://schemas.microsoft.com/office/powerpoint/2010/main" val="2806292983"/>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02F2AEC-9955-4A85-88F2-90C0313D3888}" type="slidenum">
              <a:rPr lang="en-US"/>
              <a:pPr>
                <a:defRPr/>
              </a:pPr>
              <a:t>‹#›</a:t>
            </a:fld>
            <a:endParaRPr lang="en-US"/>
          </a:p>
        </p:txBody>
      </p:sp>
    </p:spTree>
    <p:extLst>
      <p:ext uri="{BB962C8B-B14F-4D97-AF65-F5344CB8AC3E}">
        <p14:creationId xmlns:p14="http://schemas.microsoft.com/office/powerpoint/2010/main" val="1177407028"/>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459773B-18B1-49B5-86F0-034ACB96F5E0}" type="slidenum">
              <a:rPr lang="en-US"/>
              <a:pPr>
                <a:defRPr/>
              </a:pPr>
              <a:t>‹#›</a:t>
            </a:fld>
            <a:endParaRPr lang="en-US"/>
          </a:p>
        </p:txBody>
      </p:sp>
    </p:spTree>
    <p:extLst>
      <p:ext uri="{BB962C8B-B14F-4D97-AF65-F5344CB8AC3E}">
        <p14:creationId xmlns:p14="http://schemas.microsoft.com/office/powerpoint/2010/main" val="3959026316"/>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0DB48CC-983D-4F35-8A11-EACA1BC9CEF2}" type="slidenum">
              <a:rPr lang="en-US"/>
              <a:pPr>
                <a:defRPr/>
              </a:pPr>
              <a:t>‹#›</a:t>
            </a:fld>
            <a:endParaRPr lang="en-US"/>
          </a:p>
        </p:txBody>
      </p:sp>
    </p:spTree>
    <p:extLst>
      <p:ext uri="{BB962C8B-B14F-4D97-AF65-F5344CB8AC3E}">
        <p14:creationId xmlns:p14="http://schemas.microsoft.com/office/powerpoint/2010/main" val="3515772819"/>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56ACBA7-8E59-438E-92AD-18D67CB192C5}" type="slidenum">
              <a:rPr lang="en-US"/>
              <a:pPr>
                <a:defRPr/>
              </a:pPr>
              <a:t>‹#›</a:t>
            </a:fld>
            <a:endParaRPr lang="en-US"/>
          </a:p>
        </p:txBody>
      </p:sp>
    </p:spTree>
    <p:extLst>
      <p:ext uri="{BB962C8B-B14F-4D97-AF65-F5344CB8AC3E}">
        <p14:creationId xmlns:p14="http://schemas.microsoft.com/office/powerpoint/2010/main" val="383728396"/>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B3E114-3D13-4BF2-86A7-24C285832B6E}" type="slidenum">
              <a:rPr lang="en-US"/>
              <a:pPr>
                <a:defRPr/>
              </a:pPr>
              <a:t>‹#›</a:t>
            </a:fld>
            <a:endParaRPr lang="en-US"/>
          </a:p>
        </p:txBody>
      </p:sp>
    </p:spTree>
    <p:extLst>
      <p:ext uri="{BB962C8B-B14F-4D97-AF65-F5344CB8AC3E}">
        <p14:creationId xmlns:p14="http://schemas.microsoft.com/office/powerpoint/2010/main" val="2715720366"/>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B62AD22-B474-4DD7-B964-390AD8C94880}" type="slidenum">
              <a:rPr lang="en-US"/>
              <a:pPr>
                <a:defRPr/>
              </a:pPr>
              <a:t>‹#›</a:t>
            </a:fld>
            <a:endParaRPr lang="en-US"/>
          </a:p>
        </p:txBody>
      </p:sp>
    </p:spTree>
    <p:extLst>
      <p:ext uri="{BB962C8B-B14F-4D97-AF65-F5344CB8AC3E}">
        <p14:creationId xmlns:p14="http://schemas.microsoft.com/office/powerpoint/2010/main" val="4106477785"/>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FE2FBB6-D90D-471F-B03C-B6553FFD837B}" type="slidenum">
              <a:rPr lang="en-US"/>
              <a:pPr>
                <a:defRPr/>
              </a:pPr>
              <a:t>‹#›</a:t>
            </a:fld>
            <a:endParaRPr lang="en-US"/>
          </a:p>
        </p:txBody>
      </p:sp>
    </p:spTree>
    <p:extLst>
      <p:ext uri="{BB962C8B-B14F-4D97-AF65-F5344CB8AC3E}">
        <p14:creationId xmlns:p14="http://schemas.microsoft.com/office/powerpoint/2010/main" val="4180144655"/>
      </p:ext>
    </p:extLst>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F9DEEFC-E0D5-4C07-8478-158B7A885530}" type="slidenum">
              <a:rPr lang="en-US"/>
              <a:pPr>
                <a:defRPr/>
              </a:pPr>
              <a:t>‹#›</a:t>
            </a:fld>
            <a:endParaRPr lang="en-US"/>
          </a:p>
        </p:txBody>
      </p:sp>
    </p:spTree>
    <p:extLst>
      <p:ext uri="{BB962C8B-B14F-4D97-AF65-F5344CB8AC3E}">
        <p14:creationId xmlns:p14="http://schemas.microsoft.com/office/powerpoint/2010/main" val="1089298761"/>
      </p:ext>
    </p:extLst>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DD44FF-B41A-48DA-940F-7C42BB72B566}" type="slidenum">
              <a:rPr lang="en-US"/>
              <a:pPr>
                <a:defRPr/>
              </a:pPr>
              <a:t>‹#›</a:t>
            </a:fld>
            <a:endParaRPr lang="en-US"/>
          </a:p>
        </p:txBody>
      </p:sp>
    </p:spTree>
    <p:extLst>
      <p:ext uri="{BB962C8B-B14F-4D97-AF65-F5344CB8AC3E}">
        <p14:creationId xmlns:p14="http://schemas.microsoft.com/office/powerpoint/2010/main" val="2843412930"/>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37119DC-69CB-4FA0-A044-E11AF762162E}" type="slidenum">
              <a:rPr lang="en-US"/>
              <a:pPr>
                <a:defRPr/>
              </a:pPr>
              <a:t>‹#›</a:t>
            </a:fld>
            <a:endParaRPr lang="en-US"/>
          </a:p>
        </p:txBody>
      </p:sp>
    </p:spTree>
    <p:extLst>
      <p:ext uri="{BB962C8B-B14F-4D97-AF65-F5344CB8AC3E}">
        <p14:creationId xmlns:p14="http://schemas.microsoft.com/office/powerpoint/2010/main" val="3410914125"/>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3F675F9-4F28-4AAA-9223-6CC3B07FA5A2}" type="slidenum">
              <a:rPr lang="en-US"/>
              <a:pPr>
                <a:defRPr/>
              </a:pPr>
              <a:t>‹#›</a:t>
            </a:fld>
            <a:endParaRPr lang="en-US"/>
          </a:p>
        </p:txBody>
      </p:sp>
    </p:spTree>
    <p:extLst>
      <p:ext uri="{BB962C8B-B14F-4D97-AF65-F5344CB8AC3E}">
        <p14:creationId xmlns:p14="http://schemas.microsoft.com/office/powerpoint/2010/main" val="2561265167"/>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9A5ECFB-4715-4F43-80E8-0C2CAA2EE15B}" type="slidenum">
              <a:rPr lang="en-US"/>
              <a:pPr>
                <a:defRPr/>
              </a:pPr>
              <a:t>‹#›</a:t>
            </a:fld>
            <a:endParaRPr lang="en-US"/>
          </a:p>
        </p:txBody>
      </p:sp>
    </p:spTree>
    <p:extLst>
      <p:ext uri="{BB962C8B-B14F-4D97-AF65-F5344CB8AC3E}">
        <p14:creationId xmlns:p14="http://schemas.microsoft.com/office/powerpoint/2010/main" val="1600379924"/>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C50A91-738A-46EB-8B57-32BF058376F2}" type="slidenum">
              <a:rPr lang="en-US"/>
              <a:pPr>
                <a:defRPr/>
              </a:pPr>
              <a:t>‹#›</a:t>
            </a:fld>
            <a:endParaRPr lang="en-US"/>
          </a:p>
        </p:txBody>
      </p:sp>
    </p:spTree>
    <p:extLst>
      <p:ext uri="{BB962C8B-B14F-4D97-AF65-F5344CB8AC3E}">
        <p14:creationId xmlns:p14="http://schemas.microsoft.com/office/powerpoint/2010/main" val="3777521539"/>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3BB2B6F8-FBE1-4253-9D0D-453A58C5FA6F}" type="slidenum">
              <a:rPr lang="en-US"/>
              <a:pPr>
                <a:defRPr/>
              </a:pPr>
              <a:t>‹#›</a:t>
            </a:fld>
            <a:endParaRPr lang="en-US" dirty="0"/>
          </a:p>
        </p:txBody>
      </p:sp>
    </p:spTree>
    <p:extLst>
      <p:ext uri="{BB962C8B-B14F-4D97-AF65-F5344CB8AC3E}">
        <p14:creationId xmlns:p14="http://schemas.microsoft.com/office/powerpoint/2010/main" val="183917134"/>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905A68C-F4CE-48EB-B259-2EE8889BF3C7}" type="slidenum">
              <a:rPr lang="en-US"/>
              <a:pPr>
                <a:defRPr/>
              </a:pPr>
              <a:t>‹#›</a:t>
            </a:fld>
            <a:endParaRPr lang="en-US"/>
          </a:p>
        </p:txBody>
      </p:sp>
    </p:spTree>
    <p:extLst>
      <p:ext uri="{BB962C8B-B14F-4D97-AF65-F5344CB8AC3E}">
        <p14:creationId xmlns:p14="http://schemas.microsoft.com/office/powerpoint/2010/main" val="298057333"/>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6EF65A8-D991-4CA8-9862-6A2E75D28779}" type="slidenum">
              <a:rPr lang="en-US"/>
              <a:pPr>
                <a:defRPr/>
              </a:pPr>
              <a:t>‹#›</a:t>
            </a:fld>
            <a:endParaRPr lang="en-US"/>
          </a:p>
        </p:txBody>
      </p:sp>
    </p:spTree>
    <p:extLst>
      <p:ext uri="{BB962C8B-B14F-4D97-AF65-F5344CB8AC3E}">
        <p14:creationId xmlns:p14="http://schemas.microsoft.com/office/powerpoint/2010/main" val="754865702"/>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A7AEFFE-D553-4F06-B30A-EFE3CEE8C38C}" type="slidenum">
              <a:rPr lang="en-US"/>
              <a:pPr>
                <a:defRPr/>
              </a:pPr>
              <a:t>‹#›</a:t>
            </a:fld>
            <a:endParaRPr lang="en-US"/>
          </a:p>
        </p:txBody>
      </p:sp>
    </p:spTree>
    <p:extLst>
      <p:ext uri="{BB962C8B-B14F-4D97-AF65-F5344CB8AC3E}">
        <p14:creationId xmlns:p14="http://schemas.microsoft.com/office/powerpoint/2010/main" val="2306576878"/>
      </p:ext>
    </p:extLst>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1EBA833-5CDF-4EF9-99A0-2B6A59CC1459}" type="slidenum">
              <a:rPr lang="en-US"/>
              <a:pPr>
                <a:defRPr/>
              </a:pPr>
              <a:t>‹#›</a:t>
            </a:fld>
            <a:endParaRPr lang="en-US"/>
          </a:p>
        </p:txBody>
      </p:sp>
    </p:spTree>
    <p:extLst>
      <p:ext uri="{BB962C8B-B14F-4D97-AF65-F5344CB8AC3E}">
        <p14:creationId xmlns:p14="http://schemas.microsoft.com/office/powerpoint/2010/main" val="3866031338"/>
      </p:ext>
    </p:extLst>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7F1AE1-6500-4D6E-947B-8FB35C003A79}" type="slidenum">
              <a:rPr lang="en-US"/>
              <a:pPr>
                <a:defRPr/>
              </a:pPr>
              <a:t>‹#›</a:t>
            </a:fld>
            <a:endParaRPr lang="en-US"/>
          </a:p>
        </p:txBody>
      </p:sp>
    </p:spTree>
    <p:extLst>
      <p:ext uri="{BB962C8B-B14F-4D97-AF65-F5344CB8AC3E}">
        <p14:creationId xmlns:p14="http://schemas.microsoft.com/office/powerpoint/2010/main" val="3017552832"/>
      </p:ext>
    </p:extLst>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C02B0C-268D-4C89-B567-AB083E39A6EB}" type="slidenum">
              <a:rPr lang="en-US"/>
              <a:pPr>
                <a:defRPr/>
              </a:pPr>
              <a:t>‹#›</a:t>
            </a:fld>
            <a:endParaRPr lang="en-US"/>
          </a:p>
        </p:txBody>
      </p:sp>
    </p:spTree>
    <p:extLst>
      <p:ext uri="{BB962C8B-B14F-4D97-AF65-F5344CB8AC3E}">
        <p14:creationId xmlns:p14="http://schemas.microsoft.com/office/powerpoint/2010/main" val="3895187425"/>
      </p:ext>
    </p:extLst>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1A5F24B-934F-4704-88EE-411459E5B4D7}" type="slidenum">
              <a:rPr lang="en-US"/>
              <a:pPr>
                <a:defRPr/>
              </a:pPr>
              <a:t>‹#›</a:t>
            </a:fld>
            <a:endParaRPr lang="en-US"/>
          </a:p>
        </p:txBody>
      </p:sp>
    </p:spTree>
    <p:extLst>
      <p:ext uri="{BB962C8B-B14F-4D97-AF65-F5344CB8AC3E}">
        <p14:creationId xmlns:p14="http://schemas.microsoft.com/office/powerpoint/2010/main" val="2355228447"/>
      </p:ext>
    </p:extLst>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6DEBD1D-291E-49ED-BDA0-78754C6C98C8}" type="slidenum">
              <a:rPr lang="en-US"/>
              <a:pPr>
                <a:defRPr/>
              </a:pPr>
              <a:t>‹#›</a:t>
            </a:fld>
            <a:endParaRPr lang="en-US"/>
          </a:p>
        </p:txBody>
      </p:sp>
    </p:spTree>
    <p:extLst>
      <p:ext uri="{BB962C8B-B14F-4D97-AF65-F5344CB8AC3E}">
        <p14:creationId xmlns:p14="http://schemas.microsoft.com/office/powerpoint/2010/main" val="2020671061"/>
      </p:ext>
    </p:extLst>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97B1596-6887-4CBC-A379-9E01E08C877B}" type="slidenum">
              <a:rPr lang="en-US"/>
              <a:pPr>
                <a:defRPr/>
              </a:pPr>
              <a:t>‹#›</a:t>
            </a:fld>
            <a:endParaRPr lang="en-US"/>
          </a:p>
        </p:txBody>
      </p:sp>
    </p:spTree>
    <p:extLst>
      <p:ext uri="{BB962C8B-B14F-4D97-AF65-F5344CB8AC3E}">
        <p14:creationId xmlns:p14="http://schemas.microsoft.com/office/powerpoint/2010/main" val="796900162"/>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14C0EC-AC10-4225-B175-FAC5B01FFBC5}" type="slidenum">
              <a:rPr lang="en-US"/>
              <a:pPr>
                <a:defRPr/>
              </a:pPr>
              <a:t>‹#›</a:t>
            </a:fld>
            <a:endParaRPr lang="en-US"/>
          </a:p>
        </p:txBody>
      </p:sp>
    </p:spTree>
    <p:extLst>
      <p:ext uri="{BB962C8B-B14F-4D97-AF65-F5344CB8AC3E}">
        <p14:creationId xmlns:p14="http://schemas.microsoft.com/office/powerpoint/2010/main" val="533417160"/>
      </p:ext>
    </p:extLst>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B491514-2817-4FF8-B99D-B2A3129EC881}" type="slidenum">
              <a:rPr lang="en-US"/>
              <a:pPr>
                <a:defRPr/>
              </a:pPr>
              <a:t>‹#›</a:t>
            </a:fld>
            <a:endParaRPr lang="en-US"/>
          </a:p>
        </p:txBody>
      </p:sp>
    </p:spTree>
    <p:extLst>
      <p:ext uri="{BB962C8B-B14F-4D97-AF65-F5344CB8AC3E}">
        <p14:creationId xmlns:p14="http://schemas.microsoft.com/office/powerpoint/2010/main" val="2771369519"/>
      </p:ext>
    </p:extLst>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5CDDD37-947E-4AD2-979E-EB136FACBB15}" type="slidenum">
              <a:rPr lang="en-US"/>
              <a:pPr>
                <a:defRPr/>
              </a:pPr>
              <a:t>‹#›</a:t>
            </a:fld>
            <a:endParaRPr lang="en-US"/>
          </a:p>
        </p:txBody>
      </p:sp>
    </p:spTree>
    <p:extLst>
      <p:ext uri="{BB962C8B-B14F-4D97-AF65-F5344CB8AC3E}">
        <p14:creationId xmlns:p14="http://schemas.microsoft.com/office/powerpoint/2010/main" val="255692890"/>
      </p:ext>
    </p:extLst>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B8BDDDC-7320-4647-817E-37567EBD7FD3}" type="slidenum">
              <a:rPr lang="en-US"/>
              <a:pPr>
                <a:defRPr/>
              </a:pPr>
              <a:t>‹#›</a:t>
            </a:fld>
            <a:endParaRPr lang="en-US"/>
          </a:p>
        </p:txBody>
      </p:sp>
    </p:spTree>
    <p:extLst>
      <p:ext uri="{BB962C8B-B14F-4D97-AF65-F5344CB8AC3E}">
        <p14:creationId xmlns:p14="http://schemas.microsoft.com/office/powerpoint/2010/main" val="142555542"/>
      </p:ext>
    </p:extLst>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4F59AE-46E7-40E3-AFD1-94168793D08A}" type="slidenum">
              <a:rPr lang="en-US"/>
              <a:pPr>
                <a:defRPr/>
              </a:pPr>
              <a:t>‹#›</a:t>
            </a:fld>
            <a:endParaRPr lang="en-US"/>
          </a:p>
        </p:txBody>
      </p:sp>
    </p:spTree>
    <p:extLst>
      <p:ext uri="{BB962C8B-B14F-4D97-AF65-F5344CB8AC3E}">
        <p14:creationId xmlns:p14="http://schemas.microsoft.com/office/powerpoint/2010/main" val="960215028"/>
      </p:ext>
    </p:extLst>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3C4E907-4F88-48B6-B53E-7FE6F4791A75}" type="slidenum">
              <a:rPr lang="en-US"/>
              <a:pPr>
                <a:defRPr/>
              </a:pPr>
              <a:t>‹#›</a:t>
            </a:fld>
            <a:endParaRPr lang="en-US"/>
          </a:p>
        </p:txBody>
      </p:sp>
    </p:spTree>
    <p:extLst>
      <p:ext uri="{BB962C8B-B14F-4D97-AF65-F5344CB8AC3E}">
        <p14:creationId xmlns:p14="http://schemas.microsoft.com/office/powerpoint/2010/main" val="3358167953"/>
      </p:ext>
    </p:extLst>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AB0F476F-A74F-4984-B782-19A2165877F6}" type="slidenum">
              <a:rPr lang="en-US"/>
              <a:pPr>
                <a:defRPr/>
              </a:pPr>
              <a:t>‹#›</a:t>
            </a:fld>
            <a:endParaRPr lang="en-US" dirty="0"/>
          </a:p>
        </p:txBody>
      </p:sp>
    </p:spTree>
    <p:extLst>
      <p:ext uri="{BB962C8B-B14F-4D97-AF65-F5344CB8AC3E}">
        <p14:creationId xmlns:p14="http://schemas.microsoft.com/office/powerpoint/2010/main" val="674507747"/>
      </p:ext>
    </p:extLst>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756F964-2020-4355-81F0-E1123DE5D07B}" type="slidenum">
              <a:rPr lang="en-US"/>
              <a:pPr>
                <a:defRPr/>
              </a:pPr>
              <a:t>‹#›</a:t>
            </a:fld>
            <a:endParaRPr lang="en-US"/>
          </a:p>
        </p:txBody>
      </p:sp>
    </p:spTree>
    <p:extLst>
      <p:ext uri="{BB962C8B-B14F-4D97-AF65-F5344CB8AC3E}">
        <p14:creationId xmlns:p14="http://schemas.microsoft.com/office/powerpoint/2010/main" val="3519620913"/>
      </p:ext>
    </p:extLst>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797F231-3F90-4962-8482-2AE88AFE4C17}" type="slidenum">
              <a:rPr lang="en-US"/>
              <a:pPr>
                <a:defRPr/>
              </a:pPr>
              <a:t>‹#›</a:t>
            </a:fld>
            <a:endParaRPr lang="en-US"/>
          </a:p>
        </p:txBody>
      </p:sp>
    </p:spTree>
    <p:extLst>
      <p:ext uri="{BB962C8B-B14F-4D97-AF65-F5344CB8AC3E}">
        <p14:creationId xmlns:p14="http://schemas.microsoft.com/office/powerpoint/2010/main" val="2036152540"/>
      </p:ext>
    </p:extLst>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AA8E343-1AA3-49A9-9F4E-1403F805DA31}" type="slidenum">
              <a:rPr lang="en-US"/>
              <a:pPr>
                <a:defRPr/>
              </a:pPr>
              <a:t>‹#›</a:t>
            </a:fld>
            <a:endParaRPr lang="en-US"/>
          </a:p>
        </p:txBody>
      </p:sp>
    </p:spTree>
    <p:extLst>
      <p:ext uri="{BB962C8B-B14F-4D97-AF65-F5344CB8AC3E}">
        <p14:creationId xmlns:p14="http://schemas.microsoft.com/office/powerpoint/2010/main" val="3402460049"/>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9696126-6E0E-48F5-858F-50B79D3E4D73}" type="slidenum">
              <a:rPr lang="en-US"/>
              <a:pPr>
                <a:defRPr/>
              </a:pPr>
              <a:t>‹#›</a:t>
            </a:fld>
            <a:endParaRPr lang="en-US"/>
          </a:p>
        </p:txBody>
      </p:sp>
    </p:spTree>
    <p:extLst>
      <p:ext uri="{BB962C8B-B14F-4D97-AF65-F5344CB8AC3E}">
        <p14:creationId xmlns:p14="http://schemas.microsoft.com/office/powerpoint/2010/main" val="4157603521"/>
      </p:ext>
    </p:extLst>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2A1D8F7-8A24-4E58-A9A7-19178BCB4439}" type="slidenum">
              <a:rPr lang="en-US"/>
              <a:pPr>
                <a:defRPr/>
              </a:pPr>
              <a:t>‹#›</a:t>
            </a:fld>
            <a:endParaRPr lang="en-US"/>
          </a:p>
        </p:txBody>
      </p:sp>
    </p:spTree>
    <p:extLst>
      <p:ext uri="{BB962C8B-B14F-4D97-AF65-F5344CB8AC3E}">
        <p14:creationId xmlns:p14="http://schemas.microsoft.com/office/powerpoint/2010/main" val="2709565861"/>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A42481B-7AF5-4EA2-ADD6-ED0929226445}" type="slidenum">
              <a:rPr lang="en-US"/>
              <a:pPr>
                <a:defRPr/>
              </a:pPr>
              <a:t>‹#›</a:t>
            </a:fld>
            <a:endParaRPr lang="en-US"/>
          </a:p>
        </p:txBody>
      </p:sp>
    </p:spTree>
    <p:extLst>
      <p:ext uri="{BB962C8B-B14F-4D97-AF65-F5344CB8AC3E}">
        <p14:creationId xmlns:p14="http://schemas.microsoft.com/office/powerpoint/2010/main" val="410017661"/>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E7465A7-0F96-4C57-8496-63EFC2B6FD41}" type="slidenum">
              <a:rPr lang="en-US"/>
              <a:pPr>
                <a:defRPr/>
              </a:pPr>
              <a:t>‹#›</a:t>
            </a:fld>
            <a:endParaRPr lang="en-US"/>
          </a:p>
        </p:txBody>
      </p:sp>
    </p:spTree>
    <p:extLst>
      <p:ext uri="{BB962C8B-B14F-4D97-AF65-F5344CB8AC3E}">
        <p14:creationId xmlns:p14="http://schemas.microsoft.com/office/powerpoint/2010/main" val="2458947111"/>
      </p:ext>
    </p:extLst>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ABCF620-4432-47FB-A21B-B395436243CE}" type="slidenum">
              <a:rPr lang="en-US"/>
              <a:pPr>
                <a:defRPr/>
              </a:pPr>
              <a:t>‹#›</a:t>
            </a:fld>
            <a:endParaRPr lang="en-US"/>
          </a:p>
        </p:txBody>
      </p:sp>
    </p:spTree>
    <p:extLst>
      <p:ext uri="{BB962C8B-B14F-4D97-AF65-F5344CB8AC3E}">
        <p14:creationId xmlns:p14="http://schemas.microsoft.com/office/powerpoint/2010/main" val="3869647040"/>
      </p:ext>
    </p:extLst>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0DEC71C-F28B-4827-A5EC-E657B3FAB4DF}" type="slidenum">
              <a:rPr lang="en-US"/>
              <a:pPr>
                <a:defRPr/>
              </a:pPr>
              <a:t>‹#›</a:t>
            </a:fld>
            <a:endParaRPr lang="en-US"/>
          </a:p>
        </p:txBody>
      </p:sp>
    </p:spTree>
    <p:extLst>
      <p:ext uri="{BB962C8B-B14F-4D97-AF65-F5344CB8AC3E}">
        <p14:creationId xmlns:p14="http://schemas.microsoft.com/office/powerpoint/2010/main" val="4012176393"/>
      </p:ext>
    </p:extLst>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4C75CF-A8E8-45C4-95AA-D4D7E31DEB12}" type="slidenum">
              <a:rPr lang="en-US"/>
              <a:pPr>
                <a:defRPr/>
              </a:pPr>
              <a:t>‹#›</a:t>
            </a:fld>
            <a:endParaRPr lang="en-US"/>
          </a:p>
        </p:txBody>
      </p:sp>
    </p:spTree>
    <p:extLst>
      <p:ext uri="{BB962C8B-B14F-4D97-AF65-F5344CB8AC3E}">
        <p14:creationId xmlns:p14="http://schemas.microsoft.com/office/powerpoint/2010/main" val="1039623794"/>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4967100-AD1F-48CB-81F4-EB2D7ABF1B52}" type="slidenum">
              <a:rPr lang="en-US"/>
              <a:pPr>
                <a:defRPr/>
              </a:pPr>
              <a:t>‹#›</a:t>
            </a:fld>
            <a:endParaRPr lang="en-US"/>
          </a:p>
        </p:txBody>
      </p:sp>
    </p:spTree>
    <p:extLst>
      <p:ext uri="{BB962C8B-B14F-4D97-AF65-F5344CB8AC3E}">
        <p14:creationId xmlns:p14="http://schemas.microsoft.com/office/powerpoint/2010/main" val="289757835"/>
      </p:ext>
    </p:extLst>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6A0D65F-3919-48CF-8CEF-6CF66DE3E72A}" type="slidenum">
              <a:rPr lang="en-US"/>
              <a:pPr>
                <a:defRPr/>
              </a:pPr>
              <a:t>‹#›</a:t>
            </a:fld>
            <a:endParaRPr lang="en-US"/>
          </a:p>
        </p:txBody>
      </p:sp>
    </p:spTree>
    <p:extLst>
      <p:ext uri="{BB962C8B-B14F-4D97-AF65-F5344CB8AC3E}">
        <p14:creationId xmlns:p14="http://schemas.microsoft.com/office/powerpoint/2010/main" val="3897875141"/>
      </p:ext>
    </p:extLst>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D24D206-3678-479E-BD84-10C7066384CB}" type="slidenum">
              <a:rPr lang="en-US"/>
              <a:pPr>
                <a:defRPr/>
              </a:pPr>
              <a:t>‹#›</a:t>
            </a:fld>
            <a:endParaRPr lang="en-US"/>
          </a:p>
        </p:txBody>
      </p:sp>
    </p:spTree>
    <p:extLst>
      <p:ext uri="{BB962C8B-B14F-4D97-AF65-F5344CB8AC3E}">
        <p14:creationId xmlns:p14="http://schemas.microsoft.com/office/powerpoint/2010/main" val="1100808838"/>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C0D929-B34F-44E5-9699-EFDBF78CE54D}" type="slidenum">
              <a:rPr lang="en-US"/>
              <a:pPr>
                <a:defRPr/>
              </a:pPr>
              <a:t>‹#›</a:t>
            </a:fld>
            <a:endParaRPr lang="en-US"/>
          </a:p>
        </p:txBody>
      </p:sp>
    </p:spTree>
    <p:extLst>
      <p:ext uri="{BB962C8B-B14F-4D97-AF65-F5344CB8AC3E}">
        <p14:creationId xmlns:p14="http://schemas.microsoft.com/office/powerpoint/2010/main" val="3655621304"/>
      </p:ext>
    </p:extLst>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ED468CB-9F24-408D-ADC3-141607984624}" type="slidenum">
              <a:rPr lang="en-US"/>
              <a:pPr>
                <a:defRPr/>
              </a:pPr>
              <a:t>‹#›</a:t>
            </a:fld>
            <a:endParaRPr lang="en-US"/>
          </a:p>
        </p:txBody>
      </p:sp>
    </p:spTree>
    <p:extLst>
      <p:ext uri="{BB962C8B-B14F-4D97-AF65-F5344CB8AC3E}">
        <p14:creationId xmlns:p14="http://schemas.microsoft.com/office/powerpoint/2010/main" val="2810709674"/>
      </p:ext>
    </p:extLst>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BA6F2F20-7488-4199-A402-B259D01666D8}" type="slidenum">
              <a:rPr lang="en-US"/>
              <a:pPr>
                <a:defRPr/>
              </a:pPr>
              <a:t>‹#›</a:t>
            </a:fld>
            <a:endParaRPr lang="en-US" dirty="0"/>
          </a:p>
        </p:txBody>
      </p:sp>
    </p:spTree>
    <p:extLst>
      <p:ext uri="{BB962C8B-B14F-4D97-AF65-F5344CB8AC3E}">
        <p14:creationId xmlns:p14="http://schemas.microsoft.com/office/powerpoint/2010/main" val="3602597545"/>
      </p:ext>
    </p:extLst>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234BA7F-420A-43BD-9038-64CF2730429C}" type="slidenum">
              <a:rPr lang="en-US"/>
              <a:pPr>
                <a:defRPr/>
              </a:pPr>
              <a:t>‹#›</a:t>
            </a:fld>
            <a:endParaRPr lang="en-US"/>
          </a:p>
        </p:txBody>
      </p:sp>
    </p:spTree>
    <p:extLst>
      <p:ext uri="{BB962C8B-B14F-4D97-AF65-F5344CB8AC3E}">
        <p14:creationId xmlns:p14="http://schemas.microsoft.com/office/powerpoint/2010/main" val="397260207"/>
      </p:ext>
    </p:extLst>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0419DB9-D0B8-4E2A-91FB-BE677D9134C8}" type="slidenum">
              <a:rPr lang="en-US"/>
              <a:pPr>
                <a:defRPr/>
              </a:pPr>
              <a:t>‹#›</a:t>
            </a:fld>
            <a:endParaRPr lang="en-US"/>
          </a:p>
        </p:txBody>
      </p:sp>
    </p:spTree>
    <p:extLst>
      <p:ext uri="{BB962C8B-B14F-4D97-AF65-F5344CB8AC3E}">
        <p14:creationId xmlns:p14="http://schemas.microsoft.com/office/powerpoint/2010/main" val="3616220603"/>
      </p:ext>
    </p:extLst>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B6BFC29-891E-47F7-BE64-D573D0E5C9F7}" type="slidenum">
              <a:rPr lang="en-US"/>
              <a:pPr>
                <a:defRPr/>
              </a:pPr>
              <a:t>‹#›</a:t>
            </a:fld>
            <a:endParaRPr lang="en-US"/>
          </a:p>
        </p:txBody>
      </p:sp>
    </p:spTree>
    <p:extLst>
      <p:ext uri="{BB962C8B-B14F-4D97-AF65-F5344CB8AC3E}">
        <p14:creationId xmlns:p14="http://schemas.microsoft.com/office/powerpoint/2010/main" val="1186244960"/>
      </p:ext>
    </p:extLst>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6EA9813-4006-4AB3-B98C-6AA4F38F69E1}" type="slidenum">
              <a:rPr lang="en-US"/>
              <a:pPr>
                <a:defRPr/>
              </a:pPr>
              <a:t>‹#›</a:t>
            </a:fld>
            <a:endParaRPr lang="en-US"/>
          </a:p>
        </p:txBody>
      </p:sp>
    </p:spTree>
    <p:extLst>
      <p:ext uri="{BB962C8B-B14F-4D97-AF65-F5344CB8AC3E}">
        <p14:creationId xmlns:p14="http://schemas.microsoft.com/office/powerpoint/2010/main" val="3141876868"/>
      </p:ext>
    </p:extLst>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4F32877-92EA-4AAA-94E6-CB54E2E49BC8}" type="slidenum">
              <a:rPr lang="en-US"/>
              <a:pPr>
                <a:defRPr/>
              </a:pPr>
              <a:t>‹#›</a:t>
            </a:fld>
            <a:endParaRPr lang="en-US"/>
          </a:p>
        </p:txBody>
      </p:sp>
    </p:spTree>
    <p:extLst>
      <p:ext uri="{BB962C8B-B14F-4D97-AF65-F5344CB8AC3E}">
        <p14:creationId xmlns:p14="http://schemas.microsoft.com/office/powerpoint/2010/main" val="838535236"/>
      </p:ext>
    </p:extLst>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319E61F-6E6C-419B-BBD8-57EE3310781A}" type="slidenum">
              <a:rPr lang="en-US"/>
              <a:pPr>
                <a:defRPr/>
              </a:pPr>
              <a:t>‹#›</a:t>
            </a:fld>
            <a:endParaRPr lang="en-US"/>
          </a:p>
        </p:txBody>
      </p:sp>
    </p:spTree>
    <p:extLst>
      <p:ext uri="{BB962C8B-B14F-4D97-AF65-F5344CB8AC3E}">
        <p14:creationId xmlns:p14="http://schemas.microsoft.com/office/powerpoint/2010/main" val="3435932615"/>
      </p:ext>
    </p:extLst>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1286BF-96DC-4F68-89E7-4C966F5F7E92}" type="slidenum">
              <a:rPr lang="en-US"/>
              <a:pPr>
                <a:defRPr/>
              </a:pPr>
              <a:t>‹#›</a:t>
            </a:fld>
            <a:endParaRPr lang="en-US"/>
          </a:p>
        </p:txBody>
      </p:sp>
    </p:spTree>
    <p:extLst>
      <p:ext uri="{BB962C8B-B14F-4D97-AF65-F5344CB8AC3E}">
        <p14:creationId xmlns:p14="http://schemas.microsoft.com/office/powerpoint/2010/main" val="3338642406"/>
      </p:ext>
    </p:extLst>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F12516-0B0E-4BFA-971E-57AE3C70960B}" type="slidenum">
              <a:rPr lang="en-US"/>
              <a:pPr>
                <a:defRPr/>
              </a:pPr>
              <a:t>‹#›</a:t>
            </a:fld>
            <a:endParaRPr lang="en-US"/>
          </a:p>
        </p:txBody>
      </p:sp>
    </p:spTree>
    <p:extLst>
      <p:ext uri="{BB962C8B-B14F-4D97-AF65-F5344CB8AC3E}">
        <p14:creationId xmlns:p14="http://schemas.microsoft.com/office/powerpoint/2010/main" val="3674835759"/>
      </p:ext>
    </p:extLst>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31AD752-E9C7-4A1D-9099-0C223533E26A}" type="slidenum">
              <a:rPr lang="en-US"/>
              <a:pPr>
                <a:defRPr/>
              </a:pPr>
              <a:t>‹#›</a:t>
            </a:fld>
            <a:endParaRPr lang="en-US"/>
          </a:p>
        </p:txBody>
      </p:sp>
    </p:spTree>
    <p:extLst>
      <p:ext uri="{BB962C8B-B14F-4D97-AF65-F5344CB8AC3E}">
        <p14:creationId xmlns:p14="http://schemas.microsoft.com/office/powerpoint/2010/main" val="2965867391"/>
      </p:ext>
    </p:extLst>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3A6212A-98B9-44B5-8C31-326CCD84CAC7}" type="slidenum">
              <a:rPr lang="en-US"/>
              <a:pPr>
                <a:defRPr/>
              </a:pPr>
              <a:t>‹#›</a:t>
            </a:fld>
            <a:endParaRPr lang="en-US"/>
          </a:p>
        </p:txBody>
      </p:sp>
    </p:spTree>
    <p:extLst>
      <p:ext uri="{BB962C8B-B14F-4D97-AF65-F5344CB8AC3E}">
        <p14:creationId xmlns:p14="http://schemas.microsoft.com/office/powerpoint/2010/main" val="2707916738"/>
      </p:ext>
    </p:extLst>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3D26B51-0564-4150-9D6F-989422C4A483}" type="slidenum">
              <a:rPr lang="en-US"/>
              <a:pPr>
                <a:defRPr/>
              </a:pPr>
              <a:t>‹#›</a:t>
            </a:fld>
            <a:endParaRPr lang="en-US"/>
          </a:p>
        </p:txBody>
      </p:sp>
    </p:spTree>
    <p:extLst>
      <p:ext uri="{BB962C8B-B14F-4D97-AF65-F5344CB8AC3E}">
        <p14:creationId xmlns:p14="http://schemas.microsoft.com/office/powerpoint/2010/main" val="2585235646"/>
      </p:ext>
    </p:extLst>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012A8C-22AB-4478-A87C-9A1885D0267E}" type="slidenum">
              <a:rPr lang="en-US"/>
              <a:pPr>
                <a:defRPr/>
              </a:pPr>
              <a:t>‹#›</a:t>
            </a:fld>
            <a:endParaRPr lang="en-US"/>
          </a:p>
        </p:txBody>
      </p:sp>
    </p:spTree>
    <p:extLst>
      <p:ext uri="{BB962C8B-B14F-4D97-AF65-F5344CB8AC3E}">
        <p14:creationId xmlns:p14="http://schemas.microsoft.com/office/powerpoint/2010/main" val="957825003"/>
      </p:ext>
    </p:extLst>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FEA07DA-3634-4487-B664-0043A00E10A6}" type="slidenum">
              <a:rPr lang="en-US"/>
              <a:pPr>
                <a:defRPr/>
              </a:pPr>
              <a:t>‹#›</a:t>
            </a:fld>
            <a:endParaRPr lang="en-US"/>
          </a:p>
        </p:txBody>
      </p:sp>
    </p:spTree>
    <p:extLst>
      <p:ext uri="{BB962C8B-B14F-4D97-AF65-F5344CB8AC3E}">
        <p14:creationId xmlns:p14="http://schemas.microsoft.com/office/powerpoint/2010/main" val="2950105441"/>
      </p:ext>
    </p:extLst>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E1FE00E-D038-4FF5-8ED1-1F658FBD2E6E}" type="slidenum">
              <a:rPr lang="en-US"/>
              <a:pPr>
                <a:defRPr/>
              </a:pPr>
              <a:t>‹#›</a:t>
            </a:fld>
            <a:endParaRPr lang="en-US"/>
          </a:p>
        </p:txBody>
      </p:sp>
    </p:spTree>
    <p:extLst>
      <p:ext uri="{BB962C8B-B14F-4D97-AF65-F5344CB8AC3E}">
        <p14:creationId xmlns:p14="http://schemas.microsoft.com/office/powerpoint/2010/main" val="2961332433"/>
      </p:ext>
    </p:extLst>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D4DC463-DD6C-487D-82CF-1FA60118B8BB}" type="slidenum">
              <a:rPr lang="en-US"/>
              <a:pPr>
                <a:defRPr/>
              </a:pPr>
              <a:t>‹#›</a:t>
            </a:fld>
            <a:endParaRPr lang="en-US"/>
          </a:p>
        </p:txBody>
      </p:sp>
    </p:spTree>
    <p:extLst>
      <p:ext uri="{BB962C8B-B14F-4D97-AF65-F5344CB8AC3E}">
        <p14:creationId xmlns:p14="http://schemas.microsoft.com/office/powerpoint/2010/main" val="892435863"/>
      </p:ext>
    </p:extLst>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D0D72E6A-161D-4F83-B2B3-D09C581CE227}" type="slidenum">
              <a:rPr lang="en-US"/>
              <a:pPr>
                <a:defRPr/>
              </a:pPr>
              <a:t>‹#›</a:t>
            </a:fld>
            <a:endParaRPr lang="en-US" dirty="0"/>
          </a:p>
        </p:txBody>
      </p:sp>
    </p:spTree>
    <p:extLst>
      <p:ext uri="{BB962C8B-B14F-4D97-AF65-F5344CB8AC3E}">
        <p14:creationId xmlns:p14="http://schemas.microsoft.com/office/powerpoint/2010/main" val="1155914059"/>
      </p:ext>
    </p:extLst>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1990687-CE26-4DC4-A672-BEF4D78AE904}" type="slidenum">
              <a:rPr lang="en-US"/>
              <a:pPr>
                <a:defRPr/>
              </a:pPr>
              <a:t>‹#›</a:t>
            </a:fld>
            <a:endParaRPr lang="en-US"/>
          </a:p>
        </p:txBody>
      </p:sp>
    </p:spTree>
    <p:extLst>
      <p:ext uri="{BB962C8B-B14F-4D97-AF65-F5344CB8AC3E}">
        <p14:creationId xmlns:p14="http://schemas.microsoft.com/office/powerpoint/2010/main" val="4241249565"/>
      </p:ext>
    </p:extLst>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32A1CCE-A7DD-4580-956E-175B4154A8FC}" type="slidenum">
              <a:rPr lang="en-US"/>
              <a:pPr>
                <a:defRPr/>
              </a:pPr>
              <a:t>‹#›</a:t>
            </a:fld>
            <a:endParaRPr lang="en-US"/>
          </a:p>
        </p:txBody>
      </p:sp>
    </p:spTree>
    <p:extLst>
      <p:ext uri="{BB962C8B-B14F-4D97-AF65-F5344CB8AC3E}">
        <p14:creationId xmlns:p14="http://schemas.microsoft.com/office/powerpoint/2010/main" val="141298205"/>
      </p:ext>
    </p:extLst>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05809D9-37AB-4B17-B4F7-D22DB2AB5733}" type="slidenum">
              <a:rPr lang="en-US"/>
              <a:pPr>
                <a:defRPr/>
              </a:pPr>
              <a:t>‹#›</a:t>
            </a:fld>
            <a:endParaRPr lang="en-US"/>
          </a:p>
        </p:txBody>
      </p:sp>
    </p:spTree>
    <p:extLst>
      <p:ext uri="{BB962C8B-B14F-4D97-AF65-F5344CB8AC3E}">
        <p14:creationId xmlns:p14="http://schemas.microsoft.com/office/powerpoint/2010/main" val="1671522651"/>
      </p:ext>
    </p:extLst>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CA8E51B-9449-40D7-89B1-261B2910FAF6}" type="slidenum">
              <a:rPr lang="en-US"/>
              <a:pPr>
                <a:defRPr/>
              </a:pPr>
              <a:t>‹#›</a:t>
            </a:fld>
            <a:endParaRPr lang="en-US"/>
          </a:p>
        </p:txBody>
      </p:sp>
    </p:spTree>
    <p:extLst>
      <p:ext uri="{BB962C8B-B14F-4D97-AF65-F5344CB8AC3E}">
        <p14:creationId xmlns:p14="http://schemas.microsoft.com/office/powerpoint/2010/main" val="3676285355"/>
      </p:ext>
    </p:extLst>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5A463C6-FD15-476E-8472-ED2046E02FAB}" type="slidenum">
              <a:rPr lang="en-US"/>
              <a:pPr>
                <a:defRPr/>
              </a:pPr>
              <a:t>‹#›</a:t>
            </a:fld>
            <a:endParaRPr lang="en-US"/>
          </a:p>
        </p:txBody>
      </p:sp>
    </p:spTree>
    <p:extLst>
      <p:ext uri="{BB962C8B-B14F-4D97-AF65-F5344CB8AC3E}">
        <p14:creationId xmlns:p14="http://schemas.microsoft.com/office/powerpoint/2010/main" val="1607839766"/>
      </p:ext>
    </p:extLst>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9F4EF56-530E-4ADA-93F1-3F4FB31DD2A0}" type="slidenum">
              <a:rPr lang="en-US"/>
              <a:pPr>
                <a:defRPr/>
              </a:pPr>
              <a:t>‹#›</a:t>
            </a:fld>
            <a:endParaRPr lang="en-US"/>
          </a:p>
        </p:txBody>
      </p:sp>
    </p:spTree>
    <p:extLst>
      <p:ext uri="{BB962C8B-B14F-4D97-AF65-F5344CB8AC3E}">
        <p14:creationId xmlns:p14="http://schemas.microsoft.com/office/powerpoint/2010/main" val="2566714360"/>
      </p:ext>
    </p:extLst>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F03D73D-3C99-44A1-B131-A1B062F3345A}" type="slidenum">
              <a:rPr lang="en-US"/>
              <a:pPr>
                <a:defRPr/>
              </a:pPr>
              <a:t>‹#›</a:t>
            </a:fld>
            <a:endParaRPr lang="en-US"/>
          </a:p>
        </p:txBody>
      </p:sp>
    </p:spTree>
    <p:extLst>
      <p:ext uri="{BB962C8B-B14F-4D97-AF65-F5344CB8AC3E}">
        <p14:creationId xmlns:p14="http://schemas.microsoft.com/office/powerpoint/2010/main" val="255970765"/>
      </p:ext>
    </p:extLst>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E6CA36A-74A9-482E-AC38-416A1A4CAE36}" type="slidenum">
              <a:rPr lang="en-US"/>
              <a:pPr>
                <a:defRPr/>
              </a:pPr>
              <a:t>‹#›</a:t>
            </a:fld>
            <a:endParaRPr lang="en-US"/>
          </a:p>
        </p:txBody>
      </p:sp>
    </p:spTree>
    <p:extLst>
      <p:ext uri="{BB962C8B-B14F-4D97-AF65-F5344CB8AC3E}">
        <p14:creationId xmlns:p14="http://schemas.microsoft.com/office/powerpoint/2010/main" val="2361028837"/>
      </p:ext>
    </p:extLst>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9E569B8-6B19-402F-AE10-AB941BE35EA8}" type="slidenum">
              <a:rPr lang="en-US"/>
              <a:pPr>
                <a:defRPr/>
              </a:pPr>
              <a:t>‹#›</a:t>
            </a:fld>
            <a:endParaRPr lang="en-US"/>
          </a:p>
        </p:txBody>
      </p:sp>
    </p:spTree>
    <p:extLst>
      <p:ext uri="{BB962C8B-B14F-4D97-AF65-F5344CB8AC3E}">
        <p14:creationId xmlns:p14="http://schemas.microsoft.com/office/powerpoint/2010/main" val="3371602841"/>
      </p:ext>
    </p:extLst>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AAAC0CD-A9D2-4A0C-B602-AA4E26177D2B}" type="slidenum">
              <a:rPr lang="en-US"/>
              <a:pPr>
                <a:defRPr/>
              </a:pPr>
              <a:t>‹#›</a:t>
            </a:fld>
            <a:endParaRPr lang="en-US"/>
          </a:p>
        </p:txBody>
      </p:sp>
    </p:spTree>
    <p:extLst>
      <p:ext uri="{BB962C8B-B14F-4D97-AF65-F5344CB8AC3E}">
        <p14:creationId xmlns:p14="http://schemas.microsoft.com/office/powerpoint/2010/main" val="528712297"/>
      </p:ext>
    </p:extLst>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D4D5685-60B8-469E-9D07-B8839C088F64}" type="slidenum">
              <a:rPr lang="en-US"/>
              <a:pPr>
                <a:defRPr/>
              </a:pPr>
              <a:t>‹#›</a:t>
            </a:fld>
            <a:endParaRPr lang="en-US"/>
          </a:p>
        </p:txBody>
      </p:sp>
    </p:spTree>
    <p:extLst>
      <p:ext uri="{BB962C8B-B14F-4D97-AF65-F5344CB8AC3E}">
        <p14:creationId xmlns:p14="http://schemas.microsoft.com/office/powerpoint/2010/main" val="3716616334"/>
      </p:ext>
    </p:extLst>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079126-83E0-4E67-8523-2689AD81B722}" type="slidenum">
              <a:rPr lang="en-US"/>
              <a:pPr>
                <a:defRPr/>
              </a:pPr>
              <a:t>‹#›</a:t>
            </a:fld>
            <a:endParaRPr lang="en-US"/>
          </a:p>
        </p:txBody>
      </p:sp>
    </p:spTree>
    <p:extLst>
      <p:ext uri="{BB962C8B-B14F-4D97-AF65-F5344CB8AC3E}">
        <p14:creationId xmlns:p14="http://schemas.microsoft.com/office/powerpoint/2010/main" val="2149767853"/>
      </p:ext>
    </p:extLst>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BFAE1F-451A-41C5-BCC3-7F14D13AE6CB}" type="slidenum">
              <a:rPr lang="en-US"/>
              <a:pPr>
                <a:defRPr/>
              </a:pPr>
              <a:t>‹#›</a:t>
            </a:fld>
            <a:endParaRPr lang="en-US"/>
          </a:p>
        </p:txBody>
      </p:sp>
    </p:spTree>
    <p:extLst>
      <p:ext uri="{BB962C8B-B14F-4D97-AF65-F5344CB8AC3E}">
        <p14:creationId xmlns:p14="http://schemas.microsoft.com/office/powerpoint/2010/main" val="3091454043"/>
      </p:ext>
    </p:extLst>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792A42D-1B98-470C-9C0C-CD2D40766133}" type="slidenum">
              <a:rPr lang="en-US"/>
              <a:pPr>
                <a:defRPr/>
              </a:pPr>
              <a:t>‹#›</a:t>
            </a:fld>
            <a:endParaRPr lang="en-US"/>
          </a:p>
        </p:txBody>
      </p:sp>
    </p:spTree>
    <p:extLst>
      <p:ext uri="{BB962C8B-B14F-4D97-AF65-F5344CB8AC3E}">
        <p14:creationId xmlns:p14="http://schemas.microsoft.com/office/powerpoint/2010/main" val="1214371569"/>
      </p:ext>
    </p:extLst>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7085641-C7C3-4BF9-B01C-8389F4089D68}" type="slidenum">
              <a:rPr lang="en-US"/>
              <a:pPr>
                <a:defRPr/>
              </a:pPr>
              <a:t>‹#›</a:t>
            </a:fld>
            <a:endParaRPr lang="en-US"/>
          </a:p>
        </p:txBody>
      </p:sp>
    </p:spTree>
    <p:extLst>
      <p:ext uri="{BB962C8B-B14F-4D97-AF65-F5344CB8AC3E}">
        <p14:creationId xmlns:p14="http://schemas.microsoft.com/office/powerpoint/2010/main" val="4046784992"/>
      </p:ext>
    </p:extLst>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B5CE71F7-80F6-49F3-B376-E746E3021031}" type="slidenum">
              <a:rPr lang="en-US"/>
              <a:pPr>
                <a:defRPr/>
              </a:pPr>
              <a:t>‹#›</a:t>
            </a:fld>
            <a:endParaRPr lang="en-US" dirty="0"/>
          </a:p>
        </p:txBody>
      </p:sp>
    </p:spTree>
    <p:extLst>
      <p:ext uri="{BB962C8B-B14F-4D97-AF65-F5344CB8AC3E}">
        <p14:creationId xmlns:p14="http://schemas.microsoft.com/office/powerpoint/2010/main" val="1069716651"/>
      </p:ext>
    </p:extLst>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5F1042-7E6F-499A-B545-5B55FD913D9D}" type="slidenum">
              <a:rPr lang="en-US"/>
              <a:pPr>
                <a:defRPr/>
              </a:pPr>
              <a:t>‹#›</a:t>
            </a:fld>
            <a:endParaRPr lang="en-US"/>
          </a:p>
        </p:txBody>
      </p:sp>
    </p:spTree>
    <p:extLst>
      <p:ext uri="{BB962C8B-B14F-4D97-AF65-F5344CB8AC3E}">
        <p14:creationId xmlns:p14="http://schemas.microsoft.com/office/powerpoint/2010/main" val="1375795634"/>
      </p:ext>
    </p:extLst>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C196AC5-F0E3-42FD-AB48-318FA5BCCCFE}" type="slidenum">
              <a:rPr lang="en-US"/>
              <a:pPr>
                <a:defRPr/>
              </a:pPr>
              <a:t>‹#›</a:t>
            </a:fld>
            <a:endParaRPr lang="en-US"/>
          </a:p>
        </p:txBody>
      </p:sp>
    </p:spTree>
    <p:extLst>
      <p:ext uri="{BB962C8B-B14F-4D97-AF65-F5344CB8AC3E}">
        <p14:creationId xmlns:p14="http://schemas.microsoft.com/office/powerpoint/2010/main" val="2386738147"/>
      </p:ext>
    </p:extLst>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645B523-12F9-4658-9205-DA7C8CC80455}" type="slidenum">
              <a:rPr lang="en-US"/>
              <a:pPr>
                <a:defRPr/>
              </a:pPr>
              <a:t>‹#›</a:t>
            </a:fld>
            <a:endParaRPr lang="en-US"/>
          </a:p>
        </p:txBody>
      </p:sp>
    </p:spTree>
    <p:extLst>
      <p:ext uri="{BB962C8B-B14F-4D97-AF65-F5344CB8AC3E}">
        <p14:creationId xmlns:p14="http://schemas.microsoft.com/office/powerpoint/2010/main" val="2038511368"/>
      </p:ext>
    </p:extLst>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65AAF39-85EB-403B-BE4A-08C85DBF022F}" type="slidenum">
              <a:rPr lang="en-US"/>
              <a:pPr>
                <a:defRPr/>
              </a:pPr>
              <a:t>‹#›</a:t>
            </a:fld>
            <a:endParaRPr lang="en-US"/>
          </a:p>
        </p:txBody>
      </p:sp>
    </p:spTree>
    <p:extLst>
      <p:ext uri="{BB962C8B-B14F-4D97-AF65-F5344CB8AC3E}">
        <p14:creationId xmlns:p14="http://schemas.microsoft.com/office/powerpoint/2010/main" val="2063397916"/>
      </p:ext>
    </p:extLst>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BD5733-A75C-48D6-9190-3DF13286B6DD}" type="slidenum">
              <a:rPr lang="en-US"/>
              <a:pPr>
                <a:defRPr/>
              </a:pPr>
              <a:t>‹#›</a:t>
            </a:fld>
            <a:endParaRPr lang="en-US"/>
          </a:p>
        </p:txBody>
      </p:sp>
    </p:spTree>
    <p:extLst>
      <p:ext uri="{BB962C8B-B14F-4D97-AF65-F5344CB8AC3E}">
        <p14:creationId xmlns:p14="http://schemas.microsoft.com/office/powerpoint/2010/main" val="117717316"/>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7964F1F-DBF3-4A46-888D-5236CA35D8CB}" type="slidenum">
              <a:rPr lang="en-US"/>
              <a:pPr>
                <a:defRPr/>
              </a:pPr>
              <a:t>‹#›</a:t>
            </a:fld>
            <a:endParaRPr lang="en-US"/>
          </a:p>
        </p:txBody>
      </p:sp>
    </p:spTree>
    <p:extLst>
      <p:ext uri="{BB962C8B-B14F-4D97-AF65-F5344CB8AC3E}">
        <p14:creationId xmlns:p14="http://schemas.microsoft.com/office/powerpoint/2010/main" val="3381238017"/>
      </p:ext>
    </p:extLst>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E29359B-FC80-4C22-8E6F-BFD9FF04C74B}" type="slidenum">
              <a:rPr lang="en-US"/>
              <a:pPr>
                <a:defRPr/>
              </a:pPr>
              <a:t>‹#›</a:t>
            </a:fld>
            <a:endParaRPr lang="en-US"/>
          </a:p>
        </p:txBody>
      </p:sp>
    </p:spTree>
    <p:extLst>
      <p:ext uri="{BB962C8B-B14F-4D97-AF65-F5344CB8AC3E}">
        <p14:creationId xmlns:p14="http://schemas.microsoft.com/office/powerpoint/2010/main" val="390663663"/>
      </p:ext>
    </p:extLst>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0E9BADA-C78C-46A9-89EB-75EC368C1EBB}" type="slidenum">
              <a:rPr lang="en-US"/>
              <a:pPr>
                <a:defRPr/>
              </a:pPr>
              <a:t>‹#›</a:t>
            </a:fld>
            <a:endParaRPr lang="en-US"/>
          </a:p>
        </p:txBody>
      </p:sp>
    </p:spTree>
    <p:extLst>
      <p:ext uri="{BB962C8B-B14F-4D97-AF65-F5344CB8AC3E}">
        <p14:creationId xmlns:p14="http://schemas.microsoft.com/office/powerpoint/2010/main" val="686917345"/>
      </p:ext>
    </p:extLst>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7A719D-6F5E-418E-80BC-C90C47E96697}" type="slidenum">
              <a:rPr lang="en-US"/>
              <a:pPr>
                <a:defRPr/>
              </a:pPr>
              <a:t>‹#›</a:t>
            </a:fld>
            <a:endParaRPr lang="en-US"/>
          </a:p>
        </p:txBody>
      </p:sp>
    </p:spTree>
    <p:extLst>
      <p:ext uri="{BB962C8B-B14F-4D97-AF65-F5344CB8AC3E}">
        <p14:creationId xmlns:p14="http://schemas.microsoft.com/office/powerpoint/2010/main" val="2430028807"/>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EEA535E-18A4-4C77-AB41-3872CDB8DF31}" type="slidenum">
              <a:rPr lang="en-US"/>
              <a:pPr>
                <a:defRPr/>
              </a:pPr>
              <a:t>‹#›</a:t>
            </a:fld>
            <a:endParaRPr lang="en-US"/>
          </a:p>
        </p:txBody>
      </p:sp>
    </p:spTree>
    <p:extLst>
      <p:ext uri="{BB962C8B-B14F-4D97-AF65-F5344CB8AC3E}">
        <p14:creationId xmlns:p14="http://schemas.microsoft.com/office/powerpoint/2010/main" val="1014480055"/>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5D059BC-3E4D-4437-B7EA-397CCFB5877D}" type="slidenum">
              <a:rPr lang="en-US"/>
              <a:pPr>
                <a:defRPr/>
              </a:pPr>
              <a:t>‹#›</a:t>
            </a:fld>
            <a:endParaRPr lang="en-US"/>
          </a:p>
        </p:txBody>
      </p:sp>
    </p:spTree>
    <p:extLst>
      <p:ext uri="{BB962C8B-B14F-4D97-AF65-F5344CB8AC3E}">
        <p14:creationId xmlns:p14="http://schemas.microsoft.com/office/powerpoint/2010/main" val="872203051"/>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DCE0B89-57B7-43E0-8A68-0C03D8EEFF17}" type="slidenum">
              <a:rPr lang="en-US"/>
              <a:pPr>
                <a:defRPr/>
              </a:pPr>
              <a:t>‹#›</a:t>
            </a:fld>
            <a:endParaRPr lang="en-US"/>
          </a:p>
        </p:txBody>
      </p:sp>
    </p:spTree>
    <p:extLst>
      <p:ext uri="{BB962C8B-B14F-4D97-AF65-F5344CB8AC3E}">
        <p14:creationId xmlns:p14="http://schemas.microsoft.com/office/powerpoint/2010/main" val="3530475959"/>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B91BEFF-D6CE-432F-9E9B-EB9B08DB76E6}" type="slidenum">
              <a:rPr lang="en-US"/>
              <a:pPr>
                <a:defRPr/>
              </a:pPr>
              <a:t>‹#›</a:t>
            </a:fld>
            <a:endParaRPr lang="en-US"/>
          </a:p>
        </p:txBody>
      </p:sp>
    </p:spTree>
    <p:extLst>
      <p:ext uri="{BB962C8B-B14F-4D97-AF65-F5344CB8AC3E}">
        <p14:creationId xmlns:p14="http://schemas.microsoft.com/office/powerpoint/2010/main" val="1008982447"/>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D4E5943-4891-47AC-B3EA-E14F673AB55E}" type="slidenum">
              <a:rPr lang="en-US"/>
              <a:pPr>
                <a:defRPr/>
              </a:pPr>
              <a:t>‹#›</a:t>
            </a:fld>
            <a:endParaRPr lang="en-US"/>
          </a:p>
        </p:txBody>
      </p:sp>
    </p:spTree>
    <p:extLst>
      <p:ext uri="{BB962C8B-B14F-4D97-AF65-F5344CB8AC3E}">
        <p14:creationId xmlns:p14="http://schemas.microsoft.com/office/powerpoint/2010/main" val="2642885745"/>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243D7B4-0EF6-421F-92DD-FDF276CC8162}" type="slidenum">
              <a:rPr lang="en-US"/>
              <a:pPr>
                <a:defRPr/>
              </a:pPr>
              <a:t>‹#›</a:t>
            </a:fld>
            <a:endParaRPr lang="en-US"/>
          </a:p>
        </p:txBody>
      </p:sp>
    </p:spTree>
    <p:extLst>
      <p:ext uri="{BB962C8B-B14F-4D97-AF65-F5344CB8AC3E}">
        <p14:creationId xmlns:p14="http://schemas.microsoft.com/office/powerpoint/2010/main" val="1927494268"/>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04ECE402-23CC-449A-8394-82699BFE9E6E}" type="slidenum">
              <a:rPr lang="en-US"/>
              <a:pPr>
                <a:defRPr/>
              </a:pPr>
              <a:t>‹#›</a:t>
            </a:fld>
            <a:endParaRPr lang="en-US" dirty="0"/>
          </a:p>
        </p:txBody>
      </p:sp>
    </p:spTree>
    <p:extLst>
      <p:ext uri="{BB962C8B-B14F-4D97-AF65-F5344CB8AC3E}">
        <p14:creationId xmlns:p14="http://schemas.microsoft.com/office/powerpoint/2010/main" val="2654186752"/>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1FE0D1A-8356-4B28-94F5-D752655A676E}" type="slidenum">
              <a:rPr lang="en-US"/>
              <a:pPr>
                <a:defRPr/>
              </a:pPr>
              <a:t>‹#›</a:t>
            </a:fld>
            <a:endParaRPr lang="en-US"/>
          </a:p>
        </p:txBody>
      </p:sp>
    </p:spTree>
    <p:extLst>
      <p:ext uri="{BB962C8B-B14F-4D97-AF65-F5344CB8AC3E}">
        <p14:creationId xmlns:p14="http://schemas.microsoft.com/office/powerpoint/2010/main" val="454653246"/>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FA39133-2857-462A-9375-1FFA64B41237}" type="slidenum">
              <a:rPr lang="en-US"/>
              <a:pPr>
                <a:defRPr/>
              </a:pPr>
              <a:t>‹#›</a:t>
            </a:fld>
            <a:endParaRPr lang="en-US"/>
          </a:p>
        </p:txBody>
      </p:sp>
    </p:spTree>
    <p:extLst>
      <p:ext uri="{BB962C8B-B14F-4D97-AF65-F5344CB8AC3E}">
        <p14:creationId xmlns:p14="http://schemas.microsoft.com/office/powerpoint/2010/main" val="3375070944"/>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17642BF-EEE6-4B9E-807A-E0042EAAAFE1}" type="slidenum">
              <a:rPr lang="en-US"/>
              <a:pPr>
                <a:defRPr/>
              </a:pPr>
              <a:t>‹#›</a:t>
            </a:fld>
            <a:endParaRPr lang="en-US"/>
          </a:p>
        </p:txBody>
      </p:sp>
    </p:spTree>
    <p:extLst>
      <p:ext uri="{BB962C8B-B14F-4D97-AF65-F5344CB8AC3E}">
        <p14:creationId xmlns:p14="http://schemas.microsoft.com/office/powerpoint/2010/main" val="3987868674"/>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8FFFC18-C8CB-466F-8AC9-81BB4EE7C9BE}" type="slidenum">
              <a:rPr lang="en-US"/>
              <a:pPr>
                <a:defRPr/>
              </a:pPr>
              <a:t>‹#›</a:t>
            </a:fld>
            <a:endParaRPr lang="en-US"/>
          </a:p>
        </p:txBody>
      </p:sp>
    </p:spTree>
    <p:extLst>
      <p:ext uri="{BB962C8B-B14F-4D97-AF65-F5344CB8AC3E}">
        <p14:creationId xmlns:p14="http://schemas.microsoft.com/office/powerpoint/2010/main" val="3653250182"/>
      </p:ext>
    </p:extLst>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25CACE2-8DC3-4D12-A243-4131741EE8C2}" type="slidenum">
              <a:rPr lang="en-US"/>
              <a:pPr>
                <a:defRPr/>
              </a:pPr>
              <a:t>‹#›</a:t>
            </a:fld>
            <a:endParaRPr lang="en-US"/>
          </a:p>
        </p:txBody>
      </p:sp>
    </p:spTree>
    <p:extLst>
      <p:ext uri="{BB962C8B-B14F-4D97-AF65-F5344CB8AC3E}">
        <p14:creationId xmlns:p14="http://schemas.microsoft.com/office/powerpoint/2010/main" val="291705689"/>
      </p:ext>
    </p:extLst>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2795732-732F-4200-BC9E-9CA027482CC0}" type="slidenum">
              <a:rPr lang="en-US"/>
              <a:pPr>
                <a:defRPr/>
              </a:pPr>
              <a:t>‹#›</a:t>
            </a:fld>
            <a:endParaRPr lang="en-US"/>
          </a:p>
        </p:txBody>
      </p:sp>
    </p:spTree>
    <p:extLst>
      <p:ext uri="{BB962C8B-B14F-4D97-AF65-F5344CB8AC3E}">
        <p14:creationId xmlns:p14="http://schemas.microsoft.com/office/powerpoint/2010/main" val="4027588621"/>
      </p:ext>
    </p:extLst>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5AB7F7F-D495-4D94-85AD-8942D7C2712C}" type="slidenum">
              <a:rPr lang="en-US"/>
              <a:pPr>
                <a:defRPr/>
              </a:pPr>
              <a:t>‹#›</a:t>
            </a:fld>
            <a:endParaRPr lang="en-US"/>
          </a:p>
        </p:txBody>
      </p:sp>
    </p:spTree>
    <p:extLst>
      <p:ext uri="{BB962C8B-B14F-4D97-AF65-F5344CB8AC3E}">
        <p14:creationId xmlns:p14="http://schemas.microsoft.com/office/powerpoint/2010/main" val="1436714174"/>
      </p:ext>
    </p:extLst>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2FB806-9D7C-437F-9061-A5FA7D8BFD20}" type="slidenum">
              <a:rPr lang="en-US"/>
              <a:pPr>
                <a:defRPr/>
              </a:pPr>
              <a:t>‹#›</a:t>
            </a:fld>
            <a:endParaRPr lang="en-US"/>
          </a:p>
        </p:txBody>
      </p:sp>
    </p:spTree>
    <p:extLst>
      <p:ext uri="{BB962C8B-B14F-4D97-AF65-F5344CB8AC3E}">
        <p14:creationId xmlns:p14="http://schemas.microsoft.com/office/powerpoint/2010/main" val="2861412373"/>
      </p:ext>
    </p:extLst>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6E1EE4C-4213-4D2C-8732-3B0936D1E3C6}" type="slidenum">
              <a:rPr lang="en-US"/>
              <a:pPr>
                <a:defRPr/>
              </a:pPr>
              <a:t>‹#›</a:t>
            </a:fld>
            <a:endParaRPr lang="en-US"/>
          </a:p>
        </p:txBody>
      </p:sp>
    </p:spTree>
    <p:extLst>
      <p:ext uri="{BB962C8B-B14F-4D97-AF65-F5344CB8AC3E}">
        <p14:creationId xmlns:p14="http://schemas.microsoft.com/office/powerpoint/2010/main" val="1317150605"/>
      </p:ext>
    </p:extLst>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A4322AA-42A9-45FF-8C4D-9E3609C4DB5D}" type="slidenum">
              <a:rPr lang="en-US"/>
              <a:pPr>
                <a:defRPr/>
              </a:pPr>
              <a:t>‹#›</a:t>
            </a:fld>
            <a:endParaRPr lang="en-US"/>
          </a:p>
        </p:txBody>
      </p:sp>
    </p:spTree>
    <p:extLst>
      <p:ext uri="{BB962C8B-B14F-4D97-AF65-F5344CB8AC3E}">
        <p14:creationId xmlns:p14="http://schemas.microsoft.com/office/powerpoint/2010/main" val="3708156329"/>
      </p:ext>
    </p:extLst>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30C3423-F340-412F-AFFF-A6FA0A02022B}" type="slidenum">
              <a:rPr lang="en-US"/>
              <a:pPr>
                <a:defRPr/>
              </a:pPr>
              <a:t>‹#›</a:t>
            </a:fld>
            <a:endParaRPr lang="en-US"/>
          </a:p>
        </p:txBody>
      </p:sp>
    </p:spTree>
    <p:extLst>
      <p:ext uri="{BB962C8B-B14F-4D97-AF65-F5344CB8AC3E}">
        <p14:creationId xmlns:p14="http://schemas.microsoft.com/office/powerpoint/2010/main" val="645564663"/>
      </p:ext>
    </p:extLst>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6477577-A1F0-41DE-9A34-B6DFA4C25C82}" type="slidenum">
              <a:rPr lang="en-US"/>
              <a:pPr>
                <a:defRPr/>
              </a:pPr>
              <a:t>‹#›</a:t>
            </a:fld>
            <a:endParaRPr lang="en-US"/>
          </a:p>
        </p:txBody>
      </p:sp>
    </p:spTree>
    <p:extLst>
      <p:ext uri="{BB962C8B-B14F-4D97-AF65-F5344CB8AC3E}">
        <p14:creationId xmlns:p14="http://schemas.microsoft.com/office/powerpoint/2010/main" val="2937670854"/>
      </p:ext>
    </p:extLst>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B122930-68AD-4CEE-82D0-B77D8F899347}" type="slidenum">
              <a:rPr lang="en-US"/>
              <a:pPr>
                <a:defRPr/>
              </a:pPr>
              <a:t>‹#›</a:t>
            </a:fld>
            <a:endParaRPr lang="en-US"/>
          </a:p>
        </p:txBody>
      </p:sp>
    </p:spTree>
    <p:extLst>
      <p:ext uri="{BB962C8B-B14F-4D97-AF65-F5344CB8AC3E}">
        <p14:creationId xmlns:p14="http://schemas.microsoft.com/office/powerpoint/2010/main" val="878794846"/>
      </p:ext>
    </p:extLst>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7252050-AAC5-44F3-A17C-C9647B412A0D}" type="slidenum">
              <a:rPr lang="en-US"/>
              <a:pPr>
                <a:defRPr/>
              </a:pPr>
              <a:t>‹#›</a:t>
            </a:fld>
            <a:endParaRPr lang="en-US"/>
          </a:p>
        </p:txBody>
      </p:sp>
    </p:spTree>
    <p:extLst>
      <p:ext uri="{BB962C8B-B14F-4D97-AF65-F5344CB8AC3E}">
        <p14:creationId xmlns:p14="http://schemas.microsoft.com/office/powerpoint/2010/main" val="1431302045"/>
      </p:ext>
    </p:extLst>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950A064-CCDF-45F5-B028-91902674435C}" type="slidenum">
              <a:rPr lang="en-US"/>
              <a:pPr>
                <a:defRPr/>
              </a:pPr>
              <a:t>‹#›</a:t>
            </a:fld>
            <a:endParaRPr lang="en-US"/>
          </a:p>
        </p:txBody>
      </p:sp>
    </p:spTree>
    <p:extLst>
      <p:ext uri="{BB962C8B-B14F-4D97-AF65-F5344CB8AC3E}">
        <p14:creationId xmlns:p14="http://schemas.microsoft.com/office/powerpoint/2010/main" val="2901996410"/>
      </p:ext>
    </p:extLst>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18E7D68B-C88F-43E9-9804-360AF6DBD025}" type="slidenum">
              <a:rPr lang="en-US"/>
              <a:pPr>
                <a:defRPr/>
              </a:pPr>
              <a:t>‹#›</a:t>
            </a:fld>
            <a:endParaRPr lang="en-US" dirty="0"/>
          </a:p>
        </p:txBody>
      </p:sp>
    </p:spTree>
    <p:extLst>
      <p:ext uri="{BB962C8B-B14F-4D97-AF65-F5344CB8AC3E}">
        <p14:creationId xmlns:p14="http://schemas.microsoft.com/office/powerpoint/2010/main" val="3649931644"/>
      </p:ext>
    </p:extLst>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08A8256-594E-497A-98A8-526946E87E17}" type="slidenum">
              <a:rPr lang="en-US"/>
              <a:pPr>
                <a:defRPr/>
              </a:pPr>
              <a:t>‹#›</a:t>
            </a:fld>
            <a:endParaRPr lang="en-US"/>
          </a:p>
        </p:txBody>
      </p:sp>
    </p:spTree>
    <p:extLst>
      <p:ext uri="{BB962C8B-B14F-4D97-AF65-F5344CB8AC3E}">
        <p14:creationId xmlns:p14="http://schemas.microsoft.com/office/powerpoint/2010/main" val="765073430"/>
      </p:ext>
    </p:extLst>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6EF225E-4DE4-4968-863E-C679E98EE5C6}" type="slidenum">
              <a:rPr lang="en-US"/>
              <a:pPr>
                <a:defRPr/>
              </a:pPr>
              <a:t>‹#›</a:t>
            </a:fld>
            <a:endParaRPr lang="en-US"/>
          </a:p>
        </p:txBody>
      </p:sp>
    </p:spTree>
    <p:extLst>
      <p:ext uri="{BB962C8B-B14F-4D97-AF65-F5344CB8AC3E}">
        <p14:creationId xmlns:p14="http://schemas.microsoft.com/office/powerpoint/2010/main" val="2250815779"/>
      </p:ext>
    </p:extLst>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DC77B0C-CA52-4F29-961D-594305ED1DF0}" type="slidenum">
              <a:rPr lang="en-US"/>
              <a:pPr>
                <a:defRPr/>
              </a:pPr>
              <a:t>‹#›</a:t>
            </a:fld>
            <a:endParaRPr lang="en-US"/>
          </a:p>
        </p:txBody>
      </p:sp>
    </p:spTree>
    <p:extLst>
      <p:ext uri="{BB962C8B-B14F-4D97-AF65-F5344CB8AC3E}">
        <p14:creationId xmlns:p14="http://schemas.microsoft.com/office/powerpoint/2010/main" val="935942487"/>
      </p:ext>
    </p:extLst>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5DE9BE3-7E55-4873-8CAD-DED784226204}" type="slidenum">
              <a:rPr lang="en-US"/>
              <a:pPr>
                <a:defRPr/>
              </a:pPr>
              <a:t>‹#›</a:t>
            </a:fld>
            <a:endParaRPr lang="en-US"/>
          </a:p>
        </p:txBody>
      </p:sp>
    </p:spTree>
    <p:extLst>
      <p:ext uri="{BB962C8B-B14F-4D97-AF65-F5344CB8AC3E}">
        <p14:creationId xmlns:p14="http://schemas.microsoft.com/office/powerpoint/2010/main" val="2750488458"/>
      </p:ext>
    </p:extLst>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6678BB4-8CD7-4D8C-8C61-63E28EF239FE}" type="slidenum">
              <a:rPr lang="en-US"/>
              <a:pPr>
                <a:defRPr/>
              </a:pPr>
              <a:t>‹#›</a:t>
            </a:fld>
            <a:endParaRPr lang="en-US"/>
          </a:p>
        </p:txBody>
      </p:sp>
    </p:spTree>
    <p:extLst>
      <p:ext uri="{BB962C8B-B14F-4D97-AF65-F5344CB8AC3E}">
        <p14:creationId xmlns:p14="http://schemas.microsoft.com/office/powerpoint/2010/main" val="3431868200"/>
      </p:ext>
    </p:extLst>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636C299-E70A-4D78-9BFD-CA4C3B008224}" type="slidenum">
              <a:rPr lang="en-US"/>
              <a:pPr>
                <a:defRPr/>
              </a:pPr>
              <a:t>‹#›</a:t>
            </a:fld>
            <a:endParaRPr lang="en-US"/>
          </a:p>
        </p:txBody>
      </p:sp>
    </p:spTree>
    <p:extLst>
      <p:ext uri="{BB962C8B-B14F-4D97-AF65-F5344CB8AC3E}">
        <p14:creationId xmlns:p14="http://schemas.microsoft.com/office/powerpoint/2010/main" val="2560949244"/>
      </p:ext>
    </p:extLst>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F338CEC-8B71-43CA-AE35-AA970CB6CDE9}" type="slidenum">
              <a:rPr lang="en-US"/>
              <a:pPr>
                <a:defRPr/>
              </a:pPr>
              <a:t>‹#›</a:t>
            </a:fld>
            <a:endParaRPr lang="en-US"/>
          </a:p>
        </p:txBody>
      </p:sp>
    </p:spTree>
    <p:extLst>
      <p:ext uri="{BB962C8B-B14F-4D97-AF65-F5344CB8AC3E}">
        <p14:creationId xmlns:p14="http://schemas.microsoft.com/office/powerpoint/2010/main" val="637967391"/>
      </p:ext>
    </p:extLst>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17E276-631D-4A4B-B933-FFFC0CF56535}" type="slidenum">
              <a:rPr lang="en-US"/>
              <a:pPr>
                <a:defRPr/>
              </a:pPr>
              <a:t>‹#›</a:t>
            </a:fld>
            <a:endParaRPr lang="en-US"/>
          </a:p>
        </p:txBody>
      </p:sp>
    </p:spTree>
    <p:extLst>
      <p:ext uri="{BB962C8B-B14F-4D97-AF65-F5344CB8AC3E}">
        <p14:creationId xmlns:p14="http://schemas.microsoft.com/office/powerpoint/2010/main" val="2415297206"/>
      </p:ext>
    </p:extLst>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E5B600-5148-4274-AF71-F0323C4EF8DE}" type="slidenum">
              <a:rPr lang="en-US"/>
              <a:pPr>
                <a:defRPr/>
              </a:pPr>
              <a:t>‹#›</a:t>
            </a:fld>
            <a:endParaRPr lang="en-US"/>
          </a:p>
        </p:txBody>
      </p:sp>
    </p:spTree>
    <p:extLst>
      <p:ext uri="{BB962C8B-B14F-4D97-AF65-F5344CB8AC3E}">
        <p14:creationId xmlns:p14="http://schemas.microsoft.com/office/powerpoint/2010/main" val="729544431"/>
      </p:ext>
    </p:extLst>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71BBF22-B461-4370-ABBC-86212A518064}" type="slidenum">
              <a:rPr lang="en-US"/>
              <a:pPr>
                <a:defRPr/>
              </a:pPr>
              <a:t>‹#›</a:t>
            </a:fld>
            <a:endParaRPr lang="en-US"/>
          </a:p>
        </p:txBody>
      </p:sp>
    </p:spTree>
    <p:extLst>
      <p:ext uri="{BB962C8B-B14F-4D97-AF65-F5344CB8AC3E}">
        <p14:creationId xmlns:p14="http://schemas.microsoft.com/office/powerpoint/2010/main" val="2846607250"/>
      </p:ext>
    </p:extLst>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C1E6FDF-37C8-42A0-8ACE-4038247E727B}" type="slidenum">
              <a:rPr lang="en-US"/>
              <a:pPr>
                <a:defRPr/>
              </a:pPr>
              <a:t>‹#›</a:t>
            </a:fld>
            <a:endParaRPr lang="en-US"/>
          </a:p>
        </p:txBody>
      </p:sp>
    </p:spTree>
    <p:extLst>
      <p:ext uri="{BB962C8B-B14F-4D97-AF65-F5344CB8AC3E}">
        <p14:creationId xmlns:p14="http://schemas.microsoft.com/office/powerpoint/2010/main" val="1824415187"/>
      </p:ext>
    </p:extLst>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AB8DEF5-E42D-425E-948A-83322DD40BAA}" type="slidenum">
              <a:rPr lang="en-US"/>
              <a:pPr>
                <a:defRPr/>
              </a:pPr>
              <a:t>‹#›</a:t>
            </a:fld>
            <a:endParaRPr lang="en-US"/>
          </a:p>
        </p:txBody>
      </p:sp>
    </p:spTree>
    <p:extLst>
      <p:ext uri="{BB962C8B-B14F-4D97-AF65-F5344CB8AC3E}">
        <p14:creationId xmlns:p14="http://schemas.microsoft.com/office/powerpoint/2010/main" val="3080675136"/>
      </p:ext>
    </p:extLst>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E7C000A-2BAE-4CD5-9364-E066D654DFFE}" type="slidenum">
              <a:rPr lang="en-US"/>
              <a:pPr>
                <a:defRPr/>
              </a:pPr>
              <a:t>‹#›</a:t>
            </a:fld>
            <a:endParaRPr lang="en-US"/>
          </a:p>
        </p:txBody>
      </p:sp>
    </p:spTree>
    <p:extLst>
      <p:ext uri="{BB962C8B-B14F-4D97-AF65-F5344CB8AC3E}">
        <p14:creationId xmlns:p14="http://schemas.microsoft.com/office/powerpoint/2010/main" val="3802881973"/>
      </p:ext>
    </p:extLst>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24725E2-8FAB-487E-A9A4-25CA269A000F}" type="slidenum">
              <a:rPr lang="en-US"/>
              <a:pPr>
                <a:defRPr/>
              </a:pPr>
              <a:t>‹#›</a:t>
            </a:fld>
            <a:endParaRPr lang="en-US"/>
          </a:p>
        </p:txBody>
      </p:sp>
    </p:spTree>
    <p:extLst>
      <p:ext uri="{BB962C8B-B14F-4D97-AF65-F5344CB8AC3E}">
        <p14:creationId xmlns:p14="http://schemas.microsoft.com/office/powerpoint/2010/main" val="425735899"/>
      </p:ext>
    </p:extLst>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7C0AA49-154A-4B6A-AF8E-25EB1FB42768}" type="slidenum">
              <a:rPr lang="en-US"/>
              <a:pPr>
                <a:defRPr/>
              </a:pPr>
              <a:t>‹#›</a:t>
            </a:fld>
            <a:endParaRPr lang="en-US"/>
          </a:p>
        </p:txBody>
      </p:sp>
    </p:spTree>
    <p:extLst>
      <p:ext uri="{BB962C8B-B14F-4D97-AF65-F5344CB8AC3E}">
        <p14:creationId xmlns:p14="http://schemas.microsoft.com/office/powerpoint/2010/main" val="3308480264"/>
      </p:ext>
    </p:extLst>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B59B9037-634B-49F4-9AEC-77E166A72F93}" type="slidenum">
              <a:rPr lang="en-US"/>
              <a:pPr>
                <a:defRPr/>
              </a:pPr>
              <a:t>‹#›</a:t>
            </a:fld>
            <a:endParaRPr lang="en-US" dirty="0"/>
          </a:p>
        </p:txBody>
      </p:sp>
    </p:spTree>
    <p:extLst>
      <p:ext uri="{BB962C8B-B14F-4D97-AF65-F5344CB8AC3E}">
        <p14:creationId xmlns:p14="http://schemas.microsoft.com/office/powerpoint/2010/main" val="1283696361"/>
      </p:ext>
    </p:extLst>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890702F-6E6D-4D98-8B81-AD68A89BCFC9}" type="slidenum">
              <a:rPr lang="en-US"/>
              <a:pPr>
                <a:defRPr/>
              </a:pPr>
              <a:t>‹#›</a:t>
            </a:fld>
            <a:endParaRPr lang="en-US"/>
          </a:p>
        </p:txBody>
      </p:sp>
    </p:spTree>
    <p:extLst>
      <p:ext uri="{BB962C8B-B14F-4D97-AF65-F5344CB8AC3E}">
        <p14:creationId xmlns:p14="http://schemas.microsoft.com/office/powerpoint/2010/main" val="2738247188"/>
      </p:ext>
    </p:extLst>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68D4638-1AB7-4038-8132-0F693197089A}" type="slidenum">
              <a:rPr lang="en-US"/>
              <a:pPr>
                <a:defRPr/>
              </a:pPr>
              <a:t>‹#›</a:t>
            </a:fld>
            <a:endParaRPr lang="en-US"/>
          </a:p>
        </p:txBody>
      </p:sp>
    </p:spTree>
    <p:extLst>
      <p:ext uri="{BB962C8B-B14F-4D97-AF65-F5344CB8AC3E}">
        <p14:creationId xmlns:p14="http://schemas.microsoft.com/office/powerpoint/2010/main" val="1469303521"/>
      </p:ext>
    </p:extLst>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82DE6B-81B2-4CAF-98EE-8D97FBA029FE}" type="slidenum">
              <a:rPr lang="en-US"/>
              <a:pPr>
                <a:defRPr/>
              </a:pPr>
              <a:t>‹#›</a:t>
            </a:fld>
            <a:endParaRPr lang="en-US"/>
          </a:p>
        </p:txBody>
      </p:sp>
    </p:spTree>
    <p:extLst>
      <p:ext uri="{BB962C8B-B14F-4D97-AF65-F5344CB8AC3E}">
        <p14:creationId xmlns:p14="http://schemas.microsoft.com/office/powerpoint/2010/main" val="1861472147"/>
      </p:ext>
    </p:extLst>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A6F308C-C422-4BD2-B861-88E72961D37A}" type="slidenum">
              <a:rPr lang="en-US"/>
              <a:pPr>
                <a:defRPr/>
              </a:pPr>
              <a:t>‹#›</a:t>
            </a:fld>
            <a:endParaRPr lang="en-US"/>
          </a:p>
        </p:txBody>
      </p:sp>
    </p:spTree>
    <p:extLst>
      <p:ext uri="{BB962C8B-B14F-4D97-AF65-F5344CB8AC3E}">
        <p14:creationId xmlns:p14="http://schemas.microsoft.com/office/powerpoint/2010/main" val="1052421891"/>
      </p:ext>
    </p:extLst>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F8A4FBF-5B5B-4E12-89E0-189B0B9483C6}" type="slidenum">
              <a:rPr lang="en-US"/>
              <a:pPr>
                <a:defRPr/>
              </a:pPr>
              <a:t>‹#›</a:t>
            </a:fld>
            <a:endParaRPr lang="en-US"/>
          </a:p>
        </p:txBody>
      </p:sp>
    </p:spTree>
    <p:extLst>
      <p:ext uri="{BB962C8B-B14F-4D97-AF65-F5344CB8AC3E}">
        <p14:creationId xmlns:p14="http://schemas.microsoft.com/office/powerpoint/2010/main" val="874909548"/>
      </p:ext>
    </p:extLst>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FFCEF3C-0408-46B3-9DC7-AAED1AEED480}" type="slidenum">
              <a:rPr lang="en-US"/>
              <a:pPr>
                <a:defRPr/>
              </a:pPr>
              <a:t>‹#›</a:t>
            </a:fld>
            <a:endParaRPr lang="en-US"/>
          </a:p>
        </p:txBody>
      </p:sp>
    </p:spTree>
    <p:extLst>
      <p:ext uri="{BB962C8B-B14F-4D97-AF65-F5344CB8AC3E}">
        <p14:creationId xmlns:p14="http://schemas.microsoft.com/office/powerpoint/2010/main" val="1348248943"/>
      </p:ext>
    </p:extLst>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FD399E4-711C-4AA6-A7B7-12980D7A2706}" type="slidenum">
              <a:rPr lang="en-US"/>
              <a:pPr>
                <a:defRPr/>
              </a:pPr>
              <a:t>‹#›</a:t>
            </a:fld>
            <a:endParaRPr lang="en-US"/>
          </a:p>
        </p:txBody>
      </p:sp>
    </p:spTree>
    <p:extLst>
      <p:ext uri="{BB962C8B-B14F-4D97-AF65-F5344CB8AC3E}">
        <p14:creationId xmlns:p14="http://schemas.microsoft.com/office/powerpoint/2010/main" val="3837883745"/>
      </p:ext>
    </p:extLst>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8BD16A2-BF44-405C-9C34-6C7EC03CC1F3}" type="slidenum">
              <a:rPr lang="en-US"/>
              <a:pPr>
                <a:defRPr/>
              </a:pPr>
              <a:t>‹#›</a:t>
            </a:fld>
            <a:endParaRPr lang="en-US"/>
          </a:p>
        </p:txBody>
      </p:sp>
    </p:spTree>
    <p:extLst>
      <p:ext uri="{BB962C8B-B14F-4D97-AF65-F5344CB8AC3E}">
        <p14:creationId xmlns:p14="http://schemas.microsoft.com/office/powerpoint/2010/main" val="2514179717"/>
      </p:ext>
    </p:extLst>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312C35A-4DF8-4067-A155-A39C9B9F0950}" type="slidenum">
              <a:rPr lang="en-US"/>
              <a:pPr>
                <a:defRPr/>
              </a:pPr>
              <a:t>‹#›</a:t>
            </a:fld>
            <a:endParaRPr lang="en-US"/>
          </a:p>
        </p:txBody>
      </p:sp>
    </p:spTree>
    <p:extLst>
      <p:ext uri="{BB962C8B-B14F-4D97-AF65-F5344CB8AC3E}">
        <p14:creationId xmlns:p14="http://schemas.microsoft.com/office/powerpoint/2010/main" val="2854794913"/>
      </p:ext>
    </p:extLst>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E629B28-1B6A-4088-A1D1-A40A1626334F}" type="slidenum">
              <a:rPr lang="en-US"/>
              <a:pPr>
                <a:defRPr/>
              </a:pPr>
              <a:t>‹#›</a:t>
            </a:fld>
            <a:endParaRPr lang="en-US"/>
          </a:p>
        </p:txBody>
      </p:sp>
    </p:spTree>
    <p:extLst>
      <p:ext uri="{BB962C8B-B14F-4D97-AF65-F5344CB8AC3E}">
        <p14:creationId xmlns:p14="http://schemas.microsoft.com/office/powerpoint/2010/main" val="433751834"/>
      </p:ext>
    </p:extLst>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0E32508-829B-4BCB-8E07-A27BE142214C}" type="slidenum">
              <a:rPr lang="en-US"/>
              <a:pPr>
                <a:defRPr/>
              </a:pPr>
              <a:t>‹#›</a:t>
            </a:fld>
            <a:endParaRPr lang="en-US"/>
          </a:p>
        </p:txBody>
      </p:sp>
    </p:spTree>
    <p:extLst>
      <p:ext uri="{BB962C8B-B14F-4D97-AF65-F5344CB8AC3E}">
        <p14:creationId xmlns:p14="http://schemas.microsoft.com/office/powerpoint/2010/main" val="1928327627"/>
      </p:ext>
    </p:extLst>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EAFFD57-D9DE-4052-88EC-A7523779AF39}" type="slidenum">
              <a:rPr lang="en-US"/>
              <a:pPr>
                <a:defRPr/>
              </a:pPr>
              <a:t>‹#›</a:t>
            </a:fld>
            <a:endParaRPr lang="en-US"/>
          </a:p>
        </p:txBody>
      </p:sp>
    </p:spTree>
    <p:extLst>
      <p:ext uri="{BB962C8B-B14F-4D97-AF65-F5344CB8AC3E}">
        <p14:creationId xmlns:p14="http://schemas.microsoft.com/office/powerpoint/2010/main" val="2118380912"/>
      </p:ext>
    </p:extLst>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0D92752-B409-4DD7-84E8-A2EDEDFDC093}" type="slidenum">
              <a:rPr lang="en-US"/>
              <a:pPr>
                <a:defRPr/>
              </a:pPr>
              <a:t>‹#›</a:t>
            </a:fld>
            <a:endParaRPr lang="en-US"/>
          </a:p>
        </p:txBody>
      </p:sp>
    </p:spTree>
    <p:extLst>
      <p:ext uri="{BB962C8B-B14F-4D97-AF65-F5344CB8AC3E}">
        <p14:creationId xmlns:p14="http://schemas.microsoft.com/office/powerpoint/2010/main" val="261582686"/>
      </p:ext>
    </p:extLst>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1D72353-7599-4B82-8773-D9133AC906B2}" type="slidenum">
              <a:rPr lang="en-US"/>
              <a:pPr>
                <a:defRPr/>
              </a:pPr>
              <a:t>‹#›</a:t>
            </a:fld>
            <a:endParaRPr lang="en-US"/>
          </a:p>
        </p:txBody>
      </p:sp>
    </p:spTree>
    <p:extLst>
      <p:ext uri="{BB962C8B-B14F-4D97-AF65-F5344CB8AC3E}">
        <p14:creationId xmlns:p14="http://schemas.microsoft.com/office/powerpoint/2010/main" val="494384980"/>
      </p:ext>
    </p:extLst>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A0A659B-FD38-49C6-A4D5-1473511C7876}" type="slidenum">
              <a:rPr lang="en-US"/>
              <a:pPr>
                <a:defRPr/>
              </a:pPr>
              <a:t>‹#›</a:t>
            </a:fld>
            <a:endParaRPr lang="en-US"/>
          </a:p>
        </p:txBody>
      </p:sp>
    </p:spTree>
    <p:extLst>
      <p:ext uri="{BB962C8B-B14F-4D97-AF65-F5344CB8AC3E}">
        <p14:creationId xmlns:p14="http://schemas.microsoft.com/office/powerpoint/2010/main" val="794086110"/>
      </p:ext>
    </p:extLst>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C2F5438C-1096-4202-8DD1-D36E1B1399E5}" type="slidenum">
              <a:rPr lang="en-US"/>
              <a:pPr>
                <a:defRPr/>
              </a:pPr>
              <a:t>‹#›</a:t>
            </a:fld>
            <a:endParaRPr lang="en-US" dirty="0"/>
          </a:p>
        </p:txBody>
      </p:sp>
    </p:spTree>
    <p:extLst>
      <p:ext uri="{BB962C8B-B14F-4D97-AF65-F5344CB8AC3E}">
        <p14:creationId xmlns:p14="http://schemas.microsoft.com/office/powerpoint/2010/main" val="2843375045"/>
      </p:ext>
    </p:extLst>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562752F-BDBF-4926-B5B9-8ED02F662403}" type="slidenum">
              <a:rPr lang="en-US"/>
              <a:pPr>
                <a:defRPr/>
              </a:pPr>
              <a:t>‹#›</a:t>
            </a:fld>
            <a:endParaRPr lang="en-US"/>
          </a:p>
        </p:txBody>
      </p:sp>
    </p:spTree>
    <p:extLst>
      <p:ext uri="{BB962C8B-B14F-4D97-AF65-F5344CB8AC3E}">
        <p14:creationId xmlns:p14="http://schemas.microsoft.com/office/powerpoint/2010/main" val="92209972"/>
      </p:ext>
    </p:extLst>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59892DA-61C6-4825-BC7D-2A1F5901852A}" type="slidenum">
              <a:rPr lang="en-US"/>
              <a:pPr>
                <a:defRPr/>
              </a:pPr>
              <a:t>‹#›</a:t>
            </a:fld>
            <a:endParaRPr lang="en-US"/>
          </a:p>
        </p:txBody>
      </p:sp>
    </p:spTree>
    <p:extLst>
      <p:ext uri="{BB962C8B-B14F-4D97-AF65-F5344CB8AC3E}">
        <p14:creationId xmlns:p14="http://schemas.microsoft.com/office/powerpoint/2010/main" val="1137574647"/>
      </p:ext>
    </p:extLst>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C49814E-189E-4148-AC5C-0051448636EA}" type="slidenum">
              <a:rPr lang="en-US"/>
              <a:pPr>
                <a:defRPr/>
              </a:pPr>
              <a:t>‹#›</a:t>
            </a:fld>
            <a:endParaRPr lang="en-US"/>
          </a:p>
        </p:txBody>
      </p:sp>
    </p:spTree>
    <p:extLst>
      <p:ext uri="{BB962C8B-B14F-4D97-AF65-F5344CB8AC3E}">
        <p14:creationId xmlns:p14="http://schemas.microsoft.com/office/powerpoint/2010/main" val="850583603"/>
      </p:ext>
    </p:extLst>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0CD653B-152F-4340-859A-3E619E96DA16}" type="slidenum">
              <a:rPr lang="en-US"/>
              <a:pPr>
                <a:defRPr/>
              </a:pPr>
              <a:t>‹#›</a:t>
            </a:fld>
            <a:endParaRPr lang="en-US"/>
          </a:p>
        </p:txBody>
      </p:sp>
    </p:spTree>
    <p:extLst>
      <p:ext uri="{BB962C8B-B14F-4D97-AF65-F5344CB8AC3E}">
        <p14:creationId xmlns:p14="http://schemas.microsoft.com/office/powerpoint/2010/main" val="926647625"/>
      </p:ext>
    </p:extLst>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E7DAC7D-A0D4-4610-8D80-2C0585BB94F7}" type="slidenum">
              <a:rPr lang="en-US"/>
              <a:pPr>
                <a:defRPr/>
              </a:pPr>
              <a:t>‹#›</a:t>
            </a:fld>
            <a:endParaRPr lang="en-US"/>
          </a:p>
        </p:txBody>
      </p:sp>
    </p:spTree>
    <p:extLst>
      <p:ext uri="{BB962C8B-B14F-4D97-AF65-F5344CB8AC3E}">
        <p14:creationId xmlns:p14="http://schemas.microsoft.com/office/powerpoint/2010/main" val="3242156950"/>
      </p:ext>
    </p:extLst>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92909FA-C3AA-4092-ADC8-439F859C9DE8}" type="slidenum">
              <a:rPr lang="en-US"/>
              <a:pPr>
                <a:defRPr/>
              </a:pPr>
              <a:t>‹#›</a:t>
            </a:fld>
            <a:endParaRPr lang="en-US"/>
          </a:p>
        </p:txBody>
      </p:sp>
    </p:spTree>
    <p:extLst>
      <p:ext uri="{BB962C8B-B14F-4D97-AF65-F5344CB8AC3E}">
        <p14:creationId xmlns:p14="http://schemas.microsoft.com/office/powerpoint/2010/main" val="339993077"/>
      </p:ext>
    </p:extLst>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A02B17-3A4F-4D86-9B17-C90EEA110F72}" type="slidenum">
              <a:rPr lang="en-US"/>
              <a:pPr>
                <a:defRPr/>
              </a:pPr>
              <a:t>‹#›</a:t>
            </a:fld>
            <a:endParaRPr lang="en-US"/>
          </a:p>
        </p:txBody>
      </p:sp>
    </p:spTree>
    <p:extLst>
      <p:ext uri="{BB962C8B-B14F-4D97-AF65-F5344CB8AC3E}">
        <p14:creationId xmlns:p14="http://schemas.microsoft.com/office/powerpoint/2010/main" val="1949707217"/>
      </p:ext>
    </p:extLst>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F5208A-44E1-4764-8352-9A6C530F44C0}" type="slidenum">
              <a:rPr lang="en-US"/>
              <a:pPr>
                <a:defRPr/>
              </a:pPr>
              <a:t>‹#›</a:t>
            </a:fld>
            <a:endParaRPr lang="en-US"/>
          </a:p>
        </p:txBody>
      </p:sp>
    </p:spTree>
    <p:extLst>
      <p:ext uri="{BB962C8B-B14F-4D97-AF65-F5344CB8AC3E}">
        <p14:creationId xmlns:p14="http://schemas.microsoft.com/office/powerpoint/2010/main" val="4025452526"/>
      </p:ext>
    </p:extLst>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5205BBE-BCC2-4393-B153-E96FB1E80200}" type="slidenum">
              <a:rPr lang="en-US"/>
              <a:pPr>
                <a:defRPr/>
              </a:pPr>
              <a:t>‹#›</a:t>
            </a:fld>
            <a:endParaRPr lang="en-US"/>
          </a:p>
        </p:txBody>
      </p:sp>
    </p:spTree>
    <p:extLst>
      <p:ext uri="{BB962C8B-B14F-4D97-AF65-F5344CB8AC3E}">
        <p14:creationId xmlns:p14="http://schemas.microsoft.com/office/powerpoint/2010/main" val="2448502830"/>
      </p:ext>
    </p:extLst>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79FC845-C2A7-4ED5-8C1F-34E49D029BE5}" type="slidenum">
              <a:rPr lang="en-US"/>
              <a:pPr>
                <a:defRPr/>
              </a:pPr>
              <a:t>‹#›</a:t>
            </a:fld>
            <a:endParaRPr lang="en-US"/>
          </a:p>
        </p:txBody>
      </p:sp>
    </p:spTree>
    <p:extLst>
      <p:ext uri="{BB962C8B-B14F-4D97-AF65-F5344CB8AC3E}">
        <p14:creationId xmlns:p14="http://schemas.microsoft.com/office/powerpoint/2010/main" val="3439126184"/>
      </p:ext>
    </p:extLst>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ED5CEBB-95BE-4D83-9E74-922B236C8DBA}" type="slidenum">
              <a:rPr lang="en-US"/>
              <a:pPr>
                <a:defRPr/>
              </a:pPr>
              <a:t>‹#›</a:t>
            </a:fld>
            <a:endParaRPr lang="en-US"/>
          </a:p>
        </p:txBody>
      </p:sp>
    </p:spTree>
    <p:extLst>
      <p:ext uri="{BB962C8B-B14F-4D97-AF65-F5344CB8AC3E}">
        <p14:creationId xmlns:p14="http://schemas.microsoft.com/office/powerpoint/2010/main" val="2136416588"/>
      </p:ext>
    </p:extLst>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468BBEE-7130-48BE-A17E-FECC455A05AF}" type="slidenum">
              <a:rPr lang="en-US"/>
              <a:pPr>
                <a:defRPr/>
              </a:pPr>
              <a:t>‹#›</a:t>
            </a:fld>
            <a:endParaRPr lang="en-US"/>
          </a:p>
        </p:txBody>
      </p:sp>
    </p:spTree>
    <p:extLst>
      <p:ext uri="{BB962C8B-B14F-4D97-AF65-F5344CB8AC3E}">
        <p14:creationId xmlns:p14="http://schemas.microsoft.com/office/powerpoint/2010/main" val="581064094"/>
      </p:ext>
    </p:extLst>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127F191-6516-49B2-B4ED-CD728B528311}" type="slidenum">
              <a:rPr lang="en-US"/>
              <a:pPr>
                <a:defRPr/>
              </a:pPr>
              <a:t>‹#›</a:t>
            </a:fld>
            <a:endParaRPr lang="en-US"/>
          </a:p>
        </p:txBody>
      </p:sp>
    </p:spTree>
    <p:extLst>
      <p:ext uri="{BB962C8B-B14F-4D97-AF65-F5344CB8AC3E}">
        <p14:creationId xmlns:p14="http://schemas.microsoft.com/office/powerpoint/2010/main" val="278302298"/>
      </p:ext>
    </p:extLst>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19FDF6D-AC0B-49F9-ACAD-32FA443B240F}" type="slidenum">
              <a:rPr lang="en-US"/>
              <a:pPr>
                <a:defRPr/>
              </a:pPr>
              <a:t>‹#›</a:t>
            </a:fld>
            <a:endParaRPr lang="en-US"/>
          </a:p>
        </p:txBody>
      </p:sp>
    </p:spTree>
    <p:extLst>
      <p:ext uri="{BB962C8B-B14F-4D97-AF65-F5344CB8AC3E}">
        <p14:creationId xmlns:p14="http://schemas.microsoft.com/office/powerpoint/2010/main" val="409180111"/>
      </p:ext>
    </p:extLst>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BC9DA5-595E-4DD3-AE90-767CEC659D96}" type="slidenum">
              <a:rPr lang="en-US"/>
              <a:pPr>
                <a:defRPr/>
              </a:pPr>
              <a:t>‹#›</a:t>
            </a:fld>
            <a:endParaRPr lang="en-US"/>
          </a:p>
        </p:txBody>
      </p:sp>
    </p:spTree>
    <p:extLst>
      <p:ext uri="{BB962C8B-B14F-4D97-AF65-F5344CB8AC3E}">
        <p14:creationId xmlns:p14="http://schemas.microsoft.com/office/powerpoint/2010/main" val="2904099051"/>
      </p:ext>
    </p:extLst>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5C96B514-8FA0-4179-9E84-742F83600D6C}" type="slidenum">
              <a:rPr lang="en-US"/>
              <a:pPr>
                <a:defRPr/>
              </a:pPr>
              <a:t>‹#›</a:t>
            </a:fld>
            <a:endParaRPr lang="en-US" dirty="0"/>
          </a:p>
        </p:txBody>
      </p:sp>
    </p:spTree>
    <p:extLst>
      <p:ext uri="{BB962C8B-B14F-4D97-AF65-F5344CB8AC3E}">
        <p14:creationId xmlns:p14="http://schemas.microsoft.com/office/powerpoint/2010/main" val="1134467165"/>
      </p:ext>
    </p:extLst>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2C914FE-6507-4409-808B-6AC218F26EE0}" type="slidenum">
              <a:rPr lang="en-US"/>
              <a:pPr>
                <a:defRPr/>
              </a:pPr>
              <a:t>‹#›</a:t>
            </a:fld>
            <a:endParaRPr lang="en-US"/>
          </a:p>
        </p:txBody>
      </p:sp>
    </p:spTree>
    <p:extLst>
      <p:ext uri="{BB962C8B-B14F-4D97-AF65-F5344CB8AC3E}">
        <p14:creationId xmlns:p14="http://schemas.microsoft.com/office/powerpoint/2010/main" val="2513587382"/>
      </p:ext>
    </p:extLst>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8F55A8-0291-48C4-9D3E-29529467BC02}" type="slidenum">
              <a:rPr lang="en-US"/>
              <a:pPr>
                <a:defRPr/>
              </a:pPr>
              <a:t>‹#›</a:t>
            </a:fld>
            <a:endParaRPr lang="en-US"/>
          </a:p>
        </p:txBody>
      </p:sp>
    </p:spTree>
    <p:extLst>
      <p:ext uri="{BB962C8B-B14F-4D97-AF65-F5344CB8AC3E}">
        <p14:creationId xmlns:p14="http://schemas.microsoft.com/office/powerpoint/2010/main" val="3988694172"/>
      </p:ext>
    </p:extLst>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F1CB17E-0AA2-41FC-93BC-CCC09E8468D4}" type="slidenum">
              <a:rPr lang="en-US"/>
              <a:pPr>
                <a:defRPr/>
              </a:pPr>
              <a:t>‹#›</a:t>
            </a:fld>
            <a:endParaRPr lang="en-US"/>
          </a:p>
        </p:txBody>
      </p:sp>
    </p:spTree>
    <p:extLst>
      <p:ext uri="{BB962C8B-B14F-4D97-AF65-F5344CB8AC3E}">
        <p14:creationId xmlns:p14="http://schemas.microsoft.com/office/powerpoint/2010/main" val="4123451320"/>
      </p:ext>
    </p:extLst>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BF72E47-01E1-4F46-87D1-473EB288236D}" type="slidenum">
              <a:rPr lang="en-US"/>
              <a:pPr>
                <a:defRPr/>
              </a:pPr>
              <a:t>‹#›</a:t>
            </a:fld>
            <a:endParaRPr lang="en-US"/>
          </a:p>
        </p:txBody>
      </p:sp>
    </p:spTree>
    <p:extLst>
      <p:ext uri="{BB962C8B-B14F-4D97-AF65-F5344CB8AC3E}">
        <p14:creationId xmlns:p14="http://schemas.microsoft.com/office/powerpoint/2010/main" val="350539744"/>
      </p:ext>
    </p:extLst>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60E79BB-B888-473E-8A71-7C2171F49DC6}" type="slidenum">
              <a:rPr lang="en-US"/>
              <a:pPr>
                <a:defRPr/>
              </a:pPr>
              <a:t>‹#›</a:t>
            </a:fld>
            <a:endParaRPr lang="en-US"/>
          </a:p>
        </p:txBody>
      </p:sp>
    </p:spTree>
    <p:extLst>
      <p:ext uri="{BB962C8B-B14F-4D97-AF65-F5344CB8AC3E}">
        <p14:creationId xmlns:p14="http://schemas.microsoft.com/office/powerpoint/2010/main" val="3254640497"/>
      </p:ext>
    </p:extLst>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1F7441-085A-4049-BE0E-F16F636C8AF6}" type="slidenum">
              <a:rPr lang="en-US"/>
              <a:pPr>
                <a:defRPr/>
              </a:pPr>
              <a:t>‹#›</a:t>
            </a:fld>
            <a:endParaRPr lang="en-US"/>
          </a:p>
        </p:txBody>
      </p:sp>
    </p:spTree>
    <p:extLst>
      <p:ext uri="{BB962C8B-B14F-4D97-AF65-F5344CB8AC3E}">
        <p14:creationId xmlns:p14="http://schemas.microsoft.com/office/powerpoint/2010/main" val="1542246385"/>
      </p:ext>
    </p:extLst>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A486542-9908-48E8-B411-4875D607837A}" type="slidenum">
              <a:rPr lang="en-US"/>
              <a:pPr>
                <a:defRPr/>
              </a:pPr>
              <a:t>‹#›</a:t>
            </a:fld>
            <a:endParaRPr lang="en-US"/>
          </a:p>
        </p:txBody>
      </p:sp>
    </p:spTree>
    <p:extLst>
      <p:ext uri="{BB962C8B-B14F-4D97-AF65-F5344CB8AC3E}">
        <p14:creationId xmlns:p14="http://schemas.microsoft.com/office/powerpoint/2010/main" val="826463009"/>
      </p:ext>
    </p:extLst>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2DB67D1-81D9-4F1B-BA59-F2A4711DDFB1}" type="slidenum">
              <a:rPr lang="en-US"/>
              <a:pPr>
                <a:defRPr/>
              </a:pPr>
              <a:t>‹#›</a:t>
            </a:fld>
            <a:endParaRPr lang="en-US"/>
          </a:p>
        </p:txBody>
      </p:sp>
    </p:spTree>
    <p:extLst>
      <p:ext uri="{BB962C8B-B14F-4D97-AF65-F5344CB8AC3E}">
        <p14:creationId xmlns:p14="http://schemas.microsoft.com/office/powerpoint/2010/main" val="3676994969"/>
      </p:ext>
    </p:extLst>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DB27694-2DAA-4FDA-8CE5-04C1AA2D74CD}" type="slidenum">
              <a:rPr lang="en-US"/>
              <a:pPr>
                <a:defRPr/>
              </a:pPr>
              <a:t>‹#›</a:t>
            </a:fld>
            <a:endParaRPr lang="en-US"/>
          </a:p>
        </p:txBody>
      </p:sp>
    </p:spTree>
    <p:extLst>
      <p:ext uri="{BB962C8B-B14F-4D97-AF65-F5344CB8AC3E}">
        <p14:creationId xmlns:p14="http://schemas.microsoft.com/office/powerpoint/2010/main" val="335796694"/>
      </p:ext>
    </p:extLst>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794363B-6F6E-4015-83F8-18D993AD533A}" type="slidenum">
              <a:rPr lang="en-US"/>
              <a:pPr>
                <a:defRPr/>
              </a:pPr>
              <a:t>‹#›</a:t>
            </a:fld>
            <a:endParaRPr lang="en-US"/>
          </a:p>
        </p:txBody>
      </p:sp>
    </p:spTree>
    <p:extLst>
      <p:ext uri="{BB962C8B-B14F-4D97-AF65-F5344CB8AC3E}">
        <p14:creationId xmlns:p14="http://schemas.microsoft.com/office/powerpoint/2010/main" val="3007820706"/>
      </p:ext>
    </p:extLst>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0148A3C-8F02-4E74-985D-D8846E78FD52}" type="slidenum">
              <a:rPr lang="en-US"/>
              <a:pPr>
                <a:defRPr/>
              </a:pPr>
              <a:t>‹#›</a:t>
            </a:fld>
            <a:endParaRPr lang="en-US"/>
          </a:p>
        </p:txBody>
      </p:sp>
    </p:spTree>
    <p:extLst>
      <p:ext uri="{BB962C8B-B14F-4D97-AF65-F5344CB8AC3E}">
        <p14:creationId xmlns:p14="http://schemas.microsoft.com/office/powerpoint/2010/main" val="1956433396"/>
      </p:ext>
    </p:extLst>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4952396-11AA-4FA6-B1C5-13258D14C107}" type="slidenum">
              <a:rPr lang="en-US"/>
              <a:pPr>
                <a:defRPr/>
              </a:pPr>
              <a:t>‹#›</a:t>
            </a:fld>
            <a:endParaRPr lang="en-US"/>
          </a:p>
        </p:txBody>
      </p:sp>
    </p:spTree>
    <p:extLst>
      <p:ext uri="{BB962C8B-B14F-4D97-AF65-F5344CB8AC3E}">
        <p14:creationId xmlns:p14="http://schemas.microsoft.com/office/powerpoint/2010/main" val="1566833308"/>
      </p:ext>
    </p:extLst>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05C9C03-B5E7-41EF-AAF9-083AD37B1741}" type="slidenum">
              <a:rPr lang="en-US"/>
              <a:pPr>
                <a:defRPr/>
              </a:pPr>
              <a:t>‹#›</a:t>
            </a:fld>
            <a:endParaRPr lang="en-US"/>
          </a:p>
        </p:txBody>
      </p:sp>
    </p:spTree>
    <p:extLst>
      <p:ext uri="{BB962C8B-B14F-4D97-AF65-F5344CB8AC3E}">
        <p14:creationId xmlns:p14="http://schemas.microsoft.com/office/powerpoint/2010/main" val="1003374535"/>
      </p:ext>
    </p:extLst>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C6E7174-AFB1-464C-A571-55682414AE12}" type="slidenum">
              <a:rPr lang="en-US"/>
              <a:pPr>
                <a:defRPr/>
              </a:pPr>
              <a:t>‹#›</a:t>
            </a:fld>
            <a:endParaRPr lang="en-US"/>
          </a:p>
        </p:txBody>
      </p:sp>
    </p:spTree>
    <p:extLst>
      <p:ext uri="{BB962C8B-B14F-4D97-AF65-F5344CB8AC3E}">
        <p14:creationId xmlns:p14="http://schemas.microsoft.com/office/powerpoint/2010/main" val="4068946791"/>
      </p:ext>
    </p:extLst>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4F63C42-72F4-4B5A-8C77-C46E10B05FF4}" type="slidenum">
              <a:rPr lang="en-US"/>
              <a:pPr>
                <a:defRPr/>
              </a:pPr>
              <a:t>‹#›</a:t>
            </a:fld>
            <a:endParaRPr lang="en-US"/>
          </a:p>
        </p:txBody>
      </p:sp>
    </p:spTree>
    <p:extLst>
      <p:ext uri="{BB962C8B-B14F-4D97-AF65-F5344CB8AC3E}">
        <p14:creationId xmlns:p14="http://schemas.microsoft.com/office/powerpoint/2010/main" val="244223593"/>
      </p:ext>
    </p:extLst>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6EC8CD1-FEC4-49EE-81CA-8D7A5E79254B}" type="slidenum">
              <a:rPr lang="en-US"/>
              <a:pPr>
                <a:defRPr/>
              </a:pPr>
              <a:t>‹#›</a:t>
            </a:fld>
            <a:endParaRPr lang="en-US" dirty="0"/>
          </a:p>
        </p:txBody>
      </p:sp>
    </p:spTree>
    <p:extLst>
      <p:ext uri="{BB962C8B-B14F-4D97-AF65-F5344CB8AC3E}">
        <p14:creationId xmlns:p14="http://schemas.microsoft.com/office/powerpoint/2010/main" val="2823203894"/>
      </p:ext>
    </p:extLst>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752CA5F-8FC4-4809-914E-9C797CF9853E}" type="slidenum">
              <a:rPr lang="en-US"/>
              <a:pPr>
                <a:defRPr/>
              </a:pPr>
              <a:t>‹#›</a:t>
            </a:fld>
            <a:endParaRPr lang="en-US"/>
          </a:p>
        </p:txBody>
      </p:sp>
    </p:spTree>
    <p:extLst>
      <p:ext uri="{BB962C8B-B14F-4D97-AF65-F5344CB8AC3E}">
        <p14:creationId xmlns:p14="http://schemas.microsoft.com/office/powerpoint/2010/main" val="2203588796"/>
      </p:ext>
    </p:extLst>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18579EC-FB75-4A95-B1A1-B82ECC93B876}" type="slidenum">
              <a:rPr lang="en-US"/>
              <a:pPr>
                <a:defRPr/>
              </a:pPr>
              <a:t>‹#›</a:t>
            </a:fld>
            <a:endParaRPr lang="en-US"/>
          </a:p>
        </p:txBody>
      </p:sp>
    </p:spTree>
    <p:extLst>
      <p:ext uri="{BB962C8B-B14F-4D97-AF65-F5344CB8AC3E}">
        <p14:creationId xmlns:p14="http://schemas.microsoft.com/office/powerpoint/2010/main" val="3232824805"/>
      </p:ext>
    </p:extLst>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9D45B7E-D5F4-490E-BEF7-7F3D184BC96C}" type="slidenum">
              <a:rPr lang="en-US"/>
              <a:pPr>
                <a:defRPr/>
              </a:pPr>
              <a:t>‹#›</a:t>
            </a:fld>
            <a:endParaRPr lang="en-US"/>
          </a:p>
        </p:txBody>
      </p:sp>
    </p:spTree>
    <p:extLst>
      <p:ext uri="{BB962C8B-B14F-4D97-AF65-F5344CB8AC3E}">
        <p14:creationId xmlns:p14="http://schemas.microsoft.com/office/powerpoint/2010/main" val="2829136063"/>
      </p:ext>
    </p:extLst>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9F1BBD5-51E6-441A-8EE6-04FD97F6EF1B}" type="slidenum">
              <a:rPr lang="en-US"/>
              <a:pPr>
                <a:defRPr/>
              </a:pPr>
              <a:t>‹#›</a:t>
            </a:fld>
            <a:endParaRPr lang="en-US"/>
          </a:p>
        </p:txBody>
      </p:sp>
    </p:spTree>
    <p:extLst>
      <p:ext uri="{BB962C8B-B14F-4D97-AF65-F5344CB8AC3E}">
        <p14:creationId xmlns:p14="http://schemas.microsoft.com/office/powerpoint/2010/main" val="107817273"/>
      </p:ext>
    </p:extLst>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B9F9B37-AC80-45C2-9120-3C5E52614015}" type="slidenum">
              <a:rPr lang="en-US"/>
              <a:pPr>
                <a:defRPr/>
              </a:pPr>
              <a:t>‹#›</a:t>
            </a:fld>
            <a:endParaRPr lang="en-US"/>
          </a:p>
        </p:txBody>
      </p:sp>
    </p:spTree>
    <p:extLst>
      <p:ext uri="{BB962C8B-B14F-4D97-AF65-F5344CB8AC3E}">
        <p14:creationId xmlns:p14="http://schemas.microsoft.com/office/powerpoint/2010/main" val="2344392084"/>
      </p:ext>
    </p:extLst>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0308ED3-1F12-4036-A0E9-EB5560FD52AE}" type="slidenum">
              <a:rPr lang="en-US"/>
              <a:pPr>
                <a:defRPr/>
              </a:pPr>
              <a:t>‹#›</a:t>
            </a:fld>
            <a:endParaRPr lang="en-US"/>
          </a:p>
        </p:txBody>
      </p:sp>
    </p:spTree>
    <p:extLst>
      <p:ext uri="{BB962C8B-B14F-4D97-AF65-F5344CB8AC3E}">
        <p14:creationId xmlns:p14="http://schemas.microsoft.com/office/powerpoint/2010/main" val="3526404643"/>
      </p:ext>
    </p:extLst>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E910C18-36BB-4FE8-AA27-13319377F32A}" type="slidenum">
              <a:rPr lang="en-US"/>
              <a:pPr>
                <a:defRPr/>
              </a:pPr>
              <a:t>‹#›</a:t>
            </a:fld>
            <a:endParaRPr lang="en-US"/>
          </a:p>
        </p:txBody>
      </p:sp>
    </p:spTree>
    <p:extLst>
      <p:ext uri="{BB962C8B-B14F-4D97-AF65-F5344CB8AC3E}">
        <p14:creationId xmlns:p14="http://schemas.microsoft.com/office/powerpoint/2010/main" val="2660643757"/>
      </p:ext>
    </p:extLst>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B6712CD-B056-4778-809E-007A9A99B7D0}" type="slidenum">
              <a:rPr lang="en-US"/>
              <a:pPr>
                <a:defRPr/>
              </a:pPr>
              <a:t>‹#›</a:t>
            </a:fld>
            <a:endParaRPr lang="en-US"/>
          </a:p>
        </p:txBody>
      </p:sp>
    </p:spTree>
    <p:extLst>
      <p:ext uri="{BB962C8B-B14F-4D97-AF65-F5344CB8AC3E}">
        <p14:creationId xmlns:p14="http://schemas.microsoft.com/office/powerpoint/2010/main" val="321355160"/>
      </p:ext>
    </p:extLst>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D4BD886-9796-4DF5-8051-97ADC48D013C}" type="slidenum">
              <a:rPr lang="en-US"/>
              <a:pPr>
                <a:defRPr/>
              </a:pPr>
              <a:t>‹#›</a:t>
            </a:fld>
            <a:endParaRPr lang="en-US"/>
          </a:p>
        </p:txBody>
      </p:sp>
    </p:spTree>
    <p:extLst>
      <p:ext uri="{BB962C8B-B14F-4D97-AF65-F5344CB8AC3E}">
        <p14:creationId xmlns:p14="http://schemas.microsoft.com/office/powerpoint/2010/main" val="2218327907"/>
      </p:ext>
    </p:extLst>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99DD929-4DD1-465E-B280-4DDD6219E74D}" type="slidenum">
              <a:rPr lang="en-US"/>
              <a:pPr>
                <a:defRPr/>
              </a:pPr>
              <a:t>‹#›</a:t>
            </a:fld>
            <a:endParaRPr lang="en-US"/>
          </a:p>
        </p:txBody>
      </p:sp>
    </p:spTree>
    <p:extLst>
      <p:ext uri="{BB962C8B-B14F-4D97-AF65-F5344CB8AC3E}">
        <p14:creationId xmlns:p14="http://schemas.microsoft.com/office/powerpoint/2010/main" val="3817648719"/>
      </p:ext>
    </p:extLst>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24C2667-B873-47F2-A0D0-98686BD13D4A}" type="slidenum">
              <a:rPr lang="en-US"/>
              <a:pPr>
                <a:defRPr/>
              </a:pPr>
              <a:t>‹#›</a:t>
            </a:fld>
            <a:endParaRPr lang="en-US"/>
          </a:p>
        </p:txBody>
      </p:sp>
    </p:spTree>
    <p:extLst>
      <p:ext uri="{BB962C8B-B14F-4D97-AF65-F5344CB8AC3E}">
        <p14:creationId xmlns:p14="http://schemas.microsoft.com/office/powerpoint/2010/main" val="838136606"/>
      </p:ext>
    </p:extLst>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49CBD2A-5CC2-43AC-8A5D-5A8983F54CBB}" type="slidenum">
              <a:rPr lang="en-US"/>
              <a:pPr>
                <a:defRPr/>
              </a:pPr>
              <a:t>‹#›</a:t>
            </a:fld>
            <a:endParaRPr lang="en-US"/>
          </a:p>
        </p:txBody>
      </p:sp>
    </p:spTree>
    <p:extLst>
      <p:ext uri="{BB962C8B-B14F-4D97-AF65-F5344CB8AC3E}">
        <p14:creationId xmlns:p14="http://schemas.microsoft.com/office/powerpoint/2010/main" val="906864187"/>
      </p:ext>
    </p:extLst>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E045498-3FBA-408B-AF6A-5805EF780474}" type="slidenum">
              <a:rPr lang="en-US"/>
              <a:pPr>
                <a:defRPr/>
              </a:pPr>
              <a:t>‹#›</a:t>
            </a:fld>
            <a:endParaRPr lang="en-US"/>
          </a:p>
        </p:txBody>
      </p:sp>
    </p:spTree>
    <p:extLst>
      <p:ext uri="{BB962C8B-B14F-4D97-AF65-F5344CB8AC3E}">
        <p14:creationId xmlns:p14="http://schemas.microsoft.com/office/powerpoint/2010/main" val="1604075511"/>
      </p:ext>
    </p:extLst>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A28696E-EDD0-48A9-9F54-8BF3B646E184}" type="slidenum">
              <a:rPr lang="en-US"/>
              <a:pPr>
                <a:defRPr/>
              </a:pPr>
              <a:t>‹#›</a:t>
            </a:fld>
            <a:endParaRPr lang="en-US"/>
          </a:p>
        </p:txBody>
      </p:sp>
    </p:spTree>
    <p:extLst>
      <p:ext uri="{BB962C8B-B14F-4D97-AF65-F5344CB8AC3E}">
        <p14:creationId xmlns:p14="http://schemas.microsoft.com/office/powerpoint/2010/main" val="813454366"/>
      </p:ext>
    </p:extLst>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02D50FA-3560-451A-9CD1-FDEB52362CC6}" type="slidenum">
              <a:rPr lang="en-US"/>
              <a:pPr>
                <a:defRPr/>
              </a:pPr>
              <a:t>‹#›</a:t>
            </a:fld>
            <a:endParaRPr lang="en-US"/>
          </a:p>
        </p:txBody>
      </p:sp>
    </p:spTree>
    <p:extLst>
      <p:ext uri="{BB962C8B-B14F-4D97-AF65-F5344CB8AC3E}">
        <p14:creationId xmlns:p14="http://schemas.microsoft.com/office/powerpoint/2010/main" val="2445830051"/>
      </p:ext>
    </p:extLst>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9644DC73-7D9C-4C49-ADA7-4A386825B997}" type="slidenum">
              <a:rPr lang="en-US"/>
              <a:pPr>
                <a:defRPr/>
              </a:pPr>
              <a:t>‹#›</a:t>
            </a:fld>
            <a:endParaRPr lang="en-US" dirty="0"/>
          </a:p>
        </p:txBody>
      </p:sp>
    </p:spTree>
    <p:extLst>
      <p:ext uri="{BB962C8B-B14F-4D97-AF65-F5344CB8AC3E}">
        <p14:creationId xmlns:p14="http://schemas.microsoft.com/office/powerpoint/2010/main" val="1682242542"/>
      </p:ext>
    </p:extLst>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CB3ED99-8889-41C5-A11D-6C9C1E7A3BF2}" type="slidenum">
              <a:rPr lang="en-US"/>
              <a:pPr>
                <a:defRPr/>
              </a:pPr>
              <a:t>‹#›</a:t>
            </a:fld>
            <a:endParaRPr lang="en-US"/>
          </a:p>
        </p:txBody>
      </p:sp>
    </p:spTree>
    <p:extLst>
      <p:ext uri="{BB962C8B-B14F-4D97-AF65-F5344CB8AC3E}">
        <p14:creationId xmlns:p14="http://schemas.microsoft.com/office/powerpoint/2010/main" val="891905391"/>
      </p:ext>
    </p:extLst>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B66B258-A9D8-4894-A9D7-16EF1DAA0FCE}" type="slidenum">
              <a:rPr lang="en-US"/>
              <a:pPr>
                <a:defRPr/>
              </a:pPr>
              <a:t>‹#›</a:t>
            </a:fld>
            <a:endParaRPr lang="en-US"/>
          </a:p>
        </p:txBody>
      </p:sp>
    </p:spTree>
    <p:extLst>
      <p:ext uri="{BB962C8B-B14F-4D97-AF65-F5344CB8AC3E}">
        <p14:creationId xmlns:p14="http://schemas.microsoft.com/office/powerpoint/2010/main" val="1396873130"/>
      </p:ext>
    </p:extLst>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7100DDB-3C93-498D-A756-FC5C86C40624}" type="slidenum">
              <a:rPr lang="en-US"/>
              <a:pPr>
                <a:defRPr/>
              </a:pPr>
              <a:t>‹#›</a:t>
            </a:fld>
            <a:endParaRPr lang="en-US"/>
          </a:p>
        </p:txBody>
      </p:sp>
    </p:spTree>
    <p:extLst>
      <p:ext uri="{BB962C8B-B14F-4D97-AF65-F5344CB8AC3E}">
        <p14:creationId xmlns:p14="http://schemas.microsoft.com/office/powerpoint/2010/main" val="2456870410"/>
      </p:ext>
    </p:extLst>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7D56C80-6376-4212-AF38-3E8D54248874}" type="slidenum">
              <a:rPr lang="en-US"/>
              <a:pPr>
                <a:defRPr/>
              </a:pPr>
              <a:t>‹#›</a:t>
            </a:fld>
            <a:endParaRPr lang="en-US"/>
          </a:p>
        </p:txBody>
      </p:sp>
    </p:spTree>
    <p:extLst>
      <p:ext uri="{BB962C8B-B14F-4D97-AF65-F5344CB8AC3E}">
        <p14:creationId xmlns:p14="http://schemas.microsoft.com/office/powerpoint/2010/main" val="1171594671"/>
      </p:ext>
    </p:extLst>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B03402-2DF3-4CD9-9DD0-F06B13631FD0}" type="slidenum">
              <a:rPr lang="en-US"/>
              <a:pPr>
                <a:defRPr/>
              </a:pPr>
              <a:t>‹#›</a:t>
            </a:fld>
            <a:endParaRPr lang="en-US"/>
          </a:p>
        </p:txBody>
      </p:sp>
    </p:spTree>
    <p:extLst>
      <p:ext uri="{BB962C8B-B14F-4D97-AF65-F5344CB8AC3E}">
        <p14:creationId xmlns:p14="http://schemas.microsoft.com/office/powerpoint/2010/main" val="1257322798"/>
      </p:ext>
    </p:extLst>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84B2ED-227B-45A6-BCB4-B4BAAFDF57AE}" type="slidenum">
              <a:rPr lang="en-US"/>
              <a:pPr>
                <a:defRPr/>
              </a:pPr>
              <a:t>‹#›</a:t>
            </a:fld>
            <a:endParaRPr lang="en-US"/>
          </a:p>
        </p:txBody>
      </p:sp>
    </p:spTree>
    <p:extLst>
      <p:ext uri="{BB962C8B-B14F-4D97-AF65-F5344CB8AC3E}">
        <p14:creationId xmlns:p14="http://schemas.microsoft.com/office/powerpoint/2010/main" val="1248763177"/>
      </p:ext>
    </p:extLst>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50079B1-7590-4F88-89AF-BA30018128F3}" type="slidenum">
              <a:rPr lang="en-US"/>
              <a:pPr>
                <a:defRPr/>
              </a:pPr>
              <a:t>‹#›</a:t>
            </a:fld>
            <a:endParaRPr lang="en-US"/>
          </a:p>
        </p:txBody>
      </p:sp>
    </p:spTree>
    <p:extLst>
      <p:ext uri="{BB962C8B-B14F-4D97-AF65-F5344CB8AC3E}">
        <p14:creationId xmlns:p14="http://schemas.microsoft.com/office/powerpoint/2010/main" val="2647131773"/>
      </p:ext>
    </p:extLst>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7D1CC8-377E-4E4C-94C0-88D30D937D87}" type="slidenum">
              <a:rPr lang="en-US"/>
              <a:pPr>
                <a:defRPr/>
              </a:pPr>
              <a:t>‹#›</a:t>
            </a:fld>
            <a:endParaRPr lang="en-US"/>
          </a:p>
        </p:txBody>
      </p:sp>
    </p:spTree>
    <p:extLst>
      <p:ext uri="{BB962C8B-B14F-4D97-AF65-F5344CB8AC3E}">
        <p14:creationId xmlns:p14="http://schemas.microsoft.com/office/powerpoint/2010/main" val="1276602929"/>
      </p:ext>
    </p:extLst>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61E757E-D6F4-4F52-AEE2-8B38442B5DCB}" type="slidenum">
              <a:rPr lang="en-US"/>
              <a:pPr>
                <a:defRPr/>
              </a:pPr>
              <a:t>‹#›</a:t>
            </a:fld>
            <a:endParaRPr lang="en-US"/>
          </a:p>
        </p:txBody>
      </p:sp>
    </p:spTree>
    <p:extLst>
      <p:ext uri="{BB962C8B-B14F-4D97-AF65-F5344CB8AC3E}">
        <p14:creationId xmlns:p14="http://schemas.microsoft.com/office/powerpoint/2010/main" val="2929741818"/>
      </p:ext>
    </p:extLst>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300B3CA-D7D7-4899-BA02-0D7BEF66ECA1}" type="slidenum">
              <a:rPr lang="en-US"/>
              <a:pPr>
                <a:defRPr/>
              </a:pPr>
              <a:t>‹#›</a:t>
            </a:fld>
            <a:endParaRPr lang="en-US"/>
          </a:p>
        </p:txBody>
      </p:sp>
    </p:spTree>
    <p:extLst>
      <p:ext uri="{BB962C8B-B14F-4D97-AF65-F5344CB8AC3E}">
        <p14:creationId xmlns:p14="http://schemas.microsoft.com/office/powerpoint/2010/main" val="4034602289"/>
      </p:ext>
    </p:extLst>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36215E5-7900-4DEC-90AE-590727AA6A40}" type="slidenum">
              <a:rPr lang="en-US"/>
              <a:pPr>
                <a:defRPr/>
              </a:pPr>
              <a:t>‹#›</a:t>
            </a:fld>
            <a:endParaRPr lang="en-US"/>
          </a:p>
        </p:txBody>
      </p:sp>
    </p:spTree>
    <p:extLst>
      <p:ext uri="{BB962C8B-B14F-4D97-AF65-F5344CB8AC3E}">
        <p14:creationId xmlns:p14="http://schemas.microsoft.com/office/powerpoint/2010/main" val="2391409507"/>
      </p:ext>
    </p:extLst>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E7D995A-CFA5-447C-88FC-3EBF9623FF0F}" type="slidenum">
              <a:rPr lang="en-US"/>
              <a:pPr>
                <a:defRPr/>
              </a:pPr>
              <a:t>‹#›</a:t>
            </a:fld>
            <a:endParaRPr lang="en-US"/>
          </a:p>
        </p:txBody>
      </p:sp>
    </p:spTree>
    <p:extLst>
      <p:ext uri="{BB962C8B-B14F-4D97-AF65-F5344CB8AC3E}">
        <p14:creationId xmlns:p14="http://schemas.microsoft.com/office/powerpoint/2010/main" val="420995046"/>
      </p:ext>
    </p:extLst>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EEE1986-75D7-401C-BB02-022978DBE60E}" type="slidenum">
              <a:rPr lang="en-US"/>
              <a:pPr>
                <a:defRPr/>
              </a:pPr>
              <a:t>‹#›</a:t>
            </a:fld>
            <a:endParaRPr lang="en-US"/>
          </a:p>
        </p:txBody>
      </p:sp>
    </p:spTree>
    <p:extLst>
      <p:ext uri="{BB962C8B-B14F-4D97-AF65-F5344CB8AC3E}">
        <p14:creationId xmlns:p14="http://schemas.microsoft.com/office/powerpoint/2010/main" val="1867047603"/>
      </p:ext>
    </p:extLst>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13D9753-022D-42A7-AD34-0545C6CFB458}" type="slidenum">
              <a:rPr lang="en-US"/>
              <a:pPr>
                <a:defRPr/>
              </a:pPr>
              <a:t>‹#›</a:t>
            </a:fld>
            <a:endParaRPr lang="en-US"/>
          </a:p>
        </p:txBody>
      </p:sp>
    </p:spTree>
    <p:extLst>
      <p:ext uri="{BB962C8B-B14F-4D97-AF65-F5344CB8AC3E}">
        <p14:creationId xmlns:p14="http://schemas.microsoft.com/office/powerpoint/2010/main" val="841684351"/>
      </p:ext>
    </p:extLst>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1A7BFF3-4748-49B9-A694-75F88782C12A}" type="slidenum">
              <a:rPr lang="en-US"/>
              <a:pPr>
                <a:defRPr/>
              </a:pPr>
              <a:t>‹#›</a:t>
            </a:fld>
            <a:endParaRPr lang="en-US"/>
          </a:p>
        </p:txBody>
      </p:sp>
    </p:spTree>
    <p:extLst>
      <p:ext uri="{BB962C8B-B14F-4D97-AF65-F5344CB8AC3E}">
        <p14:creationId xmlns:p14="http://schemas.microsoft.com/office/powerpoint/2010/main" val="3083119426"/>
      </p:ext>
    </p:extLst>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27A22DA6-E03F-4ACC-A975-13F3A2CBD999}" type="slidenum">
              <a:rPr lang="en-US"/>
              <a:pPr>
                <a:defRPr/>
              </a:pPr>
              <a:t>‹#›</a:t>
            </a:fld>
            <a:endParaRPr lang="en-US" dirty="0"/>
          </a:p>
        </p:txBody>
      </p:sp>
    </p:spTree>
    <p:extLst>
      <p:ext uri="{BB962C8B-B14F-4D97-AF65-F5344CB8AC3E}">
        <p14:creationId xmlns:p14="http://schemas.microsoft.com/office/powerpoint/2010/main" val="4063575672"/>
      </p:ext>
    </p:extLst>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8905B68-648C-4D14-8EF5-5E34C3658819}" type="slidenum">
              <a:rPr lang="en-US"/>
              <a:pPr>
                <a:defRPr/>
              </a:pPr>
              <a:t>‹#›</a:t>
            </a:fld>
            <a:endParaRPr lang="en-US"/>
          </a:p>
        </p:txBody>
      </p:sp>
    </p:spTree>
    <p:extLst>
      <p:ext uri="{BB962C8B-B14F-4D97-AF65-F5344CB8AC3E}">
        <p14:creationId xmlns:p14="http://schemas.microsoft.com/office/powerpoint/2010/main" val="2537553447"/>
      </p:ext>
    </p:extLst>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7464FF6-7936-485D-B442-93E0429E01B2}" type="slidenum">
              <a:rPr lang="en-US"/>
              <a:pPr>
                <a:defRPr/>
              </a:pPr>
              <a:t>‹#›</a:t>
            </a:fld>
            <a:endParaRPr lang="en-US"/>
          </a:p>
        </p:txBody>
      </p:sp>
    </p:spTree>
    <p:extLst>
      <p:ext uri="{BB962C8B-B14F-4D97-AF65-F5344CB8AC3E}">
        <p14:creationId xmlns:p14="http://schemas.microsoft.com/office/powerpoint/2010/main" val="2025458220"/>
      </p:ext>
    </p:extLst>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1821C06-598B-465C-8CE9-CF33313599CC}" type="slidenum">
              <a:rPr lang="en-US"/>
              <a:pPr>
                <a:defRPr/>
              </a:pPr>
              <a:t>‹#›</a:t>
            </a:fld>
            <a:endParaRPr lang="en-US"/>
          </a:p>
        </p:txBody>
      </p:sp>
    </p:spTree>
    <p:extLst>
      <p:ext uri="{BB962C8B-B14F-4D97-AF65-F5344CB8AC3E}">
        <p14:creationId xmlns:p14="http://schemas.microsoft.com/office/powerpoint/2010/main" val="3640242928"/>
      </p:ext>
    </p:extLst>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168C776-444E-4303-A923-B8CDB1F40CD1}" type="slidenum">
              <a:rPr lang="en-US"/>
              <a:pPr>
                <a:defRPr/>
              </a:pPr>
              <a:t>‹#›</a:t>
            </a:fld>
            <a:endParaRPr lang="en-US"/>
          </a:p>
        </p:txBody>
      </p:sp>
    </p:spTree>
    <p:extLst>
      <p:ext uri="{BB962C8B-B14F-4D97-AF65-F5344CB8AC3E}">
        <p14:creationId xmlns:p14="http://schemas.microsoft.com/office/powerpoint/2010/main" val="409719854"/>
      </p:ext>
    </p:extLst>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AE5136E-B37F-4E29-92E4-4510DD82C4FB}" type="slidenum">
              <a:rPr lang="en-US"/>
              <a:pPr>
                <a:defRPr/>
              </a:pPr>
              <a:t>‹#›</a:t>
            </a:fld>
            <a:endParaRPr lang="en-US"/>
          </a:p>
        </p:txBody>
      </p:sp>
    </p:spTree>
    <p:extLst>
      <p:ext uri="{BB962C8B-B14F-4D97-AF65-F5344CB8AC3E}">
        <p14:creationId xmlns:p14="http://schemas.microsoft.com/office/powerpoint/2010/main" val="2718899396"/>
      </p:ext>
    </p:extLst>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341E3EF-899C-4AA2-AC75-19F0988EAB31}" type="slidenum">
              <a:rPr lang="en-US"/>
              <a:pPr>
                <a:defRPr/>
              </a:pPr>
              <a:t>‹#›</a:t>
            </a:fld>
            <a:endParaRPr lang="en-US"/>
          </a:p>
        </p:txBody>
      </p:sp>
    </p:spTree>
    <p:extLst>
      <p:ext uri="{BB962C8B-B14F-4D97-AF65-F5344CB8AC3E}">
        <p14:creationId xmlns:p14="http://schemas.microsoft.com/office/powerpoint/2010/main" val="1158366951"/>
      </p:ext>
    </p:extLst>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0D52F26-61D8-4397-8485-DAE23B9B45D2}" type="slidenum">
              <a:rPr lang="en-US"/>
              <a:pPr>
                <a:defRPr/>
              </a:pPr>
              <a:t>‹#›</a:t>
            </a:fld>
            <a:endParaRPr lang="en-US"/>
          </a:p>
        </p:txBody>
      </p:sp>
    </p:spTree>
    <p:extLst>
      <p:ext uri="{BB962C8B-B14F-4D97-AF65-F5344CB8AC3E}">
        <p14:creationId xmlns:p14="http://schemas.microsoft.com/office/powerpoint/2010/main" val="713059571"/>
      </p:ext>
    </p:extLst>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6A066D5-571D-499F-8181-DFC739DB8F01}" type="slidenum">
              <a:rPr lang="en-US"/>
              <a:pPr>
                <a:defRPr/>
              </a:pPr>
              <a:t>‹#›</a:t>
            </a:fld>
            <a:endParaRPr lang="en-US"/>
          </a:p>
        </p:txBody>
      </p:sp>
    </p:spTree>
    <p:extLst>
      <p:ext uri="{BB962C8B-B14F-4D97-AF65-F5344CB8AC3E}">
        <p14:creationId xmlns:p14="http://schemas.microsoft.com/office/powerpoint/2010/main" val="2211792034"/>
      </p:ext>
    </p:extLst>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BDD19AA-26E9-4BAF-84F6-E104B7B4E2E5}" type="slidenum">
              <a:rPr lang="en-US"/>
              <a:pPr>
                <a:defRPr/>
              </a:pPr>
              <a:t>‹#›</a:t>
            </a:fld>
            <a:endParaRPr lang="en-US"/>
          </a:p>
        </p:txBody>
      </p:sp>
    </p:spTree>
    <p:extLst>
      <p:ext uri="{BB962C8B-B14F-4D97-AF65-F5344CB8AC3E}">
        <p14:creationId xmlns:p14="http://schemas.microsoft.com/office/powerpoint/2010/main" val="2611385671"/>
      </p:ext>
    </p:extLst>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B933748-F5F5-48B9-B7CC-CA7A8672BBA4}" type="slidenum">
              <a:rPr lang="en-US"/>
              <a:pPr>
                <a:defRPr/>
              </a:pPr>
              <a:t>‹#›</a:t>
            </a:fld>
            <a:endParaRPr lang="en-US"/>
          </a:p>
        </p:txBody>
      </p:sp>
    </p:spTree>
    <p:extLst>
      <p:ext uri="{BB962C8B-B14F-4D97-AF65-F5344CB8AC3E}">
        <p14:creationId xmlns:p14="http://schemas.microsoft.com/office/powerpoint/2010/main" val="3256591543"/>
      </p:ext>
    </p:extLst>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A00821D-195A-47F5-8DFC-B9BC1798D51D}" type="slidenum">
              <a:rPr lang="en-US"/>
              <a:pPr>
                <a:defRPr/>
              </a:pPr>
              <a:t>‹#›</a:t>
            </a:fld>
            <a:endParaRPr lang="en-US"/>
          </a:p>
        </p:txBody>
      </p:sp>
    </p:spTree>
    <p:extLst>
      <p:ext uri="{BB962C8B-B14F-4D97-AF65-F5344CB8AC3E}">
        <p14:creationId xmlns:p14="http://schemas.microsoft.com/office/powerpoint/2010/main" val="2596583195"/>
      </p:ext>
    </p:extLst>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026FDA3-FE2E-419A-A4D4-8C0091F144DC}" type="slidenum">
              <a:rPr lang="en-US"/>
              <a:pPr>
                <a:defRPr/>
              </a:pPr>
              <a:t>‹#›</a:t>
            </a:fld>
            <a:endParaRPr lang="en-US"/>
          </a:p>
        </p:txBody>
      </p:sp>
    </p:spTree>
    <p:extLst>
      <p:ext uri="{BB962C8B-B14F-4D97-AF65-F5344CB8AC3E}">
        <p14:creationId xmlns:p14="http://schemas.microsoft.com/office/powerpoint/2010/main" val="1061739967"/>
      </p:ext>
    </p:extLst>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FE2E110-8C08-4788-90B4-88A3BAFB050E}" type="slidenum">
              <a:rPr lang="en-US"/>
              <a:pPr>
                <a:defRPr/>
              </a:pPr>
              <a:t>‹#›</a:t>
            </a:fld>
            <a:endParaRPr lang="en-US"/>
          </a:p>
        </p:txBody>
      </p:sp>
    </p:spTree>
    <p:extLst>
      <p:ext uri="{BB962C8B-B14F-4D97-AF65-F5344CB8AC3E}">
        <p14:creationId xmlns:p14="http://schemas.microsoft.com/office/powerpoint/2010/main" val="1444989378"/>
      </p:ext>
    </p:extLst>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B4741C6-1F14-4285-9B9A-8C6AD54987AE}" type="slidenum">
              <a:rPr lang="en-US"/>
              <a:pPr>
                <a:defRPr/>
              </a:pPr>
              <a:t>‹#›</a:t>
            </a:fld>
            <a:endParaRPr lang="en-US"/>
          </a:p>
        </p:txBody>
      </p:sp>
    </p:spTree>
    <p:extLst>
      <p:ext uri="{BB962C8B-B14F-4D97-AF65-F5344CB8AC3E}">
        <p14:creationId xmlns:p14="http://schemas.microsoft.com/office/powerpoint/2010/main" val="3601794869"/>
      </p:ext>
    </p:extLst>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42EE212-F31C-451F-B596-17E632EA8F44}" type="slidenum">
              <a:rPr lang="en-US"/>
              <a:pPr>
                <a:defRPr/>
              </a:pPr>
              <a:t>‹#›</a:t>
            </a:fld>
            <a:endParaRPr lang="en-US"/>
          </a:p>
        </p:txBody>
      </p:sp>
    </p:spTree>
    <p:extLst>
      <p:ext uri="{BB962C8B-B14F-4D97-AF65-F5344CB8AC3E}">
        <p14:creationId xmlns:p14="http://schemas.microsoft.com/office/powerpoint/2010/main" val="1967769026"/>
      </p:ext>
    </p:extLst>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7332098A-EFFC-46C9-8DBF-BE07C311ABFE}" type="slidenum">
              <a:rPr lang="en-US"/>
              <a:pPr>
                <a:defRPr/>
              </a:pPr>
              <a:t>‹#›</a:t>
            </a:fld>
            <a:endParaRPr lang="en-US" dirty="0"/>
          </a:p>
        </p:txBody>
      </p:sp>
    </p:spTree>
    <p:extLst>
      <p:ext uri="{BB962C8B-B14F-4D97-AF65-F5344CB8AC3E}">
        <p14:creationId xmlns:p14="http://schemas.microsoft.com/office/powerpoint/2010/main" val="3050908114"/>
      </p:ext>
    </p:extLst>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6BC1E3C-CC7A-4182-AF1D-2EBDD228DC76}" type="slidenum">
              <a:rPr lang="en-US"/>
              <a:pPr>
                <a:defRPr/>
              </a:pPr>
              <a:t>‹#›</a:t>
            </a:fld>
            <a:endParaRPr lang="en-US"/>
          </a:p>
        </p:txBody>
      </p:sp>
    </p:spTree>
    <p:extLst>
      <p:ext uri="{BB962C8B-B14F-4D97-AF65-F5344CB8AC3E}">
        <p14:creationId xmlns:p14="http://schemas.microsoft.com/office/powerpoint/2010/main" val="3538717014"/>
      </p:ext>
    </p:extLst>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ED19357-88AD-40F4-956F-5DB3F078442A}" type="slidenum">
              <a:rPr lang="en-US"/>
              <a:pPr>
                <a:defRPr/>
              </a:pPr>
              <a:t>‹#›</a:t>
            </a:fld>
            <a:endParaRPr lang="en-US"/>
          </a:p>
        </p:txBody>
      </p:sp>
    </p:spTree>
    <p:extLst>
      <p:ext uri="{BB962C8B-B14F-4D97-AF65-F5344CB8AC3E}">
        <p14:creationId xmlns:p14="http://schemas.microsoft.com/office/powerpoint/2010/main" val="1323830352"/>
      </p:ext>
    </p:extLst>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F8DB96A-9808-43DC-BD89-13093607A6CC}" type="slidenum">
              <a:rPr lang="en-US"/>
              <a:pPr>
                <a:defRPr/>
              </a:pPr>
              <a:t>‹#›</a:t>
            </a:fld>
            <a:endParaRPr lang="en-US"/>
          </a:p>
        </p:txBody>
      </p:sp>
    </p:spTree>
    <p:extLst>
      <p:ext uri="{BB962C8B-B14F-4D97-AF65-F5344CB8AC3E}">
        <p14:creationId xmlns:p14="http://schemas.microsoft.com/office/powerpoint/2010/main" val="2415221930"/>
      </p:ext>
    </p:extLst>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73D1CF7-A5E4-4DB4-8D9A-D4BEFE6D195E}" type="slidenum">
              <a:rPr lang="en-US"/>
              <a:pPr>
                <a:defRPr/>
              </a:pPr>
              <a:t>‹#›</a:t>
            </a:fld>
            <a:endParaRPr lang="en-US"/>
          </a:p>
        </p:txBody>
      </p:sp>
    </p:spTree>
    <p:extLst>
      <p:ext uri="{BB962C8B-B14F-4D97-AF65-F5344CB8AC3E}">
        <p14:creationId xmlns:p14="http://schemas.microsoft.com/office/powerpoint/2010/main" val="3879260816"/>
      </p:ext>
    </p:extLst>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2A3396B-F9DB-4BC8-893A-8EDB8D7FC553}" type="slidenum">
              <a:rPr lang="en-US"/>
              <a:pPr>
                <a:defRPr/>
              </a:pPr>
              <a:t>‹#›</a:t>
            </a:fld>
            <a:endParaRPr lang="en-US"/>
          </a:p>
        </p:txBody>
      </p:sp>
    </p:spTree>
    <p:extLst>
      <p:ext uri="{BB962C8B-B14F-4D97-AF65-F5344CB8AC3E}">
        <p14:creationId xmlns:p14="http://schemas.microsoft.com/office/powerpoint/2010/main" val="998204736"/>
      </p:ext>
    </p:extLst>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734476B-A082-4534-8851-1A0A9A3A607F}" type="slidenum">
              <a:rPr lang="en-US"/>
              <a:pPr>
                <a:defRPr/>
              </a:pPr>
              <a:t>‹#›</a:t>
            </a:fld>
            <a:endParaRPr lang="en-US"/>
          </a:p>
        </p:txBody>
      </p:sp>
    </p:spTree>
    <p:extLst>
      <p:ext uri="{BB962C8B-B14F-4D97-AF65-F5344CB8AC3E}">
        <p14:creationId xmlns:p14="http://schemas.microsoft.com/office/powerpoint/2010/main" val="2094478157"/>
      </p:ext>
    </p:extLst>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7FFE95F-24E3-4D5C-9428-74AF4CF87FA7}" type="slidenum">
              <a:rPr lang="en-US"/>
              <a:pPr>
                <a:defRPr/>
              </a:pPr>
              <a:t>‹#›</a:t>
            </a:fld>
            <a:endParaRPr lang="en-US"/>
          </a:p>
        </p:txBody>
      </p:sp>
    </p:spTree>
    <p:extLst>
      <p:ext uri="{BB962C8B-B14F-4D97-AF65-F5344CB8AC3E}">
        <p14:creationId xmlns:p14="http://schemas.microsoft.com/office/powerpoint/2010/main" val="4029214211"/>
      </p:ext>
    </p:extLst>
  </p:cSld>
  <p:clrMapOvr>
    <a:masterClrMapping/>
  </p:clrMapOvr>
</p:sldLayout>
</file>

<file path=ppt/slideLayouts/slideLayout81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9CCAA6C-50A1-4DAD-A2C1-5AE1F7A86CFB}" type="slidenum">
              <a:rPr lang="en-US"/>
              <a:pPr>
                <a:defRPr/>
              </a:pPr>
              <a:t>‹#›</a:t>
            </a:fld>
            <a:endParaRPr lang="en-US"/>
          </a:p>
        </p:txBody>
      </p:sp>
    </p:spTree>
    <p:extLst>
      <p:ext uri="{BB962C8B-B14F-4D97-AF65-F5344CB8AC3E}">
        <p14:creationId xmlns:p14="http://schemas.microsoft.com/office/powerpoint/2010/main" val="1844143538"/>
      </p:ext>
    </p:extLst>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27EE38F-E0F0-40A7-932F-915A715ED63A}" type="slidenum">
              <a:rPr lang="en-US"/>
              <a:pPr>
                <a:defRPr/>
              </a:pPr>
              <a:t>‹#›</a:t>
            </a:fld>
            <a:endParaRPr lang="en-US"/>
          </a:p>
        </p:txBody>
      </p:sp>
    </p:spTree>
    <p:extLst>
      <p:ext uri="{BB962C8B-B14F-4D97-AF65-F5344CB8AC3E}">
        <p14:creationId xmlns:p14="http://schemas.microsoft.com/office/powerpoint/2010/main" val="662228629"/>
      </p:ext>
    </p:extLst>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EEEF6A-F126-4D09-9C79-8E3937B6543E}" type="slidenum">
              <a:rPr lang="en-US"/>
              <a:pPr>
                <a:defRPr/>
              </a:pPr>
              <a:t>‹#›</a:t>
            </a:fld>
            <a:endParaRPr lang="en-US"/>
          </a:p>
        </p:txBody>
      </p:sp>
    </p:spTree>
    <p:extLst>
      <p:ext uri="{BB962C8B-B14F-4D97-AF65-F5344CB8AC3E}">
        <p14:creationId xmlns:p14="http://schemas.microsoft.com/office/powerpoint/2010/main" val="798778675"/>
      </p:ext>
    </p:extLst>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FF488E6-EED5-4579-BCAD-E5CBE621544B}" type="slidenum">
              <a:rPr lang="en-US"/>
              <a:pPr>
                <a:defRPr/>
              </a:pPr>
              <a:t>‹#›</a:t>
            </a:fld>
            <a:endParaRPr lang="en-US"/>
          </a:p>
        </p:txBody>
      </p:sp>
    </p:spTree>
    <p:extLst>
      <p:ext uri="{BB962C8B-B14F-4D97-AF65-F5344CB8AC3E}">
        <p14:creationId xmlns:p14="http://schemas.microsoft.com/office/powerpoint/2010/main" val="74401149"/>
      </p:ext>
    </p:extLst>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666E343-98A0-4DD4-A062-1FF3A80693B3}" type="slidenum">
              <a:rPr lang="en-US"/>
              <a:pPr>
                <a:defRPr/>
              </a:pPr>
              <a:t>‹#›</a:t>
            </a:fld>
            <a:endParaRPr lang="en-US"/>
          </a:p>
        </p:txBody>
      </p:sp>
    </p:spTree>
    <p:extLst>
      <p:ext uri="{BB962C8B-B14F-4D97-AF65-F5344CB8AC3E}">
        <p14:creationId xmlns:p14="http://schemas.microsoft.com/office/powerpoint/2010/main" val="2805948503"/>
      </p:ext>
    </p:extLst>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513EA29-A001-4033-9095-105D77DE1861}" type="slidenum">
              <a:rPr lang="en-US"/>
              <a:pPr>
                <a:defRPr/>
              </a:pPr>
              <a:t>‹#›</a:t>
            </a:fld>
            <a:endParaRPr lang="en-US"/>
          </a:p>
        </p:txBody>
      </p:sp>
    </p:spTree>
    <p:extLst>
      <p:ext uri="{BB962C8B-B14F-4D97-AF65-F5344CB8AC3E}">
        <p14:creationId xmlns:p14="http://schemas.microsoft.com/office/powerpoint/2010/main" val="1850335932"/>
      </p:ext>
    </p:extLst>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C05ACD0-3670-425C-AB75-6519E06ED91B}" type="slidenum">
              <a:rPr lang="en-US"/>
              <a:pPr>
                <a:defRPr/>
              </a:pPr>
              <a:t>‹#›</a:t>
            </a:fld>
            <a:endParaRPr lang="en-US"/>
          </a:p>
        </p:txBody>
      </p:sp>
    </p:spTree>
    <p:extLst>
      <p:ext uri="{BB962C8B-B14F-4D97-AF65-F5344CB8AC3E}">
        <p14:creationId xmlns:p14="http://schemas.microsoft.com/office/powerpoint/2010/main" val="2370664201"/>
      </p:ext>
    </p:extLst>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9361CA6-9CC6-474F-A85C-881B0C4E220E}" type="slidenum">
              <a:rPr lang="en-US"/>
              <a:pPr>
                <a:defRPr/>
              </a:pPr>
              <a:t>‹#›</a:t>
            </a:fld>
            <a:endParaRPr lang="en-US"/>
          </a:p>
        </p:txBody>
      </p:sp>
    </p:spTree>
    <p:extLst>
      <p:ext uri="{BB962C8B-B14F-4D97-AF65-F5344CB8AC3E}">
        <p14:creationId xmlns:p14="http://schemas.microsoft.com/office/powerpoint/2010/main" val="3657592772"/>
      </p:ext>
    </p:extLst>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27351A9D-400C-46E6-8336-A6C4AE710B02}" type="slidenum">
              <a:rPr lang="en-US"/>
              <a:pPr>
                <a:defRPr/>
              </a:pPr>
              <a:t>‹#›</a:t>
            </a:fld>
            <a:endParaRPr lang="en-US" dirty="0"/>
          </a:p>
        </p:txBody>
      </p:sp>
    </p:spTree>
    <p:extLst>
      <p:ext uri="{BB962C8B-B14F-4D97-AF65-F5344CB8AC3E}">
        <p14:creationId xmlns:p14="http://schemas.microsoft.com/office/powerpoint/2010/main" val="1182546856"/>
      </p:ext>
    </p:extLst>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AA2408A-22B8-4BC7-99FE-5B402ADFCABB}" type="slidenum">
              <a:rPr lang="en-US"/>
              <a:pPr>
                <a:defRPr/>
              </a:pPr>
              <a:t>‹#›</a:t>
            </a:fld>
            <a:endParaRPr lang="en-US"/>
          </a:p>
        </p:txBody>
      </p:sp>
    </p:spTree>
    <p:extLst>
      <p:ext uri="{BB962C8B-B14F-4D97-AF65-F5344CB8AC3E}">
        <p14:creationId xmlns:p14="http://schemas.microsoft.com/office/powerpoint/2010/main" val="3818631700"/>
      </p:ext>
    </p:extLst>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0323E08-84EC-40DE-9553-0F061998CC3D}" type="slidenum">
              <a:rPr lang="en-US"/>
              <a:pPr>
                <a:defRPr/>
              </a:pPr>
              <a:t>‹#›</a:t>
            </a:fld>
            <a:endParaRPr lang="en-US"/>
          </a:p>
        </p:txBody>
      </p:sp>
    </p:spTree>
    <p:extLst>
      <p:ext uri="{BB962C8B-B14F-4D97-AF65-F5344CB8AC3E}">
        <p14:creationId xmlns:p14="http://schemas.microsoft.com/office/powerpoint/2010/main" val="1734315237"/>
      </p:ext>
    </p:extLst>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04D3D01-8FEF-4BA8-B349-831177110B13}" type="slidenum">
              <a:rPr lang="en-US"/>
              <a:pPr>
                <a:defRPr/>
              </a:pPr>
              <a:t>‹#›</a:t>
            </a:fld>
            <a:endParaRPr lang="en-US"/>
          </a:p>
        </p:txBody>
      </p:sp>
    </p:spTree>
    <p:extLst>
      <p:ext uri="{BB962C8B-B14F-4D97-AF65-F5344CB8AC3E}">
        <p14:creationId xmlns:p14="http://schemas.microsoft.com/office/powerpoint/2010/main" val="2030886591"/>
      </p:ext>
    </p:extLst>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9DB829B-5D5C-4073-8699-F1A9C6916CB2}" type="slidenum">
              <a:rPr lang="en-US"/>
              <a:pPr>
                <a:defRPr/>
              </a:pPr>
              <a:t>‹#›</a:t>
            </a:fld>
            <a:endParaRPr lang="en-US"/>
          </a:p>
        </p:txBody>
      </p:sp>
    </p:spTree>
    <p:extLst>
      <p:ext uri="{BB962C8B-B14F-4D97-AF65-F5344CB8AC3E}">
        <p14:creationId xmlns:p14="http://schemas.microsoft.com/office/powerpoint/2010/main" val="278367785"/>
      </p:ext>
    </p:extLst>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1093CC4-B518-4E6A-98B4-0A61D1D8B631}" type="slidenum">
              <a:rPr lang="en-US"/>
              <a:pPr>
                <a:defRPr/>
              </a:pPr>
              <a:t>‹#›</a:t>
            </a:fld>
            <a:endParaRPr lang="en-US"/>
          </a:p>
        </p:txBody>
      </p:sp>
    </p:spTree>
    <p:extLst>
      <p:ext uri="{BB962C8B-B14F-4D97-AF65-F5344CB8AC3E}">
        <p14:creationId xmlns:p14="http://schemas.microsoft.com/office/powerpoint/2010/main" val="953237355"/>
      </p:ext>
    </p:extLst>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F982657-2054-48E6-BC4A-459C20D81BD0}" type="slidenum">
              <a:rPr lang="en-US"/>
              <a:pPr>
                <a:defRPr/>
              </a:pPr>
              <a:t>‹#›</a:t>
            </a:fld>
            <a:endParaRPr lang="en-US"/>
          </a:p>
        </p:txBody>
      </p:sp>
    </p:spTree>
    <p:extLst>
      <p:ext uri="{BB962C8B-B14F-4D97-AF65-F5344CB8AC3E}">
        <p14:creationId xmlns:p14="http://schemas.microsoft.com/office/powerpoint/2010/main" val="1927112606"/>
      </p:ext>
    </p:extLst>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6945187-BE32-4C26-AB7D-A1F6B90FA1DD}" type="slidenum">
              <a:rPr lang="en-US"/>
              <a:pPr>
                <a:defRPr/>
              </a:pPr>
              <a:t>‹#›</a:t>
            </a:fld>
            <a:endParaRPr lang="en-US"/>
          </a:p>
        </p:txBody>
      </p:sp>
    </p:spTree>
    <p:extLst>
      <p:ext uri="{BB962C8B-B14F-4D97-AF65-F5344CB8AC3E}">
        <p14:creationId xmlns:p14="http://schemas.microsoft.com/office/powerpoint/2010/main" val="94414138"/>
      </p:ext>
    </p:extLst>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259E736-9173-4AF2-9930-1DBDCD0BD7E5}" type="slidenum">
              <a:rPr lang="en-US"/>
              <a:pPr>
                <a:defRPr/>
              </a:pPr>
              <a:t>‹#›</a:t>
            </a:fld>
            <a:endParaRPr lang="en-US"/>
          </a:p>
        </p:txBody>
      </p:sp>
    </p:spTree>
    <p:extLst>
      <p:ext uri="{BB962C8B-B14F-4D97-AF65-F5344CB8AC3E}">
        <p14:creationId xmlns:p14="http://schemas.microsoft.com/office/powerpoint/2010/main" val="4248586777"/>
      </p:ext>
    </p:extLst>
  </p:cSld>
  <p:clrMapOvr>
    <a:masterClrMapping/>
  </p:clrMapOvr>
</p:sldLayout>
</file>

<file path=ppt/slideLayouts/slideLayout8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4372B8C-588A-4F03-BFD6-5D875E88471B}" type="slidenum">
              <a:rPr lang="en-US"/>
              <a:pPr>
                <a:defRPr/>
              </a:pPr>
              <a:t>‹#›</a:t>
            </a:fld>
            <a:endParaRPr lang="en-US"/>
          </a:p>
        </p:txBody>
      </p:sp>
    </p:spTree>
    <p:extLst>
      <p:ext uri="{BB962C8B-B14F-4D97-AF65-F5344CB8AC3E}">
        <p14:creationId xmlns:p14="http://schemas.microsoft.com/office/powerpoint/2010/main" val="1557130319"/>
      </p:ext>
    </p:extLst>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5BAD507-5BCC-4A05-88B4-9DA7AAC00498}" type="slidenum">
              <a:rPr lang="en-US"/>
              <a:pPr>
                <a:defRPr/>
              </a:pPr>
              <a:t>‹#›</a:t>
            </a:fld>
            <a:endParaRPr lang="en-US"/>
          </a:p>
        </p:txBody>
      </p:sp>
    </p:spTree>
    <p:extLst>
      <p:ext uri="{BB962C8B-B14F-4D97-AF65-F5344CB8AC3E}">
        <p14:creationId xmlns:p14="http://schemas.microsoft.com/office/powerpoint/2010/main" val="3433291786"/>
      </p:ext>
    </p:extLst>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472632D-DF12-4C50-93A5-A6428EDFEF4C}" type="slidenum">
              <a:rPr lang="en-US"/>
              <a:pPr>
                <a:defRPr/>
              </a:pPr>
              <a:t>‹#›</a:t>
            </a:fld>
            <a:endParaRPr lang="en-US"/>
          </a:p>
        </p:txBody>
      </p:sp>
    </p:spTree>
    <p:extLst>
      <p:ext uri="{BB962C8B-B14F-4D97-AF65-F5344CB8AC3E}">
        <p14:creationId xmlns:p14="http://schemas.microsoft.com/office/powerpoint/2010/main" val="390747777"/>
      </p:ext>
    </p:extLst>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AB2AD14-AD28-48DC-891D-5553A873C513}" type="slidenum">
              <a:rPr lang="en-US"/>
              <a:pPr>
                <a:defRPr/>
              </a:pPr>
              <a:t>‹#›</a:t>
            </a:fld>
            <a:endParaRPr lang="en-US"/>
          </a:p>
        </p:txBody>
      </p:sp>
    </p:spTree>
    <p:extLst>
      <p:ext uri="{BB962C8B-B14F-4D97-AF65-F5344CB8AC3E}">
        <p14:creationId xmlns:p14="http://schemas.microsoft.com/office/powerpoint/2010/main" val="1308387867"/>
      </p:ext>
    </p:extLst>
  </p:cSld>
  <p:clrMapOvr>
    <a:masterClrMapping/>
  </p:clrMapOvr>
</p:sldLayout>
</file>

<file path=ppt/slideLayouts/slideLayout8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F08CC1D-C8AD-4921-AE51-10C0F9D531B7}" type="slidenum">
              <a:rPr lang="en-US"/>
              <a:pPr>
                <a:defRPr/>
              </a:pPr>
              <a:t>‹#›</a:t>
            </a:fld>
            <a:endParaRPr lang="en-US"/>
          </a:p>
        </p:txBody>
      </p:sp>
    </p:spTree>
    <p:extLst>
      <p:ext uri="{BB962C8B-B14F-4D97-AF65-F5344CB8AC3E}">
        <p14:creationId xmlns:p14="http://schemas.microsoft.com/office/powerpoint/2010/main" val="802363194"/>
      </p:ext>
    </p:extLst>
  </p:cSld>
  <p:clrMapOvr>
    <a:masterClrMapping/>
  </p:clrMapOvr>
</p:sldLayout>
</file>

<file path=ppt/slideLayouts/slideLayout8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D236563-E976-4E7E-8EE5-3FE36C674DC7}" type="slidenum">
              <a:rPr lang="en-US"/>
              <a:pPr>
                <a:defRPr/>
              </a:pPr>
              <a:t>‹#›</a:t>
            </a:fld>
            <a:endParaRPr lang="en-US"/>
          </a:p>
        </p:txBody>
      </p:sp>
    </p:spTree>
    <p:extLst>
      <p:ext uri="{BB962C8B-B14F-4D97-AF65-F5344CB8AC3E}">
        <p14:creationId xmlns:p14="http://schemas.microsoft.com/office/powerpoint/2010/main" val="3418653276"/>
      </p:ext>
    </p:extLst>
  </p:cSld>
  <p:clrMapOvr>
    <a:masterClrMapping/>
  </p:clrMapOvr>
</p:sldLayout>
</file>

<file path=ppt/slideLayouts/slideLayout8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295FE29-A259-4784-AA80-A2CC486EB42A}" type="slidenum">
              <a:rPr lang="en-US"/>
              <a:pPr>
                <a:defRPr/>
              </a:pPr>
              <a:t>‹#›</a:t>
            </a:fld>
            <a:endParaRPr lang="en-US"/>
          </a:p>
        </p:txBody>
      </p:sp>
    </p:spTree>
    <p:extLst>
      <p:ext uri="{BB962C8B-B14F-4D97-AF65-F5344CB8AC3E}">
        <p14:creationId xmlns:p14="http://schemas.microsoft.com/office/powerpoint/2010/main" val="3777149631"/>
      </p:ext>
    </p:extLst>
  </p:cSld>
  <p:clrMapOvr>
    <a:masterClrMapping/>
  </p:clrMapOvr>
</p:sldLayout>
</file>

<file path=ppt/slideLayouts/slideLayout8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519DA108-B06F-4593-8B45-69E5C4BD1442}" type="slidenum">
              <a:rPr lang="en-US"/>
              <a:pPr>
                <a:defRPr/>
              </a:pPr>
              <a:t>‹#›</a:t>
            </a:fld>
            <a:endParaRPr lang="en-US" dirty="0"/>
          </a:p>
        </p:txBody>
      </p:sp>
    </p:spTree>
    <p:extLst>
      <p:ext uri="{BB962C8B-B14F-4D97-AF65-F5344CB8AC3E}">
        <p14:creationId xmlns:p14="http://schemas.microsoft.com/office/powerpoint/2010/main" val="4045953934"/>
      </p:ext>
    </p:extLst>
  </p:cSld>
  <p:clrMapOvr>
    <a:masterClrMapping/>
  </p:clrMapOvr>
</p:sldLayout>
</file>

<file path=ppt/slideLayouts/slideLayout8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98746F6-D8FE-46E1-B165-DF64D5E488BA}" type="slidenum">
              <a:rPr lang="en-US"/>
              <a:pPr>
                <a:defRPr/>
              </a:pPr>
              <a:t>‹#›</a:t>
            </a:fld>
            <a:endParaRPr lang="en-US"/>
          </a:p>
        </p:txBody>
      </p:sp>
    </p:spTree>
    <p:extLst>
      <p:ext uri="{BB962C8B-B14F-4D97-AF65-F5344CB8AC3E}">
        <p14:creationId xmlns:p14="http://schemas.microsoft.com/office/powerpoint/2010/main" val="599848451"/>
      </p:ext>
    </p:extLst>
  </p:cSld>
  <p:clrMapOvr>
    <a:masterClrMapping/>
  </p:clrMapOvr>
</p:sldLayout>
</file>

<file path=ppt/slideLayouts/slideLayout8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E2EF99F-3CE9-4B62-A631-1285154BD64D}" type="slidenum">
              <a:rPr lang="en-US"/>
              <a:pPr>
                <a:defRPr/>
              </a:pPr>
              <a:t>‹#›</a:t>
            </a:fld>
            <a:endParaRPr lang="en-US"/>
          </a:p>
        </p:txBody>
      </p:sp>
    </p:spTree>
    <p:extLst>
      <p:ext uri="{BB962C8B-B14F-4D97-AF65-F5344CB8AC3E}">
        <p14:creationId xmlns:p14="http://schemas.microsoft.com/office/powerpoint/2010/main" val="1586834816"/>
      </p:ext>
    </p:extLst>
  </p:cSld>
  <p:clrMapOvr>
    <a:masterClrMapping/>
  </p:clrMapOvr>
</p:sldLayout>
</file>

<file path=ppt/slideLayouts/slideLayout8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4B78DA9-027A-45BE-8D55-2BD62F24B478}" type="slidenum">
              <a:rPr lang="en-US"/>
              <a:pPr>
                <a:defRPr/>
              </a:pPr>
              <a:t>‹#›</a:t>
            </a:fld>
            <a:endParaRPr lang="en-US"/>
          </a:p>
        </p:txBody>
      </p:sp>
    </p:spTree>
    <p:extLst>
      <p:ext uri="{BB962C8B-B14F-4D97-AF65-F5344CB8AC3E}">
        <p14:creationId xmlns:p14="http://schemas.microsoft.com/office/powerpoint/2010/main" val="1196615631"/>
      </p:ext>
    </p:extLst>
  </p:cSld>
  <p:clrMapOvr>
    <a:masterClrMapping/>
  </p:clrMapOvr>
</p:sldLayout>
</file>

<file path=ppt/slideLayouts/slideLayout8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5350C82-1C91-49DB-B153-1A3A9E4AEB63}" type="slidenum">
              <a:rPr lang="en-US"/>
              <a:pPr>
                <a:defRPr/>
              </a:pPr>
              <a:t>‹#›</a:t>
            </a:fld>
            <a:endParaRPr lang="en-US"/>
          </a:p>
        </p:txBody>
      </p:sp>
    </p:spTree>
    <p:extLst>
      <p:ext uri="{BB962C8B-B14F-4D97-AF65-F5344CB8AC3E}">
        <p14:creationId xmlns:p14="http://schemas.microsoft.com/office/powerpoint/2010/main" val="1559818736"/>
      </p:ext>
    </p:extLst>
  </p:cSld>
  <p:clrMapOvr>
    <a:masterClrMapping/>
  </p:clrMapOvr>
</p:sldLayout>
</file>

<file path=ppt/slideLayouts/slideLayout8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A9271DC-AAFD-46D8-AB49-EC424FC71174}" type="slidenum">
              <a:rPr lang="en-US"/>
              <a:pPr>
                <a:defRPr/>
              </a:pPr>
              <a:t>‹#›</a:t>
            </a:fld>
            <a:endParaRPr lang="en-US"/>
          </a:p>
        </p:txBody>
      </p:sp>
    </p:spTree>
    <p:extLst>
      <p:ext uri="{BB962C8B-B14F-4D97-AF65-F5344CB8AC3E}">
        <p14:creationId xmlns:p14="http://schemas.microsoft.com/office/powerpoint/2010/main" val="655399994"/>
      </p:ext>
    </p:extLst>
  </p:cSld>
  <p:clrMapOvr>
    <a:masterClrMapping/>
  </p:clrMapOvr>
</p:sldLayout>
</file>

<file path=ppt/slideLayouts/slideLayout8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3D5EB92-B8ED-42B2-AAC2-518638813A19}" type="slidenum">
              <a:rPr lang="en-US"/>
              <a:pPr>
                <a:defRPr/>
              </a:pPr>
              <a:t>‹#›</a:t>
            </a:fld>
            <a:endParaRPr lang="en-US"/>
          </a:p>
        </p:txBody>
      </p:sp>
    </p:spTree>
    <p:extLst>
      <p:ext uri="{BB962C8B-B14F-4D97-AF65-F5344CB8AC3E}">
        <p14:creationId xmlns:p14="http://schemas.microsoft.com/office/powerpoint/2010/main" val="2646862775"/>
      </p:ext>
    </p:extLst>
  </p:cSld>
  <p:clrMapOvr>
    <a:masterClrMapping/>
  </p:clrMapOvr>
</p:sldLayout>
</file>

<file path=ppt/slideLayouts/slideLayout8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F12ECC8-592D-47AC-A51B-1846B27CA521}" type="slidenum">
              <a:rPr lang="en-US"/>
              <a:pPr>
                <a:defRPr/>
              </a:pPr>
              <a:t>‹#›</a:t>
            </a:fld>
            <a:endParaRPr lang="en-US"/>
          </a:p>
        </p:txBody>
      </p:sp>
    </p:spTree>
    <p:extLst>
      <p:ext uri="{BB962C8B-B14F-4D97-AF65-F5344CB8AC3E}">
        <p14:creationId xmlns:p14="http://schemas.microsoft.com/office/powerpoint/2010/main" val="1174053125"/>
      </p:ext>
    </p:extLst>
  </p:cSld>
  <p:clrMapOvr>
    <a:masterClrMapping/>
  </p:clrMapOvr>
</p:sldLayout>
</file>

<file path=ppt/slideLayouts/slideLayout8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5E35F9D-D9A1-474E-A967-18903E6FF2E6}" type="slidenum">
              <a:rPr lang="en-US"/>
              <a:pPr>
                <a:defRPr/>
              </a:pPr>
              <a:t>‹#›</a:t>
            </a:fld>
            <a:endParaRPr lang="en-US"/>
          </a:p>
        </p:txBody>
      </p:sp>
    </p:spTree>
    <p:extLst>
      <p:ext uri="{BB962C8B-B14F-4D97-AF65-F5344CB8AC3E}">
        <p14:creationId xmlns:p14="http://schemas.microsoft.com/office/powerpoint/2010/main" val="565404081"/>
      </p:ext>
    </p:extLst>
  </p:cSld>
  <p:clrMapOvr>
    <a:masterClrMapping/>
  </p:clrMapOvr>
</p:sldLayout>
</file>

<file path=ppt/slideLayouts/slideLayout8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36FFF41-8CEB-4B24-A1D8-3288453CBE7E}" type="slidenum">
              <a:rPr lang="en-US"/>
              <a:pPr>
                <a:defRPr/>
              </a:pPr>
              <a:t>‹#›</a:t>
            </a:fld>
            <a:endParaRPr lang="en-US"/>
          </a:p>
        </p:txBody>
      </p:sp>
    </p:spTree>
    <p:extLst>
      <p:ext uri="{BB962C8B-B14F-4D97-AF65-F5344CB8AC3E}">
        <p14:creationId xmlns:p14="http://schemas.microsoft.com/office/powerpoint/2010/main" val="3033701739"/>
      </p:ext>
    </p:extLst>
  </p:cSld>
  <p:clrMapOvr>
    <a:masterClrMapping/>
  </p:clrMapOvr>
</p:sldLayout>
</file>

<file path=ppt/slideLayouts/slideLayout8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2228DEE-73F7-4B62-930E-B01C2E304CE5}" type="slidenum">
              <a:rPr lang="en-US"/>
              <a:pPr>
                <a:defRPr/>
              </a:pPr>
              <a:t>‹#›</a:t>
            </a:fld>
            <a:endParaRPr lang="en-US"/>
          </a:p>
        </p:txBody>
      </p:sp>
    </p:spTree>
    <p:extLst>
      <p:ext uri="{BB962C8B-B14F-4D97-AF65-F5344CB8AC3E}">
        <p14:creationId xmlns:p14="http://schemas.microsoft.com/office/powerpoint/2010/main" val="3371506603"/>
      </p:ext>
    </p:extLst>
  </p:cSld>
  <p:clrMapOvr>
    <a:masterClrMapping/>
  </p:clrMapOvr>
</p:sldLayout>
</file>

<file path=ppt/slideLayouts/slideLayout8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866F165-9BBF-4033-BA1A-B497872050FD}" type="slidenum">
              <a:rPr lang="en-US"/>
              <a:pPr>
                <a:defRPr/>
              </a:pPr>
              <a:t>‹#›</a:t>
            </a:fld>
            <a:endParaRPr lang="en-US"/>
          </a:p>
        </p:txBody>
      </p:sp>
    </p:spTree>
    <p:extLst>
      <p:ext uri="{BB962C8B-B14F-4D97-AF65-F5344CB8AC3E}">
        <p14:creationId xmlns:p14="http://schemas.microsoft.com/office/powerpoint/2010/main" val="3149113759"/>
      </p:ext>
    </p:extLst>
  </p:cSld>
  <p:clrMapOvr>
    <a:masterClrMapping/>
  </p:clrMapOvr>
</p:sldLayout>
</file>

<file path=ppt/slideLayouts/slideLayout8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3510E5C-8848-4DBB-AEC4-30990F867665}" type="slidenum">
              <a:rPr lang="en-US"/>
              <a:pPr>
                <a:defRPr/>
              </a:pPr>
              <a:t>‹#›</a:t>
            </a:fld>
            <a:endParaRPr lang="en-US"/>
          </a:p>
        </p:txBody>
      </p:sp>
    </p:spTree>
    <p:extLst>
      <p:ext uri="{BB962C8B-B14F-4D97-AF65-F5344CB8AC3E}">
        <p14:creationId xmlns:p14="http://schemas.microsoft.com/office/powerpoint/2010/main" val="3781158773"/>
      </p:ext>
    </p:extLst>
  </p:cSld>
  <p:clrMapOvr>
    <a:masterClrMapping/>
  </p:clrMapOvr>
</p:sldLayout>
</file>

<file path=ppt/slideLayouts/slideLayout8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B5774DE-4C45-48BC-8F2D-89678D1D471C}" type="slidenum">
              <a:rPr lang="en-US"/>
              <a:pPr>
                <a:defRPr/>
              </a:pPr>
              <a:t>‹#›</a:t>
            </a:fld>
            <a:endParaRPr lang="en-US"/>
          </a:p>
        </p:txBody>
      </p:sp>
    </p:spTree>
    <p:extLst>
      <p:ext uri="{BB962C8B-B14F-4D97-AF65-F5344CB8AC3E}">
        <p14:creationId xmlns:p14="http://schemas.microsoft.com/office/powerpoint/2010/main" val="301783802"/>
      </p:ext>
    </p:extLst>
  </p:cSld>
  <p:clrMapOvr>
    <a:masterClrMapping/>
  </p:clrMapOvr>
</p:sldLayout>
</file>

<file path=ppt/slideLayouts/slideLayout8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879EC56-FAB6-4CFA-A4EB-9E3D65E3F542}" type="slidenum">
              <a:rPr lang="en-US"/>
              <a:pPr>
                <a:defRPr/>
              </a:pPr>
              <a:t>‹#›</a:t>
            </a:fld>
            <a:endParaRPr lang="en-US"/>
          </a:p>
        </p:txBody>
      </p:sp>
    </p:spTree>
    <p:extLst>
      <p:ext uri="{BB962C8B-B14F-4D97-AF65-F5344CB8AC3E}">
        <p14:creationId xmlns:p14="http://schemas.microsoft.com/office/powerpoint/2010/main" val="1261916179"/>
      </p:ext>
    </p:extLst>
  </p:cSld>
  <p:clrMapOvr>
    <a:masterClrMapping/>
  </p:clrMapOvr>
</p:sldLayout>
</file>

<file path=ppt/slideLayouts/slideLayout8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5239390-CF8E-461E-950E-E3A2ACDAF251}" type="slidenum">
              <a:rPr lang="en-US"/>
              <a:pPr>
                <a:defRPr/>
              </a:pPr>
              <a:t>‹#›</a:t>
            </a:fld>
            <a:endParaRPr lang="en-US"/>
          </a:p>
        </p:txBody>
      </p:sp>
    </p:spTree>
    <p:extLst>
      <p:ext uri="{BB962C8B-B14F-4D97-AF65-F5344CB8AC3E}">
        <p14:creationId xmlns:p14="http://schemas.microsoft.com/office/powerpoint/2010/main" val="2689345669"/>
      </p:ext>
    </p:extLst>
  </p:cSld>
  <p:clrMapOvr>
    <a:masterClrMapping/>
  </p:clrMapOvr>
</p:sldLayout>
</file>

<file path=ppt/slideLayouts/slideLayout8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82F7FB16-25ED-41C1-9CAE-EAEBF0985B6B}" type="slidenum">
              <a:rPr lang="en-US"/>
              <a:pPr>
                <a:defRPr/>
              </a:pPr>
              <a:t>‹#›</a:t>
            </a:fld>
            <a:endParaRPr lang="en-US" dirty="0"/>
          </a:p>
        </p:txBody>
      </p:sp>
    </p:spTree>
    <p:extLst>
      <p:ext uri="{BB962C8B-B14F-4D97-AF65-F5344CB8AC3E}">
        <p14:creationId xmlns:p14="http://schemas.microsoft.com/office/powerpoint/2010/main" val="3969599513"/>
      </p:ext>
    </p:extLst>
  </p:cSld>
  <p:clrMapOvr>
    <a:masterClrMapping/>
  </p:clrMapOvr>
</p:sldLayout>
</file>

<file path=ppt/slideLayouts/slideLayout8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EB1EC2-2AB5-43A5-B8CF-FBADB831195A}" type="slidenum">
              <a:rPr lang="en-US"/>
              <a:pPr>
                <a:defRPr/>
              </a:pPr>
              <a:t>‹#›</a:t>
            </a:fld>
            <a:endParaRPr lang="en-US"/>
          </a:p>
        </p:txBody>
      </p:sp>
    </p:spTree>
    <p:extLst>
      <p:ext uri="{BB962C8B-B14F-4D97-AF65-F5344CB8AC3E}">
        <p14:creationId xmlns:p14="http://schemas.microsoft.com/office/powerpoint/2010/main" val="835003417"/>
      </p:ext>
    </p:extLst>
  </p:cSld>
  <p:clrMapOvr>
    <a:masterClrMapping/>
  </p:clrMapOvr>
</p:sldLayout>
</file>

<file path=ppt/slideLayouts/slideLayout8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BDE9943-BB4B-4820-A7DC-43A55DEEBFDE}" type="slidenum">
              <a:rPr lang="en-US"/>
              <a:pPr>
                <a:defRPr/>
              </a:pPr>
              <a:t>‹#›</a:t>
            </a:fld>
            <a:endParaRPr lang="en-US"/>
          </a:p>
        </p:txBody>
      </p:sp>
    </p:spTree>
    <p:extLst>
      <p:ext uri="{BB962C8B-B14F-4D97-AF65-F5344CB8AC3E}">
        <p14:creationId xmlns:p14="http://schemas.microsoft.com/office/powerpoint/2010/main" val="709638457"/>
      </p:ext>
    </p:extLst>
  </p:cSld>
  <p:clrMapOvr>
    <a:masterClrMapping/>
  </p:clrMapOvr>
</p:sldLayout>
</file>

<file path=ppt/slideLayouts/slideLayout8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8E03837-4509-4D88-B318-1CEDFFB7865C}" type="slidenum">
              <a:rPr lang="en-US"/>
              <a:pPr>
                <a:defRPr/>
              </a:pPr>
              <a:t>‹#›</a:t>
            </a:fld>
            <a:endParaRPr lang="en-US"/>
          </a:p>
        </p:txBody>
      </p:sp>
    </p:spTree>
    <p:extLst>
      <p:ext uri="{BB962C8B-B14F-4D97-AF65-F5344CB8AC3E}">
        <p14:creationId xmlns:p14="http://schemas.microsoft.com/office/powerpoint/2010/main" val="2479616539"/>
      </p:ext>
    </p:extLst>
  </p:cSld>
  <p:clrMapOvr>
    <a:masterClrMapping/>
  </p:clrMapOvr>
</p:sldLayout>
</file>

<file path=ppt/slideLayouts/slideLayout8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E68BEB7-B14D-477F-9C6B-7A58E0AD01E2}" type="slidenum">
              <a:rPr lang="en-US"/>
              <a:pPr>
                <a:defRPr/>
              </a:pPr>
              <a:t>‹#›</a:t>
            </a:fld>
            <a:endParaRPr lang="en-US"/>
          </a:p>
        </p:txBody>
      </p:sp>
    </p:spTree>
    <p:extLst>
      <p:ext uri="{BB962C8B-B14F-4D97-AF65-F5344CB8AC3E}">
        <p14:creationId xmlns:p14="http://schemas.microsoft.com/office/powerpoint/2010/main" val="967247564"/>
      </p:ext>
    </p:extLst>
  </p:cSld>
  <p:clrMapOvr>
    <a:masterClrMapping/>
  </p:clrMapOvr>
</p:sldLayout>
</file>

<file path=ppt/slideLayouts/slideLayout8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51554C0-6B28-4F7D-A1BC-0A8DA05CBE49}" type="slidenum">
              <a:rPr lang="en-US"/>
              <a:pPr>
                <a:defRPr/>
              </a:pPr>
              <a:t>‹#›</a:t>
            </a:fld>
            <a:endParaRPr lang="en-US"/>
          </a:p>
        </p:txBody>
      </p:sp>
    </p:spTree>
    <p:extLst>
      <p:ext uri="{BB962C8B-B14F-4D97-AF65-F5344CB8AC3E}">
        <p14:creationId xmlns:p14="http://schemas.microsoft.com/office/powerpoint/2010/main" val="2336188207"/>
      </p:ext>
    </p:extLst>
  </p:cSld>
  <p:clrMapOvr>
    <a:masterClrMapping/>
  </p:clrMapOvr>
</p:sldLayout>
</file>

<file path=ppt/slideLayouts/slideLayout8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31B7F4D-FFD5-44F6-837B-D2EAB5CDB751}" type="slidenum">
              <a:rPr lang="en-US"/>
              <a:pPr>
                <a:defRPr/>
              </a:pPr>
              <a:t>‹#›</a:t>
            </a:fld>
            <a:endParaRPr lang="en-US"/>
          </a:p>
        </p:txBody>
      </p:sp>
    </p:spTree>
    <p:extLst>
      <p:ext uri="{BB962C8B-B14F-4D97-AF65-F5344CB8AC3E}">
        <p14:creationId xmlns:p14="http://schemas.microsoft.com/office/powerpoint/2010/main" val="539660030"/>
      </p:ext>
    </p:extLst>
  </p:cSld>
  <p:clrMapOvr>
    <a:masterClrMapping/>
  </p:clrMapOvr>
</p:sldLayout>
</file>

<file path=ppt/slideLayouts/slideLayout8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5CB784A-97DF-4D27-B7D7-E766F4F3C12A}" type="slidenum">
              <a:rPr lang="en-US"/>
              <a:pPr>
                <a:defRPr/>
              </a:pPr>
              <a:t>‹#›</a:t>
            </a:fld>
            <a:endParaRPr lang="en-US"/>
          </a:p>
        </p:txBody>
      </p:sp>
    </p:spTree>
    <p:extLst>
      <p:ext uri="{BB962C8B-B14F-4D97-AF65-F5344CB8AC3E}">
        <p14:creationId xmlns:p14="http://schemas.microsoft.com/office/powerpoint/2010/main" val="2304195438"/>
      </p:ext>
    </p:extLst>
  </p:cSld>
  <p:clrMapOvr>
    <a:masterClrMapping/>
  </p:clrMapOvr>
</p:sldLayout>
</file>

<file path=ppt/slideLayouts/slideLayout8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9B1DC5F-7008-4288-AB8F-1A73EA493090}" type="slidenum">
              <a:rPr lang="en-US"/>
              <a:pPr>
                <a:defRPr/>
              </a:pPr>
              <a:t>‹#›</a:t>
            </a:fld>
            <a:endParaRPr lang="en-US"/>
          </a:p>
        </p:txBody>
      </p:sp>
    </p:spTree>
    <p:extLst>
      <p:ext uri="{BB962C8B-B14F-4D97-AF65-F5344CB8AC3E}">
        <p14:creationId xmlns:p14="http://schemas.microsoft.com/office/powerpoint/2010/main" val="4146527781"/>
      </p:ext>
    </p:extLst>
  </p:cSld>
  <p:clrMapOvr>
    <a:masterClrMapping/>
  </p:clrMapOvr>
</p:sldLayout>
</file>

<file path=ppt/slideLayouts/slideLayout8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97AAC31-A3CF-47A5-8721-503FB3334D05}" type="slidenum">
              <a:rPr lang="en-US"/>
              <a:pPr>
                <a:defRPr/>
              </a:pPr>
              <a:t>‹#›</a:t>
            </a:fld>
            <a:endParaRPr lang="en-US"/>
          </a:p>
        </p:txBody>
      </p:sp>
    </p:spTree>
    <p:extLst>
      <p:ext uri="{BB962C8B-B14F-4D97-AF65-F5344CB8AC3E}">
        <p14:creationId xmlns:p14="http://schemas.microsoft.com/office/powerpoint/2010/main" val="3024676547"/>
      </p:ext>
    </p:extLst>
  </p:cSld>
  <p:clrMapOvr>
    <a:masterClrMapping/>
  </p:clrMapOvr>
</p:sldLayout>
</file>

<file path=ppt/slideLayouts/slideLayout8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382AB9D-EBD5-4BBB-BA30-A3A1F358EB4E}" type="slidenum">
              <a:rPr lang="en-US"/>
              <a:pPr>
                <a:defRPr/>
              </a:pPr>
              <a:t>‹#›</a:t>
            </a:fld>
            <a:endParaRPr lang="en-US"/>
          </a:p>
        </p:txBody>
      </p:sp>
    </p:spTree>
    <p:extLst>
      <p:ext uri="{BB962C8B-B14F-4D97-AF65-F5344CB8AC3E}">
        <p14:creationId xmlns:p14="http://schemas.microsoft.com/office/powerpoint/2010/main" val="2885125210"/>
      </p:ext>
    </p:extLst>
  </p:cSld>
  <p:clrMapOvr>
    <a:masterClrMapping/>
  </p:clrMapOvr>
</p:sldLayout>
</file>

<file path=ppt/slideLayouts/slideLayout8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1CFF630-DB4A-4F06-A4BB-3CC6A4E96F2D}" type="slidenum">
              <a:rPr lang="en-US"/>
              <a:pPr>
                <a:defRPr/>
              </a:pPr>
              <a:t>‹#›</a:t>
            </a:fld>
            <a:endParaRPr lang="en-US"/>
          </a:p>
        </p:txBody>
      </p:sp>
    </p:spTree>
    <p:extLst>
      <p:ext uri="{BB962C8B-B14F-4D97-AF65-F5344CB8AC3E}">
        <p14:creationId xmlns:p14="http://schemas.microsoft.com/office/powerpoint/2010/main" val="947077433"/>
      </p:ext>
    </p:extLst>
  </p:cSld>
  <p:clrMapOvr>
    <a:masterClrMapping/>
  </p:clrMapOvr>
</p:sldLayout>
</file>

<file path=ppt/slideLayouts/slideLayout8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93F790D-CC61-4543-88E1-0770D6431A26}" type="slidenum">
              <a:rPr lang="en-US"/>
              <a:pPr>
                <a:defRPr/>
              </a:pPr>
              <a:t>‹#›</a:t>
            </a:fld>
            <a:endParaRPr lang="en-US"/>
          </a:p>
        </p:txBody>
      </p:sp>
    </p:spTree>
    <p:extLst>
      <p:ext uri="{BB962C8B-B14F-4D97-AF65-F5344CB8AC3E}">
        <p14:creationId xmlns:p14="http://schemas.microsoft.com/office/powerpoint/2010/main" val="1597177694"/>
      </p:ext>
    </p:extLst>
  </p:cSld>
  <p:clrMapOvr>
    <a:masterClrMapping/>
  </p:clrMapOvr>
</p:sldLayout>
</file>

<file path=ppt/slideLayouts/slideLayout8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BC9E929-4655-43C9-99BC-DCC128EAE142}" type="slidenum">
              <a:rPr lang="en-US"/>
              <a:pPr>
                <a:defRPr/>
              </a:pPr>
              <a:t>‹#›</a:t>
            </a:fld>
            <a:endParaRPr lang="en-US"/>
          </a:p>
        </p:txBody>
      </p:sp>
    </p:spTree>
    <p:extLst>
      <p:ext uri="{BB962C8B-B14F-4D97-AF65-F5344CB8AC3E}">
        <p14:creationId xmlns:p14="http://schemas.microsoft.com/office/powerpoint/2010/main" val="2155170854"/>
      </p:ext>
    </p:extLst>
  </p:cSld>
  <p:clrMapOvr>
    <a:masterClrMapping/>
  </p:clrMapOvr>
</p:sldLayout>
</file>

<file path=ppt/slideLayouts/slideLayout8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7D0478D-2B14-436C-9EF9-283E10C3E082}" type="slidenum">
              <a:rPr lang="en-US"/>
              <a:pPr>
                <a:defRPr/>
              </a:pPr>
              <a:t>‹#›</a:t>
            </a:fld>
            <a:endParaRPr lang="en-US"/>
          </a:p>
        </p:txBody>
      </p:sp>
    </p:spTree>
    <p:extLst>
      <p:ext uri="{BB962C8B-B14F-4D97-AF65-F5344CB8AC3E}">
        <p14:creationId xmlns:p14="http://schemas.microsoft.com/office/powerpoint/2010/main" val="3052385354"/>
      </p:ext>
    </p:extLst>
  </p:cSld>
  <p:clrMapOvr>
    <a:masterClrMapping/>
  </p:clrMapOvr>
</p:sldLayout>
</file>

<file path=ppt/slideLayouts/slideLayout87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8B01F22-3595-4108-8E99-117F0D9DF295}" type="slidenum">
              <a:rPr lang="en-US"/>
              <a:pPr>
                <a:defRPr/>
              </a:pPr>
              <a:t>‹#›</a:t>
            </a:fld>
            <a:endParaRPr lang="en-US"/>
          </a:p>
        </p:txBody>
      </p:sp>
    </p:spTree>
    <p:extLst>
      <p:ext uri="{BB962C8B-B14F-4D97-AF65-F5344CB8AC3E}">
        <p14:creationId xmlns:p14="http://schemas.microsoft.com/office/powerpoint/2010/main" val="1015221471"/>
      </p:ext>
    </p:extLst>
  </p:cSld>
  <p:clrMapOvr>
    <a:masterClrMapping/>
  </p:clrMapOvr>
</p:sldLayout>
</file>

<file path=ppt/slideLayouts/slideLayout8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B706A450-F226-446A-8919-4BC91895974F}" type="slidenum">
              <a:rPr lang="en-US"/>
              <a:pPr>
                <a:defRPr/>
              </a:pPr>
              <a:t>‹#›</a:t>
            </a:fld>
            <a:endParaRPr lang="en-US" dirty="0"/>
          </a:p>
        </p:txBody>
      </p:sp>
    </p:spTree>
    <p:extLst>
      <p:ext uri="{BB962C8B-B14F-4D97-AF65-F5344CB8AC3E}">
        <p14:creationId xmlns:p14="http://schemas.microsoft.com/office/powerpoint/2010/main" val="2298834350"/>
      </p:ext>
    </p:extLst>
  </p:cSld>
  <p:clrMapOvr>
    <a:masterClrMapping/>
  </p:clrMapOvr>
</p:sldLayout>
</file>

<file path=ppt/slideLayouts/slideLayout8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9B1DDD4-7D89-4B3D-8306-C90EB218BB47}" type="slidenum">
              <a:rPr lang="en-US"/>
              <a:pPr>
                <a:defRPr/>
              </a:pPr>
              <a:t>‹#›</a:t>
            </a:fld>
            <a:endParaRPr lang="en-US"/>
          </a:p>
        </p:txBody>
      </p:sp>
    </p:spTree>
    <p:extLst>
      <p:ext uri="{BB962C8B-B14F-4D97-AF65-F5344CB8AC3E}">
        <p14:creationId xmlns:p14="http://schemas.microsoft.com/office/powerpoint/2010/main" val="2096711171"/>
      </p:ext>
    </p:extLst>
  </p:cSld>
  <p:clrMapOvr>
    <a:masterClrMapping/>
  </p:clrMapOvr>
</p:sldLayout>
</file>

<file path=ppt/slideLayouts/slideLayout8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8BFE846-2C3E-4F08-B692-E359F8064642}" type="slidenum">
              <a:rPr lang="en-US"/>
              <a:pPr>
                <a:defRPr/>
              </a:pPr>
              <a:t>‹#›</a:t>
            </a:fld>
            <a:endParaRPr lang="en-US"/>
          </a:p>
        </p:txBody>
      </p:sp>
    </p:spTree>
    <p:extLst>
      <p:ext uri="{BB962C8B-B14F-4D97-AF65-F5344CB8AC3E}">
        <p14:creationId xmlns:p14="http://schemas.microsoft.com/office/powerpoint/2010/main" val="3259083723"/>
      </p:ext>
    </p:extLst>
  </p:cSld>
  <p:clrMapOvr>
    <a:masterClrMapping/>
  </p:clrMapOvr>
</p:sldLayout>
</file>

<file path=ppt/slideLayouts/slideLayout8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18B566F-BA5A-43DA-9DC9-F0334516A22A}" type="slidenum">
              <a:rPr lang="en-US"/>
              <a:pPr>
                <a:defRPr/>
              </a:pPr>
              <a:t>‹#›</a:t>
            </a:fld>
            <a:endParaRPr lang="en-US"/>
          </a:p>
        </p:txBody>
      </p:sp>
    </p:spTree>
    <p:extLst>
      <p:ext uri="{BB962C8B-B14F-4D97-AF65-F5344CB8AC3E}">
        <p14:creationId xmlns:p14="http://schemas.microsoft.com/office/powerpoint/2010/main" val="2761478511"/>
      </p:ext>
    </p:extLst>
  </p:cSld>
  <p:clrMapOvr>
    <a:masterClrMapping/>
  </p:clrMapOvr>
</p:sldLayout>
</file>

<file path=ppt/slideLayouts/slideLayout8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744579E-13EB-4A6A-BC5A-8D56361E1C7F}" type="slidenum">
              <a:rPr lang="en-US"/>
              <a:pPr>
                <a:defRPr/>
              </a:pPr>
              <a:t>‹#›</a:t>
            </a:fld>
            <a:endParaRPr lang="en-US"/>
          </a:p>
        </p:txBody>
      </p:sp>
    </p:spTree>
    <p:extLst>
      <p:ext uri="{BB962C8B-B14F-4D97-AF65-F5344CB8AC3E}">
        <p14:creationId xmlns:p14="http://schemas.microsoft.com/office/powerpoint/2010/main" val="514583345"/>
      </p:ext>
    </p:extLst>
  </p:cSld>
  <p:clrMapOvr>
    <a:masterClrMapping/>
  </p:clrMapOvr>
</p:sldLayout>
</file>

<file path=ppt/slideLayouts/slideLayout8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6E35A2E-C5BD-4673-8891-6E66523A2317}" type="slidenum">
              <a:rPr lang="en-US"/>
              <a:pPr>
                <a:defRPr/>
              </a:pPr>
              <a:t>‹#›</a:t>
            </a:fld>
            <a:endParaRPr lang="en-US"/>
          </a:p>
        </p:txBody>
      </p:sp>
    </p:spTree>
    <p:extLst>
      <p:ext uri="{BB962C8B-B14F-4D97-AF65-F5344CB8AC3E}">
        <p14:creationId xmlns:p14="http://schemas.microsoft.com/office/powerpoint/2010/main" val="2264450749"/>
      </p:ext>
    </p:extLst>
  </p:cSld>
  <p:clrMapOvr>
    <a:masterClrMapping/>
  </p:clrMapOvr>
</p:sldLayout>
</file>

<file path=ppt/slideLayouts/slideLayout8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5348D98-F353-4E41-BF23-AA88F002F0A7}" type="slidenum">
              <a:rPr lang="en-US"/>
              <a:pPr>
                <a:defRPr/>
              </a:pPr>
              <a:t>‹#›</a:t>
            </a:fld>
            <a:endParaRPr lang="en-US"/>
          </a:p>
        </p:txBody>
      </p:sp>
    </p:spTree>
    <p:extLst>
      <p:ext uri="{BB962C8B-B14F-4D97-AF65-F5344CB8AC3E}">
        <p14:creationId xmlns:p14="http://schemas.microsoft.com/office/powerpoint/2010/main" val="1306885151"/>
      </p:ext>
    </p:extLst>
  </p:cSld>
  <p:clrMapOvr>
    <a:masterClrMapping/>
  </p:clrMapOvr>
</p:sldLayout>
</file>

<file path=ppt/slideLayouts/slideLayout8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F343C3E-8ECA-464C-833D-70080A76ACD6}" type="slidenum">
              <a:rPr lang="en-US"/>
              <a:pPr>
                <a:defRPr/>
              </a:pPr>
              <a:t>‹#›</a:t>
            </a:fld>
            <a:endParaRPr lang="en-US"/>
          </a:p>
        </p:txBody>
      </p:sp>
    </p:spTree>
    <p:extLst>
      <p:ext uri="{BB962C8B-B14F-4D97-AF65-F5344CB8AC3E}">
        <p14:creationId xmlns:p14="http://schemas.microsoft.com/office/powerpoint/2010/main" val="4228687089"/>
      </p:ext>
    </p:extLst>
  </p:cSld>
  <p:clrMapOvr>
    <a:masterClrMapping/>
  </p:clrMapOvr>
</p:sldLayout>
</file>

<file path=ppt/slideLayouts/slideLayout88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1B2F5807-19D1-4779-839E-E0B91846A0F3}" type="slidenum">
              <a:rPr lang="en-US"/>
              <a:pPr>
                <a:defRPr/>
              </a:pPr>
              <a:t>‹#›</a:t>
            </a:fld>
            <a:endParaRPr lang="en-US"/>
          </a:p>
        </p:txBody>
      </p:sp>
    </p:spTree>
    <p:extLst>
      <p:ext uri="{BB962C8B-B14F-4D97-AF65-F5344CB8AC3E}">
        <p14:creationId xmlns:p14="http://schemas.microsoft.com/office/powerpoint/2010/main" val="2661400171"/>
      </p:ext>
    </p:extLst>
  </p:cSld>
  <p:clrMapOvr>
    <a:masterClrMapping/>
  </p:clrMapOvr>
</p:sldLayout>
</file>

<file path=ppt/slideLayouts/slideLayout88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988A309-771B-40F7-928C-00AA67467139}" type="slidenum">
              <a:rPr lang="en-US"/>
              <a:pPr>
                <a:defRPr/>
              </a:pPr>
              <a:t>‹#›</a:t>
            </a:fld>
            <a:endParaRPr lang="en-US"/>
          </a:p>
        </p:txBody>
      </p:sp>
    </p:spTree>
    <p:extLst>
      <p:ext uri="{BB962C8B-B14F-4D97-AF65-F5344CB8AC3E}">
        <p14:creationId xmlns:p14="http://schemas.microsoft.com/office/powerpoint/2010/main" val="1158654362"/>
      </p:ext>
    </p:extLst>
  </p:cSld>
  <p:clrMapOvr>
    <a:masterClrMapping/>
  </p:clrMapOvr>
</p:sldLayout>
</file>

<file path=ppt/slideLayouts/slideLayout88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097689A-C7AE-4CF1-BEE3-E50E0FBEA591}" type="slidenum">
              <a:rPr lang="en-US"/>
              <a:pPr>
                <a:defRPr/>
              </a:pPr>
              <a:t>‹#›</a:t>
            </a:fld>
            <a:endParaRPr lang="en-US"/>
          </a:p>
        </p:txBody>
      </p:sp>
    </p:spTree>
    <p:extLst>
      <p:ext uri="{BB962C8B-B14F-4D97-AF65-F5344CB8AC3E}">
        <p14:creationId xmlns:p14="http://schemas.microsoft.com/office/powerpoint/2010/main" val="1439615266"/>
      </p:ext>
    </p:extLst>
  </p:cSld>
  <p:clrMapOvr>
    <a:masterClrMapping/>
  </p:clrMapOvr>
</p:sldLayout>
</file>

<file path=ppt/slideLayouts/slideLayout88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C05C74C-A57E-4792-8ACA-7F53834ADF22}" type="slidenum">
              <a:rPr lang="en-US"/>
              <a:pPr>
                <a:defRPr/>
              </a:pPr>
              <a:t>‹#›</a:t>
            </a:fld>
            <a:endParaRPr lang="en-US"/>
          </a:p>
        </p:txBody>
      </p:sp>
    </p:spTree>
    <p:extLst>
      <p:ext uri="{BB962C8B-B14F-4D97-AF65-F5344CB8AC3E}">
        <p14:creationId xmlns:p14="http://schemas.microsoft.com/office/powerpoint/2010/main" val="649909596"/>
      </p:ext>
    </p:extLst>
  </p:cSld>
  <p:clrMapOvr>
    <a:masterClrMapping/>
  </p:clrMapOvr>
</p:sldLayout>
</file>

<file path=ppt/slideLayouts/slideLayout88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6B2880D-A9CD-44C0-93AA-C0D6AFAED591}" type="slidenum">
              <a:rPr lang="en-US"/>
              <a:pPr>
                <a:defRPr/>
              </a:pPr>
              <a:t>‹#›</a:t>
            </a:fld>
            <a:endParaRPr lang="en-US"/>
          </a:p>
        </p:txBody>
      </p:sp>
    </p:spTree>
    <p:extLst>
      <p:ext uri="{BB962C8B-B14F-4D97-AF65-F5344CB8AC3E}">
        <p14:creationId xmlns:p14="http://schemas.microsoft.com/office/powerpoint/2010/main" val="4123704067"/>
      </p:ext>
    </p:extLst>
  </p:cSld>
  <p:clrMapOvr>
    <a:masterClrMapping/>
  </p:clrMapOvr>
</p:sldLayout>
</file>

<file path=ppt/slideLayouts/slideLayout8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411C4952-FD78-4778-A96E-39796D6767E8}" type="slidenum">
              <a:rPr lang="en-US"/>
              <a:pPr>
                <a:defRPr/>
              </a:pPr>
              <a:t>‹#›</a:t>
            </a:fld>
            <a:endParaRPr lang="en-US"/>
          </a:p>
        </p:txBody>
      </p:sp>
    </p:spTree>
    <p:extLst>
      <p:ext uri="{BB962C8B-B14F-4D97-AF65-F5344CB8AC3E}">
        <p14:creationId xmlns:p14="http://schemas.microsoft.com/office/powerpoint/2010/main" val="732137570"/>
      </p:ext>
    </p:extLst>
  </p:cSld>
  <p:clrMapOvr>
    <a:masterClrMapping/>
  </p:clrMapOvr>
</p:sldLayout>
</file>

<file path=ppt/slideLayouts/slideLayout88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FF17FCE-9305-435D-94A5-6E7CB88A91A7}" type="slidenum">
              <a:rPr lang="en-US"/>
              <a:pPr>
                <a:defRPr/>
              </a:pPr>
              <a:t>‹#›</a:t>
            </a:fld>
            <a:endParaRPr lang="en-US"/>
          </a:p>
        </p:txBody>
      </p:sp>
    </p:spTree>
    <p:extLst>
      <p:ext uri="{BB962C8B-B14F-4D97-AF65-F5344CB8AC3E}">
        <p14:creationId xmlns:p14="http://schemas.microsoft.com/office/powerpoint/2010/main" val="2891143326"/>
      </p:ext>
    </p:extLst>
  </p:cSld>
  <p:clrMapOvr>
    <a:masterClrMapping/>
  </p:clrMapOvr>
</p:sldLayout>
</file>

<file path=ppt/slideLayouts/slideLayout88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D5F365B-9AB7-434C-810E-996D7EEA0CFF}" type="slidenum">
              <a:rPr lang="en-US"/>
              <a:pPr>
                <a:defRPr/>
              </a:pPr>
              <a:t>‹#›</a:t>
            </a:fld>
            <a:endParaRPr lang="en-US"/>
          </a:p>
        </p:txBody>
      </p:sp>
    </p:spTree>
    <p:extLst>
      <p:ext uri="{BB962C8B-B14F-4D97-AF65-F5344CB8AC3E}">
        <p14:creationId xmlns:p14="http://schemas.microsoft.com/office/powerpoint/2010/main" val="1287187471"/>
      </p:ext>
    </p:extLst>
  </p:cSld>
  <p:clrMapOvr>
    <a:masterClrMapping/>
  </p:clrMapOvr>
</p:sldLayout>
</file>

<file path=ppt/slideLayouts/slideLayout8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34D770F9-6874-436D-B2CF-845083506424}" type="slidenum">
              <a:rPr lang="en-US"/>
              <a:pPr>
                <a:defRPr/>
              </a:pPr>
              <a:t>‹#›</a:t>
            </a:fld>
            <a:endParaRPr lang="en-US" dirty="0"/>
          </a:p>
        </p:txBody>
      </p:sp>
    </p:spTree>
    <p:extLst>
      <p:ext uri="{BB962C8B-B14F-4D97-AF65-F5344CB8AC3E}">
        <p14:creationId xmlns:p14="http://schemas.microsoft.com/office/powerpoint/2010/main" val="1757930392"/>
      </p:ext>
    </p:extLst>
  </p:cSld>
  <p:clrMapOvr>
    <a:masterClrMapping/>
  </p:clrMapOvr>
</p:sldLayout>
</file>

<file path=ppt/slideLayouts/slideLayout8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1C497B4-C70C-4DA7-B8A8-8CC6E1AB170E}" type="slidenum">
              <a:rPr lang="en-US"/>
              <a:pPr>
                <a:defRPr/>
              </a:pPr>
              <a:t>‹#›</a:t>
            </a:fld>
            <a:endParaRPr lang="en-US"/>
          </a:p>
        </p:txBody>
      </p:sp>
    </p:spTree>
    <p:extLst>
      <p:ext uri="{BB962C8B-B14F-4D97-AF65-F5344CB8AC3E}">
        <p14:creationId xmlns:p14="http://schemas.microsoft.com/office/powerpoint/2010/main" val="1444237151"/>
      </p:ext>
    </p:extLst>
  </p:cSld>
  <p:clrMapOvr>
    <a:masterClrMapping/>
  </p:clrMapOvr>
</p:sldLayout>
</file>

<file path=ppt/slideLayouts/slideLayout8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B1A8DAB-8E07-4262-8FE3-4D22815F1757}" type="slidenum">
              <a:rPr lang="en-US"/>
              <a:pPr>
                <a:defRPr/>
              </a:pPr>
              <a:t>‹#›</a:t>
            </a:fld>
            <a:endParaRPr lang="en-US"/>
          </a:p>
        </p:txBody>
      </p:sp>
    </p:spTree>
    <p:extLst>
      <p:ext uri="{BB962C8B-B14F-4D97-AF65-F5344CB8AC3E}">
        <p14:creationId xmlns:p14="http://schemas.microsoft.com/office/powerpoint/2010/main" val="2845578398"/>
      </p:ext>
    </p:extLst>
  </p:cSld>
  <p:clrMapOvr>
    <a:masterClrMapping/>
  </p:clrMapOvr>
</p:sldLayout>
</file>

<file path=ppt/slideLayouts/slideLayout8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32FACAA-AB8B-4056-9675-817BF141E3C7}" type="slidenum">
              <a:rPr lang="en-US"/>
              <a:pPr>
                <a:defRPr/>
              </a:pPr>
              <a:t>‹#›</a:t>
            </a:fld>
            <a:endParaRPr lang="en-US"/>
          </a:p>
        </p:txBody>
      </p:sp>
    </p:spTree>
    <p:extLst>
      <p:ext uri="{BB962C8B-B14F-4D97-AF65-F5344CB8AC3E}">
        <p14:creationId xmlns:p14="http://schemas.microsoft.com/office/powerpoint/2010/main" val="4258598369"/>
      </p:ext>
    </p:extLst>
  </p:cSld>
  <p:clrMapOvr>
    <a:masterClrMapping/>
  </p:clrMapOvr>
</p:sldLayout>
</file>

<file path=ppt/slideLayouts/slideLayout8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E742C6-D5CC-4185-A149-A4C9690D9264}" type="slidenum">
              <a:rPr lang="en-US"/>
              <a:pPr>
                <a:defRPr/>
              </a:pPr>
              <a:t>‹#›</a:t>
            </a:fld>
            <a:endParaRPr lang="en-US"/>
          </a:p>
        </p:txBody>
      </p:sp>
    </p:spTree>
    <p:extLst>
      <p:ext uri="{BB962C8B-B14F-4D97-AF65-F5344CB8AC3E}">
        <p14:creationId xmlns:p14="http://schemas.microsoft.com/office/powerpoint/2010/main" val="3129692842"/>
      </p:ext>
    </p:extLst>
  </p:cSld>
  <p:clrMapOvr>
    <a:masterClrMapping/>
  </p:clrMapOvr>
</p:sldLayout>
</file>

<file path=ppt/slideLayouts/slideLayout8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2E00D02-3CFF-49AE-833E-FDCFB55AD37F}" type="slidenum">
              <a:rPr lang="en-US"/>
              <a:pPr>
                <a:defRPr/>
              </a:pPr>
              <a:t>‹#›</a:t>
            </a:fld>
            <a:endParaRPr lang="en-US"/>
          </a:p>
        </p:txBody>
      </p:sp>
    </p:spTree>
    <p:extLst>
      <p:ext uri="{BB962C8B-B14F-4D97-AF65-F5344CB8AC3E}">
        <p14:creationId xmlns:p14="http://schemas.microsoft.com/office/powerpoint/2010/main" val="849702275"/>
      </p:ext>
    </p:extLst>
  </p:cSld>
  <p:clrMapOvr>
    <a:masterClrMapping/>
  </p:clrMapOvr>
</p:sldLayout>
</file>

<file path=ppt/slideLayouts/slideLayout8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7200AE2A-EEDE-4072-9435-E60FA537051C}" type="slidenum">
              <a:rPr lang="en-US"/>
              <a:pPr>
                <a:defRPr/>
              </a:pPr>
              <a:t>‹#›</a:t>
            </a:fld>
            <a:endParaRPr lang="en-US"/>
          </a:p>
        </p:txBody>
      </p:sp>
    </p:spTree>
    <p:extLst>
      <p:ext uri="{BB962C8B-B14F-4D97-AF65-F5344CB8AC3E}">
        <p14:creationId xmlns:p14="http://schemas.microsoft.com/office/powerpoint/2010/main" val="839307798"/>
      </p:ext>
    </p:extLst>
  </p:cSld>
  <p:clrMapOvr>
    <a:masterClrMapping/>
  </p:clrMapOvr>
</p:sldLayout>
</file>

<file path=ppt/slideLayouts/slideLayout8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BFFE6524-BBCA-4F55-896B-A8393869D177}" type="slidenum">
              <a:rPr lang="en-US"/>
              <a:pPr>
                <a:defRPr/>
              </a:pPr>
              <a:t>‹#›</a:t>
            </a:fld>
            <a:endParaRPr lang="en-US"/>
          </a:p>
        </p:txBody>
      </p:sp>
    </p:spTree>
    <p:extLst>
      <p:ext uri="{BB962C8B-B14F-4D97-AF65-F5344CB8AC3E}">
        <p14:creationId xmlns:p14="http://schemas.microsoft.com/office/powerpoint/2010/main" val="630554249"/>
      </p:ext>
    </p:extLst>
  </p:cSld>
  <p:clrMapOvr>
    <a:masterClrMapping/>
  </p:clrMapOvr>
</p:sldLayout>
</file>

<file path=ppt/slideLayouts/slideLayout89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292BF0F-3975-411D-8313-7BF5ABD50B4E}" type="slidenum">
              <a:rPr lang="en-US"/>
              <a:pPr>
                <a:defRPr/>
              </a:pPr>
              <a:t>‹#›</a:t>
            </a:fld>
            <a:endParaRPr lang="en-US"/>
          </a:p>
        </p:txBody>
      </p:sp>
    </p:spTree>
    <p:extLst>
      <p:ext uri="{BB962C8B-B14F-4D97-AF65-F5344CB8AC3E}">
        <p14:creationId xmlns:p14="http://schemas.microsoft.com/office/powerpoint/2010/main" val="3052469504"/>
      </p:ext>
    </p:extLst>
  </p:cSld>
  <p:clrMapOvr>
    <a:masterClrMapping/>
  </p:clrMapOvr>
</p:sldLayout>
</file>

<file path=ppt/slideLayouts/slideLayout89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27A1B00-2E04-44EC-BF1A-C17AE7FD9FBA}" type="slidenum">
              <a:rPr lang="en-US"/>
              <a:pPr>
                <a:defRPr/>
              </a:pPr>
              <a:t>‹#›</a:t>
            </a:fld>
            <a:endParaRPr lang="en-US"/>
          </a:p>
        </p:txBody>
      </p:sp>
    </p:spTree>
    <p:extLst>
      <p:ext uri="{BB962C8B-B14F-4D97-AF65-F5344CB8AC3E}">
        <p14:creationId xmlns:p14="http://schemas.microsoft.com/office/powerpoint/2010/main" val="516915422"/>
      </p:ext>
    </p:extLst>
  </p:cSld>
  <p:clrMapOvr>
    <a:masterClrMapping/>
  </p:clrMapOvr>
</p:sldLayout>
</file>

<file path=ppt/slideLayouts/slideLayout89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D37A029-EBBD-4862-BDC6-59CCFF52DE85}" type="slidenum">
              <a:rPr lang="en-US"/>
              <a:pPr>
                <a:defRPr/>
              </a:pPr>
              <a:t>‹#›</a:t>
            </a:fld>
            <a:endParaRPr lang="en-US"/>
          </a:p>
        </p:txBody>
      </p:sp>
    </p:spTree>
    <p:extLst>
      <p:ext uri="{BB962C8B-B14F-4D97-AF65-F5344CB8AC3E}">
        <p14:creationId xmlns:p14="http://schemas.microsoft.com/office/powerpoint/2010/main" val="2249466169"/>
      </p:ext>
    </p:extLst>
  </p:cSld>
  <p:clrMapOvr>
    <a:masterClrMapping/>
  </p:clrMapOvr>
</p:sldLayout>
</file>

<file path=ppt/slideLayouts/slideLayout89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06313BC5-7AC8-4621-B74C-F71D69583F29}" type="slidenum">
              <a:rPr lang="en-US"/>
              <a:pPr>
                <a:defRPr/>
              </a:pPr>
              <a:t>‹#›</a:t>
            </a:fld>
            <a:endParaRPr lang="en-US"/>
          </a:p>
        </p:txBody>
      </p:sp>
    </p:spTree>
    <p:extLst>
      <p:ext uri="{BB962C8B-B14F-4D97-AF65-F5344CB8AC3E}">
        <p14:creationId xmlns:p14="http://schemas.microsoft.com/office/powerpoint/2010/main" val="2504268034"/>
      </p:ext>
    </p:extLst>
  </p:cSld>
  <p:clrMapOvr>
    <a:masterClrMapping/>
  </p:clrMapOvr>
</p:sldLayout>
</file>

<file path=ppt/slideLayouts/slideLayout90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CAB0E745-27F3-48B5-9AD8-22548BA54894}" type="slidenum">
              <a:rPr lang="en-US"/>
              <a:pPr>
                <a:defRPr/>
              </a:pPr>
              <a:t>‹#›</a:t>
            </a:fld>
            <a:endParaRPr lang="en-US"/>
          </a:p>
        </p:txBody>
      </p:sp>
    </p:spTree>
    <p:extLst>
      <p:ext uri="{BB962C8B-B14F-4D97-AF65-F5344CB8AC3E}">
        <p14:creationId xmlns:p14="http://schemas.microsoft.com/office/powerpoint/2010/main" val="3651684764"/>
      </p:ext>
    </p:extLst>
  </p:cSld>
  <p:clrMapOvr>
    <a:masterClrMapping/>
  </p:clrMapOvr>
</p:sldLayout>
</file>

<file path=ppt/slideLayouts/slideLayout9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3717D24F-4001-4088-82E5-8D5E3D54E0F1}" type="slidenum">
              <a:rPr lang="en-US"/>
              <a:pPr>
                <a:defRPr/>
              </a:pPr>
              <a:t>‹#›</a:t>
            </a:fld>
            <a:endParaRPr lang="en-US"/>
          </a:p>
        </p:txBody>
      </p:sp>
    </p:spTree>
    <p:extLst>
      <p:ext uri="{BB962C8B-B14F-4D97-AF65-F5344CB8AC3E}">
        <p14:creationId xmlns:p14="http://schemas.microsoft.com/office/powerpoint/2010/main" val="828654133"/>
      </p:ext>
    </p:extLst>
  </p:cSld>
  <p:clrMapOvr>
    <a:masterClrMapping/>
  </p:clrMapOvr>
</p:sldLayout>
</file>

<file path=ppt/slideLayouts/slideLayout9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2757609-F5C1-41E4-BF89-BB9E7B53E41D}" type="slidenum">
              <a:rPr lang="en-US"/>
              <a:pPr>
                <a:defRPr/>
              </a:pPr>
              <a:t>‹#›</a:t>
            </a:fld>
            <a:endParaRPr lang="en-US"/>
          </a:p>
        </p:txBody>
      </p:sp>
    </p:spTree>
    <p:extLst>
      <p:ext uri="{BB962C8B-B14F-4D97-AF65-F5344CB8AC3E}">
        <p14:creationId xmlns:p14="http://schemas.microsoft.com/office/powerpoint/2010/main" val="3395142605"/>
      </p:ext>
    </p:extLst>
  </p:cSld>
  <p:clrMapOvr>
    <a:masterClrMapping/>
  </p:clrMapOvr>
</p:sldLayout>
</file>

<file path=ppt/slideLayouts/slideLayout9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C3272D6-A174-4743-B6C1-BAB20D44C69D}" type="slidenum">
              <a:rPr lang="en-US"/>
              <a:pPr>
                <a:defRPr/>
              </a:pPr>
              <a:t>‹#›</a:t>
            </a:fld>
            <a:endParaRPr lang="en-US"/>
          </a:p>
        </p:txBody>
      </p:sp>
    </p:spTree>
    <p:extLst>
      <p:ext uri="{BB962C8B-B14F-4D97-AF65-F5344CB8AC3E}">
        <p14:creationId xmlns:p14="http://schemas.microsoft.com/office/powerpoint/2010/main" val="1139903292"/>
      </p:ext>
    </p:extLst>
  </p:cSld>
  <p:clrMapOvr>
    <a:masterClrMapping/>
  </p:clrMapOvr>
</p:sldLayout>
</file>

<file path=ppt/slideLayouts/slideLayout9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楷体" panose="02010609060101010101" pitchFamily="49" charset="-122"/>
              </a:defRPr>
            </a:lvl1pPr>
          </a:lstStyle>
          <a:p>
            <a:pPr>
              <a:defRPr/>
            </a:pPr>
            <a:fld id="{D8D82BB7-D965-4EF4-A634-04D18872AD38}" type="slidenum">
              <a:rPr lang="en-US"/>
              <a:pPr>
                <a:defRPr/>
              </a:pPr>
              <a:t>‹#›</a:t>
            </a:fld>
            <a:endParaRPr lang="en-US" dirty="0"/>
          </a:p>
        </p:txBody>
      </p:sp>
    </p:spTree>
    <p:extLst>
      <p:ext uri="{BB962C8B-B14F-4D97-AF65-F5344CB8AC3E}">
        <p14:creationId xmlns:p14="http://schemas.microsoft.com/office/powerpoint/2010/main" val="1925765116"/>
      </p:ext>
    </p:extLst>
  </p:cSld>
  <p:clrMapOvr>
    <a:masterClrMapping/>
  </p:clrMapOvr>
</p:sldLayout>
</file>

<file path=ppt/slideLayouts/slideLayout9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9F9796BD-58BA-41B8-A1E7-D86079146D90}" type="slidenum">
              <a:rPr lang="en-US"/>
              <a:pPr>
                <a:defRPr/>
              </a:pPr>
              <a:t>‹#›</a:t>
            </a:fld>
            <a:endParaRPr lang="en-US"/>
          </a:p>
        </p:txBody>
      </p:sp>
    </p:spTree>
    <p:extLst>
      <p:ext uri="{BB962C8B-B14F-4D97-AF65-F5344CB8AC3E}">
        <p14:creationId xmlns:p14="http://schemas.microsoft.com/office/powerpoint/2010/main" val="4082495724"/>
      </p:ext>
    </p:extLst>
  </p:cSld>
  <p:clrMapOvr>
    <a:masterClrMapping/>
  </p:clrMapOvr>
</p:sldLayout>
</file>

<file path=ppt/slideLayouts/slideLayout9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8ACEC9A-EB68-4655-B4DD-08F2FE26291A}" type="slidenum">
              <a:rPr lang="en-US"/>
              <a:pPr>
                <a:defRPr/>
              </a:pPr>
              <a:t>‹#›</a:t>
            </a:fld>
            <a:endParaRPr lang="en-US"/>
          </a:p>
        </p:txBody>
      </p:sp>
    </p:spTree>
    <p:extLst>
      <p:ext uri="{BB962C8B-B14F-4D97-AF65-F5344CB8AC3E}">
        <p14:creationId xmlns:p14="http://schemas.microsoft.com/office/powerpoint/2010/main" val="2796768701"/>
      </p:ext>
    </p:extLst>
  </p:cSld>
  <p:clrMapOvr>
    <a:masterClrMapping/>
  </p:clrMapOvr>
</p:sldLayout>
</file>

<file path=ppt/slideLayouts/slideLayout9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6BB4F861-F8CC-4F4D-AB6A-CD4007722767}" type="slidenum">
              <a:rPr lang="en-US"/>
              <a:pPr>
                <a:defRPr/>
              </a:pPr>
              <a:t>‹#›</a:t>
            </a:fld>
            <a:endParaRPr lang="en-US"/>
          </a:p>
        </p:txBody>
      </p:sp>
    </p:spTree>
    <p:extLst>
      <p:ext uri="{BB962C8B-B14F-4D97-AF65-F5344CB8AC3E}">
        <p14:creationId xmlns:p14="http://schemas.microsoft.com/office/powerpoint/2010/main" val="1194744137"/>
      </p:ext>
    </p:extLst>
  </p:cSld>
  <p:clrMapOvr>
    <a:masterClrMapping/>
  </p:clrMapOvr>
</p:sldLayout>
</file>

<file path=ppt/slideLayouts/slideLayout9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4400983-F963-4B41-ACB1-C96A631CED76}" type="slidenum">
              <a:rPr lang="en-US"/>
              <a:pPr>
                <a:defRPr/>
              </a:pPr>
              <a:t>‹#›</a:t>
            </a:fld>
            <a:endParaRPr lang="en-US"/>
          </a:p>
        </p:txBody>
      </p:sp>
    </p:spTree>
    <p:extLst>
      <p:ext uri="{BB962C8B-B14F-4D97-AF65-F5344CB8AC3E}">
        <p14:creationId xmlns:p14="http://schemas.microsoft.com/office/powerpoint/2010/main" val="2212585471"/>
      </p:ext>
    </p:extLst>
  </p:cSld>
  <p:clrMapOvr>
    <a:masterClrMapping/>
  </p:clrMapOvr>
</p:sldLayout>
</file>

<file path=ppt/slideLayouts/slideLayout9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A28018D8-7699-4303-B58F-6731955BE18F}" type="slidenum">
              <a:rPr lang="en-US"/>
              <a:pPr>
                <a:defRPr/>
              </a:pPr>
              <a:t>‹#›</a:t>
            </a:fld>
            <a:endParaRPr lang="en-US"/>
          </a:p>
        </p:txBody>
      </p:sp>
    </p:spTree>
    <p:extLst>
      <p:ext uri="{BB962C8B-B14F-4D97-AF65-F5344CB8AC3E}">
        <p14:creationId xmlns:p14="http://schemas.microsoft.com/office/powerpoint/2010/main" val="279118547"/>
      </p:ext>
    </p:extLst>
  </p:cSld>
  <p:clrMapOvr>
    <a:masterClrMapping/>
  </p:clrMapOvr>
</p:sldLayout>
</file>

<file path=ppt/slideLayouts/slideLayout9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7B6AD6F-ABC7-4A43-A3DD-7C273D0C20D1}" type="slidenum">
              <a:rPr lang="en-US"/>
              <a:pPr>
                <a:defRPr/>
              </a:pPr>
              <a:t>‹#›</a:t>
            </a:fld>
            <a:endParaRPr lang="en-US"/>
          </a:p>
        </p:txBody>
      </p:sp>
    </p:spTree>
    <p:extLst>
      <p:ext uri="{BB962C8B-B14F-4D97-AF65-F5344CB8AC3E}">
        <p14:creationId xmlns:p14="http://schemas.microsoft.com/office/powerpoint/2010/main" val="364822436"/>
      </p:ext>
    </p:extLst>
  </p:cSld>
  <p:clrMapOvr>
    <a:masterClrMapping/>
  </p:clrMapOvr>
</p:sldLayout>
</file>

<file path=ppt/slideLayouts/slideLayout9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33F79C0-900E-4562-992E-27510F8B0B19}" type="slidenum">
              <a:rPr lang="en-US"/>
              <a:pPr>
                <a:defRPr/>
              </a:pPr>
              <a:t>‹#›</a:t>
            </a:fld>
            <a:endParaRPr lang="en-US"/>
          </a:p>
        </p:txBody>
      </p:sp>
    </p:spTree>
    <p:extLst>
      <p:ext uri="{BB962C8B-B14F-4D97-AF65-F5344CB8AC3E}">
        <p14:creationId xmlns:p14="http://schemas.microsoft.com/office/powerpoint/2010/main" val="1201428466"/>
      </p:ext>
    </p:extLst>
  </p:cSld>
  <p:clrMapOvr>
    <a:masterClrMapping/>
  </p:clrMapOvr>
</p:sldLayout>
</file>

<file path=ppt/slideLayouts/slideLayout91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E2CC4C3D-494B-4C1B-9BBE-4772BB1DEBF3}" type="slidenum">
              <a:rPr lang="en-US"/>
              <a:pPr>
                <a:defRPr/>
              </a:pPr>
              <a:t>‹#›</a:t>
            </a:fld>
            <a:endParaRPr lang="en-US"/>
          </a:p>
        </p:txBody>
      </p:sp>
    </p:spTree>
    <p:extLst>
      <p:ext uri="{BB962C8B-B14F-4D97-AF65-F5344CB8AC3E}">
        <p14:creationId xmlns:p14="http://schemas.microsoft.com/office/powerpoint/2010/main" val="588060690"/>
      </p:ext>
    </p:extLst>
  </p:cSld>
  <p:clrMapOvr>
    <a:masterClrMapping/>
  </p:clrMapOvr>
</p:sldLayout>
</file>

<file path=ppt/slideLayouts/slideLayout91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FB66A20-E3C2-4D99-BAFB-80AA3DD10155}" type="slidenum">
              <a:rPr lang="en-US"/>
              <a:pPr>
                <a:defRPr/>
              </a:pPr>
              <a:t>‹#›</a:t>
            </a:fld>
            <a:endParaRPr lang="en-US"/>
          </a:p>
        </p:txBody>
      </p:sp>
    </p:spTree>
    <p:extLst>
      <p:ext uri="{BB962C8B-B14F-4D97-AF65-F5344CB8AC3E}">
        <p14:creationId xmlns:p14="http://schemas.microsoft.com/office/powerpoint/2010/main" val="3971432024"/>
      </p:ext>
    </p:extLst>
  </p:cSld>
  <p:clrMapOvr>
    <a:masterClrMapping/>
  </p:clrMapOvr>
</p:sldLayout>
</file>

<file path=ppt/slideLayouts/slideLayout91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8942CC78-E10B-4951-B047-383A0EAF4131}" type="slidenum">
              <a:rPr lang="en-US"/>
              <a:pPr>
                <a:defRPr/>
              </a:pPr>
              <a:t>‹#›</a:t>
            </a:fld>
            <a:endParaRPr lang="en-US"/>
          </a:p>
        </p:txBody>
      </p:sp>
    </p:spTree>
    <p:extLst>
      <p:ext uri="{BB962C8B-B14F-4D97-AF65-F5344CB8AC3E}">
        <p14:creationId xmlns:p14="http://schemas.microsoft.com/office/powerpoint/2010/main" val="2407772423"/>
      </p:ext>
    </p:extLst>
  </p:cSld>
  <p:clrMapOvr>
    <a:masterClrMapping/>
  </p:clrMapOvr>
</p:sldLayout>
</file>

<file path=ppt/slideLayouts/slideLayout91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52F2BC4A-F34F-418E-8172-D31383B67FB5}" type="slidenum">
              <a:rPr lang="en-US"/>
              <a:pPr>
                <a:defRPr/>
              </a:pPr>
              <a:t>‹#›</a:t>
            </a:fld>
            <a:endParaRPr lang="en-US"/>
          </a:p>
        </p:txBody>
      </p:sp>
    </p:spTree>
    <p:extLst>
      <p:ext uri="{BB962C8B-B14F-4D97-AF65-F5344CB8AC3E}">
        <p14:creationId xmlns:p14="http://schemas.microsoft.com/office/powerpoint/2010/main" val="1634983777"/>
      </p:ext>
    </p:extLst>
  </p:cSld>
  <p:clrMapOvr>
    <a:masterClrMapping/>
  </p:clrMapOvr>
</p:sldLayout>
</file>

<file path=ppt/slideLayouts/slideLayout91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DD4D4644-157D-496E-8C57-3EF8C76CBB49}" type="slidenum">
              <a:rPr lang="en-US"/>
              <a:pPr>
                <a:defRPr/>
              </a:pPr>
              <a:t>‹#›</a:t>
            </a:fld>
            <a:endParaRPr lang="en-US"/>
          </a:p>
        </p:txBody>
      </p:sp>
    </p:spTree>
    <p:extLst>
      <p:ext uri="{BB962C8B-B14F-4D97-AF65-F5344CB8AC3E}">
        <p14:creationId xmlns:p14="http://schemas.microsoft.com/office/powerpoint/2010/main" val="3126620413"/>
      </p:ext>
    </p:extLst>
  </p:cSld>
  <p:clrMapOvr>
    <a:masterClrMapping/>
  </p:clrMapOvr>
</p:sldLayout>
</file>

<file path=ppt/slideLayouts/slideLayout9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F4E8C7D1-C86B-4B50-8BAE-2CDED882C2F1}" type="slidenum">
              <a:rPr lang="en-US"/>
              <a:pPr>
                <a:defRPr/>
              </a:pPr>
              <a:t>‹#›</a:t>
            </a:fld>
            <a:endParaRPr lang="en-US"/>
          </a:p>
        </p:txBody>
      </p:sp>
    </p:spTree>
    <p:extLst>
      <p:ext uri="{BB962C8B-B14F-4D97-AF65-F5344CB8AC3E}">
        <p14:creationId xmlns:p14="http://schemas.microsoft.com/office/powerpoint/2010/main" val="2787354226"/>
      </p:ext>
    </p:extLst>
  </p:cSld>
  <p:clrMapOvr>
    <a:masterClrMapping/>
  </p:clrMapOvr>
</p:sldLayout>
</file>

<file path=ppt/slideLayouts/slideLayout9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楷体" panose="02010609060101010101" pitchFamily="49" charset="-122"/>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楷体" panose="02010609060101010101" pitchFamily="49" charset="-122"/>
              </a:defRPr>
            </a:lvl1pPr>
          </a:lstStyle>
          <a:p>
            <a:pPr>
              <a:defRPr/>
            </a:pPr>
            <a:fld id="{24710F7B-0ABD-4E79-9E08-A59FAAC3DBC6}" type="slidenum">
              <a:rPr lang="en-US"/>
              <a:pPr>
                <a:defRPr/>
              </a:pPr>
              <a:t>‹#›</a:t>
            </a:fld>
            <a:endParaRPr lang="en-US"/>
          </a:p>
        </p:txBody>
      </p:sp>
    </p:spTree>
    <p:extLst>
      <p:ext uri="{BB962C8B-B14F-4D97-AF65-F5344CB8AC3E}">
        <p14:creationId xmlns:p14="http://schemas.microsoft.com/office/powerpoint/2010/main" val="716281363"/>
      </p:ext>
    </p:extLst>
  </p:cSld>
  <p:clrMapOvr>
    <a:masterClrMapping/>
  </p:clrMapOvr>
</p:sldLayout>
</file>

<file path=ppt/slideLayouts/slideLayout9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471A8826-A97C-485B-A33E-957AB3FDA72E}" type="slidenum">
              <a:rPr lang="en-US"/>
              <a:pPr>
                <a:defRPr/>
              </a:pPr>
              <a:t>‹#›</a:t>
            </a:fld>
            <a:endParaRPr lang="en-US"/>
          </a:p>
        </p:txBody>
      </p:sp>
    </p:spTree>
    <p:extLst>
      <p:ext uri="{BB962C8B-B14F-4D97-AF65-F5344CB8AC3E}">
        <p14:creationId xmlns:p14="http://schemas.microsoft.com/office/powerpoint/2010/main" val="63623414"/>
      </p:ext>
    </p:extLst>
  </p:cSld>
  <p:clrMapOvr>
    <a:masterClrMapping/>
  </p:clrMapOvr>
</p:sldLayout>
</file>

<file path=ppt/slideLayouts/slideLayout9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37DCBB-C9BD-470E-9742-C3E36F8A5867}" type="slidenum">
              <a:rPr lang="en-US"/>
              <a:pPr>
                <a:defRPr/>
              </a:pPr>
              <a:t>‹#›</a:t>
            </a:fld>
            <a:endParaRPr lang="en-US" dirty="0"/>
          </a:p>
        </p:txBody>
      </p:sp>
    </p:spTree>
    <p:extLst>
      <p:ext uri="{BB962C8B-B14F-4D97-AF65-F5344CB8AC3E}">
        <p14:creationId xmlns:p14="http://schemas.microsoft.com/office/powerpoint/2010/main" val="4247895269"/>
      </p:ext>
    </p:extLst>
  </p:cSld>
  <p:clrMapOvr>
    <a:masterClrMapping/>
  </p:clrMapOvr>
</p:sldLayout>
</file>

<file path=ppt/slideLayouts/slideLayout9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760DAB-8622-4282-8A86-DB9B6A3631D2}" type="slidenum">
              <a:rPr lang="en-US"/>
              <a:pPr>
                <a:defRPr/>
              </a:pPr>
              <a:t>‹#›</a:t>
            </a:fld>
            <a:endParaRPr lang="en-US" dirty="0"/>
          </a:p>
        </p:txBody>
      </p:sp>
    </p:spTree>
    <p:extLst>
      <p:ext uri="{BB962C8B-B14F-4D97-AF65-F5344CB8AC3E}">
        <p14:creationId xmlns:p14="http://schemas.microsoft.com/office/powerpoint/2010/main" val="1898585167"/>
      </p:ext>
    </p:extLst>
  </p:cSld>
  <p:clrMapOvr>
    <a:masterClrMapping/>
  </p:clrMapOvr>
</p:sldLayout>
</file>

<file path=ppt/slideLayouts/slideLayout9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4D97B50-3FFE-452A-B2DE-3B5FFE33ED47}" type="slidenum">
              <a:rPr lang="en-US"/>
              <a:pPr>
                <a:defRPr/>
              </a:pPr>
              <a:t>‹#›</a:t>
            </a:fld>
            <a:endParaRPr lang="en-US" dirty="0"/>
          </a:p>
        </p:txBody>
      </p:sp>
    </p:spTree>
    <p:extLst>
      <p:ext uri="{BB962C8B-B14F-4D97-AF65-F5344CB8AC3E}">
        <p14:creationId xmlns:p14="http://schemas.microsoft.com/office/powerpoint/2010/main" val="2727504029"/>
      </p:ext>
    </p:extLst>
  </p:cSld>
  <p:clrMapOvr>
    <a:masterClrMapping/>
  </p:clrMapOvr>
</p:sldLayout>
</file>

<file path=ppt/slideLayouts/slideLayout9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FBE80ED-BD16-45E0-BB2B-723A02700061}" type="slidenum">
              <a:rPr lang="en-US"/>
              <a:pPr>
                <a:defRPr/>
              </a:pPr>
              <a:t>‹#›</a:t>
            </a:fld>
            <a:endParaRPr lang="en-US" dirty="0"/>
          </a:p>
        </p:txBody>
      </p:sp>
    </p:spTree>
    <p:extLst>
      <p:ext uri="{BB962C8B-B14F-4D97-AF65-F5344CB8AC3E}">
        <p14:creationId xmlns:p14="http://schemas.microsoft.com/office/powerpoint/2010/main" val="2385598219"/>
      </p:ext>
    </p:extLst>
  </p:cSld>
  <p:clrMapOvr>
    <a:masterClrMapping/>
  </p:clrMapOvr>
</p:sldLayout>
</file>

<file path=ppt/slideLayouts/slideLayout9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8FAAEF2-64D1-457A-B7C9-5BD5A1603F3A}" type="slidenum">
              <a:rPr lang="en-US"/>
              <a:pPr>
                <a:defRPr/>
              </a:pPr>
              <a:t>‹#›</a:t>
            </a:fld>
            <a:endParaRPr lang="en-US" dirty="0"/>
          </a:p>
        </p:txBody>
      </p:sp>
    </p:spTree>
    <p:extLst>
      <p:ext uri="{BB962C8B-B14F-4D97-AF65-F5344CB8AC3E}">
        <p14:creationId xmlns:p14="http://schemas.microsoft.com/office/powerpoint/2010/main" val="1923269482"/>
      </p:ext>
    </p:extLst>
  </p:cSld>
  <p:clrMapOvr>
    <a:masterClrMapping/>
  </p:clrMapOvr>
</p:sldLayout>
</file>

<file path=ppt/slideLayouts/slideLayout9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CC502-C3AE-4138-9D8B-AAFA9353722C}" type="slidenum">
              <a:rPr lang="en-US"/>
              <a:pPr>
                <a:defRPr/>
              </a:pPr>
              <a:t>‹#›</a:t>
            </a:fld>
            <a:endParaRPr lang="en-US" dirty="0"/>
          </a:p>
        </p:txBody>
      </p:sp>
    </p:spTree>
    <p:extLst>
      <p:ext uri="{BB962C8B-B14F-4D97-AF65-F5344CB8AC3E}">
        <p14:creationId xmlns:p14="http://schemas.microsoft.com/office/powerpoint/2010/main" val="846467217"/>
      </p:ext>
    </p:extLst>
  </p:cSld>
  <p:clrMapOvr>
    <a:masterClrMapping/>
  </p:clrMapOvr>
</p:sldLayout>
</file>

<file path=ppt/slideLayouts/slideLayout9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F15874A-9690-42B0-91DC-51138C323E1D}" type="slidenum">
              <a:rPr lang="en-US"/>
              <a:pPr>
                <a:defRPr/>
              </a:pPr>
              <a:t>‹#›</a:t>
            </a:fld>
            <a:endParaRPr lang="en-US" dirty="0"/>
          </a:p>
        </p:txBody>
      </p:sp>
    </p:spTree>
    <p:extLst>
      <p:ext uri="{BB962C8B-B14F-4D97-AF65-F5344CB8AC3E}">
        <p14:creationId xmlns:p14="http://schemas.microsoft.com/office/powerpoint/2010/main" val="445054787"/>
      </p:ext>
    </p:extLst>
  </p:cSld>
  <p:clrMapOvr>
    <a:masterClrMapping/>
  </p:clrMapOvr>
</p:sldLayout>
</file>

<file path=ppt/slideLayouts/slideLayout9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FE12763-85C6-49E4-9C65-EEFF5135AE93}" type="slidenum">
              <a:rPr lang="en-US"/>
              <a:pPr>
                <a:defRPr/>
              </a:pPr>
              <a:t>‹#›</a:t>
            </a:fld>
            <a:endParaRPr lang="en-US" dirty="0"/>
          </a:p>
        </p:txBody>
      </p:sp>
    </p:spTree>
    <p:extLst>
      <p:ext uri="{BB962C8B-B14F-4D97-AF65-F5344CB8AC3E}">
        <p14:creationId xmlns:p14="http://schemas.microsoft.com/office/powerpoint/2010/main" val="3850540588"/>
      </p:ext>
    </p:extLst>
  </p:cSld>
  <p:clrMapOvr>
    <a:masterClrMapping/>
  </p:clrMapOvr>
</p:sldLayout>
</file>

<file path=ppt/slideLayouts/slideLayout92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C8AFBE0-529D-4D11-96DF-2D2D3D494909}" type="slidenum">
              <a:rPr lang="en-US"/>
              <a:pPr>
                <a:defRPr/>
              </a:pPr>
              <a:t>‹#›</a:t>
            </a:fld>
            <a:endParaRPr lang="en-US" dirty="0"/>
          </a:p>
        </p:txBody>
      </p:sp>
    </p:spTree>
    <p:extLst>
      <p:ext uri="{BB962C8B-B14F-4D97-AF65-F5344CB8AC3E}">
        <p14:creationId xmlns:p14="http://schemas.microsoft.com/office/powerpoint/2010/main" val="2643903536"/>
      </p:ext>
    </p:extLst>
  </p:cSld>
  <p:clrMapOvr>
    <a:masterClrMapping/>
  </p:clrMapOvr>
</p:sldLayout>
</file>

<file path=ppt/slideLayouts/slideLayout92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E0172B07-1942-4C5C-9924-EE87712B0F90}" type="slidenum">
              <a:rPr lang="en-US"/>
              <a:pPr>
                <a:defRPr/>
              </a:pPr>
              <a:t>‹#›</a:t>
            </a:fld>
            <a:endParaRPr lang="en-US"/>
          </a:p>
        </p:txBody>
      </p:sp>
    </p:spTree>
    <p:extLst>
      <p:ext uri="{BB962C8B-B14F-4D97-AF65-F5344CB8AC3E}">
        <p14:creationId xmlns:p14="http://schemas.microsoft.com/office/powerpoint/2010/main" val="831558028"/>
      </p:ext>
    </p:extLst>
  </p:cSld>
  <p:clrMapOvr>
    <a:masterClrMapping/>
  </p:clrMapOvr>
</p:sldLayout>
</file>

<file path=ppt/slideLayouts/slideLayout93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49EDF5-9696-4AC7-BFC3-EBA50329E301}" type="slidenum">
              <a:rPr lang="en-US"/>
              <a:pPr>
                <a:defRPr/>
              </a:pPr>
              <a:t>‹#›</a:t>
            </a:fld>
            <a:endParaRPr lang="en-US" dirty="0"/>
          </a:p>
        </p:txBody>
      </p:sp>
    </p:spTree>
    <p:extLst>
      <p:ext uri="{BB962C8B-B14F-4D97-AF65-F5344CB8AC3E}">
        <p14:creationId xmlns:p14="http://schemas.microsoft.com/office/powerpoint/2010/main" val="2259010309"/>
      </p:ext>
    </p:extLst>
  </p:cSld>
  <p:clrMapOvr>
    <a:masterClrMapping/>
  </p:clrMapOvr>
</p:sldLayout>
</file>

<file path=ppt/slideLayouts/slideLayout93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D84A7584-E413-433B-A62A-2D059CF6E093}" type="slidenum">
              <a:rPr lang="en-US"/>
              <a:pPr>
                <a:defRPr/>
              </a:pPr>
              <a:t>‹#›</a:t>
            </a:fld>
            <a:endParaRPr lang="en-US"/>
          </a:p>
        </p:txBody>
      </p:sp>
    </p:spTree>
    <p:extLst>
      <p:ext uri="{BB962C8B-B14F-4D97-AF65-F5344CB8AC3E}">
        <p14:creationId xmlns:p14="http://schemas.microsoft.com/office/powerpoint/2010/main" val="1312088288"/>
      </p:ext>
    </p:extLst>
  </p:cSld>
  <p:clrMapOvr>
    <a:masterClrMapping/>
  </p:clrMapOvr>
</p:sldLayout>
</file>

<file path=ppt/slideLayouts/slideLayout93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66323281-6C6A-481E-8AF0-AA2D8FCEFB1F}" type="slidenum">
              <a:rPr lang="en-US"/>
              <a:pPr>
                <a:defRPr/>
              </a:pPr>
              <a:t>‹#›</a:t>
            </a:fld>
            <a:endParaRPr lang="en-US" dirty="0"/>
          </a:p>
        </p:txBody>
      </p:sp>
    </p:spTree>
    <p:extLst>
      <p:ext uri="{BB962C8B-B14F-4D97-AF65-F5344CB8AC3E}">
        <p14:creationId xmlns:p14="http://schemas.microsoft.com/office/powerpoint/2010/main" val="1654536908"/>
      </p:ext>
    </p:extLst>
  </p:cSld>
  <p:clrMapOvr>
    <a:masterClrMapping/>
  </p:clrMapOvr>
</p:sldLayout>
</file>

<file path=ppt/slideLayouts/slideLayout9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FB5CD9-C9A4-43E9-BCFF-732C70219B4B}" type="slidenum">
              <a:rPr lang="en-US"/>
              <a:pPr>
                <a:defRPr/>
              </a:pPr>
              <a:t>‹#›</a:t>
            </a:fld>
            <a:endParaRPr lang="en-US" dirty="0"/>
          </a:p>
        </p:txBody>
      </p:sp>
    </p:spTree>
    <p:extLst>
      <p:ext uri="{BB962C8B-B14F-4D97-AF65-F5344CB8AC3E}">
        <p14:creationId xmlns:p14="http://schemas.microsoft.com/office/powerpoint/2010/main" val="310247491"/>
      </p:ext>
    </p:extLst>
  </p:cSld>
  <p:clrMapOvr>
    <a:masterClrMapping/>
  </p:clrMapOvr>
</p:sldLayout>
</file>

<file path=ppt/slideLayouts/slideLayout9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AE71274-B26E-4F49-8631-1C31049B8618}" type="slidenum">
              <a:rPr lang="en-US"/>
              <a:pPr>
                <a:defRPr/>
              </a:pPr>
              <a:t>‹#›</a:t>
            </a:fld>
            <a:endParaRPr lang="en-US" dirty="0"/>
          </a:p>
        </p:txBody>
      </p:sp>
    </p:spTree>
    <p:extLst>
      <p:ext uri="{BB962C8B-B14F-4D97-AF65-F5344CB8AC3E}">
        <p14:creationId xmlns:p14="http://schemas.microsoft.com/office/powerpoint/2010/main" val="2919365963"/>
      </p:ext>
    </p:extLst>
  </p:cSld>
  <p:clrMapOvr>
    <a:masterClrMapping/>
  </p:clrMapOvr>
</p:sldLayout>
</file>

<file path=ppt/slideLayouts/slideLayout9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B1A9BD11-E467-460B-B635-A5CAA65D8E33}" type="slidenum">
              <a:rPr lang="en-US"/>
              <a:pPr>
                <a:defRPr/>
              </a:pPr>
              <a:t>‹#›</a:t>
            </a:fld>
            <a:endParaRPr lang="en-US"/>
          </a:p>
        </p:txBody>
      </p:sp>
    </p:spTree>
    <p:extLst>
      <p:ext uri="{BB962C8B-B14F-4D97-AF65-F5344CB8AC3E}">
        <p14:creationId xmlns:p14="http://schemas.microsoft.com/office/powerpoint/2010/main" val="1426677096"/>
      </p:ext>
    </p:extLst>
  </p:cSld>
  <p:clrMapOvr>
    <a:masterClrMapping/>
  </p:clrMapOvr>
</p:sldLayout>
</file>

<file path=ppt/slideLayouts/slideLayout9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3E5ACC6-5BEE-4F86-A8A3-2CA27B637FFC}" type="slidenum">
              <a:rPr lang="en-US"/>
              <a:pPr>
                <a:defRPr/>
              </a:pPr>
              <a:t>‹#›</a:t>
            </a:fld>
            <a:endParaRPr lang="en-US" dirty="0"/>
          </a:p>
        </p:txBody>
      </p:sp>
    </p:spTree>
    <p:extLst>
      <p:ext uri="{BB962C8B-B14F-4D97-AF65-F5344CB8AC3E}">
        <p14:creationId xmlns:p14="http://schemas.microsoft.com/office/powerpoint/2010/main" val="3501291484"/>
      </p:ext>
    </p:extLst>
  </p:cSld>
  <p:clrMapOvr>
    <a:masterClrMapping/>
  </p:clrMapOvr>
</p:sldLayout>
</file>

<file path=ppt/slideLayouts/slideLayout9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567F63-1C59-4404-B419-A5771FE19823}" type="slidenum">
              <a:rPr lang="en-US"/>
              <a:pPr>
                <a:defRPr/>
              </a:pPr>
              <a:t>‹#›</a:t>
            </a:fld>
            <a:endParaRPr lang="en-US" dirty="0"/>
          </a:p>
        </p:txBody>
      </p:sp>
    </p:spTree>
    <p:extLst>
      <p:ext uri="{BB962C8B-B14F-4D97-AF65-F5344CB8AC3E}">
        <p14:creationId xmlns:p14="http://schemas.microsoft.com/office/powerpoint/2010/main" val="752868414"/>
      </p:ext>
    </p:extLst>
  </p:cSld>
  <p:clrMapOvr>
    <a:masterClrMapping/>
  </p:clrMapOvr>
</p:sldLayout>
</file>

<file path=ppt/slideLayouts/slideLayout9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B2A4E2-FDEF-4ACD-90D1-11A0E31AD4AA}" type="slidenum">
              <a:rPr lang="en-US"/>
              <a:pPr>
                <a:defRPr/>
              </a:pPr>
              <a:t>‹#›</a:t>
            </a:fld>
            <a:endParaRPr lang="en-US" dirty="0"/>
          </a:p>
        </p:txBody>
      </p:sp>
    </p:spTree>
    <p:extLst>
      <p:ext uri="{BB962C8B-B14F-4D97-AF65-F5344CB8AC3E}">
        <p14:creationId xmlns:p14="http://schemas.microsoft.com/office/powerpoint/2010/main" val="3397255243"/>
      </p:ext>
    </p:extLst>
  </p:cSld>
  <p:clrMapOvr>
    <a:masterClrMapping/>
  </p:clrMapOvr>
</p:sldLayout>
</file>

<file path=ppt/slideLayouts/slideLayout9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D628C3F-B28B-44DC-9BD4-A152A431A5DF}" type="slidenum">
              <a:rPr lang="en-US"/>
              <a:pPr>
                <a:defRPr/>
              </a:pPr>
              <a:t>‹#›</a:t>
            </a:fld>
            <a:endParaRPr lang="en-US" dirty="0"/>
          </a:p>
        </p:txBody>
      </p:sp>
    </p:spTree>
    <p:extLst>
      <p:ext uri="{BB962C8B-B14F-4D97-AF65-F5344CB8AC3E}">
        <p14:creationId xmlns:p14="http://schemas.microsoft.com/office/powerpoint/2010/main" val="2763151576"/>
      </p:ext>
    </p:extLst>
  </p:cSld>
  <p:clrMapOvr>
    <a:masterClrMapping/>
  </p:clrMapOvr>
</p:sldLayout>
</file>

<file path=ppt/slideLayouts/slideLayout9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BD2B2EB-BD80-4B10-B4BF-52AFD6C19F75}" type="slidenum">
              <a:rPr lang="en-US"/>
              <a:pPr>
                <a:defRPr/>
              </a:pPr>
              <a:t>‹#›</a:t>
            </a:fld>
            <a:endParaRPr lang="en-US" dirty="0"/>
          </a:p>
        </p:txBody>
      </p:sp>
    </p:spTree>
    <p:extLst>
      <p:ext uri="{BB962C8B-B14F-4D97-AF65-F5344CB8AC3E}">
        <p14:creationId xmlns:p14="http://schemas.microsoft.com/office/powerpoint/2010/main" val="1797084901"/>
      </p:ext>
    </p:extLst>
  </p:cSld>
  <p:clrMapOvr>
    <a:masterClrMapping/>
  </p:clrMapOvr>
</p:sldLayout>
</file>

<file path=ppt/slideLayouts/slideLayout9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3A91D10-A9B3-40D7-B411-1FA552F32F9F}" type="slidenum">
              <a:rPr lang="en-US"/>
              <a:pPr>
                <a:defRPr/>
              </a:pPr>
              <a:t>‹#›</a:t>
            </a:fld>
            <a:endParaRPr lang="en-US" dirty="0"/>
          </a:p>
        </p:txBody>
      </p:sp>
    </p:spTree>
    <p:extLst>
      <p:ext uri="{BB962C8B-B14F-4D97-AF65-F5344CB8AC3E}">
        <p14:creationId xmlns:p14="http://schemas.microsoft.com/office/powerpoint/2010/main" val="3599755754"/>
      </p:ext>
    </p:extLst>
  </p:cSld>
  <p:clrMapOvr>
    <a:masterClrMapping/>
  </p:clrMapOvr>
</p:sldLayout>
</file>

<file path=ppt/slideLayouts/slideLayout9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4F56EC6-10DD-4629-8ED8-518896B5D487}" type="slidenum">
              <a:rPr lang="en-US"/>
              <a:pPr>
                <a:defRPr/>
              </a:pPr>
              <a:t>‹#›</a:t>
            </a:fld>
            <a:endParaRPr lang="en-US" dirty="0"/>
          </a:p>
        </p:txBody>
      </p:sp>
    </p:spTree>
    <p:extLst>
      <p:ext uri="{BB962C8B-B14F-4D97-AF65-F5344CB8AC3E}">
        <p14:creationId xmlns:p14="http://schemas.microsoft.com/office/powerpoint/2010/main" val="2643123727"/>
      </p:ext>
    </p:extLst>
  </p:cSld>
  <p:clrMapOvr>
    <a:masterClrMapping/>
  </p:clrMapOvr>
</p:sldLayout>
</file>

<file path=ppt/slideLayouts/slideLayout9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AE2D7B6-06D1-488D-B2CC-45F43048353A}" type="slidenum">
              <a:rPr lang="en-US"/>
              <a:pPr>
                <a:defRPr/>
              </a:pPr>
              <a:t>‹#›</a:t>
            </a:fld>
            <a:endParaRPr lang="en-US" dirty="0"/>
          </a:p>
        </p:txBody>
      </p:sp>
    </p:spTree>
    <p:extLst>
      <p:ext uri="{BB962C8B-B14F-4D97-AF65-F5344CB8AC3E}">
        <p14:creationId xmlns:p14="http://schemas.microsoft.com/office/powerpoint/2010/main" val="1240971830"/>
      </p:ext>
    </p:extLst>
  </p:cSld>
  <p:clrMapOvr>
    <a:masterClrMapping/>
  </p:clrMapOvr>
</p:sldLayout>
</file>

<file path=ppt/slideLayouts/slideLayout94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51DA0D-EC30-4040-8E3F-3F7C0C8C591D}" type="slidenum">
              <a:rPr lang="en-US"/>
              <a:pPr>
                <a:defRPr/>
              </a:pPr>
              <a:t>‹#›</a:t>
            </a:fld>
            <a:endParaRPr lang="en-US" dirty="0"/>
          </a:p>
        </p:txBody>
      </p:sp>
    </p:spTree>
    <p:extLst>
      <p:ext uri="{BB962C8B-B14F-4D97-AF65-F5344CB8AC3E}">
        <p14:creationId xmlns:p14="http://schemas.microsoft.com/office/powerpoint/2010/main" val="2950019437"/>
      </p:ext>
    </p:extLst>
  </p:cSld>
  <p:clrMapOvr>
    <a:masterClrMapping/>
  </p:clrMapOvr>
</p:sldLayout>
</file>

<file path=ppt/slideLayouts/slideLayout94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B320DA75-E33C-4D61-A4F3-C272B90EDF44}" type="slidenum">
              <a:rPr lang="en-US"/>
              <a:pPr>
                <a:defRPr/>
              </a:pPr>
              <a:t>‹#›</a:t>
            </a:fld>
            <a:endParaRPr lang="en-US"/>
          </a:p>
        </p:txBody>
      </p:sp>
    </p:spTree>
    <p:extLst>
      <p:ext uri="{BB962C8B-B14F-4D97-AF65-F5344CB8AC3E}">
        <p14:creationId xmlns:p14="http://schemas.microsoft.com/office/powerpoint/2010/main" val="3283475470"/>
      </p:ext>
    </p:extLst>
  </p:cSld>
  <p:clrMapOvr>
    <a:masterClrMapping/>
  </p:clrMapOvr>
</p:sldLayout>
</file>

<file path=ppt/slideLayouts/slideLayout94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5C9F956-BAD3-46B7-9F83-2316FA7CA426}" type="slidenum">
              <a:rPr lang="en-US"/>
              <a:pPr>
                <a:defRPr/>
              </a:pPr>
              <a:t>‹#›</a:t>
            </a:fld>
            <a:endParaRPr lang="en-US" dirty="0"/>
          </a:p>
        </p:txBody>
      </p:sp>
    </p:spTree>
    <p:extLst>
      <p:ext uri="{BB962C8B-B14F-4D97-AF65-F5344CB8AC3E}">
        <p14:creationId xmlns:p14="http://schemas.microsoft.com/office/powerpoint/2010/main" val="2845863593"/>
      </p:ext>
    </p:extLst>
  </p:cSld>
  <p:clrMapOvr>
    <a:masterClrMapping/>
  </p:clrMapOvr>
</p:sldLayout>
</file>

<file path=ppt/slideLayouts/slideLayout94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E42BE0FA-E4DA-45C8-BA34-2A48FC4CCC53}" type="slidenum">
              <a:rPr lang="en-US"/>
              <a:pPr>
                <a:defRPr/>
              </a:pPr>
              <a:t>‹#›</a:t>
            </a:fld>
            <a:endParaRPr lang="en-US"/>
          </a:p>
        </p:txBody>
      </p:sp>
    </p:spTree>
    <p:extLst>
      <p:ext uri="{BB962C8B-B14F-4D97-AF65-F5344CB8AC3E}">
        <p14:creationId xmlns:p14="http://schemas.microsoft.com/office/powerpoint/2010/main" val="1857527187"/>
      </p:ext>
    </p:extLst>
  </p:cSld>
  <p:clrMapOvr>
    <a:masterClrMapping/>
  </p:clrMapOvr>
</p:sldLayout>
</file>

<file path=ppt/slideLayouts/slideLayout94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726A2664-696A-4A96-826A-2E26F4A3B48F}" type="slidenum">
              <a:rPr lang="en-US"/>
              <a:pPr>
                <a:defRPr/>
              </a:pPr>
              <a:t>‹#›</a:t>
            </a:fld>
            <a:endParaRPr lang="en-US" dirty="0"/>
          </a:p>
        </p:txBody>
      </p:sp>
    </p:spTree>
    <p:extLst>
      <p:ext uri="{BB962C8B-B14F-4D97-AF65-F5344CB8AC3E}">
        <p14:creationId xmlns:p14="http://schemas.microsoft.com/office/powerpoint/2010/main" val="966433402"/>
      </p:ext>
    </p:extLst>
  </p:cSld>
  <p:clrMapOvr>
    <a:masterClrMapping/>
  </p:clrMapOvr>
</p:sldLayout>
</file>

<file path=ppt/slideLayouts/slideLayout9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E98390E-8A6B-4683-82D9-49BF1D0561AB}" type="slidenum">
              <a:rPr lang="en-US"/>
              <a:pPr>
                <a:defRPr/>
              </a:pPr>
              <a:t>‹#›</a:t>
            </a:fld>
            <a:endParaRPr lang="en-US" dirty="0"/>
          </a:p>
        </p:txBody>
      </p:sp>
    </p:spTree>
    <p:extLst>
      <p:ext uri="{BB962C8B-B14F-4D97-AF65-F5344CB8AC3E}">
        <p14:creationId xmlns:p14="http://schemas.microsoft.com/office/powerpoint/2010/main" val="2541934167"/>
      </p:ext>
    </p:extLst>
  </p:cSld>
  <p:clrMapOvr>
    <a:masterClrMapping/>
  </p:clrMapOvr>
</p:sldLayout>
</file>

<file path=ppt/slideLayouts/slideLayout9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2CB1D5D-A76D-42D7-AEE5-EC1F0A48DA06}" type="slidenum">
              <a:rPr lang="en-US"/>
              <a:pPr>
                <a:defRPr/>
              </a:pPr>
              <a:t>‹#›</a:t>
            </a:fld>
            <a:endParaRPr lang="en-US" dirty="0"/>
          </a:p>
        </p:txBody>
      </p:sp>
    </p:spTree>
    <p:extLst>
      <p:ext uri="{BB962C8B-B14F-4D97-AF65-F5344CB8AC3E}">
        <p14:creationId xmlns:p14="http://schemas.microsoft.com/office/powerpoint/2010/main" val="1490544861"/>
      </p:ext>
    </p:extLst>
  </p:cSld>
  <p:clrMapOvr>
    <a:masterClrMapping/>
  </p:clrMapOvr>
</p:sldLayout>
</file>

<file path=ppt/slideLayouts/slideLayout95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B0B7FD68-77F7-4442-98DB-592380B11D55}" type="slidenum">
              <a:rPr lang="en-US"/>
              <a:pPr>
                <a:defRPr/>
              </a:pPr>
              <a:t>‹#›</a:t>
            </a:fld>
            <a:endParaRPr lang="en-US"/>
          </a:p>
        </p:txBody>
      </p:sp>
    </p:spTree>
    <p:extLst>
      <p:ext uri="{BB962C8B-B14F-4D97-AF65-F5344CB8AC3E}">
        <p14:creationId xmlns:p14="http://schemas.microsoft.com/office/powerpoint/2010/main" val="1560384982"/>
      </p:ext>
    </p:extLst>
  </p:cSld>
  <p:clrMapOvr>
    <a:masterClrMapping/>
  </p:clrMapOvr>
</p:sldLayout>
</file>

<file path=ppt/slideLayouts/slideLayout9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457C5D2-783D-485A-9BAE-B62041CC0CFD}" type="slidenum">
              <a:rPr lang="en-US"/>
              <a:pPr>
                <a:defRPr/>
              </a:pPr>
              <a:t>‹#›</a:t>
            </a:fld>
            <a:endParaRPr lang="en-US" dirty="0"/>
          </a:p>
        </p:txBody>
      </p:sp>
    </p:spTree>
    <p:extLst>
      <p:ext uri="{BB962C8B-B14F-4D97-AF65-F5344CB8AC3E}">
        <p14:creationId xmlns:p14="http://schemas.microsoft.com/office/powerpoint/2010/main" val="1466325943"/>
      </p:ext>
    </p:extLst>
  </p:cSld>
  <p:clrMapOvr>
    <a:masterClrMapping/>
  </p:clrMapOvr>
</p:sldLayout>
</file>

<file path=ppt/slideLayouts/slideLayout9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4938D56-71E3-456A-9D07-1142E6B9DCDA}" type="slidenum">
              <a:rPr lang="en-US"/>
              <a:pPr>
                <a:defRPr/>
              </a:pPr>
              <a:t>‹#›</a:t>
            </a:fld>
            <a:endParaRPr lang="en-US" dirty="0"/>
          </a:p>
        </p:txBody>
      </p:sp>
    </p:spTree>
    <p:extLst>
      <p:ext uri="{BB962C8B-B14F-4D97-AF65-F5344CB8AC3E}">
        <p14:creationId xmlns:p14="http://schemas.microsoft.com/office/powerpoint/2010/main" val="4288512598"/>
      </p:ext>
    </p:extLst>
  </p:cSld>
  <p:clrMapOvr>
    <a:masterClrMapping/>
  </p:clrMapOvr>
</p:sldLayout>
</file>

<file path=ppt/slideLayouts/slideLayout9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F808400-CF57-449C-9399-86DE96FCE670}" type="slidenum">
              <a:rPr lang="en-US"/>
              <a:pPr>
                <a:defRPr/>
              </a:pPr>
              <a:t>‹#›</a:t>
            </a:fld>
            <a:endParaRPr lang="en-US" dirty="0"/>
          </a:p>
        </p:txBody>
      </p:sp>
    </p:spTree>
    <p:extLst>
      <p:ext uri="{BB962C8B-B14F-4D97-AF65-F5344CB8AC3E}">
        <p14:creationId xmlns:p14="http://schemas.microsoft.com/office/powerpoint/2010/main" val="2579977183"/>
      </p:ext>
    </p:extLst>
  </p:cSld>
  <p:clrMapOvr>
    <a:masterClrMapping/>
  </p:clrMapOvr>
</p:sldLayout>
</file>

<file path=ppt/slideLayouts/slideLayout9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EBB27D6-F373-4829-8FE4-63110606E5C0}" type="slidenum">
              <a:rPr lang="en-US"/>
              <a:pPr>
                <a:defRPr/>
              </a:pPr>
              <a:t>‹#›</a:t>
            </a:fld>
            <a:endParaRPr lang="en-US" dirty="0"/>
          </a:p>
        </p:txBody>
      </p:sp>
    </p:spTree>
    <p:extLst>
      <p:ext uri="{BB962C8B-B14F-4D97-AF65-F5344CB8AC3E}">
        <p14:creationId xmlns:p14="http://schemas.microsoft.com/office/powerpoint/2010/main" val="1332683220"/>
      </p:ext>
    </p:extLst>
  </p:cSld>
  <p:clrMapOvr>
    <a:masterClrMapping/>
  </p:clrMapOvr>
</p:sldLayout>
</file>

<file path=ppt/slideLayouts/slideLayout9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9328314-B7A4-47A5-A6C3-01054D890783}" type="slidenum">
              <a:rPr lang="en-US"/>
              <a:pPr>
                <a:defRPr/>
              </a:pPr>
              <a:t>‹#›</a:t>
            </a:fld>
            <a:endParaRPr lang="en-US" dirty="0"/>
          </a:p>
        </p:txBody>
      </p:sp>
    </p:spTree>
    <p:extLst>
      <p:ext uri="{BB962C8B-B14F-4D97-AF65-F5344CB8AC3E}">
        <p14:creationId xmlns:p14="http://schemas.microsoft.com/office/powerpoint/2010/main" val="1873294262"/>
      </p:ext>
    </p:extLst>
  </p:cSld>
  <p:clrMapOvr>
    <a:masterClrMapping/>
  </p:clrMapOvr>
</p:sldLayout>
</file>

<file path=ppt/slideLayouts/slideLayout9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D9AD2F5-B0C4-4F11-ACEA-FF629AD5CA56}" type="slidenum">
              <a:rPr lang="en-US"/>
              <a:pPr>
                <a:defRPr/>
              </a:pPr>
              <a:t>‹#›</a:t>
            </a:fld>
            <a:endParaRPr lang="en-US" dirty="0"/>
          </a:p>
        </p:txBody>
      </p:sp>
    </p:spTree>
    <p:extLst>
      <p:ext uri="{BB962C8B-B14F-4D97-AF65-F5344CB8AC3E}">
        <p14:creationId xmlns:p14="http://schemas.microsoft.com/office/powerpoint/2010/main" val="1561803772"/>
      </p:ext>
    </p:extLst>
  </p:cSld>
  <p:clrMapOvr>
    <a:masterClrMapping/>
  </p:clrMapOvr>
</p:sldLayout>
</file>

<file path=ppt/slideLayouts/slideLayout9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4E4387A-C5E1-4D92-9DF4-A3FEAE658115}" type="slidenum">
              <a:rPr lang="en-US"/>
              <a:pPr>
                <a:defRPr/>
              </a:pPr>
              <a:t>‹#›</a:t>
            </a:fld>
            <a:endParaRPr lang="en-US" dirty="0"/>
          </a:p>
        </p:txBody>
      </p:sp>
    </p:spTree>
    <p:extLst>
      <p:ext uri="{BB962C8B-B14F-4D97-AF65-F5344CB8AC3E}">
        <p14:creationId xmlns:p14="http://schemas.microsoft.com/office/powerpoint/2010/main" val="1566528236"/>
      </p:ext>
    </p:extLst>
  </p:cSld>
  <p:clrMapOvr>
    <a:masterClrMapping/>
  </p:clrMapOvr>
</p:sldLayout>
</file>

<file path=ppt/slideLayouts/slideLayout9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8C80E3D-6AE4-4901-A061-37BFB8F6374C}" type="slidenum">
              <a:rPr lang="en-US"/>
              <a:pPr>
                <a:defRPr/>
              </a:pPr>
              <a:t>‹#›</a:t>
            </a:fld>
            <a:endParaRPr lang="en-US" dirty="0"/>
          </a:p>
        </p:txBody>
      </p:sp>
    </p:spTree>
    <p:extLst>
      <p:ext uri="{BB962C8B-B14F-4D97-AF65-F5344CB8AC3E}">
        <p14:creationId xmlns:p14="http://schemas.microsoft.com/office/powerpoint/2010/main" val="2204120993"/>
      </p:ext>
    </p:extLst>
  </p:cSld>
  <p:clrMapOvr>
    <a:masterClrMapping/>
  </p:clrMapOvr>
</p:sldLayout>
</file>

<file path=ppt/slideLayouts/slideLayout9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67FA685-02D5-43CE-98D7-407E6DD8384E}" type="slidenum">
              <a:rPr lang="en-US"/>
              <a:pPr>
                <a:defRPr/>
              </a:pPr>
              <a:t>‹#›</a:t>
            </a:fld>
            <a:endParaRPr lang="en-US" dirty="0"/>
          </a:p>
        </p:txBody>
      </p:sp>
    </p:spTree>
    <p:extLst>
      <p:ext uri="{BB962C8B-B14F-4D97-AF65-F5344CB8AC3E}">
        <p14:creationId xmlns:p14="http://schemas.microsoft.com/office/powerpoint/2010/main" val="4267451362"/>
      </p:ext>
    </p:extLst>
  </p:cSld>
  <p:clrMapOvr>
    <a:masterClrMapping/>
  </p:clrMapOvr>
</p:sldLayout>
</file>

<file path=ppt/slideLayouts/slideLayout9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87B893E9-42A7-4BEA-92DD-80E755B83C36}" type="slidenum">
              <a:rPr lang="en-US"/>
              <a:pPr>
                <a:defRPr/>
              </a:pPr>
              <a:t>‹#›</a:t>
            </a:fld>
            <a:endParaRPr lang="en-US"/>
          </a:p>
        </p:txBody>
      </p:sp>
    </p:spTree>
    <p:extLst>
      <p:ext uri="{BB962C8B-B14F-4D97-AF65-F5344CB8AC3E}">
        <p14:creationId xmlns:p14="http://schemas.microsoft.com/office/powerpoint/2010/main" val="505729495"/>
      </p:ext>
    </p:extLst>
  </p:cSld>
  <p:clrMapOvr>
    <a:masterClrMapping/>
  </p:clrMapOvr>
</p:sldLayout>
</file>

<file path=ppt/slideLayouts/slideLayout9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531B4D-023E-4C26-A2A9-ACD55E7BF8FF}" type="slidenum">
              <a:rPr lang="en-US"/>
              <a:pPr>
                <a:defRPr/>
              </a:pPr>
              <a:t>‹#›</a:t>
            </a:fld>
            <a:endParaRPr lang="en-US" dirty="0"/>
          </a:p>
        </p:txBody>
      </p:sp>
    </p:spTree>
    <p:extLst>
      <p:ext uri="{BB962C8B-B14F-4D97-AF65-F5344CB8AC3E}">
        <p14:creationId xmlns:p14="http://schemas.microsoft.com/office/powerpoint/2010/main" val="1101904750"/>
      </p:ext>
    </p:extLst>
  </p:cSld>
  <p:clrMapOvr>
    <a:masterClrMapping/>
  </p:clrMapOvr>
</p:sldLayout>
</file>

<file path=ppt/slideLayouts/slideLayout96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35A381FF-843F-4DBD-9DCC-FEA4757BF9E5}" type="slidenum">
              <a:rPr lang="en-US"/>
              <a:pPr>
                <a:defRPr/>
              </a:pPr>
              <a:t>‹#›</a:t>
            </a:fld>
            <a:endParaRPr lang="en-US"/>
          </a:p>
        </p:txBody>
      </p:sp>
    </p:spTree>
    <p:extLst>
      <p:ext uri="{BB962C8B-B14F-4D97-AF65-F5344CB8AC3E}">
        <p14:creationId xmlns:p14="http://schemas.microsoft.com/office/powerpoint/2010/main" val="3624628162"/>
      </p:ext>
    </p:extLst>
  </p:cSld>
  <p:clrMapOvr>
    <a:masterClrMapping/>
  </p:clrMapOvr>
</p:sldLayout>
</file>

<file path=ppt/slideLayouts/slideLayout96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9970816C-42D8-48D3-B30B-2EAC7829BA80}" type="slidenum">
              <a:rPr lang="en-US"/>
              <a:pPr>
                <a:defRPr/>
              </a:pPr>
              <a:t>‹#›</a:t>
            </a:fld>
            <a:endParaRPr lang="en-US" dirty="0"/>
          </a:p>
        </p:txBody>
      </p:sp>
    </p:spTree>
    <p:extLst>
      <p:ext uri="{BB962C8B-B14F-4D97-AF65-F5344CB8AC3E}">
        <p14:creationId xmlns:p14="http://schemas.microsoft.com/office/powerpoint/2010/main" val="4247651834"/>
      </p:ext>
    </p:extLst>
  </p:cSld>
  <p:clrMapOvr>
    <a:masterClrMapping/>
  </p:clrMapOvr>
</p:sldLayout>
</file>

<file path=ppt/slideLayouts/slideLayout9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4B52DE5-EACF-4A3A-BAC1-49583B25532D}" type="slidenum">
              <a:rPr lang="en-US"/>
              <a:pPr>
                <a:defRPr/>
              </a:pPr>
              <a:t>‹#›</a:t>
            </a:fld>
            <a:endParaRPr lang="en-US" dirty="0"/>
          </a:p>
        </p:txBody>
      </p:sp>
    </p:spTree>
    <p:extLst>
      <p:ext uri="{BB962C8B-B14F-4D97-AF65-F5344CB8AC3E}">
        <p14:creationId xmlns:p14="http://schemas.microsoft.com/office/powerpoint/2010/main" val="1161122716"/>
      </p:ext>
    </p:extLst>
  </p:cSld>
  <p:clrMapOvr>
    <a:masterClrMapping/>
  </p:clrMapOvr>
</p:sldLayout>
</file>

<file path=ppt/slideLayouts/slideLayout9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9C4EEA-625E-46B3-916D-120D1B7D1F5F}" type="slidenum">
              <a:rPr lang="en-US"/>
              <a:pPr>
                <a:defRPr/>
              </a:pPr>
              <a:t>‹#›</a:t>
            </a:fld>
            <a:endParaRPr lang="en-US" dirty="0"/>
          </a:p>
        </p:txBody>
      </p:sp>
    </p:spTree>
    <p:extLst>
      <p:ext uri="{BB962C8B-B14F-4D97-AF65-F5344CB8AC3E}">
        <p14:creationId xmlns:p14="http://schemas.microsoft.com/office/powerpoint/2010/main" val="498218946"/>
      </p:ext>
    </p:extLst>
  </p:cSld>
  <p:clrMapOvr>
    <a:masterClrMapping/>
  </p:clrMapOvr>
</p:sldLayout>
</file>

<file path=ppt/slideLayouts/slideLayout9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51367440"/>
      </p:ext>
    </p:extLst>
  </p:cSld>
  <p:clrMapOvr>
    <a:masterClrMapping/>
  </p:clrMapOvr>
</p:sldLayout>
</file>

<file path=ppt/slideLayouts/slideLayout9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1735325"/>
      </p:ext>
    </p:extLst>
  </p:cSld>
  <p:clrMapOvr>
    <a:masterClrMapping/>
  </p:clrMapOvr>
</p:sldLayout>
</file>

<file path=ppt/slideLayouts/slideLayout9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40739648"/>
      </p:ext>
    </p:extLst>
  </p:cSld>
  <p:clrMapOvr>
    <a:masterClrMapping/>
  </p:clrMapOvr>
</p:sldLayout>
</file>

<file path=ppt/slideLayouts/slideLayout9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183238538"/>
      </p:ext>
    </p:extLst>
  </p:cSld>
  <p:clrMapOvr>
    <a:masterClrMapping/>
  </p:clrMapOvr>
</p:sldLayout>
</file>

<file path=ppt/slideLayouts/slideLayout9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663250"/>
      </p:ext>
    </p:extLst>
  </p:cSld>
  <p:clrMapOvr>
    <a:masterClrMapping/>
  </p:clrMapOvr>
</p:sldLayout>
</file>

<file path=ppt/slideLayouts/slideLayout9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01101774"/>
      </p:ext>
    </p:extLst>
  </p:cSld>
  <p:clrMapOvr>
    <a:masterClrMapping/>
  </p:clrMapOvr>
</p:sldLayout>
</file>

<file path=ppt/slideLayouts/slideLayout9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30674031"/>
      </p:ext>
    </p:extLst>
  </p:cSld>
  <p:clrMapOvr>
    <a:masterClrMapping/>
  </p:clrMapOvr>
</p:sldLayout>
</file>

<file path=ppt/slideLayouts/slideLayout9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031873742"/>
      </p:ext>
    </p:extLst>
  </p:cSld>
  <p:clrMapOvr>
    <a:masterClrMapping/>
  </p:clrMapOvr>
</p:sldLayout>
</file>

<file path=ppt/slideLayouts/slideLayout9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54027763"/>
      </p:ext>
    </p:extLst>
  </p:cSld>
  <p:clrMapOvr>
    <a:masterClrMapping/>
  </p:clrMapOvr>
</p:sldLayout>
</file>

<file path=ppt/slideLayouts/slideLayout97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11548201"/>
      </p:ext>
    </p:extLst>
  </p:cSld>
  <p:clrMapOvr>
    <a:masterClrMapping/>
  </p:clrMapOvr>
</p:sldLayout>
</file>

<file path=ppt/slideLayouts/slideLayout97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Tree>
    <p:extLst>
      <p:ext uri="{BB962C8B-B14F-4D97-AF65-F5344CB8AC3E}">
        <p14:creationId xmlns:p14="http://schemas.microsoft.com/office/powerpoint/2010/main" val="3874155406"/>
      </p:ext>
    </p:extLst>
  </p:cSld>
  <p:clrMapOvr>
    <a:masterClrMapping/>
  </p:clrMapOvr>
</p:sldLayout>
</file>

<file path=ppt/slideLayouts/slideLayout97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41792293"/>
      </p:ext>
    </p:extLst>
  </p:cSld>
  <p:clrMapOvr>
    <a:masterClrMapping/>
  </p:clrMapOvr>
</p:sldLayout>
</file>

<file path=ppt/slideLayouts/slideLayout97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41751865"/>
      </p:ext>
    </p:extLst>
  </p:cSld>
  <p:clrMapOvr>
    <a:masterClrMapping/>
  </p:clrMapOvr>
</p:sldLayout>
</file>

<file path=ppt/slideLayouts/slideLayout98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57492570"/>
      </p:ext>
    </p:extLst>
  </p:cSld>
  <p:clrMapOvr>
    <a:masterClrMapping/>
  </p:clrMapOvr>
</p:sldLayout>
</file>

<file path=ppt/slideLayouts/slideLayout9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4021322923"/>
      </p:ext>
    </p:extLst>
  </p:cSld>
  <p:clrMapOvr>
    <a:masterClrMapping/>
  </p:clrMapOvr>
</p:sldLayout>
</file>

<file path=ppt/slideLayouts/slideLayout9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4741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5.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theme" Target="../theme/theme6.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theme" Target="../theme/theme7.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theme" Target="../theme/theme8.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theme" Target="../theme/theme9.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slideLayout" Target="../slideLayouts/slideLayout147.xml"/><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theme" Target="../theme/theme10.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58.xml"/><Relationship Id="rId13" Type="http://schemas.openxmlformats.org/officeDocument/2006/relationships/slideLayout" Target="../slideLayouts/slideLayout163.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slideLayout" Target="../slideLayouts/slideLayout162.xml"/><Relationship Id="rId17" Type="http://schemas.openxmlformats.org/officeDocument/2006/relationships/theme" Target="../theme/theme11.xml"/><Relationship Id="rId2" Type="http://schemas.openxmlformats.org/officeDocument/2006/relationships/slideLayout" Target="../slideLayouts/slideLayout152.xml"/><Relationship Id="rId16" Type="http://schemas.openxmlformats.org/officeDocument/2006/relationships/slideLayout" Target="../slideLayouts/slideLayout166.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5" Type="http://schemas.openxmlformats.org/officeDocument/2006/relationships/slideLayout" Target="../slideLayouts/slideLayout165.xml"/><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slideLayout" Target="../slideLayouts/slideLayout16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74.xml"/><Relationship Id="rId13" Type="http://schemas.openxmlformats.org/officeDocument/2006/relationships/slideLayout" Target="../slideLayouts/slideLayout179.xml"/><Relationship Id="rId3" Type="http://schemas.openxmlformats.org/officeDocument/2006/relationships/slideLayout" Target="../slideLayouts/slideLayout169.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17" Type="http://schemas.openxmlformats.org/officeDocument/2006/relationships/theme" Target="../theme/theme12.xml"/><Relationship Id="rId2" Type="http://schemas.openxmlformats.org/officeDocument/2006/relationships/slideLayout" Target="../slideLayouts/slideLayout168.xml"/><Relationship Id="rId16" Type="http://schemas.openxmlformats.org/officeDocument/2006/relationships/slideLayout" Target="../slideLayouts/slideLayout182.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5" Type="http://schemas.openxmlformats.org/officeDocument/2006/relationships/slideLayout" Target="../slideLayouts/slideLayout171.xml"/><Relationship Id="rId15" Type="http://schemas.openxmlformats.org/officeDocument/2006/relationships/slideLayout" Target="../slideLayouts/slideLayout181.xml"/><Relationship Id="rId10" Type="http://schemas.openxmlformats.org/officeDocument/2006/relationships/slideLayout" Target="../slideLayouts/slideLayout176.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slideLayout" Target="../slideLayouts/slideLayout18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13.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06.xml"/><Relationship Id="rId13" Type="http://schemas.openxmlformats.org/officeDocument/2006/relationships/slideLayout" Target="../slideLayouts/slideLayout211.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slideLayout" Target="../slideLayouts/slideLayout210.xml"/><Relationship Id="rId17" Type="http://schemas.openxmlformats.org/officeDocument/2006/relationships/theme" Target="../theme/theme14.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22.xml"/><Relationship Id="rId13" Type="http://schemas.openxmlformats.org/officeDocument/2006/relationships/slideLayout" Target="../slideLayouts/slideLayout227.xml"/><Relationship Id="rId3" Type="http://schemas.openxmlformats.org/officeDocument/2006/relationships/slideLayout" Target="../slideLayouts/slideLayout217.xml"/><Relationship Id="rId7" Type="http://schemas.openxmlformats.org/officeDocument/2006/relationships/slideLayout" Target="../slideLayouts/slideLayout221.xml"/><Relationship Id="rId12" Type="http://schemas.openxmlformats.org/officeDocument/2006/relationships/slideLayout" Target="../slideLayouts/slideLayout226.xml"/><Relationship Id="rId17" Type="http://schemas.openxmlformats.org/officeDocument/2006/relationships/theme" Target="../theme/theme15.xml"/><Relationship Id="rId2" Type="http://schemas.openxmlformats.org/officeDocument/2006/relationships/slideLayout" Target="../slideLayouts/slideLayout216.xml"/><Relationship Id="rId16" Type="http://schemas.openxmlformats.org/officeDocument/2006/relationships/slideLayout" Target="../slideLayouts/slideLayout230.xml"/><Relationship Id="rId1" Type="http://schemas.openxmlformats.org/officeDocument/2006/relationships/slideLayout" Target="../slideLayouts/slideLayout215.xml"/><Relationship Id="rId6" Type="http://schemas.openxmlformats.org/officeDocument/2006/relationships/slideLayout" Target="../slideLayouts/slideLayout220.xml"/><Relationship Id="rId11" Type="http://schemas.openxmlformats.org/officeDocument/2006/relationships/slideLayout" Target="../slideLayouts/slideLayout225.xml"/><Relationship Id="rId5" Type="http://schemas.openxmlformats.org/officeDocument/2006/relationships/slideLayout" Target="../slideLayouts/slideLayout219.xml"/><Relationship Id="rId15" Type="http://schemas.openxmlformats.org/officeDocument/2006/relationships/slideLayout" Target="../slideLayouts/slideLayout229.xml"/><Relationship Id="rId10" Type="http://schemas.openxmlformats.org/officeDocument/2006/relationships/slideLayout" Target="../slideLayouts/slideLayout224.xml"/><Relationship Id="rId4" Type="http://schemas.openxmlformats.org/officeDocument/2006/relationships/slideLayout" Target="../slideLayouts/slideLayout218.xml"/><Relationship Id="rId9" Type="http://schemas.openxmlformats.org/officeDocument/2006/relationships/slideLayout" Target="../slideLayouts/slideLayout223.xml"/><Relationship Id="rId14" Type="http://schemas.openxmlformats.org/officeDocument/2006/relationships/slideLayout" Target="../slideLayouts/slideLayout228.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38.xml"/><Relationship Id="rId13" Type="http://schemas.openxmlformats.org/officeDocument/2006/relationships/slideLayout" Target="../slideLayouts/slideLayout243.xml"/><Relationship Id="rId3" Type="http://schemas.openxmlformats.org/officeDocument/2006/relationships/slideLayout" Target="../slideLayouts/slideLayout233.xml"/><Relationship Id="rId7" Type="http://schemas.openxmlformats.org/officeDocument/2006/relationships/slideLayout" Target="../slideLayouts/slideLayout237.xml"/><Relationship Id="rId12" Type="http://schemas.openxmlformats.org/officeDocument/2006/relationships/slideLayout" Target="../slideLayouts/slideLayout242.xml"/><Relationship Id="rId17" Type="http://schemas.openxmlformats.org/officeDocument/2006/relationships/theme" Target="../theme/theme16.xml"/><Relationship Id="rId2" Type="http://schemas.openxmlformats.org/officeDocument/2006/relationships/slideLayout" Target="../slideLayouts/slideLayout232.xml"/><Relationship Id="rId16" Type="http://schemas.openxmlformats.org/officeDocument/2006/relationships/slideLayout" Target="../slideLayouts/slideLayout246.xml"/><Relationship Id="rId1" Type="http://schemas.openxmlformats.org/officeDocument/2006/relationships/slideLayout" Target="../slideLayouts/slideLayout231.xml"/><Relationship Id="rId6" Type="http://schemas.openxmlformats.org/officeDocument/2006/relationships/slideLayout" Target="../slideLayouts/slideLayout236.xml"/><Relationship Id="rId11" Type="http://schemas.openxmlformats.org/officeDocument/2006/relationships/slideLayout" Target="../slideLayouts/slideLayout241.xml"/><Relationship Id="rId5" Type="http://schemas.openxmlformats.org/officeDocument/2006/relationships/slideLayout" Target="../slideLayouts/slideLayout235.xml"/><Relationship Id="rId15" Type="http://schemas.openxmlformats.org/officeDocument/2006/relationships/slideLayout" Target="../slideLayouts/slideLayout245.xml"/><Relationship Id="rId10" Type="http://schemas.openxmlformats.org/officeDocument/2006/relationships/slideLayout" Target="../slideLayouts/slideLayout240.xml"/><Relationship Id="rId4" Type="http://schemas.openxmlformats.org/officeDocument/2006/relationships/slideLayout" Target="../slideLayouts/slideLayout234.xml"/><Relationship Id="rId9" Type="http://schemas.openxmlformats.org/officeDocument/2006/relationships/slideLayout" Target="../slideLayouts/slideLayout239.xml"/><Relationship Id="rId14" Type="http://schemas.openxmlformats.org/officeDocument/2006/relationships/slideLayout" Target="../slideLayouts/slideLayout24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54.xml"/><Relationship Id="rId13" Type="http://schemas.openxmlformats.org/officeDocument/2006/relationships/slideLayout" Target="../slideLayouts/slideLayout259.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slideLayout" Target="../slideLayouts/slideLayout258.xml"/><Relationship Id="rId17" Type="http://schemas.openxmlformats.org/officeDocument/2006/relationships/theme" Target="../theme/theme17.xml"/><Relationship Id="rId2" Type="http://schemas.openxmlformats.org/officeDocument/2006/relationships/slideLayout" Target="../slideLayouts/slideLayout248.xml"/><Relationship Id="rId16" Type="http://schemas.openxmlformats.org/officeDocument/2006/relationships/slideLayout" Target="../slideLayouts/slideLayout262.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5" Type="http://schemas.openxmlformats.org/officeDocument/2006/relationships/slideLayout" Target="../slideLayouts/slideLayout26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 Id="rId14" Type="http://schemas.openxmlformats.org/officeDocument/2006/relationships/slideLayout" Target="../slideLayouts/slideLayout26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70.xml"/><Relationship Id="rId13" Type="http://schemas.openxmlformats.org/officeDocument/2006/relationships/slideLayout" Target="../slideLayouts/slideLayout275.xml"/><Relationship Id="rId3" Type="http://schemas.openxmlformats.org/officeDocument/2006/relationships/slideLayout" Target="../slideLayouts/slideLayout265.xml"/><Relationship Id="rId7" Type="http://schemas.openxmlformats.org/officeDocument/2006/relationships/slideLayout" Target="../slideLayouts/slideLayout269.xml"/><Relationship Id="rId12" Type="http://schemas.openxmlformats.org/officeDocument/2006/relationships/slideLayout" Target="../slideLayouts/slideLayout274.xml"/><Relationship Id="rId17" Type="http://schemas.openxmlformats.org/officeDocument/2006/relationships/theme" Target="../theme/theme18.xml"/><Relationship Id="rId2" Type="http://schemas.openxmlformats.org/officeDocument/2006/relationships/slideLayout" Target="../slideLayouts/slideLayout264.xml"/><Relationship Id="rId16" Type="http://schemas.openxmlformats.org/officeDocument/2006/relationships/slideLayout" Target="../slideLayouts/slideLayout278.xml"/><Relationship Id="rId1" Type="http://schemas.openxmlformats.org/officeDocument/2006/relationships/slideLayout" Target="../slideLayouts/slideLayout263.xml"/><Relationship Id="rId6" Type="http://schemas.openxmlformats.org/officeDocument/2006/relationships/slideLayout" Target="../slideLayouts/slideLayout268.xml"/><Relationship Id="rId11" Type="http://schemas.openxmlformats.org/officeDocument/2006/relationships/slideLayout" Target="../slideLayouts/slideLayout273.xml"/><Relationship Id="rId5" Type="http://schemas.openxmlformats.org/officeDocument/2006/relationships/slideLayout" Target="../slideLayouts/slideLayout267.xml"/><Relationship Id="rId15" Type="http://schemas.openxmlformats.org/officeDocument/2006/relationships/slideLayout" Target="../slideLayouts/slideLayout277.xml"/><Relationship Id="rId10" Type="http://schemas.openxmlformats.org/officeDocument/2006/relationships/slideLayout" Target="../slideLayouts/slideLayout272.xml"/><Relationship Id="rId4" Type="http://schemas.openxmlformats.org/officeDocument/2006/relationships/slideLayout" Target="../slideLayouts/slideLayout266.xml"/><Relationship Id="rId9" Type="http://schemas.openxmlformats.org/officeDocument/2006/relationships/slideLayout" Target="../slideLayouts/slideLayout271.xml"/><Relationship Id="rId14" Type="http://schemas.openxmlformats.org/officeDocument/2006/relationships/slideLayout" Target="../slideLayouts/slideLayout27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86.xml"/><Relationship Id="rId13" Type="http://schemas.openxmlformats.org/officeDocument/2006/relationships/slideLayout" Target="../slideLayouts/slideLayout291.xml"/><Relationship Id="rId3" Type="http://schemas.openxmlformats.org/officeDocument/2006/relationships/slideLayout" Target="../slideLayouts/slideLayout281.xml"/><Relationship Id="rId7" Type="http://schemas.openxmlformats.org/officeDocument/2006/relationships/slideLayout" Target="../slideLayouts/slideLayout285.xml"/><Relationship Id="rId12" Type="http://schemas.openxmlformats.org/officeDocument/2006/relationships/slideLayout" Target="../slideLayouts/slideLayout290.xml"/><Relationship Id="rId17" Type="http://schemas.openxmlformats.org/officeDocument/2006/relationships/theme" Target="../theme/theme19.xml"/><Relationship Id="rId2" Type="http://schemas.openxmlformats.org/officeDocument/2006/relationships/slideLayout" Target="../slideLayouts/slideLayout280.xml"/><Relationship Id="rId16" Type="http://schemas.openxmlformats.org/officeDocument/2006/relationships/slideLayout" Target="../slideLayouts/slideLayout294.xml"/><Relationship Id="rId1" Type="http://schemas.openxmlformats.org/officeDocument/2006/relationships/slideLayout" Target="../slideLayouts/slideLayout279.xml"/><Relationship Id="rId6" Type="http://schemas.openxmlformats.org/officeDocument/2006/relationships/slideLayout" Target="../slideLayouts/slideLayout284.xml"/><Relationship Id="rId11" Type="http://schemas.openxmlformats.org/officeDocument/2006/relationships/slideLayout" Target="../slideLayouts/slideLayout289.xml"/><Relationship Id="rId5" Type="http://schemas.openxmlformats.org/officeDocument/2006/relationships/slideLayout" Target="../slideLayouts/slideLayout283.xml"/><Relationship Id="rId15" Type="http://schemas.openxmlformats.org/officeDocument/2006/relationships/slideLayout" Target="../slideLayouts/slideLayout293.xml"/><Relationship Id="rId10" Type="http://schemas.openxmlformats.org/officeDocument/2006/relationships/slideLayout" Target="../slideLayouts/slideLayout288.xml"/><Relationship Id="rId4" Type="http://schemas.openxmlformats.org/officeDocument/2006/relationships/slideLayout" Target="../slideLayouts/slideLayout282.xml"/><Relationship Id="rId9" Type="http://schemas.openxmlformats.org/officeDocument/2006/relationships/slideLayout" Target="../slideLayouts/slideLayout287.xml"/><Relationship Id="rId14" Type="http://schemas.openxmlformats.org/officeDocument/2006/relationships/slideLayout" Target="../slideLayouts/slideLayout292.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302.xml"/><Relationship Id="rId13" Type="http://schemas.openxmlformats.org/officeDocument/2006/relationships/slideLayout" Target="../slideLayouts/slideLayout307.xml"/><Relationship Id="rId3" Type="http://schemas.openxmlformats.org/officeDocument/2006/relationships/slideLayout" Target="../slideLayouts/slideLayout297.xml"/><Relationship Id="rId7" Type="http://schemas.openxmlformats.org/officeDocument/2006/relationships/slideLayout" Target="../slideLayouts/slideLayout301.xml"/><Relationship Id="rId12" Type="http://schemas.openxmlformats.org/officeDocument/2006/relationships/slideLayout" Target="../slideLayouts/slideLayout306.xml"/><Relationship Id="rId17" Type="http://schemas.openxmlformats.org/officeDocument/2006/relationships/theme" Target="../theme/theme20.xml"/><Relationship Id="rId2" Type="http://schemas.openxmlformats.org/officeDocument/2006/relationships/slideLayout" Target="../slideLayouts/slideLayout296.xml"/><Relationship Id="rId16" Type="http://schemas.openxmlformats.org/officeDocument/2006/relationships/slideLayout" Target="../slideLayouts/slideLayout310.xml"/><Relationship Id="rId1" Type="http://schemas.openxmlformats.org/officeDocument/2006/relationships/slideLayout" Target="../slideLayouts/slideLayout295.xml"/><Relationship Id="rId6" Type="http://schemas.openxmlformats.org/officeDocument/2006/relationships/slideLayout" Target="../slideLayouts/slideLayout300.xml"/><Relationship Id="rId11" Type="http://schemas.openxmlformats.org/officeDocument/2006/relationships/slideLayout" Target="../slideLayouts/slideLayout305.xml"/><Relationship Id="rId5" Type="http://schemas.openxmlformats.org/officeDocument/2006/relationships/slideLayout" Target="../slideLayouts/slideLayout299.xml"/><Relationship Id="rId15" Type="http://schemas.openxmlformats.org/officeDocument/2006/relationships/slideLayout" Target="../slideLayouts/slideLayout309.xml"/><Relationship Id="rId10" Type="http://schemas.openxmlformats.org/officeDocument/2006/relationships/slideLayout" Target="../slideLayouts/slideLayout304.xml"/><Relationship Id="rId4" Type="http://schemas.openxmlformats.org/officeDocument/2006/relationships/slideLayout" Target="../slideLayouts/slideLayout298.xml"/><Relationship Id="rId9" Type="http://schemas.openxmlformats.org/officeDocument/2006/relationships/slideLayout" Target="../slideLayouts/slideLayout303.xml"/><Relationship Id="rId14" Type="http://schemas.openxmlformats.org/officeDocument/2006/relationships/slideLayout" Target="../slideLayouts/slideLayout308.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318.xml"/><Relationship Id="rId13" Type="http://schemas.openxmlformats.org/officeDocument/2006/relationships/slideLayout" Target="../slideLayouts/slideLayout323.xml"/><Relationship Id="rId3" Type="http://schemas.openxmlformats.org/officeDocument/2006/relationships/slideLayout" Target="../slideLayouts/slideLayout313.xml"/><Relationship Id="rId7" Type="http://schemas.openxmlformats.org/officeDocument/2006/relationships/slideLayout" Target="../slideLayouts/slideLayout317.xml"/><Relationship Id="rId12" Type="http://schemas.openxmlformats.org/officeDocument/2006/relationships/slideLayout" Target="../slideLayouts/slideLayout322.xml"/><Relationship Id="rId17" Type="http://schemas.openxmlformats.org/officeDocument/2006/relationships/theme" Target="../theme/theme21.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1" Type="http://schemas.openxmlformats.org/officeDocument/2006/relationships/slideLayout" Target="../slideLayouts/slideLayout321.xml"/><Relationship Id="rId5" Type="http://schemas.openxmlformats.org/officeDocument/2006/relationships/slideLayout" Target="../slideLayouts/slideLayout315.xml"/><Relationship Id="rId15" Type="http://schemas.openxmlformats.org/officeDocument/2006/relationships/slideLayout" Target="../slideLayouts/slideLayout325.xml"/><Relationship Id="rId10" Type="http://schemas.openxmlformats.org/officeDocument/2006/relationships/slideLayout" Target="../slideLayouts/slideLayout320.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334.xml"/><Relationship Id="rId13" Type="http://schemas.openxmlformats.org/officeDocument/2006/relationships/slideLayout" Target="../slideLayouts/slideLayout339.xml"/><Relationship Id="rId3" Type="http://schemas.openxmlformats.org/officeDocument/2006/relationships/slideLayout" Target="../slideLayouts/slideLayout329.xml"/><Relationship Id="rId7" Type="http://schemas.openxmlformats.org/officeDocument/2006/relationships/slideLayout" Target="../slideLayouts/slideLayout333.xml"/><Relationship Id="rId12" Type="http://schemas.openxmlformats.org/officeDocument/2006/relationships/slideLayout" Target="../slideLayouts/slideLayout338.xml"/><Relationship Id="rId17" Type="http://schemas.openxmlformats.org/officeDocument/2006/relationships/theme" Target="../theme/theme22.xml"/><Relationship Id="rId2" Type="http://schemas.openxmlformats.org/officeDocument/2006/relationships/slideLayout" Target="../slideLayouts/slideLayout328.xml"/><Relationship Id="rId16" Type="http://schemas.openxmlformats.org/officeDocument/2006/relationships/slideLayout" Target="../slideLayouts/slideLayout342.xml"/><Relationship Id="rId1" Type="http://schemas.openxmlformats.org/officeDocument/2006/relationships/slideLayout" Target="../slideLayouts/slideLayout327.xml"/><Relationship Id="rId6" Type="http://schemas.openxmlformats.org/officeDocument/2006/relationships/slideLayout" Target="../slideLayouts/slideLayout332.xml"/><Relationship Id="rId11" Type="http://schemas.openxmlformats.org/officeDocument/2006/relationships/slideLayout" Target="../slideLayouts/slideLayout337.xml"/><Relationship Id="rId5" Type="http://schemas.openxmlformats.org/officeDocument/2006/relationships/slideLayout" Target="../slideLayouts/slideLayout331.xml"/><Relationship Id="rId15" Type="http://schemas.openxmlformats.org/officeDocument/2006/relationships/slideLayout" Target="../slideLayouts/slideLayout341.xml"/><Relationship Id="rId10" Type="http://schemas.openxmlformats.org/officeDocument/2006/relationships/slideLayout" Target="../slideLayouts/slideLayout336.xml"/><Relationship Id="rId4" Type="http://schemas.openxmlformats.org/officeDocument/2006/relationships/slideLayout" Target="../slideLayouts/slideLayout330.xml"/><Relationship Id="rId9" Type="http://schemas.openxmlformats.org/officeDocument/2006/relationships/slideLayout" Target="../slideLayouts/slideLayout335.xml"/><Relationship Id="rId14" Type="http://schemas.openxmlformats.org/officeDocument/2006/relationships/slideLayout" Target="../slideLayouts/slideLayout340.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50.xml"/><Relationship Id="rId13" Type="http://schemas.openxmlformats.org/officeDocument/2006/relationships/slideLayout" Target="../slideLayouts/slideLayout355.xml"/><Relationship Id="rId3" Type="http://schemas.openxmlformats.org/officeDocument/2006/relationships/slideLayout" Target="../slideLayouts/slideLayout345.xml"/><Relationship Id="rId7" Type="http://schemas.openxmlformats.org/officeDocument/2006/relationships/slideLayout" Target="../slideLayouts/slideLayout349.xml"/><Relationship Id="rId12" Type="http://schemas.openxmlformats.org/officeDocument/2006/relationships/slideLayout" Target="../slideLayouts/slideLayout354.xml"/><Relationship Id="rId17" Type="http://schemas.openxmlformats.org/officeDocument/2006/relationships/theme" Target="../theme/theme23.xml"/><Relationship Id="rId2" Type="http://schemas.openxmlformats.org/officeDocument/2006/relationships/slideLayout" Target="../slideLayouts/slideLayout344.xml"/><Relationship Id="rId16" Type="http://schemas.openxmlformats.org/officeDocument/2006/relationships/slideLayout" Target="../slideLayouts/slideLayout358.xml"/><Relationship Id="rId1" Type="http://schemas.openxmlformats.org/officeDocument/2006/relationships/slideLayout" Target="../slideLayouts/slideLayout343.xml"/><Relationship Id="rId6" Type="http://schemas.openxmlformats.org/officeDocument/2006/relationships/slideLayout" Target="../slideLayouts/slideLayout348.xml"/><Relationship Id="rId11" Type="http://schemas.openxmlformats.org/officeDocument/2006/relationships/slideLayout" Target="../slideLayouts/slideLayout353.xml"/><Relationship Id="rId5" Type="http://schemas.openxmlformats.org/officeDocument/2006/relationships/slideLayout" Target="../slideLayouts/slideLayout347.xml"/><Relationship Id="rId15" Type="http://schemas.openxmlformats.org/officeDocument/2006/relationships/slideLayout" Target="../slideLayouts/slideLayout357.xml"/><Relationship Id="rId10" Type="http://schemas.openxmlformats.org/officeDocument/2006/relationships/slideLayout" Target="../slideLayouts/slideLayout352.xml"/><Relationship Id="rId4" Type="http://schemas.openxmlformats.org/officeDocument/2006/relationships/slideLayout" Target="../slideLayouts/slideLayout346.xml"/><Relationship Id="rId9" Type="http://schemas.openxmlformats.org/officeDocument/2006/relationships/slideLayout" Target="../slideLayouts/slideLayout351.xml"/><Relationship Id="rId14" Type="http://schemas.openxmlformats.org/officeDocument/2006/relationships/slideLayout" Target="../slideLayouts/slideLayout35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66.xml"/><Relationship Id="rId13" Type="http://schemas.openxmlformats.org/officeDocument/2006/relationships/slideLayout" Target="../slideLayouts/slideLayout371.xml"/><Relationship Id="rId3" Type="http://schemas.openxmlformats.org/officeDocument/2006/relationships/slideLayout" Target="../slideLayouts/slideLayout361.xml"/><Relationship Id="rId7" Type="http://schemas.openxmlformats.org/officeDocument/2006/relationships/slideLayout" Target="../slideLayouts/slideLayout365.xml"/><Relationship Id="rId12" Type="http://schemas.openxmlformats.org/officeDocument/2006/relationships/slideLayout" Target="../slideLayouts/slideLayout370.xml"/><Relationship Id="rId17" Type="http://schemas.openxmlformats.org/officeDocument/2006/relationships/theme" Target="../theme/theme24.xml"/><Relationship Id="rId2" Type="http://schemas.openxmlformats.org/officeDocument/2006/relationships/slideLayout" Target="../slideLayouts/slideLayout360.xml"/><Relationship Id="rId16" Type="http://schemas.openxmlformats.org/officeDocument/2006/relationships/slideLayout" Target="../slideLayouts/slideLayout374.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1" Type="http://schemas.openxmlformats.org/officeDocument/2006/relationships/slideLayout" Target="../slideLayouts/slideLayout369.xml"/><Relationship Id="rId5" Type="http://schemas.openxmlformats.org/officeDocument/2006/relationships/slideLayout" Target="../slideLayouts/slideLayout363.xml"/><Relationship Id="rId15" Type="http://schemas.openxmlformats.org/officeDocument/2006/relationships/slideLayout" Target="../slideLayouts/slideLayout373.xml"/><Relationship Id="rId10" Type="http://schemas.openxmlformats.org/officeDocument/2006/relationships/slideLayout" Target="../slideLayouts/slideLayout368.xml"/><Relationship Id="rId4" Type="http://schemas.openxmlformats.org/officeDocument/2006/relationships/slideLayout" Target="../slideLayouts/slideLayout362.xml"/><Relationship Id="rId9" Type="http://schemas.openxmlformats.org/officeDocument/2006/relationships/slideLayout" Target="../slideLayouts/slideLayout367.xml"/><Relationship Id="rId14" Type="http://schemas.openxmlformats.org/officeDocument/2006/relationships/slideLayout" Target="../slideLayouts/slideLayout372.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82.xml"/><Relationship Id="rId13" Type="http://schemas.openxmlformats.org/officeDocument/2006/relationships/slideLayout" Target="../slideLayouts/slideLayout387.xml"/><Relationship Id="rId3" Type="http://schemas.openxmlformats.org/officeDocument/2006/relationships/slideLayout" Target="../slideLayouts/slideLayout377.xml"/><Relationship Id="rId7" Type="http://schemas.openxmlformats.org/officeDocument/2006/relationships/slideLayout" Target="../slideLayouts/slideLayout381.xml"/><Relationship Id="rId12" Type="http://schemas.openxmlformats.org/officeDocument/2006/relationships/slideLayout" Target="../slideLayouts/slideLayout386.xml"/><Relationship Id="rId17" Type="http://schemas.openxmlformats.org/officeDocument/2006/relationships/theme" Target="../theme/theme25.xml"/><Relationship Id="rId2" Type="http://schemas.openxmlformats.org/officeDocument/2006/relationships/slideLayout" Target="../slideLayouts/slideLayout376.xml"/><Relationship Id="rId16" Type="http://schemas.openxmlformats.org/officeDocument/2006/relationships/slideLayout" Target="../slideLayouts/slideLayout390.xml"/><Relationship Id="rId1" Type="http://schemas.openxmlformats.org/officeDocument/2006/relationships/slideLayout" Target="../slideLayouts/slideLayout375.xml"/><Relationship Id="rId6" Type="http://schemas.openxmlformats.org/officeDocument/2006/relationships/slideLayout" Target="../slideLayouts/slideLayout380.xml"/><Relationship Id="rId11" Type="http://schemas.openxmlformats.org/officeDocument/2006/relationships/slideLayout" Target="../slideLayouts/slideLayout385.xml"/><Relationship Id="rId5" Type="http://schemas.openxmlformats.org/officeDocument/2006/relationships/slideLayout" Target="../slideLayouts/slideLayout379.xml"/><Relationship Id="rId15" Type="http://schemas.openxmlformats.org/officeDocument/2006/relationships/slideLayout" Target="../slideLayouts/slideLayout389.xml"/><Relationship Id="rId10" Type="http://schemas.openxmlformats.org/officeDocument/2006/relationships/slideLayout" Target="../slideLayouts/slideLayout384.xml"/><Relationship Id="rId4" Type="http://schemas.openxmlformats.org/officeDocument/2006/relationships/slideLayout" Target="../slideLayouts/slideLayout378.xml"/><Relationship Id="rId9" Type="http://schemas.openxmlformats.org/officeDocument/2006/relationships/slideLayout" Target="../slideLayouts/slideLayout383.xml"/><Relationship Id="rId14" Type="http://schemas.openxmlformats.org/officeDocument/2006/relationships/slideLayout" Target="../slideLayouts/slideLayout388.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98.xml"/><Relationship Id="rId13" Type="http://schemas.openxmlformats.org/officeDocument/2006/relationships/slideLayout" Target="../slideLayouts/slideLayout403.xml"/><Relationship Id="rId3" Type="http://schemas.openxmlformats.org/officeDocument/2006/relationships/slideLayout" Target="../slideLayouts/slideLayout393.xml"/><Relationship Id="rId7" Type="http://schemas.openxmlformats.org/officeDocument/2006/relationships/slideLayout" Target="../slideLayouts/slideLayout397.xml"/><Relationship Id="rId12" Type="http://schemas.openxmlformats.org/officeDocument/2006/relationships/slideLayout" Target="../slideLayouts/slideLayout402.xml"/><Relationship Id="rId17" Type="http://schemas.openxmlformats.org/officeDocument/2006/relationships/theme" Target="../theme/theme26.xml"/><Relationship Id="rId2" Type="http://schemas.openxmlformats.org/officeDocument/2006/relationships/slideLayout" Target="../slideLayouts/slideLayout392.xml"/><Relationship Id="rId16" Type="http://schemas.openxmlformats.org/officeDocument/2006/relationships/slideLayout" Target="../slideLayouts/slideLayout406.xml"/><Relationship Id="rId1" Type="http://schemas.openxmlformats.org/officeDocument/2006/relationships/slideLayout" Target="../slideLayouts/slideLayout391.xml"/><Relationship Id="rId6" Type="http://schemas.openxmlformats.org/officeDocument/2006/relationships/slideLayout" Target="../slideLayouts/slideLayout396.xml"/><Relationship Id="rId11" Type="http://schemas.openxmlformats.org/officeDocument/2006/relationships/slideLayout" Target="../slideLayouts/slideLayout401.xml"/><Relationship Id="rId5" Type="http://schemas.openxmlformats.org/officeDocument/2006/relationships/slideLayout" Target="../slideLayouts/slideLayout395.xml"/><Relationship Id="rId15" Type="http://schemas.openxmlformats.org/officeDocument/2006/relationships/slideLayout" Target="../slideLayouts/slideLayout405.xml"/><Relationship Id="rId10" Type="http://schemas.openxmlformats.org/officeDocument/2006/relationships/slideLayout" Target="../slideLayouts/slideLayout400.xml"/><Relationship Id="rId4" Type="http://schemas.openxmlformats.org/officeDocument/2006/relationships/slideLayout" Target="../slideLayouts/slideLayout394.xml"/><Relationship Id="rId9" Type="http://schemas.openxmlformats.org/officeDocument/2006/relationships/slideLayout" Target="../slideLayouts/slideLayout399.xml"/><Relationship Id="rId14" Type="http://schemas.openxmlformats.org/officeDocument/2006/relationships/slideLayout" Target="../slideLayouts/slideLayout404.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414.xml"/><Relationship Id="rId13" Type="http://schemas.openxmlformats.org/officeDocument/2006/relationships/slideLayout" Target="../slideLayouts/slideLayout419.xml"/><Relationship Id="rId3" Type="http://schemas.openxmlformats.org/officeDocument/2006/relationships/slideLayout" Target="../slideLayouts/slideLayout409.xml"/><Relationship Id="rId7" Type="http://schemas.openxmlformats.org/officeDocument/2006/relationships/slideLayout" Target="../slideLayouts/slideLayout413.xml"/><Relationship Id="rId12" Type="http://schemas.openxmlformats.org/officeDocument/2006/relationships/slideLayout" Target="../slideLayouts/slideLayout418.xml"/><Relationship Id="rId17" Type="http://schemas.openxmlformats.org/officeDocument/2006/relationships/theme" Target="../theme/theme27.xml"/><Relationship Id="rId2" Type="http://schemas.openxmlformats.org/officeDocument/2006/relationships/slideLayout" Target="../slideLayouts/slideLayout408.xml"/><Relationship Id="rId16" Type="http://schemas.openxmlformats.org/officeDocument/2006/relationships/slideLayout" Target="../slideLayouts/slideLayout422.xml"/><Relationship Id="rId1" Type="http://schemas.openxmlformats.org/officeDocument/2006/relationships/slideLayout" Target="../slideLayouts/slideLayout407.xml"/><Relationship Id="rId6" Type="http://schemas.openxmlformats.org/officeDocument/2006/relationships/slideLayout" Target="../slideLayouts/slideLayout412.xml"/><Relationship Id="rId11" Type="http://schemas.openxmlformats.org/officeDocument/2006/relationships/slideLayout" Target="../slideLayouts/slideLayout417.xml"/><Relationship Id="rId5" Type="http://schemas.openxmlformats.org/officeDocument/2006/relationships/slideLayout" Target="../slideLayouts/slideLayout411.xml"/><Relationship Id="rId15" Type="http://schemas.openxmlformats.org/officeDocument/2006/relationships/slideLayout" Target="../slideLayouts/slideLayout421.xml"/><Relationship Id="rId10" Type="http://schemas.openxmlformats.org/officeDocument/2006/relationships/slideLayout" Target="../slideLayouts/slideLayout416.xml"/><Relationship Id="rId4" Type="http://schemas.openxmlformats.org/officeDocument/2006/relationships/slideLayout" Target="../slideLayouts/slideLayout410.xml"/><Relationship Id="rId9" Type="http://schemas.openxmlformats.org/officeDocument/2006/relationships/slideLayout" Target="../slideLayouts/slideLayout415.xml"/><Relationship Id="rId14" Type="http://schemas.openxmlformats.org/officeDocument/2006/relationships/slideLayout" Target="../slideLayouts/slideLayout420.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430.xml"/><Relationship Id="rId13" Type="http://schemas.openxmlformats.org/officeDocument/2006/relationships/slideLayout" Target="../slideLayouts/slideLayout435.xml"/><Relationship Id="rId3" Type="http://schemas.openxmlformats.org/officeDocument/2006/relationships/slideLayout" Target="../slideLayouts/slideLayout425.xml"/><Relationship Id="rId7" Type="http://schemas.openxmlformats.org/officeDocument/2006/relationships/slideLayout" Target="../slideLayouts/slideLayout429.xml"/><Relationship Id="rId12" Type="http://schemas.openxmlformats.org/officeDocument/2006/relationships/slideLayout" Target="../slideLayouts/slideLayout434.xml"/><Relationship Id="rId17" Type="http://schemas.openxmlformats.org/officeDocument/2006/relationships/theme" Target="../theme/theme28.xml"/><Relationship Id="rId2" Type="http://schemas.openxmlformats.org/officeDocument/2006/relationships/slideLayout" Target="../slideLayouts/slideLayout424.xml"/><Relationship Id="rId16" Type="http://schemas.openxmlformats.org/officeDocument/2006/relationships/slideLayout" Target="../slideLayouts/slideLayout438.xml"/><Relationship Id="rId1" Type="http://schemas.openxmlformats.org/officeDocument/2006/relationships/slideLayout" Target="../slideLayouts/slideLayout423.xml"/><Relationship Id="rId6" Type="http://schemas.openxmlformats.org/officeDocument/2006/relationships/slideLayout" Target="../slideLayouts/slideLayout428.xml"/><Relationship Id="rId11" Type="http://schemas.openxmlformats.org/officeDocument/2006/relationships/slideLayout" Target="../slideLayouts/slideLayout433.xml"/><Relationship Id="rId5" Type="http://schemas.openxmlformats.org/officeDocument/2006/relationships/slideLayout" Target="../slideLayouts/slideLayout427.xml"/><Relationship Id="rId15" Type="http://schemas.openxmlformats.org/officeDocument/2006/relationships/slideLayout" Target="../slideLayouts/slideLayout437.xml"/><Relationship Id="rId10" Type="http://schemas.openxmlformats.org/officeDocument/2006/relationships/slideLayout" Target="../slideLayouts/slideLayout432.xml"/><Relationship Id="rId4" Type="http://schemas.openxmlformats.org/officeDocument/2006/relationships/slideLayout" Target="../slideLayouts/slideLayout426.xml"/><Relationship Id="rId9" Type="http://schemas.openxmlformats.org/officeDocument/2006/relationships/slideLayout" Target="../slideLayouts/slideLayout431.xml"/><Relationship Id="rId14" Type="http://schemas.openxmlformats.org/officeDocument/2006/relationships/slideLayout" Target="../slideLayouts/slideLayout436.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446.xml"/><Relationship Id="rId13" Type="http://schemas.openxmlformats.org/officeDocument/2006/relationships/slideLayout" Target="../slideLayouts/slideLayout451.xml"/><Relationship Id="rId3" Type="http://schemas.openxmlformats.org/officeDocument/2006/relationships/slideLayout" Target="../slideLayouts/slideLayout441.xml"/><Relationship Id="rId7" Type="http://schemas.openxmlformats.org/officeDocument/2006/relationships/slideLayout" Target="../slideLayouts/slideLayout445.xml"/><Relationship Id="rId12" Type="http://schemas.openxmlformats.org/officeDocument/2006/relationships/slideLayout" Target="../slideLayouts/slideLayout450.xml"/><Relationship Id="rId17" Type="http://schemas.openxmlformats.org/officeDocument/2006/relationships/theme" Target="../theme/theme29.xml"/><Relationship Id="rId2" Type="http://schemas.openxmlformats.org/officeDocument/2006/relationships/slideLayout" Target="../slideLayouts/slideLayout440.xml"/><Relationship Id="rId16" Type="http://schemas.openxmlformats.org/officeDocument/2006/relationships/slideLayout" Target="../slideLayouts/slideLayout454.xml"/><Relationship Id="rId1" Type="http://schemas.openxmlformats.org/officeDocument/2006/relationships/slideLayout" Target="../slideLayouts/slideLayout439.xml"/><Relationship Id="rId6" Type="http://schemas.openxmlformats.org/officeDocument/2006/relationships/slideLayout" Target="../slideLayouts/slideLayout444.xml"/><Relationship Id="rId11" Type="http://schemas.openxmlformats.org/officeDocument/2006/relationships/slideLayout" Target="../slideLayouts/slideLayout449.xml"/><Relationship Id="rId5" Type="http://schemas.openxmlformats.org/officeDocument/2006/relationships/slideLayout" Target="../slideLayouts/slideLayout443.xml"/><Relationship Id="rId15" Type="http://schemas.openxmlformats.org/officeDocument/2006/relationships/slideLayout" Target="../slideLayouts/slideLayout453.xml"/><Relationship Id="rId10" Type="http://schemas.openxmlformats.org/officeDocument/2006/relationships/slideLayout" Target="../slideLayouts/slideLayout448.xml"/><Relationship Id="rId4" Type="http://schemas.openxmlformats.org/officeDocument/2006/relationships/slideLayout" Target="../slideLayouts/slideLayout442.xml"/><Relationship Id="rId9" Type="http://schemas.openxmlformats.org/officeDocument/2006/relationships/slideLayout" Target="../slideLayouts/slideLayout447.xml"/><Relationship Id="rId14" Type="http://schemas.openxmlformats.org/officeDocument/2006/relationships/slideLayout" Target="../slideLayouts/slideLayout452.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462.xml"/><Relationship Id="rId13" Type="http://schemas.openxmlformats.org/officeDocument/2006/relationships/slideLayout" Target="../slideLayouts/slideLayout467.xml"/><Relationship Id="rId3" Type="http://schemas.openxmlformats.org/officeDocument/2006/relationships/slideLayout" Target="../slideLayouts/slideLayout457.xml"/><Relationship Id="rId7" Type="http://schemas.openxmlformats.org/officeDocument/2006/relationships/slideLayout" Target="../slideLayouts/slideLayout461.xml"/><Relationship Id="rId12" Type="http://schemas.openxmlformats.org/officeDocument/2006/relationships/slideLayout" Target="../slideLayouts/slideLayout466.xml"/><Relationship Id="rId17" Type="http://schemas.openxmlformats.org/officeDocument/2006/relationships/theme" Target="../theme/theme30.xml"/><Relationship Id="rId2" Type="http://schemas.openxmlformats.org/officeDocument/2006/relationships/slideLayout" Target="../slideLayouts/slideLayout456.xml"/><Relationship Id="rId16" Type="http://schemas.openxmlformats.org/officeDocument/2006/relationships/slideLayout" Target="../slideLayouts/slideLayout470.xml"/><Relationship Id="rId1" Type="http://schemas.openxmlformats.org/officeDocument/2006/relationships/slideLayout" Target="../slideLayouts/slideLayout455.xml"/><Relationship Id="rId6" Type="http://schemas.openxmlformats.org/officeDocument/2006/relationships/slideLayout" Target="../slideLayouts/slideLayout460.xml"/><Relationship Id="rId11" Type="http://schemas.openxmlformats.org/officeDocument/2006/relationships/slideLayout" Target="../slideLayouts/slideLayout465.xml"/><Relationship Id="rId5" Type="http://schemas.openxmlformats.org/officeDocument/2006/relationships/slideLayout" Target="../slideLayouts/slideLayout459.xml"/><Relationship Id="rId15" Type="http://schemas.openxmlformats.org/officeDocument/2006/relationships/slideLayout" Target="../slideLayouts/slideLayout469.xml"/><Relationship Id="rId10" Type="http://schemas.openxmlformats.org/officeDocument/2006/relationships/slideLayout" Target="../slideLayouts/slideLayout464.xml"/><Relationship Id="rId4" Type="http://schemas.openxmlformats.org/officeDocument/2006/relationships/slideLayout" Target="../slideLayouts/slideLayout458.xml"/><Relationship Id="rId9" Type="http://schemas.openxmlformats.org/officeDocument/2006/relationships/slideLayout" Target="../slideLayouts/slideLayout463.xml"/><Relationship Id="rId14" Type="http://schemas.openxmlformats.org/officeDocument/2006/relationships/slideLayout" Target="../slideLayouts/slideLayout468.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478.xml"/><Relationship Id="rId13" Type="http://schemas.openxmlformats.org/officeDocument/2006/relationships/slideLayout" Target="../slideLayouts/slideLayout483.xml"/><Relationship Id="rId3" Type="http://schemas.openxmlformats.org/officeDocument/2006/relationships/slideLayout" Target="../slideLayouts/slideLayout473.xml"/><Relationship Id="rId7" Type="http://schemas.openxmlformats.org/officeDocument/2006/relationships/slideLayout" Target="../slideLayouts/slideLayout477.xml"/><Relationship Id="rId12" Type="http://schemas.openxmlformats.org/officeDocument/2006/relationships/slideLayout" Target="../slideLayouts/slideLayout482.xml"/><Relationship Id="rId17" Type="http://schemas.openxmlformats.org/officeDocument/2006/relationships/theme" Target="../theme/theme31.xml"/><Relationship Id="rId2" Type="http://schemas.openxmlformats.org/officeDocument/2006/relationships/slideLayout" Target="../slideLayouts/slideLayout472.xml"/><Relationship Id="rId16" Type="http://schemas.openxmlformats.org/officeDocument/2006/relationships/slideLayout" Target="../slideLayouts/slideLayout486.xml"/><Relationship Id="rId1" Type="http://schemas.openxmlformats.org/officeDocument/2006/relationships/slideLayout" Target="../slideLayouts/slideLayout471.xml"/><Relationship Id="rId6" Type="http://schemas.openxmlformats.org/officeDocument/2006/relationships/slideLayout" Target="../slideLayouts/slideLayout476.xml"/><Relationship Id="rId11" Type="http://schemas.openxmlformats.org/officeDocument/2006/relationships/slideLayout" Target="../slideLayouts/slideLayout481.xml"/><Relationship Id="rId5" Type="http://schemas.openxmlformats.org/officeDocument/2006/relationships/slideLayout" Target="../slideLayouts/slideLayout475.xml"/><Relationship Id="rId15" Type="http://schemas.openxmlformats.org/officeDocument/2006/relationships/slideLayout" Target="../slideLayouts/slideLayout485.xml"/><Relationship Id="rId10" Type="http://schemas.openxmlformats.org/officeDocument/2006/relationships/slideLayout" Target="../slideLayouts/slideLayout480.xml"/><Relationship Id="rId4" Type="http://schemas.openxmlformats.org/officeDocument/2006/relationships/slideLayout" Target="../slideLayouts/slideLayout474.xml"/><Relationship Id="rId9" Type="http://schemas.openxmlformats.org/officeDocument/2006/relationships/slideLayout" Target="../slideLayouts/slideLayout479.xml"/><Relationship Id="rId14" Type="http://schemas.openxmlformats.org/officeDocument/2006/relationships/slideLayout" Target="../slideLayouts/slideLayout484.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494.xml"/><Relationship Id="rId13" Type="http://schemas.openxmlformats.org/officeDocument/2006/relationships/slideLayout" Target="../slideLayouts/slideLayout499.xml"/><Relationship Id="rId3" Type="http://schemas.openxmlformats.org/officeDocument/2006/relationships/slideLayout" Target="../slideLayouts/slideLayout489.xml"/><Relationship Id="rId7" Type="http://schemas.openxmlformats.org/officeDocument/2006/relationships/slideLayout" Target="../slideLayouts/slideLayout493.xml"/><Relationship Id="rId12" Type="http://schemas.openxmlformats.org/officeDocument/2006/relationships/slideLayout" Target="../slideLayouts/slideLayout498.xml"/><Relationship Id="rId17" Type="http://schemas.openxmlformats.org/officeDocument/2006/relationships/theme" Target="../theme/theme32.xml"/><Relationship Id="rId2" Type="http://schemas.openxmlformats.org/officeDocument/2006/relationships/slideLayout" Target="../slideLayouts/slideLayout488.xml"/><Relationship Id="rId16" Type="http://schemas.openxmlformats.org/officeDocument/2006/relationships/slideLayout" Target="../slideLayouts/slideLayout502.xml"/><Relationship Id="rId1" Type="http://schemas.openxmlformats.org/officeDocument/2006/relationships/slideLayout" Target="../slideLayouts/slideLayout487.xml"/><Relationship Id="rId6" Type="http://schemas.openxmlformats.org/officeDocument/2006/relationships/slideLayout" Target="../slideLayouts/slideLayout492.xml"/><Relationship Id="rId11" Type="http://schemas.openxmlformats.org/officeDocument/2006/relationships/slideLayout" Target="../slideLayouts/slideLayout497.xml"/><Relationship Id="rId5" Type="http://schemas.openxmlformats.org/officeDocument/2006/relationships/slideLayout" Target="../slideLayouts/slideLayout491.xml"/><Relationship Id="rId15" Type="http://schemas.openxmlformats.org/officeDocument/2006/relationships/slideLayout" Target="../slideLayouts/slideLayout501.xml"/><Relationship Id="rId10" Type="http://schemas.openxmlformats.org/officeDocument/2006/relationships/slideLayout" Target="../slideLayouts/slideLayout496.xml"/><Relationship Id="rId4" Type="http://schemas.openxmlformats.org/officeDocument/2006/relationships/slideLayout" Target="../slideLayouts/slideLayout490.xml"/><Relationship Id="rId9" Type="http://schemas.openxmlformats.org/officeDocument/2006/relationships/slideLayout" Target="../slideLayouts/slideLayout495.xml"/><Relationship Id="rId14" Type="http://schemas.openxmlformats.org/officeDocument/2006/relationships/slideLayout" Target="../slideLayouts/slideLayout500.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510.xml"/><Relationship Id="rId13" Type="http://schemas.openxmlformats.org/officeDocument/2006/relationships/slideLayout" Target="../slideLayouts/slideLayout515.xml"/><Relationship Id="rId3" Type="http://schemas.openxmlformats.org/officeDocument/2006/relationships/slideLayout" Target="../slideLayouts/slideLayout505.xml"/><Relationship Id="rId7" Type="http://schemas.openxmlformats.org/officeDocument/2006/relationships/slideLayout" Target="../slideLayouts/slideLayout509.xml"/><Relationship Id="rId12" Type="http://schemas.openxmlformats.org/officeDocument/2006/relationships/slideLayout" Target="../slideLayouts/slideLayout514.xml"/><Relationship Id="rId17" Type="http://schemas.openxmlformats.org/officeDocument/2006/relationships/theme" Target="../theme/theme33.xml"/><Relationship Id="rId2" Type="http://schemas.openxmlformats.org/officeDocument/2006/relationships/slideLayout" Target="../slideLayouts/slideLayout504.xml"/><Relationship Id="rId16" Type="http://schemas.openxmlformats.org/officeDocument/2006/relationships/slideLayout" Target="../slideLayouts/slideLayout518.xml"/><Relationship Id="rId1" Type="http://schemas.openxmlformats.org/officeDocument/2006/relationships/slideLayout" Target="../slideLayouts/slideLayout503.xml"/><Relationship Id="rId6" Type="http://schemas.openxmlformats.org/officeDocument/2006/relationships/slideLayout" Target="../slideLayouts/slideLayout508.xml"/><Relationship Id="rId11" Type="http://schemas.openxmlformats.org/officeDocument/2006/relationships/slideLayout" Target="../slideLayouts/slideLayout513.xml"/><Relationship Id="rId5" Type="http://schemas.openxmlformats.org/officeDocument/2006/relationships/slideLayout" Target="../slideLayouts/slideLayout507.xml"/><Relationship Id="rId15" Type="http://schemas.openxmlformats.org/officeDocument/2006/relationships/slideLayout" Target="../slideLayouts/slideLayout517.xml"/><Relationship Id="rId10" Type="http://schemas.openxmlformats.org/officeDocument/2006/relationships/slideLayout" Target="../slideLayouts/slideLayout512.xml"/><Relationship Id="rId4" Type="http://schemas.openxmlformats.org/officeDocument/2006/relationships/slideLayout" Target="../slideLayouts/slideLayout506.xml"/><Relationship Id="rId9" Type="http://schemas.openxmlformats.org/officeDocument/2006/relationships/slideLayout" Target="../slideLayouts/slideLayout511.xml"/><Relationship Id="rId14" Type="http://schemas.openxmlformats.org/officeDocument/2006/relationships/slideLayout" Target="../slideLayouts/slideLayout516.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526.xml"/><Relationship Id="rId13" Type="http://schemas.openxmlformats.org/officeDocument/2006/relationships/slideLayout" Target="../slideLayouts/slideLayout531.xml"/><Relationship Id="rId3" Type="http://schemas.openxmlformats.org/officeDocument/2006/relationships/slideLayout" Target="../slideLayouts/slideLayout521.xml"/><Relationship Id="rId7" Type="http://schemas.openxmlformats.org/officeDocument/2006/relationships/slideLayout" Target="../slideLayouts/slideLayout525.xml"/><Relationship Id="rId12" Type="http://schemas.openxmlformats.org/officeDocument/2006/relationships/slideLayout" Target="../slideLayouts/slideLayout530.xml"/><Relationship Id="rId17" Type="http://schemas.openxmlformats.org/officeDocument/2006/relationships/theme" Target="../theme/theme34.xml"/><Relationship Id="rId2" Type="http://schemas.openxmlformats.org/officeDocument/2006/relationships/slideLayout" Target="../slideLayouts/slideLayout520.xml"/><Relationship Id="rId16" Type="http://schemas.openxmlformats.org/officeDocument/2006/relationships/slideLayout" Target="../slideLayouts/slideLayout534.xml"/><Relationship Id="rId1" Type="http://schemas.openxmlformats.org/officeDocument/2006/relationships/slideLayout" Target="../slideLayouts/slideLayout519.xml"/><Relationship Id="rId6" Type="http://schemas.openxmlformats.org/officeDocument/2006/relationships/slideLayout" Target="../slideLayouts/slideLayout524.xml"/><Relationship Id="rId11" Type="http://schemas.openxmlformats.org/officeDocument/2006/relationships/slideLayout" Target="../slideLayouts/slideLayout529.xml"/><Relationship Id="rId5" Type="http://schemas.openxmlformats.org/officeDocument/2006/relationships/slideLayout" Target="../slideLayouts/slideLayout523.xml"/><Relationship Id="rId15" Type="http://schemas.openxmlformats.org/officeDocument/2006/relationships/slideLayout" Target="../slideLayouts/slideLayout533.xml"/><Relationship Id="rId10" Type="http://schemas.openxmlformats.org/officeDocument/2006/relationships/slideLayout" Target="../slideLayouts/slideLayout528.xml"/><Relationship Id="rId4" Type="http://schemas.openxmlformats.org/officeDocument/2006/relationships/slideLayout" Target="../slideLayouts/slideLayout522.xml"/><Relationship Id="rId9" Type="http://schemas.openxmlformats.org/officeDocument/2006/relationships/slideLayout" Target="../slideLayouts/slideLayout527.xml"/><Relationship Id="rId14" Type="http://schemas.openxmlformats.org/officeDocument/2006/relationships/slideLayout" Target="../slideLayouts/slideLayout532.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542.xml"/><Relationship Id="rId13" Type="http://schemas.openxmlformats.org/officeDocument/2006/relationships/slideLayout" Target="../slideLayouts/slideLayout547.xml"/><Relationship Id="rId3" Type="http://schemas.openxmlformats.org/officeDocument/2006/relationships/slideLayout" Target="../slideLayouts/slideLayout537.xml"/><Relationship Id="rId7" Type="http://schemas.openxmlformats.org/officeDocument/2006/relationships/slideLayout" Target="../slideLayouts/slideLayout541.xml"/><Relationship Id="rId12" Type="http://schemas.openxmlformats.org/officeDocument/2006/relationships/slideLayout" Target="../slideLayouts/slideLayout546.xml"/><Relationship Id="rId17" Type="http://schemas.openxmlformats.org/officeDocument/2006/relationships/theme" Target="../theme/theme35.xml"/><Relationship Id="rId2" Type="http://schemas.openxmlformats.org/officeDocument/2006/relationships/slideLayout" Target="../slideLayouts/slideLayout536.xml"/><Relationship Id="rId16" Type="http://schemas.openxmlformats.org/officeDocument/2006/relationships/slideLayout" Target="../slideLayouts/slideLayout550.xml"/><Relationship Id="rId1" Type="http://schemas.openxmlformats.org/officeDocument/2006/relationships/slideLayout" Target="../slideLayouts/slideLayout535.xml"/><Relationship Id="rId6" Type="http://schemas.openxmlformats.org/officeDocument/2006/relationships/slideLayout" Target="../slideLayouts/slideLayout540.xml"/><Relationship Id="rId11" Type="http://schemas.openxmlformats.org/officeDocument/2006/relationships/slideLayout" Target="../slideLayouts/slideLayout545.xml"/><Relationship Id="rId5" Type="http://schemas.openxmlformats.org/officeDocument/2006/relationships/slideLayout" Target="../slideLayouts/slideLayout539.xml"/><Relationship Id="rId15" Type="http://schemas.openxmlformats.org/officeDocument/2006/relationships/slideLayout" Target="../slideLayouts/slideLayout549.xml"/><Relationship Id="rId10" Type="http://schemas.openxmlformats.org/officeDocument/2006/relationships/slideLayout" Target="../slideLayouts/slideLayout544.xml"/><Relationship Id="rId4" Type="http://schemas.openxmlformats.org/officeDocument/2006/relationships/slideLayout" Target="../slideLayouts/slideLayout538.xml"/><Relationship Id="rId9" Type="http://schemas.openxmlformats.org/officeDocument/2006/relationships/slideLayout" Target="../slideLayouts/slideLayout543.xml"/><Relationship Id="rId14" Type="http://schemas.openxmlformats.org/officeDocument/2006/relationships/slideLayout" Target="../slideLayouts/slideLayout548.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558.xml"/><Relationship Id="rId13" Type="http://schemas.openxmlformats.org/officeDocument/2006/relationships/slideLayout" Target="../slideLayouts/slideLayout563.xml"/><Relationship Id="rId3" Type="http://schemas.openxmlformats.org/officeDocument/2006/relationships/slideLayout" Target="../slideLayouts/slideLayout553.xml"/><Relationship Id="rId7" Type="http://schemas.openxmlformats.org/officeDocument/2006/relationships/slideLayout" Target="../slideLayouts/slideLayout557.xml"/><Relationship Id="rId12" Type="http://schemas.openxmlformats.org/officeDocument/2006/relationships/slideLayout" Target="../slideLayouts/slideLayout562.xml"/><Relationship Id="rId17" Type="http://schemas.openxmlformats.org/officeDocument/2006/relationships/theme" Target="../theme/theme36.xml"/><Relationship Id="rId2" Type="http://schemas.openxmlformats.org/officeDocument/2006/relationships/slideLayout" Target="../slideLayouts/slideLayout552.xml"/><Relationship Id="rId16" Type="http://schemas.openxmlformats.org/officeDocument/2006/relationships/slideLayout" Target="../slideLayouts/slideLayout566.xml"/><Relationship Id="rId1" Type="http://schemas.openxmlformats.org/officeDocument/2006/relationships/slideLayout" Target="../slideLayouts/slideLayout551.xml"/><Relationship Id="rId6" Type="http://schemas.openxmlformats.org/officeDocument/2006/relationships/slideLayout" Target="../slideLayouts/slideLayout556.xml"/><Relationship Id="rId11" Type="http://schemas.openxmlformats.org/officeDocument/2006/relationships/slideLayout" Target="../slideLayouts/slideLayout561.xml"/><Relationship Id="rId5" Type="http://schemas.openxmlformats.org/officeDocument/2006/relationships/slideLayout" Target="../slideLayouts/slideLayout555.xml"/><Relationship Id="rId15" Type="http://schemas.openxmlformats.org/officeDocument/2006/relationships/slideLayout" Target="../slideLayouts/slideLayout565.xml"/><Relationship Id="rId10" Type="http://schemas.openxmlformats.org/officeDocument/2006/relationships/slideLayout" Target="../slideLayouts/slideLayout560.xml"/><Relationship Id="rId4" Type="http://schemas.openxmlformats.org/officeDocument/2006/relationships/slideLayout" Target="../slideLayouts/slideLayout554.xml"/><Relationship Id="rId9" Type="http://schemas.openxmlformats.org/officeDocument/2006/relationships/slideLayout" Target="../slideLayouts/slideLayout559.xml"/><Relationship Id="rId14" Type="http://schemas.openxmlformats.org/officeDocument/2006/relationships/slideLayout" Target="../slideLayouts/slideLayout564.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574.xml"/><Relationship Id="rId13" Type="http://schemas.openxmlformats.org/officeDocument/2006/relationships/slideLayout" Target="../slideLayouts/slideLayout579.xml"/><Relationship Id="rId3" Type="http://schemas.openxmlformats.org/officeDocument/2006/relationships/slideLayout" Target="../slideLayouts/slideLayout569.xml"/><Relationship Id="rId7" Type="http://schemas.openxmlformats.org/officeDocument/2006/relationships/slideLayout" Target="../slideLayouts/slideLayout573.xml"/><Relationship Id="rId12" Type="http://schemas.openxmlformats.org/officeDocument/2006/relationships/slideLayout" Target="../slideLayouts/slideLayout578.xml"/><Relationship Id="rId17" Type="http://schemas.openxmlformats.org/officeDocument/2006/relationships/theme" Target="../theme/theme37.xml"/><Relationship Id="rId2" Type="http://schemas.openxmlformats.org/officeDocument/2006/relationships/slideLayout" Target="../slideLayouts/slideLayout568.xml"/><Relationship Id="rId16" Type="http://schemas.openxmlformats.org/officeDocument/2006/relationships/slideLayout" Target="../slideLayouts/slideLayout582.xml"/><Relationship Id="rId1" Type="http://schemas.openxmlformats.org/officeDocument/2006/relationships/slideLayout" Target="../slideLayouts/slideLayout567.xml"/><Relationship Id="rId6" Type="http://schemas.openxmlformats.org/officeDocument/2006/relationships/slideLayout" Target="../slideLayouts/slideLayout572.xml"/><Relationship Id="rId11" Type="http://schemas.openxmlformats.org/officeDocument/2006/relationships/slideLayout" Target="../slideLayouts/slideLayout577.xml"/><Relationship Id="rId5" Type="http://schemas.openxmlformats.org/officeDocument/2006/relationships/slideLayout" Target="../slideLayouts/slideLayout571.xml"/><Relationship Id="rId15" Type="http://schemas.openxmlformats.org/officeDocument/2006/relationships/slideLayout" Target="../slideLayouts/slideLayout581.xml"/><Relationship Id="rId10" Type="http://schemas.openxmlformats.org/officeDocument/2006/relationships/slideLayout" Target="../slideLayouts/slideLayout576.xml"/><Relationship Id="rId4" Type="http://schemas.openxmlformats.org/officeDocument/2006/relationships/slideLayout" Target="../slideLayouts/slideLayout570.xml"/><Relationship Id="rId9" Type="http://schemas.openxmlformats.org/officeDocument/2006/relationships/slideLayout" Target="../slideLayouts/slideLayout575.xml"/><Relationship Id="rId14" Type="http://schemas.openxmlformats.org/officeDocument/2006/relationships/slideLayout" Target="../slideLayouts/slideLayout580.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590.xml"/><Relationship Id="rId13" Type="http://schemas.openxmlformats.org/officeDocument/2006/relationships/slideLayout" Target="../slideLayouts/slideLayout595.xml"/><Relationship Id="rId3" Type="http://schemas.openxmlformats.org/officeDocument/2006/relationships/slideLayout" Target="../slideLayouts/slideLayout585.xml"/><Relationship Id="rId7" Type="http://schemas.openxmlformats.org/officeDocument/2006/relationships/slideLayout" Target="../slideLayouts/slideLayout589.xml"/><Relationship Id="rId12" Type="http://schemas.openxmlformats.org/officeDocument/2006/relationships/slideLayout" Target="../slideLayouts/slideLayout594.xml"/><Relationship Id="rId17" Type="http://schemas.openxmlformats.org/officeDocument/2006/relationships/theme" Target="../theme/theme38.xml"/><Relationship Id="rId2" Type="http://schemas.openxmlformats.org/officeDocument/2006/relationships/slideLayout" Target="../slideLayouts/slideLayout584.xml"/><Relationship Id="rId16" Type="http://schemas.openxmlformats.org/officeDocument/2006/relationships/slideLayout" Target="../slideLayouts/slideLayout598.xml"/><Relationship Id="rId1" Type="http://schemas.openxmlformats.org/officeDocument/2006/relationships/slideLayout" Target="../slideLayouts/slideLayout583.xml"/><Relationship Id="rId6" Type="http://schemas.openxmlformats.org/officeDocument/2006/relationships/slideLayout" Target="../slideLayouts/slideLayout588.xml"/><Relationship Id="rId11" Type="http://schemas.openxmlformats.org/officeDocument/2006/relationships/slideLayout" Target="../slideLayouts/slideLayout593.xml"/><Relationship Id="rId5" Type="http://schemas.openxmlformats.org/officeDocument/2006/relationships/slideLayout" Target="../slideLayouts/slideLayout587.xml"/><Relationship Id="rId15" Type="http://schemas.openxmlformats.org/officeDocument/2006/relationships/slideLayout" Target="../slideLayouts/slideLayout597.xml"/><Relationship Id="rId10" Type="http://schemas.openxmlformats.org/officeDocument/2006/relationships/slideLayout" Target="../slideLayouts/slideLayout592.xml"/><Relationship Id="rId4" Type="http://schemas.openxmlformats.org/officeDocument/2006/relationships/slideLayout" Target="../slideLayouts/slideLayout586.xml"/><Relationship Id="rId9" Type="http://schemas.openxmlformats.org/officeDocument/2006/relationships/slideLayout" Target="../slideLayouts/slideLayout591.xml"/><Relationship Id="rId14" Type="http://schemas.openxmlformats.org/officeDocument/2006/relationships/slideLayout" Target="../slideLayouts/slideLayout596.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606.xml"/><Relationship Id="rId13" Type="http://schemas.openxmlformats.org/officeDocument/2006/relationships/slideLayout" Target="../slideLayouts/slideLayout611.xml"/><Relationship Id="rId3" Type="http://schemas.openxmlformats.org/officeDocument/2006/relationships/slideLayout" Target="../slideLayouts/slideLayout601.xml"/><Relationship Id="rId7" Type="http://schemas.openxmlformats.org/officeDocument/2006/relationships/slideLayout" Target="../slideLayouts/slideLayout605.xml"/><Relationship Id="rId12" Type="http://schemas.openxmlformats.org/officeDocument/2006/relationships/slideLayout" Target="../slideLayouts/slideLayout610.xml"/><Relationship Id="rId17" Type="http://schemas.openxmlformats.org/officeDocument/2006/relationships/theme" Target="../theme/theme39.xml"/><Relationship Id="rId2" Type="http://schemas.openxmlformats.org/officeDocument/2006/relationships/slideLayout" Target="../slideLayouts/slideLayout600.xml"/><Relationship Id="rId16" Type="http://schemas.openxmlformats.org/officeDocument/2006/relationships/slideLayout" Target="../slideLayouts/slideLayout614.xml"/><Relationship Id="rId1" Type="http://schemas.openxmlformats.org/officeDocument/2006/relationships/slideLayout" Target="../slideLayouts/slideLayout599.xml"/><Relationship Id="rId6" Type="http://schemas.openxmlformats.org/officeDocument/2006/relationships/slideLayout" Target="../slideLayouts/slideLayout604.xml"/><Relationship Id="rId11" Type="http://schemas.openxmlformats.org/officeDocument/2006/relationships/slideLayout" Target="../slideLayouts/slideLayout609.xml"/><Relationship Id="rId5" Type="http://schemas.openxmlformats.org/officeDocument/2006/relationships/slideLayout" Target="../slideLayouts/slideLayout603.xml"/><Relationship Id="rId15" Type="http://schemas.openxmlformats.org/officeDocument/2006/relationships/slideLayout" Target="../slideLayouts/slideLayout613.xml"/><Relationship Id="rId10" Type="http://schemas.openxmlformats.org/officeDocument/2006/relationships/slideLayout" Target="../slideLayouts/slideLayout608.xml"/><Relationship Id="rId4" Type="http://schemas.openxmlformats.org/officeDocument/2006/relationships/slideLayout" Target="../slideLayouts/slideLayout602.xml"/><Relationship Id="rId9" Type="http://schemas.openxmlformats.org/officeDocument/2006/relationships/slideLayout" Target="../slideLayouts/slideLayout607.xml"/><Relationship Id="rId14" Type="http://schemas.openxmlformats.org/officeDocument/2006/relationships/slideLayout" Target="../slideLayouts/slideLayout612.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622.xml"/><Relationship Id="rId13" Type="http://schemas.openxmlformats.org/officeDocument/2006/relationships/slideLayout" Target="../slideLayouts/slideLayout627.xml"/><Relationship Id="rId3" Type="http://schemas.openxmlformats.org/officeDocument/2006/relationships/slideLayout" Target="../slideLayouts/slideLayout617.xml"/><Relationship Id="rId7" Type="http://schemas.openxmlformats.org/officeDocument/2006/relationships/slideLayout" Target="../slideLayouts/slideLayout621.xml"/><Relationship Id="rId12" Type="http://schemas.openxmlformats.org/officeDocument/2006/relationships/slideLayout" Target="../slideLayouts/slideLayout626.xml"/><Relationship Id="rId17" Type="http://schemas.openxmlformats.org/officeDocument/2006/relationships/theme" Target="../theme/theme40.xml"/><Relationship Id="rId2" Type="http://schemas.openxmlformats.org/officeDocument/2006/relationships/slideLayout" Target="../slideLayouts/slideLayout616.xml"/><Relationship Id="rId16" Type="http://schemas.openxmlformats.org/officeDocument/2006/relationships/slideLayout" Target="../slideLayouts/slideLayout630.xml"/><Relationship Id="rId1" Type="http://schemas.openxmlformats.org/officeDocument/2006/relationships/slideLayout" Target="../slideLayouts/slideLayout615.xml"/><Relationship Id="rId6" Type="http://schemas.openxmlformats.org/officeDocument/2006/relationships/slideLayout" Target="../slideLayouts/slideLayout620.xml"/><Relationship Id="rId11" Type="http://schemas.openxmlformats.org/officeDocument/2006/relationships/slideLayout" Target="../slideLayouts/slideLayout625.xml"/><Relationship Id="rId5" Type="http://schemas.openxmlformats.org/officeDocument/2006/relationships/slideLayout" Target="../slideLayouts/slideLayout619.xml"/><Relationship Id="rId15" Type="http://schemas.openxmlformats.org/officeDocument/2006/relationships/slideLayout" Target="../slideLayouts/slideLayout629.xml"/><Relationship Id="rId10" Type="http://schemas.openxmlformats.org/officeDocument/2006/relationships/slideLayout" Target="../slideLayouts/slideLayout624.xml"/><Relationship Id="rId4" Type="http://schemas.openxmlformats.org/officeDocument/2006/relationships/slideLayout" Target="../slideLayouts/slideLayout618.xml"/><Relationship Id="rId9" Type="http://schemas.openxmlformats.org/officeDocument/2006/relationships/slideLayout" Target="../slideLayouts/slideLayout623.xml"/><Relationship Id="rId14" Type="http://schemas.openxmlformats.org/officeDocument/2006/relationships/slideLayout" Target="../slideLayouts/slideLayout628.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638.xml"/><Relationship Id="rId13" Type="http://schemas.openxmlformats.org/officeDocument/2006/relationships/slideLayout" Target="../slideLayouts/slideLayout643.xml"/><Relationship Id="rId3" Type="http://schemas.openxmlformats.org/officeDocument/2006/relationships/slideLayout" Target="../slideLayouts/slideLayout633.xml"/><Relationship Id="rId7" Type="http://schemas.openxmlformats.org/officeDocument/2006/relationships/slideLayout" Target="../slideLayouts/slideLayout637.xml"/><Relationship Id="rId12" Type="http://schemas.openxmlformats.org/officeDocument/2006/relationships/slideLayout" Target="../slideLayouts/slideLayout642.xml"/><Relationship Id="rId17" Type="http://schemas.openxmlformats.org/officeDocument/2006/relationships/theme" Target="../theme/theme41.xml"/><Relationship Id="rId2" Type="http://schemas.openxmlformats.org/officeDocument/2006/relationships/slideLayout" Target="../slideLayouts/slideLayout632.xml"/><Relationship Id="rId16" Type="http://schemas.openxmlformats.org/officeDocument/2006/relationships/slideLayout" Target="../slideLayouts/slideLayout646.xml"/><Relationship Id="rId1" Type="http://schemas.openxmlformats.org/officeDocument/2006/relationships/slideLayout" Target="../slideLayouts/slideLayout631.xml"/><Relationship Id="rId6" Type="http://schemas.openxmlformats.org/officeDocument/2006/relationships/slideLayout" Target="../slideLayouts/slideLayout636.xml"/><Relationship Id="rId11" Type="http://schemas.openxmlformats.org/officeDocument/2006/relationships/slideLayout" Target="../slideLayouts/slideLayout641.xml"/><Relationship Id="rId5" Type="http://schemas.openxmlformats.org/officeDocument/2006/relationships/slideLayout" Target="../slideLayouts/slideLayout635.xml"/><Relationship Id="rId15" Type="http://schemas.openxmlformats.org/officeDocument/2006/relationships/slideLayout" Target="../slideLayouts/slideLayout645.xml"/><Relationship Id="rId10" Type="http://schemas.openxmlformats.org/officeDocument/2006/relationships/slideLayout" Target="../slideLayouts/slideLayout640.xml"/><Relationship Id="rId4" Type="http://schemas.openxmlformats.org/officeDocument/2006/relationships/slideLayout" Target="../slideLayouts/slideLayout634.xml"/><Relationship Id="rId9" Type="http://schemas.openxmlformats.org/officeDocument/2006/relationships/slideLayout" Target="../slideLayouts/slideLayout639.xml"/><Relationship Id="rId14" Type="http://schemas.openxmlformats.org/officeDocument/2006/relationships/slideLayout" Target="../slideLayouts/slideLayout644.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654.xml"/><Relationship Id="rId13" Type="http://schemas.openxmlformats.org/officeDocument/2006/relationships/slideLayout" Target="../slideLayouts/slideLayout659.xml"/><Relationship Id="rId3" Type="http://schemas.openxmlformats.org/officeDocument/2006/relationships/slideLayout" Target="../slideLayouts/slideLayout649.xml"/><Relationship Id="rId7" Type="http://schemas.openxmlformats.org/officeDocument/2006/relationships/slideLayout" Target="../slideLayouts/slideLayout653.xml"/><Relationship Id="rId12" Type="http://schemas.openxmlformats.org/officeDocument/2006/relationships/slideLayout" Target="../slideLayouts/slideLayout658.xml"/><Relationship Id="rId17" Type="http://schemas.openxmlformats.org/officeDocument/2006/relationships/theme" Target="../theme/theme42.xml"/><Relationship Id="rId2" Type="http://schemas.openxmlformats.org/officeDocument/2006/relationships/slideLayout" Target="../slideLayouts/slideLayout648.xml"/><Relationship Id="rId16" Type="http://schemas.openxmlformats.org/officeDocument/2006/relationships/slideLayout" Target="../slideLayouts/slideLayout662.xml"/><Relationship Id="rId1" Type="http://schemas.openxmlformats.org/officeDocument/2006/relationships/slideLayout" Target="../slideLayouts/slideLayout647.xml"/><Relationship Id="rId6" Type="http://schemas.openxmlformats.org/officeDocument/2006/relationships/slideLayout" Target="../slideLayouts/slideLayout652.xml"/><Relationship Id="rId11" Type="http://schemas.openxmlformats.org/officeDocument/2006/relationships/slideLayout" Target="../slideLayouts/slideLayout657.xml"/><Relationship Id="rId5" Type="http://schemas.openxmlformats.org/officeDocument/2006/relationships/slideLayout" Target="../slideLayouts/slideLayout651.xml"/><Relationship Id="rId15" Type="http://schemas.openxmlformats.org/officeDocument/2006/relationships/slideLayout" Target="../slideLayouts/slideLayout661.xml"/><Relationship Id="rId10" Type="http://schemas.openxmlformats.org/officeDocument/2006/relationships/slideLayout" Target="../slideLayouts/slideLayout656.xml"/><Relationship Id="rId4" Type="http://schemas.openxmlformats.org/officeDocument/2006/relationships/slideLayout" Target="../slideLayouts/slideLayout650.xml"/><Relationship Id="rId9" Type="http://schemas.openxmlformats.org/officeDocument/2006/relationships/slideLayout" Target="../slideLayouts/slideLayout655.xml"/><Relationship Id="rId14" Type="http://schemas.openxmlformats.org/officeDocument/2006/relationships/slideLayout" Target="../slideLayouts/slideLayout660.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670.xml"/><Relationship Id="rId13" Type="http://schemas.openxmlformats.org/officeDocument/2006/relationships/slideLayout" Target="../slideLayouts/slideLayout675.xml"/><Relationship Id="rId3" Type="http://schemas.openxmlformats.org/officeDocument/2006/relationships/slideLayout" Target="../slideLayouts/slideLayout665.xml"/><Relationship Id="rId7" Type="http://schemas.openxmlformats.org/officeDocument/2006/relationships/slideLayout" Target="../slideLayouts/slideLayout669.xml"/><Relationship Id="rId12" Type="http://schemas.openxmlformats.org/officeDocument/2006/relationships/slideLayout" Target="../slideLayouts/slideLayout674.xml"/><Relationship Id="rId17" Type="http://schemas.openxmlformats.org/officeDocument/2006/relationships/theme" Target="../theme/theme43.xml"/><Relationship Id="rId2" Type="http://schemas.openxmlformats.org/officeDocument/2006/relationships/slideLayout" Target="../slideLayouts/slideLayout664.xml"/><Relationship Id="rId16" Type="http://schemas.openxmlformats.org/officeDocument/2006/relationships/slideLayout" Target="../slideLayouts/slideLayout678.xml"/><Relationship Id="rId1" Type="http://schemas.openxmlformats.org/officeDocument/2006/relationships/slideLayout" Target="../slideLayouts/slideLayout663.xml"/><Relationship Id="rId6" Type="http://schemas.openxmlformats.org/officeDocument/2006/relationships/slideLayout" Target="../slideLayouts/slideLayout668.xml"/><Relationship Id="rId11" Type="http://schemas.openxmlformats.org/officeDocument/2006/relationships/slideLayout" Target="../slideLayouts/slideLayout673.xml"/><Relationship Id="rId5" Type="http://schemas.openxmlformats.org/officeDocument/2006/relationships/slideLayout" Target="../slideLayouts/slideLayout667.xml"/><Relationship Id="rId15" Type="http://schemas.openxmlformats.org/officeDocument/2006/relationships/slideLayout" Target="../slideLayouts/slideLayout677.xml"/><Relationship Id="rId10" Type="http://schemas.openxmlformats.org/officeDocument/2006/relationships/slideLayout" Target="../slideLayouts/slideLayout672.xml"/><Relationship Id="rId4" Type="http://schemas.openxmlformats.org/officeDocument/2006/relationships/slideLayout" Target="../slideLayouts/slideLayout666.xml"/><Relationship Id="rId9" Type="http://schemas.openxmlformats.org/officeDocument/2006/relationships/slideLayout" Target="../slideLayouts/slideLayout671.xml"/><Relationship Id="rId14" Type="http://schemas.openxmlformats.org/officeDocument/2006/relationships/slideLayout" Target="../slideLayouts/slideLayout676.xml"/></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686.xml"/><Relationship Id="rId13" Type="http://schemas.openxmlformats.org/officeDocument/2006/relationships/slideLayout" Target="../slideLayouts/slideLayout691.xml"/><Relationship Id="rId3" Type="http://schemas.openxmlformats.org/officeDocument/2006/relationships/slideLayout" Target="../slideLayouts/slideLayout681.xml"/><Relationship Id="rId7" Type="http://schemas.openxmlformats.org/officeDocument/2006/relationships/slideLayout" Target="../slideLayouts/slideLayout685.xml"/><Relationship Id="rId12" Type="http://schemas.openxmlformats.org/officeDocument/2006/relationships/slideLayout" Target="../slideLayouts/slideLayout690.xml"/><Relationship Id="rId17" Type="http://schemas.openxmlformats.org/officeDocument/2006/relationships/theme" Target="../theme/theme44.xml"/><Relationship Id="rId2" Type="http://schemas.openxmlformats.org/officeDocument/2006/relationships/slideLayout" Target="../slideLayouts/slideLayout680.xml"/><Relationship Id="rId16" Type="http://schemas.openxmlformats.org/officeDocument/2006/relationships/slideLayout" Target="../slideLayouts/slideLayout694.xml"/><Relationship Id="rId1" Type="http://schemas.openxmlformats.org/officeDocument/2006/relationships/slideLayout" Target="../slideLayouts/slideLayout679.xml"/><Relationship Id="rId6" Type="http://schemas.openxmlformats.org/officeDocument/2006/relationships/slideLayout" Target="../slideLayouts/slideLayout684.xml"/><Relationship Id="rId11" Type="http://schemas.openxmlformats.org/officeDocument/2006/relationships/slideLayout" Target="../slideLayouts/slideLayout689.xml"/><Relationship Id="rId5" Type="http://schemas.openxmlformats.org/officeDocument/2006/relationships/slideLayout" Target="../slideLayouts/slideLayout683.xml"/><Relationship Id="rId15" Type="http://schemas.openxmlformats.org/officeDocument/2006/relationships/slideLayout" Target="../slideLayouts/slideLayout693.xml"/><Relationship Id="rId10" Type="http://schemas.openxmlformats.org/officeDocument/2006/relationships/slideLayout" Target="../slideLayouts/slideLayout688.xml"/><Relationship Id="rId4" Type="http://schemas.openxmlformats.org/officeDocument/2006/relationships/slideLayout" Target="../slideLayouts/slideLayout682.xml"/><Relationship Id="rId9" Type="http://schemas.openxmlformats.org/officeDocument/2006/relationships/slideLayout" Target="../slideLayouts/slideLayout687.xml"/><Relationship Id="rId14" Type="http://schemas.openxmlformats.org/officeDocument/2006/relationships/slideLayout" Target="../slideLayouts/slideLayout692.xml"/></Relationships>
</file>

<file path=ppt/slideMasters/_rels/slideMaster45.xml.rels><?xml version="1.0" encoding="UTF-8" standalone="yes"?>
<Relationships xmlns="http://schemas.openxmlformats.org/package/2006/relationships"><Relationship Id="rId8" Type="http://schemas.openxmlformats.org/officeDocument/2006/relationships/slideLayout" Target="../slideLayouts/slideLayout702.xml"/><Relationship Id="rId13" Type="http://schemas.openxmlformats.org/officeDocument/2006/relationships/slideLayout" Target="../slideLayouts/slideLayout707.xml"/><Relationship Id="rId3" Type="http://schemas.openxmlformats.org/officeDocument/2006/relationships/slideLayout" Target="../slideLayouts/slideLayout697.xml"/><Relationship Id="rId7" Type="http://schemas.openxmlformats.org/officeDocument/2006/relationships/slideLayout" Target="../slideLayouts/slideLayout701.xml"/><Relationship Id="rId12" Type="http://schemas.openxmlformats.org/officeDocument/2006/relationships/slideLayout" Target="../slideLayouts/slideLayout706.xml"/><Relationship Id="rId17" Type="http://schemas.openxmlformats.org/officeDocument/2006/relationships/theme" Target="../theme/theme45.xml"/><Relationship Id="rId2" Type="http://schemas.openxmlformats.org/officeDocument/2006/relationships/slideLayout" Target="../slideLayouts/slideLayout696.xml"/><Relationship Id="rId16" Type="http://schemas.openxmlformats.org/officeDocument/2006/relationships/slideLayout" Target="../slideLayouts/slideLayout710.xml"/><Relationship Id="rId1" Type="http://schemas.openxmlformats.org/officeDocument/2006/relationships/slideLayout" Target="../slideLayouts/slideLayout695.xml"/><Relationship Id="rId6" Type="http://schemas.openxmlformats.org/officeDocument/2006/relationships/slideLayout" Target="../slideLayouts/slideLayout700.xml"/><Relationship Id="rId11" Type="http://schemas.openxmlformats.org/officeDocument/2006/relationships/slideLayout" Target="../slideLayouts/slideLayout705.xml"/><Relationship Id="rId5" Type="http://schemas.openxmlformats.org/officeDocument/2006/relationships/slideLayout" Target="../slideLayouts/slideLayout699.xml"/><Relationship Id="rId15" Type="http://schemas.openxmlformats.org/officeDocument/2006/relationships/slideLayout" Target="../slideLayouts/slideLayout709.xml"/><Relationship Id="rId10" Type="http://schemas.openxmlformats.org/officeDocument/2006/relationships/slideLayout" Target="../slideLayouts/slideLayout704.xml"/><Relationship Id="rId4" Type="http://schemas.openxmlformats.org/officeDocument/2006/relationships/slideLayout" Target="../slideLayouts/slideLayout698.xml"/><Relationship Id="rId9" Type="http://schemas.openxmlformats.org/officeDocument/2006/relationships/slideLayout" Target="../slideLayouts/slideLayout703.xml"/><Relationship Id="rId14" Type="http://schemas.openxmlformats.org/officeDocument/2006/relationships/slideLayout" Target="../slideLayouts/slideLayout708.xml"/></Relationships>
</file>

<file path=ppt/slideMasters/_rels/slideMaster46.xml.rels><?xml version="1.0" encoding="UTF-8" standalone="yes"?>
<Relationships xmlns="http://schemas.openxmlformats.org/package/2006/relationships"><Relationship Id="rId8" Type="http://schemas.openxmlformats.org/officeDocument/2006/relationships/slideLayout" Target="../slideLayouts/slideLayout718.xml"/><Relationship Id="rId13" Type="http://schemas.openxmlformats.org/officeDocument/2006/relationships/slideLayout" Target="../slideLayouts/slideLayout723.xml"/><Relationship Id="rId3" Type="http://schemas.openxmlformats.org/officeDocument/2006/relationships/slideLayout" Target="../slideLayouts/slideLayout713.xml"/><Relationship Id="rId7" Type="http://schemas.openxmlformats.org/officeDocument/2006/relationships/slideLayout" Target="../slideLayouts/slideLayout717.xml"/><Relationship Id="rId12" Type="http://schemas.openxmlformats.org/officeDocument/2006/relationships/slideLayout" Target="../slideLayouts/slideLayout722.xml"/><Relationship Id="rId17" Type="http://schemas.openxmlformats.org/officeDocument/2006/relationships/theme" Target="../theme/theme46.xml"/><Relationship Id="rId2" Type="http://schemas.openxmlformats.org/officeDocument/2006/relationships/slideLayout" Target="../slideLayouts/slideLayout712.xml"/><Relationship Id="rId16" Type="http://schemas.openxmlformats.org/officeDocument/2006/relationships/slideLayout" Target="../slideLayouts/slideLayout726.xml"/><Relationship Id="rId1" Type="http://schemas.openxmlformats.org/officeDocument/2006/relationships/slideLayout" Target="../slideLayouts/slideLayout711.xml"/><Relationship Id="rId6" Type="http://schemas.openxmlformats.org/officeDocument/2006/relationships/slideLayout" Target="../slideLayouts/slideLayout716.xml"/><Relationship Id="rId11" Type="http://schemas.openxmlformats.org/officeDocument/2006/relationships/slideLayout" Target="../slideLayouts/slideLayout721.xml"/><Relationship Id="rId5" Type="http://schemas.openxmlformats.org/officeDocument/2006/relationships/slideLayout" Target="../slideLayouts/slideLayout715.xml"/><Relationship Id="rId15" Type="http://schemas.openxmlformats.org/officeDocument/2006/relationships/slideLayout" Target="../slideLayouts/slideLayout725.xml"/><Relationship Id="rId10" Type="http://schemas.openxmlformats.org/officeDocument/2006/relationships/slideLayout" Target="../slideLayouts/slideLayout720.xml"/><Relationship Id="rId4" Type="http://schemas.openxmlformats.org/officeDocument/2006/relationships/slideLayout" Target="../slideLayouts/slideLayout714.xml"/><Relationship Id="rId9" Type="http://schemas.openxmlformats.org/officeDocument/2006/relationships/slideLayout" Target="../slideLayouts/slideLayout719.xml"/><Relationship Id="rId14" Type="http://schemas.openxmlformats.org/officeDocument/2006/relationships/slideLayout" Target="../slideLayouts/slideLayout724.xml"/></Relationships>
</file>

<file path=ppt/slideMasters/_rels/slideMaster47.xml.rels><?xml version="1.0" encoding="UTF-8" standalone="yes"?>
<Relationships xmlns="http://schemas.openxmlformats.org/package/2006/relationships"><Relationship Id="rId8" Type="http://schemas.openxmlformats.org/officeDocument/2006/relationships/slideLayout" Target="../slideLayouts/slideLayout734.xml"/><Relationship Id="rId13" Type="http://schemas.openxmlformats.org/officeDocument/2006/relationships/slideLayout" Target="../slideLayouts/slideLayout739.xml"/><Relationship Id="rId3" Type="http://schemas.openxmlformats.org/officeDocument/2006/relationships/slideLayout" Target="../slideLayouts/slideLayout729.xml"/><Relationship Id="rId7" Type="http://schemas.openxmlformats.org/officeDocument/2006/relationships/slideLayout" Target="../slideLayouts/slideLayout733.xml"/><Relationship Id="rId12" Type="http://schemas.openxmlformats.org/officeDocument/2006/relationships/slideLayout" Target="../slideLayouts/slideLayout738.xml"/><Relationship Id="rId17" Type="http://schemas.openxmlformats.org/officeDocument/2006/relationships/theme" Target="../theme/theme47.xml"/><Relationship Id="rId2" Type="http://schemas.openxmlformats.org/officeDocument/2006/relationships/slideLayout" Target="../slideLayouts/slideLayout728.xml"/><Relationship Id="rId16" Type="http://schemas.openxmlformats.org/officeDocument/2006/relationships/slideLayout" Target="../slideLayouts/slideLayout742.xml"/><Relationship Id="rId1" Type="http://schemas.openxmlformats.org/officeDocument/2006/relationships/slideLayout" Target="../slideLayouts/slideLayout727.xml"/><Relationship Id="rId6" Type="http://schemas.openxmlformats.org/officeDocument/2006/relationships/slideLayout" Target="../slideLayouts/slideLayout732.xml"/><Relationship Id="rId11" Type="http://schemas.openxmlformats.org/officeDocument/2006/relationships/slideLayout" Target="../slideLayouts/slideLayout737.xml"/><Relationship Id="rId5" Type="http://schemas.openxmlformats.org/officeDocument/2006/relationships/slideLayout" Target="../slideLayouts/slideLayout731.xml"/><Relationship Id="rId15" Type="http://schemas.openxmlformats.org/officeDocument/2006/relationships/slideLayout" Target="../slideLayouts/slideLayout741.xml"/><Relationship Id="rId10" Type="http://schemas.openxmlformats.org/officeDocument/2006/relationships/slideLayout" Target="../slideLayouts/slideLayout736.xml"/><Relationship Id="rId4" Type="http://schemas.openxmlformats.org/officeDocument/2006/relationships/slideLayout" Target="../slideLayouts/slideLayout730.xml"/><Relationship Id="rId9" Type="http://schemas.openxmlformats.org/officeDocument/2006/relationships/slideLayout" Target="../slideLayouts/slideLayout735.xml"/><Relationship Id="rId14" Type="http://schemas.openxmlformats.org/officeDocument/2006/relationships/slideLayout" Target="../slideLayouts/slideLayout740.xml"/></Relationships>
</file>

<file path=ppt/slideMasters/_rels/slideMaster48.xml.rels><?xml version="1.0" encoding="UTF-8" standalone="yes"?>
<Relationships xmlns="http://schemas.openxmlformats.org/package/2006/relationships"><Relationship Id="rId8" Type="http://schemas.openxmlformats.org/officeDocument/2006/relationships/slideLayout" Target="../slideLayouts/slideLayout750.xml"/><Relationship Id="rId13" Type="http://schemas.openxmlformats.org/officeDocument/2006/relationships/slideLayout" Target="../slideLayouts/slideLayout755.xml"/><Relationship Id="rId3" Type="http://schemas.openxmlformats.org/officeDocument/2006/relationships/slideLayout" Target="../slideLayouts/slideLayout745.xml"/><Relationship Id="rId7" Type="http://schemas.openxmlformats.org/officeDocument/2006/relationships/slideLayout" Target="../slideLayouts/slideLayout749.xml"/><Relationship Id="rId12" Type="http://schemas.openxmlformats.org/officeDocument/2006/relationships/slideLayout" Target="../slideLayouts/slideLayout754.xml"/><Relationship Id="rId17" Type="http://schemas.openxmlformats.org/officeDocument/2006/relationships/theme" Target="../theme/theme48.xml"/><Relationship Id="rId2" Type="http://schemas.openxmlformats.org/officeDocument/2006/relationships/slideLayout" Target="../slideLayouts/slideLayout744.xml"/><Relationship Id="rId16" Type="http://schemas.openxmlformats.org/officeDocument/2006/relationships/slideLayout" Target="../slideLayouts/slideLayout758.xml"/><Relationship Id="rId1" Type="http://schemas.openxmlformats.org/officeDocument/2006/relationships/slideLayout" Target="../slideLayouts/slideLayout743.xml"/><Relationship Id="rId6" Type="http://schemas.openxmlformats.org/officeDocument/2006/relationships/slideLayout" Target="../slideLayouts/slideLayout748.xml"/><Relationship Id="rId11" Type="http://schemas.openxmlformats.org/officeDocument/2006/relationships/slideLayout" Target="../slideLayouts/slideLayout753.xml"/><Relationship Id="rId5" Type="http://schemas.openxmlformats.org/officeDocument/2006/relationships/slideLayout" Target="../slideLayouts/slideLayout747.xml"/><Relationship Id="rId15" Type="http://schemas.openxmlformats.org/officeDocument/2006/relationships/slideLayout" Target="../slideLayouts/slideLayout757.xml"/><Relationship Id="rId10" Type="http://schemas.openxmlformats.org/officeDocument/2006/relationships/slideLayout" Target="../slideLayouts/slideLayout752.xml"/><Relationship Id="rId4" Type="http://schemas.openxmlformats.org/officeDocument/2006/relationships/slideLayout" Target="../slideLayouts/slideLayout746.xml"/><Relationship Id="rId9" Type="http://schemas.openxmlformats.org/officeDocument/2006/relationships/slideLayout" Target="../slideLayouts/slideLayout751.xml"/><Relationship Id="rId14" Type="http://schemas.openxmlformats.org/officeDocument/2006/relationships/slideLayout" Target="../slideLayouts/slideLayout756.xml"/></Relationships>
</file>

<file path=ppt/slideMasters/_rels/slideMaster49.xml.rels><?xml version="1.0" encoding="UTF-8" standalone="yes"?>
<Relationships xmlns="http://schemas.openxmlformats.org/package/2006/relationships"><Relationship Id="rId8" Type="http://schemas.openxmlformats.org/officeDocument/2006/relationships/slideLayout" Target="../slideLayouts/slideLayout766.xml"/><Relationship Id="rId13" Type="http://schemas.openxmlformats.org/officeDocument/2006/relationships/slideLayout" Target="../slideLayouts/slideLayout771.xml"/><Relationship Id="rId3" Type="http://schemas.openxmlformats.org/officeDocument/2006/relationships/slideLayout" Target="../slideLayouts/slideLayout761.xml"/><Relationship Id="rId7" Type="http://schemas.openxmlformats.org/officeDocument/2006/relationships/slideLayout" Target="../slideLayouts/slideLayout765.xml"/><Relationship Id="rId12" Type="http://schemas.openxmlformats.org/officeDocument/2006/relationships/slideLayout" Target="../slideLayouts/slideLayout770.xml"/><Relationship Id="rId17" Type="http://schemas.openxmlformats.org/officeDocument/2006/relationships/theme" Target="../theme/theme49.xml"/><Relationship Id="rId2" Type="http://schemas.openxmlformats.org/officeDocument/2006/relationships/slideLayout" Target="../slideLayouts/slideLayout760.xml"/><Relationship Id="rId16" Type="http://schemas.openxmlformats.org/officeDocument/2006/relationships/slideLayout" Target="../slideLayouts/slideLayout774.xml"/><Relationship Id="rId1" Type="http://schemas.openxmlformats.org/officeDocument/2006/relationships/slideLayout" Target="../slideLayouts/slideLayout759.xml"/><Relationship Id="rId6" Type="http://schemas.openxmlformats.org/officeDocument/2006/relationships/slideLayout" Target="../slideLayouts/slideLayout764.xml"/><Relationship Id="rId11" Type="http://schemas.openxmlformats.org/officeDocument/2006/relationships/slideLayout" Target="../slideLayouts/slideLayout769.xml"/><Relationship Id="rId5" Type="http://schemas.openxmlformats.org/officeDocument/2006/relationships/slideLayout" Target="../slideLayouts/slideLayout763.xml"/><Relationship Id="rId15" Type="http://schemas.openxmlformats.org/officeDocument/2006/relationships/slideLayout" Target="../slideLayouts/slideLayout773.xml"/><Relationship Id="rId10" Type="http://schemas.openxmlformats.org/officeDocument/2006/relationships/slideLayout" Target="../slideLayouts/slideLayout768.xml"/><Relationship Id="rId4" Type="http://schemas.openxmlformats.org/officeDocument/2006/relationships/slideLayout" Target="../slideLayouts/slideLayout762.xml"/><Relationship Id="rId9" Type="http://schemas.openxmlformats.org/officeDocument/2006/relationships/slideLayout" Target="../slideLayouts/slideLayout767.xml"/><Relationship Id="rId14" Type="http://schemas.openxmlformats.org/officeDocument/2006/relationships/slideLayout" Target="../slideLayouts/slideLayout772.xml"/></Relationships>
</file>

<file path=ppt/slideMasters/_rels/slideMaster50.xml.rels><?xml version="1.0" encoding="UTF-8" standalone="yes"?>
<Relationships xmlns="http://schemas.openxmlformats.org/package/2006/relationships"><Relationship Id="rId8" Type="http://schemas.openxmlformats.org/officeDocument/2006/relationships/slideLayout" Target="../slideLayouts/slideLayout782.xml"/><Relationship Id="rId13" Type="http://schemas.openxmlformats.org/officeDocument/2006/relationships/slideLayout" Target="../slideLayouts/slideLayout787.xml"/><Relationship Id="rId3" Type="http://schemas.openxmlformats.org/officeDocument/2006/relationships/slideLayout" Target="../slideLayouts/slideLayout777.xml"/><Relationship Id="rId7" Type="http://schemas.openxmlformats.org/officeDocument/2006/relationships/slideLayout" Target="../slideLayouts/slideLayout781.xml"/><Relationship Id="rId12" Type="http://schemas.openxmlformats.org/officeDocument/2006/relationships/slideLayout" Target="../slideLayouts/slideLayout786.xml"/><Relationship Id="rId17" Type="http://schemas.openxmlformats.org/officeDocument/2006/relationships/theme" Target="../theme/theme50.xml"/><Relationship Id="rId2" Type="http://schemas.openxmlformats.org/officeDocument/2006/relationships/slideLayout" Target="../slideLayouts/slideLayout776.xml"/><Relationship Id="rId16" Type="http://schemas.openxmlformats.org/officeDocument/2006/relationships/slideLayout" Target="../slideLayouts/slideLayout790.xml"/><Relationship Id="rId1" Type="http://schemas.openxmlformats.org/officeDocument/2006/relationships/slideLayout" Target="../slideLayouts/slideLayout775.xml"/><Relationship Id="rId6" Type="http://schemas.openxmlformats.org/officeDocument/2006/relationships/slideLayout" Target="../slideLayouts/slideLayout780.xml"/><Relationship Id="rId11" Type="http://schemas.openxmlformats.org/officeDocument/2006/relationships/slideLayout" Target="../slideLayouts/slideLayout785.xml"/><Relationship Id="rId5" Type="http://schemas.openxmlformats.org/officeDocument/2006/relationships/slideLayout" Target="../slideLayouts/slideLayout779.xml"/><Relationship Id="rId15" Type="http://schemas.openxmlformats.org/officeDocument/2006/relationships/slideLayout" Target="../slideLayouts/slideLayout789.xml"/><Relationship Id="rId10" Type="http://schemas.openxmlformats.org/officeDocument/2006/relationships/slideLayout" Target="../slideLayouts/slideLayout784.xml"/><Relationship Id="rId4" Type="http://schemas.openxmlformats.org/officeDocument/2006/relationships/slideLayout" Target="../slideLayouts/slideLayout778.xml"/><Relationship Id="rId9" Type="http://schemas.openxmlformats.org/officeDocument/2006/relationships/slideLayout" Target="../slideLayouts/slideLayout783.xml"/><Relationship Id="rId14" Type="http://schemas.openxmlformats.org/officeDocument/2006/relationships/slideLayout" Target="../slideLayouts/slideLayout788.xml"/></Relationships>
</file>

<file path=ppt/slideMasters/_rels/slideMaster51.xml.rels><?xml version="1.0" encoding="UTF-8" standalone="yes"?>
<Relationships xmlns="http://schemas.openxmlformats.org/package/2006/relationships"><Relationship Id="rId8" Type="http://schemas.openxmlformats.org/officeDocument/2006/relationships/slideLayout" Target="../slideLayouts/slideLayout798.xml"/><Relationship Id="rId13" Type="http://schemas.openxmlformats.org/officeDocument/2006/relationships/slideLayout" Target="../slideLayouts/slideLayout803.xml"/><Relationship Id="rId3" Type="http://schemas.openxmlformats.org/officeDocument/2006/relationships/slideLayout" Target="../slideLayouts/slideLayout793.xml"/><Relationship Id="rId7" Type="http://schemas.openxmlformats.org/officeDocument/2006/relationships/slideLayout" Target="../slideLayouts/slideLayout797.xml"/><Relationship Id="rId12" Type="http://schemas.openxmlformats.org/officeDocument/2006/relationships/slideLayout" Target="../slideLayouts/slideLayout802.xml"/><Relationship Id="rId17" Type="http://schemas.openxmlformats.org/officeDocument/2006/relationships/theme" Target="../theme/theme51.xml"/><Relationship Id="rId2" Type="http://schemas.openxmlformats.org/officeDocument/2006/relationships/slideLayout" Target="../slideLayouts/slideLayout792.xml"/><Relationship Id="rId16" Type="http://schemas.openxmlformats.org/officeDocument/2006/relationships/slideLayout" Target="../slideLayouts/slideLayout806.xml"/><Relationship Id="rId1" Type="http://schemas.openxmlformats.org/officeDocument/2006/relationships/slideLayout" Target="../slideLayouts/slideLayout791.xml"/><Relationship Id="rId6" Type="http://schemas.openxmlformats.org/officeDocument/2006/relationships/slideLayout" Target="../slideLayouts/slideLayout796.xml"/><Relationship Id="rId11" Type="http://schemas.openxmlformats.org/officeDocument/2006/relationships/slideLayout" Target="../slideLayouts/slideLayout801.xml"/><Relationship Id="rId5" Type="http://schemas.openxmlformats.org/officeDocument/2006/relationships/slideLayout" Target="../slideLayouts/slideLayout795.xml"/><Relationship Id="rId15" Type="http://schemas.openxmlformats.org/officeDocument/2006/relationships/slideLayout" Target="../slideLayouts/slideLayout805.xml"/><Relationship Id="rId10" Type="http://schemas.openxmlformats.org/officeDocument/2006/relationships/slideLayout" Target="../slideLayouts/slideLayout800.xml"/><Relationship Id="rId4" Type="http://schemas.openxmlformats.org/officeDocument/2006/relationships/slideLayout" Target="../slideLayouts/slideLayout794.xml"/><Relationship Id="rId9" Type="http://schemas.openxmlformats.org/officeDocument/2006/relationships/slideLayout" Target="../slideLayouts/slideLayout799.xml"/><Relationship Id="rId14" Type="http://schemas.openxmlformats.org/officeDocument/2006/relationships/slideLayout" Target="../slideLayouts/slideLayout804.xml"/></Relationships>
</file>

<file path=ppt/slideMasters/_rels/slideMaster52.xml.rels><?xml version="1.0" encoding="UTF-8" standalone="yes"?>
<Relationships xmlns="http://schemas.openxmlformats.org/package/2006/relationships"><Relationship Id="rId8" Type="http://schemas.openxmlformats.org/officeDocument/2006/relationships/slideLayout" Target="../slideLayouts/slideLayout814.xml"/><Relationship Id="rId13" Type="http://schemas.openxmlformats.org/officeDocument/2006/relationships/slideLayout" Target="../slideLayouts/slideLayout819.xml"/><Relationship Id="rId3" Type="http://schemas.openxmlformats.org/officeDocument/2006/relationships/slideLayout" Target="../slideLayouts/slideLayout809.xml"/><Relationship Id="rId7" Type="http://schemas.openxmlformats.org/officeDocument/2006/relationships/slideLayout" Target="../slideLayouts/slideLayout813.xml"/><Relationship Id="rId12" Type="http://schemas.openxmlformats.org/officeDocument/2006/relationships/slideLayout" Target="../slideLayouts/slideLayout818.xml"/><Relationship Id="rId17" Type="http://schemas.openxmlformats.org/officeDocument/2006/relationships/theme" Target="../theme/theme52.xml"/><Relationship Id="rId2" Type="http://schemas.openxmlformats.org/officeDocument/2006/relationships/slideLayout" Target="../slideLayouts/slideLayout808.xml"/><Relationship Id="rId16" Type="http://schemas.openxmlformats.org/officeDocument/2006/relationships/slideLayout" Target="../slideLayouts/slideLayout822.xml"/><Relationship Id="rId1" Type="http://schemas.openxmlformats.org/officeDocument/2006/relationships/slideLayout" Target="../slideLayouts/slideLayout807.xml"/><Relationship Id="rId6" Type="http://schemas.openxmlformats.org/officeDocument/2006/relationships/slideLayout" Target="../slideLayouts/slideLayout812.xml"/><Relationship Id="rId11" Type="http://schemas.openxmlformats.org/officeDocument/2006/relationships/slideLayout" Target="../slideLayouts/slideLayout817.xml"/><Relationship Id="rId5" Type="http://schemas.openxmlformats.org/officeDocument/2006/relationships/slideLayout" Target="../slideLayouts/slideLayout811.xml"/><Relationship Id="rId15" Type="http://schemas.openxmlformats.org/officeDocument/2006/relationships/slideLayout" Target="../slideLayouts/slideLayout821.xml"/><Relationship Id="rId10" Type="http://schemas.openxmlformats.org/officeDocument/2006/relationships/slideLayout" Target="../slideLayouts/slideLayout816.xml"/><Relationship Id="rId4" Type="http://schemas.openxmlformats.org/officeDocument/2006/relationships/slideLayout" Target="../slideLayouts/slideLayout810.xml"/><Relationship Id="rId9" Type="http://schemas.openxmlformats.org/officeDocument/2006/relationships/slideLayout" Target="../slideLayouts/slideLayout815.xml"/><Relationship Id="rId14" Type="http://schemas.openxmlformats.org/officeDocument/2006/relationships/slideLayout" Target="../slideLayouts/slideLayout820.xml"/></Relationships>
</file>

<file path=ppt/slideMasters/_rels/slideMaster53.xml.rels><?xml version="1.0" encoding="UTF-8" standalone="yes"?>
<Relationships xmlns="http://schemas.openxmlformats.org/package/2006/relationships"><Relationship Id="rId8" Type="http://schemas.openxmlformats.org/officeDocument/2006/relationships/slideLayout" Target="../slideLayouts/slideLayout830.xml"/><Relationship Id="rId13" Type="http://schemas.openxmlformats.org/officeDocument/2006/relationships/slideLayout" Target="../slideLayouts/slideLayout835.xml"/><Relationship Id="rId3" Type="http://schemas.openxmlformats.org/officeDocument/2006/relationships/slideLayout" Target="../slideLayouts/slideLayout825.xml"/><Relationship Id="rId7" Type="http://schemas.openxmlformats.org/officeDocument/2006/relationships/slideLayout" Target="../slideLayouts/slideLayout829.xml"/><Relationship Id="rId12" Type="http://schemas.openxmlformats.org/officeDocument/2006/relationships/slideLayout" Target="../slideLayouts/slideLayout834.xml"/><Relationship Id="rId17" Type="http://schemas.openxmlformats.org/officeDocument/2006/relationships/theme" Target="../theme/theme53.xml"/><Relationship Id="rId2" Type="http://schemas.openxmlformats.org/officeDocument/2006/relationships/slideLayout" Target="../slideLayouts/slideLayout824.xml"/><Relationship Id="rId16" Type="http://schemas.openxmlformats.org/officeDocument/2006/relationships/slideLayout" Target="../slideLayouts/slideLayout838.xml"/><Relationship Id="rId1" Type="http://schemas.openxmlformats.org/officeDocument/2006/relationships/slideLayout" Target="../slideLayouts/slideLayout823.xml"/><Relationship Id="rId6" Type="http://schemas.openxmlformats.org/officeDocument/2006/relationships/slideLayout" Target="../slideLayouts/slideLayout828.xml"/><Relationship Id="rId11" Type="http://schemas.openxmlformats.org/officeDocument/2006/relationships/slideLayout" Target="../slideLayouts/slideLayout833.xml"/><Relationship Id="rId5" Type="http://schemas.openxmlformats.org/officeDocument/2006/relationships/slideLayout" Target="../slideLayouts/slideLayout827.xml"/><Relationship Id="rId15" Type="http://schemas.openxmlformats.org/officeDocument/2006/relationships/slideLayout" Target="../slideLayouts/slideLayout837.xml"/><Relationship Id="rId10" Type="http://schemas.openxmlformats.org/officeDocument/2006/relationships/slideLayout" Target="../slideLayouts/slideLayout832.xml"/><Relationship Id="rId4" Type="http://schemas.openxmlformats.org/officeDocument/2006/relationships/slideLayout" Target="../slideLayouts/slideLayout826.xml"/><Relationship Id="rId9" Type="http://schemas.openxmlformats.org/officeDocument/2006/relationships/slideLayout" Target="../slideLayouts/slideLayout831.xml"/><Relationship Id="rId14" Type="http://schemas.openxmlformats.org/officeDocument/2006/relationships/slideLayout" Target="../slideLayouts/slideLayout836.xml"/></Relationships>
</file>

<file path=ppt/slideMasters/_rels/slideMaster54.xml.rels><?xml version="1.0" encoding="UTF-8" standalone="yes"?>
<Relationships xmlns="http://schemas.openxmlformats.org/package/2006/relationships"><Relationship Id="rId8" Type="http://schemas.openxmlformats.org/officeDocument/2006/relationships/slideLayout" Target="../slideLayouts/slideLayout846.xml"/><Relationship Id="rId13" Type="http://schemas.openxmlformats.org/officeDocument/2006/relationships/slideLayout" Target="../slideLayouts/slideLayout851.xml"/><Relationship Id="rId3" Type="http://schemas.openxmlformats.org/officeDocument/2006/relationships/slideLayout" Target="../slideLayouts/slideLayout841.xml"/><Relationship Id="rId7" Type="http://schemas.openxmlformats.org/officeDocument/2006/relationships/slideLayout" Target="../slideLayouts/slideLayout845.xml"/><Relationship Id="rId12" Type="http://schemas.openxmlformats.org/officeDocument/2006/relationships/slideLayout" Target="../slideLayouts/slideLayout850.xml"/><Relationship Id="rId17" Type="http://schemas.openxmlformats.org/officeDocument/2006/relationships/theme" Target="../theme/theme54.xml"/><Relationship Id="rId2" Type="http://schemas.openxmlformats.org/officeDocument/2006/relationships/slideLayout" Target="../slideLayouts/slideLayout840.xml"/><Relationship Id="rId16" Type="http://schemas.openxmlformats.org/officeDocument/2006/relationships/slideLayout" Target="../slideLayouts/slideLayout854.xml"/><Relationship Id="rId1" Type="http://schemas.openxmlformats.org/officeDocument/2006/relationships/slideLayout" Target="../slideLayouts/slideLayout839.xml"/><Relationship Id="rId6" Type="http://schemas.openxmlformats.org/officeDocument/2006/relationships/slideLayout" Target="../slideLayouts/slideLayout844.xml"/><Relationship Id="rId11" Type="http://schemas.openxmlformats.org/officeDocument/2006/relationships/slideLayout" Target="../slideLayouts/slideLayout849.xml"/><Relationship Id="rId5" Type="http://schemas.openxmlformats.org/officeDocument/2006/relationships/slideLayout" Target="../slideLayouts/slideLayout843.xml"/><Relationship Id="rId15" Type="http://schemas.openxmlformats.org/officeDocument/2006/relationships/slideLayout" Target="../slideLayouts/slideLayout853.xml"/><Relationship Id="rId10" Type="http://schemas.openxmlformats.org/officeDocument/2006/relationships/slideLayout" Target="../slideLayouts/slideLayout848.xml"/><Relationship Id="rId4" Type="http://schemas.openxmlformats.org/officeDocument/2006/relationships/slideLayout" Target="../slideLayouts/slideLayout842.xml"/><Relationship Id="rId9" Type="http://schemas.openxmlformats.org/officeDocument/2006/relationships/slideLayout" Target="../slideLayouts/slideLayout847.xml"/><Relationship Id="rId14" Type="http://schemas.openxmlformats.org/officeDocument/2006/relationships/slideLayout" Target="../slideLayouts/slideLayout852.xml"/></Relationships>
</file>

<file path=ppt/slideMasters/_rels/slideMaster55.xml.rels><?xml version="1.0" encoding="UTF-8" standalone="yes"?>
<Relationships xmlns="http://schemas.openxmlformats.org/package/2006/relationships"><Relationship Id="rId8" Type="http://schemas.openxmlformats.org/officeDocument/2006/relationships/slideLayout" Target="../slideLayouts/slideLayout862.xml"/><Relationship Id="rId13" Type="http://schemas.openxmlformats.org/officeDocument/2006/relationships/slideLayout" Target="../slideLayouts/slideLayout867.xml"/><Relationship Id="rId3" Type="http://schemas.openxmlformats.org/officeDocument/2006/relationships/slideLayout" Target="../slideLayouts/slideLayout857.xml"/><Relationship Id="rId7" Type="http://schemas.openxmlformats.org/officeDocument/2006/relationships/slideLayout" Target="../slideLayouts/slideLayout861.xml"/><Relationship Id="rId12" Type="http://schemas.openxmlformats.org/officeDocument/2006/relationships/slideLayout" Target="../slideLayouts/slideLayout866.xml"/><Relationship Id="rId17" Type="http://schemas.openxmlformats.org/officeDocument/2006/relationships/theme" Target="../theme/theme55.xml"/><Relationship Id="rId2" Type="http://schemas.openxmlformats.org/officeDocument/2006/relationships/slideLayout" Target="../slideLayouts/slideLayout856.xml"/><Relationship Id="rId16" Type="http://schemas.openxmlformats.org/officeDocument/2006/relationships/slideLayout" Target="../slideLayouts/slideLayout870.xml"/><Relationship Id="rId1" Type="http://schemas.openxmlformats.org/officeDocument/2006/relationships/slideLayout" Target="../slideLayouts/slideLayout855.xml"/><Relationship Id="rId6" Type="http://schemas.openxmlformats.org/officeDocument/2006/relationships/slideLayout" Target="../slideLayouts/slideLayout860.xml"/><Relationship Id="rId11" Type="http://schemas.openxmlformats.org/officeDocument/2006/relationships/slideLayout" Target="../slideLayouts/slideLayout865.xml"/><Relationship Id="rId5" Type="http://schemas.openxmlformats.org/officeDocument/2006/relationships/slideLayout" Target="../slideLayouts/slideLayout859.xml"/><Relationship Id="rId15" Type="http://schemas.openxmlformats.org/officeDocument/2006/relationships/slideLayout" Target="../slideLayouts/slideLayout869.xml"/><Relationship Id="rId10" Type="http://schemas.openxmlformats.org/officeDocument/2006/relationships/slideLayout" Target="../slideLayouts/slideLayout864.xml"/><Relationship Id="rId4" Type="http://schemas.openxmlformats.org/officeDocument/2006/relationships/slideLayout" Target="../slideLayouts/slideLayout858.xml"/><Relationship Id="rId9" Type="http://schemas.openxmlformats.org/officeDocument/2006/relationships/slideLayout" Target="../slideLayouts/slideLayout863.xml"/><Relationship Id="rId14" Type="http://schemas.openxmlformats.org/officeDocument/2006/relationships/slideLayout" Target="../slideLayouts/slideLayout868.xml"/></Relationships>
</file>

<file path=ppt/slideMasters/_rels/slideMaster56.xml.rels><?xml version="1.0" encoding="UTF-8" standalone="yes"?>
<Relationships xmlns="http://schemas.openxmlformats.org/package/2006/relationships"><Relationship Id="rId8" Type="http://schemas.openxmlformats.org/officeDocument/2006/relationships/slideLayout" Target="../slideLayouts/slideLayout878.xml"/><Relationship Id="rId13" Type="http://schemas.openxmlformats.org/officeDocument/2006/relationships/slideLayout" Target="../slideLayouts/slideLayout883.xml"/><Relationship Id="rId3" Type="http://schemas.openxmlformats.org/officeDocument/2006/relationships/slideLayout" Target="../slideLayouts/slideLayout873.xml"/><Relationship Id="rId7" Type="http://schemas.openxmlformats.org/officeDocument/2006/relationships/slideLayout" Target="../slideLayouts/slideLayout877.xml"/><Relationship Id="rId12" Type="http://schemas.openxmlformats.org/officeDocument/2006/relationships/slideLayout" Target="../slideLayouts/slideLayout882.xml"/><Relationship Id="rId17" Type="http://schemas.openxmlformats.org/officeDocument/2006/relationships/theme" Target="../theme/theme56.xml"/><Relationship Id="rId2" Type="http://schemas.openxmlformats.org/officeDocument/2006/relationships/slideLayout" Target="../slideLayouts/slideLayout872.xml"/><Relationship Id="rId16" Type="http://schemas.openxmlformats.org/officeDocument/2006/relationships/slideLayout" Target="../slideLayouts/slideLayout886.xml"/><Relationship Id="rId1" Type="http://schemas.openxmlformats.org/officeDocument/2006/relationships/slideLayout" Target="../slideLayouts/slideLayout871.xml"/><Relationship Id="rId6" Type="http://schemas.openxmlformats.org/officeDocument/2006/relationships/slideLayout" Target="../slideLayouts/slideLayout876.xml"/><Relationship Id="rId11" Type="http://schemas.openxmlformats.org/officeDocument/2006/relationships/slideLayout" Target="../slideLayouts/slideLayout881.xml"/><Relationship Id="rId5" Type="http://schemas.openxmlformats.org/officeDocument/2006/relationships/slideLayout" Target="../slideLayouts/slideLayout875.xml"/><Relationship Id="rId15" Type="http://schemas.openxmlformats.org/officeDocument/2006/relationships/slideLayout" Target="../slideLayouts/slideLayout885.xml"/><Relationship Id="rId10" Type="http://schemas.openxmlformats.org/officeDocument/2006/relationships/slideLayout" Target="../slideLayouts/slideLayout880.xml"/><Relationship Id="rId4" Type="http://schemas.openxmlformats.org/officeDocument/2006/relationships/slideLayout" Target="../slideLayouts/slideLayout874.xml"/><Relationship Id="rId9" Type="http://schemas.openxmlformats.org/officeDocument/2006/relationships/slideLayout" Target="../slideLayouts/slideLayout879.xml"/><Relationship Id="rId14" Type="http://schemas.openxmlformats.org/officeDocument/2006/relationships/slideLayout" Target="../slideLayouts/slideLayout884.xml"/></Relationships>
</file>

<file path=ppt/slideMasters/_rels/slideMaster57.xml.rels><?xml version="1.0" encoding="UTF-8" standalone="yes"?>
<Relationships xmlns="http://schemas.openxmlformats.org/package/2006/relationships"><Relationship Id="rId8" Type="http://schemas.openxmlformats.org/officeDocument/2006/relationships/slideLayout" Target="../slideLayouts/slideLayout894.xml"/><Relationship Id="rId13" Type="http://schemas.openxmlformats.org/officeDocument/2006/relationships/slideLayout" Target="../slideLayouts/slideLayout899.xml"/><Relationship Id="rId3" Type="http://schemas.openxmlformats.org/officeDocument/2006/relationships/slideLayout" Target="../slideLayouts/slideLayout889.xml"/><Relationship Id="rId7" Type="http://schemas.openxmlformats.org/officeDocument/2006/relationships/slideLayout" Target="../slideLayouts/slideLayout893.xml"/><Relationship Id="rId12" Type="http://schemas.openxmlformats.org/officeDocument/2006/relationships/slideLayout" Target="../slideLayouts/slideLayout898.xml"/><Relationship Id="rId17" Type="http://schemas.openxmlformats.org/officeDocument/2006/relationships/theme" Target="../theme/theme57.xml"/><Relationship Id="rId2" Type="http://schemas.openxmlformats.org/officeDocument/2006/relationships/slideLayout" Target="../slideLayouts/slideLayout888.xml"/><Relationship Id="rId16" Type="http://schemas.openxmlformats.org/officeDocument/2006/relationships/slideLayout" Target="../slideLayouts/slideLayout902.xml"/><Relationship Id="rId1" Type="http://schemas.openxmlformats.org/officeDocument/2006/relationships/slideLayout" Target="../slideLayouts/slideLayout887.xml"/><Relationship Id="rId6" Type="http://schemas.openxmlformats.org/officeDocument/2006/relationships/slideLayout" Target="../slideLayouts/slideLayout892.xml"/><Relationship Id="rId11" Type="http://schemas.openxmlformats.org/officeDocument/2006/relationships/slideLayout" Target="../slideLayouts/slideLayout897.xml"/><Relationship Id="rId5" Type="http://schemas.openxmlformats.org/officeDocument/2006/relationships/slideLayout" Target="../slideLayouts/slideLayout891.xml"/><Relationship Id="rId15" Type="http://schemas.openxmlformats.org/officeDocument/2006/relationships/slideLayout" Target="../slideLayouts/slideLayout901.xml"/><Relationship Id="rId10" Type="http://schemas.openxmlformats.org/officeDocument/2006/relationships/slideLayout" Target="../slideLayouts/slideLayout896.xml"/><Relationship Id="rId4" Type="http://schemas.openxmlformats.org/officeDocument/2006/relationships/slideLayout" Target="../slideLayouts/slideLayout890.xml"/><Relationship Id="rId9" Type="http://schemas.openxmlformats.org/officeDocument/2006/relationships/slideLayout" Target="../slideLayouts/slideLayout895.xml"/><Relationship Id="rId14" Type="http://schemas.openxmlformats.org/officeDocument/2006/relationships/slideLayout" Target="../slideLayouts/slideLayout900.xml"/></Relationships>
</file>

<file path=ppt/slideMasters/_rels/slideMaster58.xml.rels><?xml version="1.0" encoding="UTF-8" standalone="yes"?>
<Relationships xmlns="http://schemas.openxmlformats.org/package/2006/relationships"><Relationship Id="rId8" Type="http://schemas.openxmlformats.org/officeDocument/2006/relationships/slideLayout" Target="../slideLayouts/slideLayout910.xml"/><Relationship Id="rId13" Type="http://schemas.openxmlformats.org/officeDocument/2006/relationships/slideLayout" Target="../slideLayouts/slideLayout915.xml"/><Relationship Id="rId3" Type="http://schemas.openxmlformats.org/officeDocument/2006/relationships/slideLayout" Target="../slideLayouts/slideLayout905.xml"/><Relationship Id="rId7" Type="http://schemas.openxmlformats.org/officeDocument/2006/relationships/slideLayout" Target="../slideLayouts/slideLayout909.xml"/><Relationship Id="rId12" Type="http://schemas.openxmlformats.org/officeDocument/2006/relationships/slideLayout" Target="../slideLayouts/slideLayout914.xml"/><Relationship Id="rId17" Type="http://schemas.openxmlformats.org/officeDocument/2006/relationships/theme" Target="../theme/theme58.xml"/><Relationship Id="rId2" Type="http://schemas.openxmlformats.org/officeDocument/2006/relationships/slideLayout" Target="../slideLayouts/slideLayout904.xml"/><Relationship Id="rId16" Type="http://schemas.openxmlformats.org/officeDocument/2006/relationships/slideLayout" Target="../slideLayouts/slideLayout918.xml"/><Relationship Id="rId1" Type="http://schemas.openxmlformats.org/officeDocument/2006/relationships/slideLayout" Target="../slideLayouts/slideLayout903.xml"/><Relationship Id="rId6" Type="http://schemas.openxmlformats.org/officeDocument/2006/relationships/slideLayout" Target="../slideLayouts/slideLayout908.xml"/><Relationship Id="rId11" Type="http://schemas.openxmlformats.org/officeDocument/2006/relationships/slideLayout" Target="../slideLayouts/slideLayout913.xml"/><Relationship Id="rId5" Type="http://schemas.openxmlformats.org/officeDocument/2006/relationships/slideLayout" Target="../slideLayouts/slideLayout907.xml"/><Relationship Id="rId15" Type="http://schemas.openxmlformats.org/officeDocument/2006/relationships/slideLayout" Target="../slideLayouts/slideLayout917.xml"/><Relationship Id="rId10" Type="http://schemas.openxmlformats.org/officeDocument/2006/relationships/slideLayout" Target="../slideLayouts/slideLayout912.xml"/><Relationship Id="rId4" Type="http://schemas.openxmlformats.org/officeDocument/2006/relationships/slideLayout" Target="../slideLayouts/slideLayout906.xml"/><Relationship Id="rId9" Type="http://schemas.openxmlformats.org/officeDocument/2006/relationships/slideLayout" Target="../slideLayouts/slideLayout911.xml"/><Relationship Id="rId14" Type="http://schemas.openxmlformats.org/officeDocument/2006/relationships/slideLayout" Target="../slideLayouts/slideLayout916.xml"/></Relationships>
</file>

<file path=ppt/slideMasters/_rels/slideMaster59.xml.rels><?xml version="1.0" encoding="UTF-8" standalone="yes"?>
<Relationships xmlns="http://schemas.openxmlformats.org/package/2006/relationships"><Relationship Id="rId8" Type="http://schemas.openxmlformats.org/officeDocument/2006/relationships/slideLayout" Target="../slideLayouts/slideLayout926.xml"/><Relationship Id="rId13" Type="http://schemas.openxmlformats.org/officeDocument/2006/relationships/slideLayout" Target="../slideLayouts/slideLayout931.xml"/><Relationship Id="rId3" Type="http://schemas.openxmlformats.org/officeDocument/2006/relationships/slideLayout" Target="../slideLayouts/slideLayout921.xml"/><Relationship Id="rId7" Type="http://schemas.openxmlformats.org/officeDocument/2006/relationships/slideLayout" Target="../slideLayouts/slideLayout925.xml"/><Relationship Id="rId12" Type="http://schemas.openxmlformats.org/officeDocument/2006/relationships/slideLayout" Target="../slideLayouts/slideLayout930.xml"/><Relationship Id="rId17" Type="http://schemas.openxmlformats.org/officeDocument/2006/relationships/theme" Target="../theme/theme59.xml"/><Relationship Id="rId2" Type="http://schemas.openxmlformats.org/officeDocument/2006/relationships/slideLayout" Target="../slideLayouts/slideLayout920.xml"/><Relationship Id="rId16" Type="http://schemas.openxmlformats.org/officeDocument/2006/relationships/slideLayout" Target="../slideLayouts/slideLayout934.xml"/><Relationship Id="rId1" Type="http://schemas.openxmlformats.org/officeDocument/2006/relationships/slideLayout" Target="../slideLayouts/slideLayout919.xml"/><Relationship Id="rId6" Type="http://schemas.openxmlformats.org/officeDocument/2006/relationships/slideLayout" Target="../slideLayouts/slideLayout924.xml"/><Relationship Id="rId11" Type="http://schemas.openxmlformats.org/officeDocument/2006/relationships/slideLayout" Target="../slideLayouts/slideLayout929.xml"/><Relationship Id="rId5" Type="http://schemas.openxmlformats.org/officeDocument/2006/relationships/slideLayout" Target="../slideLayouts/slideLayout923.xml"/><Relationship Id="rId15" Type="http://schemas.openxmlformats.org/officeDocument/2006/relationships/slideLayout" Target="../slideLayouts/slideLayout933.xml"/><Relationship Id="rId10" Type="http://schemas.openxmlformats.org/officeDocument/2006/relationships/slideLayout" Target="../slideLayouts/slideLayout928.xml"/><Relationship Id="rId4" Type="http://schemas.openxmlformats.org/officeDocument/2006/relationships/slideLayout" Target="../slideLayouts/slideLayout922.xml"/><Relationship Id="rId9" Type="http://schemas.openxmlformats.org/officeDocument/2006/relationships/slideLayout" Target="../slideLayouts/slideLayout927.xml"/><Relationship Id="rId14" Type="http://schemas.openxmlformats.org/officeDocument/2006/relationships/slideLayout" Target="../slideLayouts/slideLayout932.xml"/></Relationships>
</file>

<file path=ppt/slideMasters/_rels/slideMaster60.xml.rels><?xml version="1.0" encoding="UTF-8" standalone="yes"?>
<Relationships xmlns="http://schemas.openxmlformats.org/package/2006/relationships"><Relationship Id="rId8" Type="http://schemas.openxmlformats.org/officeDocument/2006/relationships/slideLayout" Target="../slideLayouts/slideLayout942.xml"/><Relationship Id="rId13" Type="http://schemas.openxmlformats.org/officeDocument/2006/relationships/slideLayout" Target="../slideLayouts/slideLayout947.xml"/><Relationship Id="rId3" Type="http://schemas.openxmlformats.org/officeDocument/2006/relationships/slideLayout" Target="../slideLayouts/slideLayout937.xml"/><Relationship Id="rId7" Type="http://schemas.openxmlformats.org/officeDocument/2006/relationships/slideLayout" Target="../slideLayouts/slideLayout941.xml"/><Relationship Id="rId12" Type="http://schemas.openxmlformats.org/officeDocument/2006/relationships/slideLayout" Target="../slideLayouts/slideLayout946.xml"/><Relationship Id="rId17" Type="http://schemas.openxmlformats.org/officeDocument/2006/relationships/theme" Target="../theme/theme60.xml"/><Relationship Id="rId2" Type="http://schemas.openxmlformats.org/officeDocument/2006/relationships/slideLayout" Target="../slideLayouts/slideLayout936.xml"/><Relationship Id="rId16" Type="http://schemas.openxmlformats.org/officeDocument/2006/relationships/slideLayout" Target="../slideLayouts/slideLayout950.xml"/><Relationship Id="rId1" Type="http://schemas.openxmlformats.org/officeDocument/2006/relationships/slideLayout" Target="../slideLayouts/slideLayout935.xml"/><Relationship Id="rId6" Type="http://schemas.openxmlformats.org/officeDocument/2006/relationships/slideLayout" Target="../slideLayouts/slideLayout940.xml"/><Relationship Id="rId11" Type="http://schemas.openxmlformats.org/officeDocument/2006/relationships/slideLayout" Target="../slideLayouts/slideLayout945.xml"/><Relationship Id="rId5" Type="http://schemas.openxmlformats.org/officeDocument/2006/relationships/slideLayout" Target="../slideLayouts/slideLayout939.xml"/><Relationship Id="rId15" Type="http://schemas.openxmlformats.org/officeDocument/2006/relationships/slideLayout" Target="../slideLayouts/slideLayout949.xml"/><Relationship Id="rId10" Type="http://schemas.openxmlformats.org/officeDocument/2006/relationships/slideLayout" Target="../slideLayouts/slideLayout944.xml"/><Relationship Id="rId4" Type="http://schemas.openxmlformats.org/officeDocument/2006/relationships/slideLayout" Target="../slideLayouts/slideLayout938.xml"/><Relationship Id="rId9" Type="http://schemas.openxmlformats.org/officeDocument/2006/relationships/slideLayout" Target="../slideLayouts/slideLayout943.xml"/><Relationship Id="rId14" Type="http://schemas.openxmlformats.org/officeDocument/2006/relationships/slideLayout" Target="../slideLayouts/slideLayout948.xml"/></Relationships>
</file>

<file path=ppt/slideMasters/_rels/slideMaster61.xml.rels><?xml version="1.0" encoding="UTF-8" standalone="yes"?>
<Relationships xmlns="http://schemas.openxmlformats.org/package/2006/relationships"><Relationship Id="rId8" Type="http://schemas.openxmlformats.org/officeDocument/2006/relationships/slideLayout" Target="../slideLayouts/slideLayout958.xml"/><Relationship Id="rId13" Type="http://schemas.openxmlformats.org/officeDocument/2006/relationships/slideLayout" Target="../slideLayouts/slideLayout963.xml"/><Relationship Id="rId3" Type="http://schemas.openxmlformats.org/officeDocument/2006/relationships/slideLayout" Target="../slideLayouts/slideLayout953.xml"/><Relationship Id="rId7" Type="http://schemas.openxmlformats.org/officeDocument/2006/relationships/slideLayout" Target="../slideLayouts/slideLayout957.xml"/><Relationship Id="rId12" Type="http://schemas.openxmlformats.org/officeDocument/2006/relationships/slideLayout" Target="../slideLayouts/slideLayout962.xml"/><Relationship Id="rId17" Type="http://schemas.openxmlformats.org/officeDocument/2006/relationships/theme" Target="../theme/theme61.xml"/><Relationship Id="rId2" Type="http://schemas.openxmlformats.org/officeDocument/2006/relationships/slideLayout" Target="../slideLayouts/slideLayout952.xml"/><Relationship Id="rId16" Type="http://schemas.openxmlformats.org/officeDocument/2006/relationships/slideLayout" Target="../slideLayouts/slideLayout966.xml"/><Relationship Id="rId1" Type="http://schemas.openxmlformats.org/officeDocument/2006/relationships/slideLayout" Target="../slideLayouts/slideLayout951.xml"/><Relationship Id="rId6" Type="http://schemas.openxmlformats.org/officeDocument/2006/relationships/slideLayout" Target="../slideLayouts/slideLayout956.xml"/><Relationship Id="rId11" Type="http://schemas.openxmlformats.org/officeDocument/2006/relationships/slideLayout" Target="../slideLayouts/slideLayout961.xml"/><Relationship Id="rId5" Type="http://schemas.openxmlformats.org/officeDocument/2006/relationships/slideLayout" Target="../slideLayouts/slideLayout955.xml"/><Relationship Id="rId15" Type="http://schemas.openxmlformats.org/officeDocument/2006/relationships/slideLayout" Target="../slideLayouts/slideLayout965.xml"/><Relationship Id="rId10" Type="http://schemas.openxmlformats.org/officeDocument/2006/relationships/slideLayout" Target="../slideLayouts/slideLayout960.xml"/><Relationship Id="rId4" Type="http://schemas.openxmlformats.org/officeDocument/2006/relationships/slideLayout" Target="../slideLayouts/slideLayout954.xml"/><Relationship Id="rId9" Type="http://schemas.openxmlformats.org/officeDocument/2006/relationships/slideLayout" Target="../slideLayouts/slideLayout959.xml"/><Relationship Id="rId14" Type="http://schemas.openxmlformats.org/officeDocument/2006/relationships/slideLayout" Target="../slideLayouts/slideLayout964.xml"/></Relationships>
</file>

<file path=ppt/slideMasters/_rels/slideMaster62.xml.rels><?xml version="1.0" encoding="UTF-8" standalone="yes"?>
<Relationships xmlns="http://schemas.openxmlformats.org/package/2006/relationships"><Relationship Id="rId8" Type="http://schemas.openxmlformats.org/officeDocument/2006/relationships/slideLayout" Target="../slideLayouts/slideLayout974.xml"/><Relationship Id="rId13" Type="http://schemas.openxmlformats.org/officeDocument/2006/relationships/slideLayout" Target="../slideLayouts/slideLayout979.xml"/><Relationship Id="rId3" Type="http://schemas.openxmlformats.org/officeDocument/2006/relationships/slideLayout" Target="../slideLayouts/slideLayout969.xml"/><Relationship Id="rId7" Type="http://schemas.openxmlformats.org/officeDocument/2006/relationships/slideLayout" Target="../slideLayouts/slideLayout973.xml"/><Relationship Id="rId12" Type="http://schemas.openxmlformats.org/officeDocument/2006/relationships/slideLayout" Target="../slideLayouts/slideLayout978.xml"/><Relationship Id="rId17" Type="http://schemas.openxmlformats.org/officeDocument/2006/relationships/theme" Target="../theme/theme62.xml"/><Relationship Id="rId2" Type="http://schemas.openxmlformats.org/officeDocument/2006/relationships/slideLayout" Target="../slideLayouts/slideLayout968.xml"/><Relationship Id="rId16" Type="http://schemas.openxmlformats.org/officeDocument/2006/relationships/slideLayout" Target="../slideLayouts/slideLayout982.xml"/><Relationship Id="rId1" Type="http://schemas.openxmlformats.org/officeDocument/2006/relationships/slideLayout" Target="../slideLayouts/slideLayout967.xml"/><Relationship Id="rId6" Type="http://schemas.openxmlformats.org/officeDocument/2006/relationships/slideLayout" Target="../slideLayouts/slideLayout972.xml"/><Relationship Id="rId11" Type="http://schemas.openxmlformats.org/officeDocument/2006/relationships/slideLayout" Target="../slideLayouts/slideLayout977.xml"/><Relationship Id="rId5" Type="http://schemas.openxmlformats.org/officeDocument/2006/relationships/slideLayout" Target="../slideLayouts/slideLayout971.xml"/><Relationship Id="rId15" Type="http://schemas.openxmlformats.org/officeDocument/2006/relationships/slideLayout" Target="../slideLayouts/slideLayout981.xml"/><Relationship Id="rId10" Type="http://schemas.openxmlformats.org/officeDocument/2006/relationships/slideLayout" Target="../slideLayouts/slideLayout976.xml"/><Relationship Id="rId4" Type="http://schemas.openxmlformats.org/officeDocument/2006/relationships/slideLayout" Target="../slideLayouts/slideLayout970.xml"/><Relationship Id="rId9" Type="http://schemas.openxmlformats.org/officeDocument/2006/relationships/slideLayout" Target="../slideLayouts/slideLayout975.xml"/><Relationship Id="rId14" Type="http://schemas.openxmlformats.org/officeDocument/2006/relationships/slideLayout" Target="../slideLayouts/slideLayout98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1026" name="AutoShape 2"/>
          <p:cNvSpPr>
            <a:spLocks noChangeArrowheads="1"/>
          </p:cNvSpPr>
          <p:nvPr/>
        </p:nvSpPr>
        <p:spPr bwMode="auto">
          <a:xfrm>
            <a:off x="144463" y="161925"/>
            <a:ext cx="9791700" cy="6613525"/>
          </a:xfrm>
          <a:prstGeom prst="roundRect">
            <a:avLst>
              <a:gd name="adj" fmla="val 281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1027" name="Rectangle 3"/>
          <p:cNvSpPr>
            <a:spLocks noGrp="1" noChangeArrowheads="1"/>
          </p:cNvSpPr>
          <p:nvPr>
            <p:ph type="title" idx="4294967295"/>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1028" name="Rectangle 4"/>
          <p:cNvSpPr>
            <a:spLocks noGrp="1" noChangeArrowheads="1"/>
          </p:cNvSpPr>
          <p:nvPr>
            <p:ph type="body" idx="4294967295"/>
          </p:nvPr>
        </p:nvSpPr>
        <p:spPr bwMode="auto">
          <a:xfrm>
            <a:off x="503238" y="1728788"/>
            <a:ext cx="906938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2680"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p:cNvSpPr>
            <a:spLocks noGrp="1"/>
          </p:cNvSpPr>
          <p:nvPr>
            <p:ph type="dt"/>
          </p:nvPr>
        </p:nvSpPr>
        <p:spPr>
          <a:xfrm>
            <a:off x="144463" y="6886575"/>
            <a:ext cx="3094037" cy="519113"/>
          </a:xfrm>
          <a:prstGeom prst="rect">
            <a:avLst/>
          </a:prstGeom>
          <a:noFill/>
          <a:ln w="9525">
            <a:noFill/>
            <a:miter/>
          </a:ln>
        </p:spPr>
        <p:txBody>
          <a:bodyPr lIns="0" tIns="0" rIns="0" bIns="0"/>
          <a:lstStyle>
            <a:lvl1pPr eaLnBrk="1" hangingPunct="1">
              <a:lnSpc>
                <a:spcPct val="116000"/>
              </a:lnSpc>
              <a:buSzPct val="100000"/>
              <a:buFont typeface="Times New Roman" panose="02020603050405020304" pitchFamily="18" charset="0"/>
              <a:buNone/>
              <a:defRPr sz="1000" noProof="1">
                <a:latin typeface="Comic Sans MS" panose="030F0702030302020204" pitchFamily="2" charset="0"/>
                <a:ea typeface="宋体" panose="02010600030101010101" pitchFamily="2" charset="-122"/>
                <a:cs typeface="宋体" panose="02010600030101010101" pitchFamily="2" charset="-122"/>
              </a:defRPr>
            </a:lvl1pPr>
          </a:lstStyle>
          <a:p>
            <a:pPr>
              <a:defRPr/>
            </a:pPr>
            <a:endParaRPr lang="en-GB" altLang="en-US"/>
          </a:p>
        </p:txBody>
      </p:sp>
      <p:sp>
        <p:nvSpPr>
          <p:cNvPr id="1030" name="Rectangle 6"/>
          <p:cNvSpPr>
            <a:spLocks noGrp="1"/>
          </p:cNvSpPr>
          <p:nvPr>
            <p:ph type="ftr"/>
          </p:nvPr>
        </p:nvSpPr>
        <p:spPr>
          <a:xfrm>
            <a:off x="3448050" y="6886575"/>
            <a:ext cx="3194050" cy="519113"/>
          </a:xfrm>
          <a:prstGeom prst="rect">
            <a:avLst/>
          </a:prstGeom>
          <a:noFill/>
          <a:ln w="9525">
            <a:noFill/>
            <a:miter/>
          </a:ln>
        </p:spPr>
        <p:txBody>
          <a:bodyPr lIns="0" tIns="0" rIns="0" bIns="0"/>
          <a:lstStyle>
            <a:lvl1pPr algn="ctr" eaLnBrk="1" hangingPunct="1">
              <a:lnSpc>
                <a:spcPct val="116000"/>
              </a:lnSpc>
              <a:buSzPct val="100000"/>
              <a:buFont typeface="Times New Roman" panose="02020603050405020304" pitchFamily="18" charset="0"/>
              <a:buNone/>
              <a:defRPr sz="1000" noProof="1">
                <a:latin typeface="Comic Sans MS" panose="030F0702030302020204" pitchFamily="2" charset="0"/>
                <a:ea typeface="楷体" panose="02010609060101010101" pitchFamily="49" charset="-122"/>
                <a:cs typeface="+mn-cs"/>
              </a:defRPr>
            </a:lvl1pPr>
          </a:lstStyle>
          <a:p>
            <a:pPr>
              <a:defRPr/>
            </a:pPr>
            <a:endParaRPr lang="en-US" altLang="zh-CN"/>
          </a:p>
        </p:txBody>
      </p:sp>
      <p:sp>
        <p:nvSpPr>
          <p:cNvPr id="1031" name="Rectangle 7"/>
          <p:cNvSpPr>
            <a:spLocks noGrp="1"/>
          </p:cNvSpPr>
          <p:nvPr>
            <p:ph type="sldNum"/>
          </p:nvPr>
        </p:nvSpPr>
        <p:spPr>
          <a:xfrm>
            <a:off x="7227888" y="6886575"/>
            <a:ext cx="2346325" cy="519113"/>
          </a:xfrm>
          <a:prstGeom prst="rect">
            <a:avLst/>
          </a:prstGeom>
          <a:noFill/>
          <a:ln w="9525">
            <a:noFill/>
            <a:miter/>
          </a:ln>
        </p:spPr>
        <p:txBody>
          <a:bodyPr lIns="0" tIns="0" rIns="0" bIns="0"/>
          <a:lstStyle>
            <a:lvl1pPr algn="r" eaLnBrk="1" hangingPunct="1">
              <a:lnSpc>
                <a:spcPct val="116000"/>
              </a:lnSpc>
              <a:buSzPct val="100000"/>
              <a:buFont typeface="Times New Roman" panose="02020603050405020304" pitchFamily="18" charset="0"/>
              <a:buNone/>
              <a:defRPr sz="1200" noProof="1">
                <a:latin typeface="Comic Sans MS" panose="030F0702030302020204" pitchFamily="2" charset="0"/>
                <a:ea typeface="宋体" panose="02010600030101010101" pitchFamily="2" charset="-122"/>
                <a:cs typeface="宋体" panose="02010600030101010101" pitchFamily="2" charset="-122"/>
              </a:defRPr>
            </a:lvl1pPr>
          </a:lstStyle>
          <a:p>
            <a:pPr>
              <a:defRPr/>
            </a:pPr>
            <a:fld id="{2DB61AFD-6E43-4761-9FA8-3DA0DFF397A2}" type="slidenum">
              <a:rPr lang="en-GB" altLang="en-US"/>
              <a:pPr>
                <a:defRPr/>
              </a:pPr>
              <a:t>‹#›</a:t>
            </a:fld>
            <a:endParaRPr lang="en-GB" altLang="en-US"/>
          </a:p>
        </p:txBody>
      </p:sp>
      <p:sp>
        <p:nvSpPr>
          <p:cNvPr id="1032" name="Rectangle 8"/>
          <p:cNvSpPr>
            <a:spLocks noChangeArrowheads="1"/>
          </p:cNvSpPr>
          <p:nvPr/>
        </p:nvSpPr>
        <p:spPr bwMode="auto">
          <a:xfrm>
            <a:off x="1439863" y="1223963"/>
            <a:ext cx="8640762" cy="144462"/>
          </a:xfrm>
          <a:prstGeom prst="rect">
            <a:avLst/>
          </a:prstGeom>
          <a:gradFill rotWithShape="0">
            <a:gsLst>
              <a:gs pos="0">
                <a:srgbClr val="FFFFFF"/>
              </a:gs>
              <a:gs pos="100000">
                <a:srgbClr val="0047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1033"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8100" y="215900"/>
            <a:ext cx="93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7413" r:id="rId1"/>
    <p:sldLayoutId id="2147497414" r:id="rId2"/>
    <p:sldLayoutId id="2147497415" r:id="rId3"/>
    <p:sldLayoutId id="2147497416" r:id="rId4"/>
    <p:sldLayoutId id="2147497417" r:id="rId5"/>
    <p:sldLayoutId id="2147497418" r:id="rId6"/>
    <p:sldLayoutId id="2147497419" r:id="rId7"/>
    <p:sldLayoutId id="2147497420" r:id="rId8"/>
    <p:sldLayoutId id="2147497421" r:id="rId9"/>
    <p:sldLayoutId id="2147497422" r:id="rId10"/>
    <p:sldLayoutId id="2147497423" r:id="rId11"/>
  </p:sldLayoutIdLst>
  <p:hf hdr="0" ftr="0" dt="0"/>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宋体" panose="02010600030101010101" pitchFamily="2"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宋体" panose="02010600030101010101" pitchFamily="2" charset="-122"/>
        </a:defRPr>
      </a:lvl9pPr>
    </p:titleStyle>
    <p:body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宋体" panose="02010600030101010101" pitchFamily="2" charset="-122"/>
          <a:cs typeface="+mn-cs"/>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宋体" panose="02010600030101010101" pitchFamily="2" charset="-122"/>
          <a:cs typeface="+mn-cs"/>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宋体" panose="02010600030101010101" pitchFamily="2" charset="-122"/>
          <a:cs typeface="+mn-cs"/>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宋体" panose="02010600030101010101" pitchFamily="2" charset="-122"/>
          <a:cs typeface="+mn-cs"/>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宋体" panose="02010600030101010101" pitchFamily="2"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2050" name="AutoShape 2"/>
          <p:cNvSpPr>
            <a:spLocks noChangeArrowheads="1"/>
          </p:cNvSpPr>
          <p:nvPr/>
        </p:nvSpPr>
        <p:spPr bwMode="auto">
          <a:xfrm>
            <a:off x="-330200" y="5975350"/>
            <a:ext cx="2057400" cy="2160588"/>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1" name="AutoShape 3"/>
          <p:cNvSpPr>
            <a:spLocks noChangeArrowheads="1"/>
          </p:cNvSpPr>
          <p:nvPr/>
        </p:nvSpPr>
        <p:spPr bwMode="auto">
          <a:xfrm>
            <a:off x="4679950" y="296863"/>
            <a:ext cx="5256213" cy="6330950"/>
          </a:xfrm>
          <a:prstGeom prst="roundRect">
            <a:avLst>
              <a:gd name="adj" fmla="val 8264"/>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2" name="Rectangle 5"/>
          <p:cNvSpPr>
            <a:spLocks noChangeArrowheads="1"/>
          </p:cNvSpPr>
          <p:nvPr/>
        </p:nvSpPr>
        <p:spPr bwMode="auto">
          <a:xfrm>
            <a:off x="0" y="4356100"/>
            <a:ext cx="8496300" cy="1584325"/>
          </a:xfrm>
          <a:prstGeom prst="rect">
            <a:avLst/>
          </a:prstGeom>
          <a:gradFill rotWithShape="0">
            <a:gsLst>
              <a:gs pos="0">
                <a:srgbClr val="0047FF"/>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3" name="Rectangle 6"/>
          <p:cNvSpPr>
            <a:spLocks noGrp="1" noChangeArrowheads="1"/>
          </p:cNvSpPr>
          <p:nvPr>
            <p:ph type="title" idx="4294967295"/>
          </p:nvPr>
        </p:nvSpPr>
        <p:spPr bwMode="auto">
          <a:xfrm>
            <a:off x="504825" y="4500563"/>
            <a:ext cx="74866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2054" name="Rectangle 7"/>
          <p:cNvSpPr>
            <a:spLocks noGrp="1" noChangeArrowheads="1"/>
          </p:cNvSpPr>
          <p:nvPr>
            <p:ph type="body" idx="4294967295"/>
          </p:nvPr>
        </p:nvSpPr>
        <p:spPr bwMode="auto">
          <a:xfrm>
            <a:off x="4967288" y="1944688"/>
            <a:ext cx="4606925"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8224"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2055" name="AutoShape 8"/>
          <p:cNvSpPr>
            <a:spLocks noChangeArrowheads="1"/>
          </p:cNvSpPr>
          <p:nvPr/>
        </p:nvSpPr>
        <p:spPr bwMode="auto">
          <a:xfrm>
            <a:off x="-185738" y="-257175"/>
            <a:ext cx="2057401" cy="2130425"/>
          </a:xfrm>
          <a:prstGeom prst="roundRect">
            <a:avLst>
              <a:gd name="adj" fmla="val 16667"/>
            </a:avLst>
          </a:prstGeom>
          <a:gradFill rotWithShape="0">
            <a:gsLst>
              <a:gs pos="0">
                <a:srgbClr val="CCFFFF">
                  <a:alpha val="50000"/>
                </a:srgbClr>
              </a:gs>
              <a:gs pos="100000">
                <a:srgbClr val="FFFFFF">
                  <a:alpha val="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6" name="AutoShape 9"/>
          <p:cNvSpPr>
            <a:spLocks noChangeArrowheads="1"/>
          </p:cNvSpPr>
          <p:nvPr/>
        </p:nvSpPr>
        <p:spPr bwMode="auto">
          <a:xfrm>
            <a:off x="1079500" y="-376238"/>
            <a:ext cx="1295400" cy="1239838"/>
          </a:xfrm>
          <a:prstGeom prst="roundRect">
            <a:avLst>
              <a:gd name="adj" fmla="val 16667"/>
            </a:avLst>
          </a:prstGeom>
          <a:gradFill rotWithShape="0">
            <a:gsLst>
              <a:gs pos="0">
                <a:srgbClr val="FFFF99">
                  <a:alpha val="50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7" name="AutoShape 10"/>
          <p:cNvSpPr>
            <a:spLocks noChangeArrowheads="1"/>
          </p:cNvSpPr>
          <p:nvPr/>
        </p:nvSpPr>
        <p:spPr bwMode="auto">
          <a:xfrm>
            <a:off x="-330200" y="1152525"/>
            <a:ext cx="4146550" cy="1295400"/>
          </a:xfrm>
          <a:prstGeom prst="roundRect">
            <a:avLst>
              <a:gd name="adj" fmla="val 16667"/>
            </a:avLst>
          </a:prstGeom>
          <a:solidFill>
            <a:srgbClr val="FFFFFF"/>
          </a:solidFill>
          <a:ln>
            <a:noFill/>
          </a:ln>
          <a:effectLst>
            <a:outerShdw dist="101823" dir="2700000" algn="ctr" rotWithShape="0">
              <a:srgbClr val="C0C0C0">
                <a:alpha val="25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8" name="AutoShape 11"/>
          <p:cNvSpPr>
            <a:spLocks noChangeArrowheads="1"/>
          </p:cNvSpPr>
          <p:nvPr/>
        </p:nvSpPr>
        <p:spPr bwMode="auto">
          <a:xfrm flipH="1" flipV="1">
            <a:off x="9361488" y="-936625"/>
            <a:ext cx="2087562" cy="2105025"/>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2059"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6625" y="1116013"/>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AutoShape 4"/>
          <p:cNvSpPr>
            <a:spLocks noChangeArrowheads="1"/>
          </p:cNvSpPr>
          <p:nvPr userDrawn="1"/>
        </p:nvSpPr>
        <p:spPr bwMode="auto">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97363" r:id="rId1"/>
    <p:sldLayoutId id="2147497364" r:id="rId2"/>
    <p:sldLayoutId id="2147497365" r:id="rId3"/>
    <p:sldLayoutId id="2147497366" r:id="rId4"/>
    <p:sldLayoutId id="2147497367" r:id="rId5"/>
    <p:sldLayoutId id="2147497368" r:id="rId6"/>
    <p:sldLayoutId id="2147497369" r:id="rId7"/>
    <p:sldLayoutId id="2147497370" r:id="rId8"/>
    <p:sldLayoutId id="2147497371" r:id="rId9"/>
    <p:sldLayoutId id="2147497372" r:id="rId10"/>
    <p:sldLayoutId id="2147497373" r:id="rId11"/>
  </p:sldLayoutIdLst>
  <p:hf hdr="0" ftr="0" dt="0"/>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b="1" kern="1200">
          <a:solidFill>
            <a:srgbClr val="FFFFFF"/>
          </a:solidFill>
          <a:latin typeface="+mj-lt"/>
          <a:ea typeface="宋体" panose="02010600030101010101" pitchFamily="2"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宋体" panose="02010600030101010101" pitchFamily="2" charset="-122"/>
        </a:defRPr>
      </a:lvl9pPr>
    </p:titleStyle>
    <p:bodyStyle>
      <a:lvl1pPr marL="342900" indent="-342900" algn="l" defTabSz="449263" rtl="0" eaLnBrk="0" fontAlgn="base" hangingPunct="0">
        <a:lnSpc>
          <a:spcPct val="93000"/>
        </a:lnSpc>
        <a:spcBef>
          <a:spcPct val="0"/>
        </a:spcBef>
        <a:spcAft>
          <a:spcPts val="1425"/>
        </a:spcAft>
        <a:buSzPct val="100000"/>
        <a:buFont typeface="Times New Roman" panose="02020603050405020304" pitchFamily="18" charset="0"/>
        <a:buChar char="•"/>
        <a:defRPr sz="3200" kern="1200">
          <a:solidFill>
            <a:srgbClr val="000000"/>
          </a:solidFill>
          <a:latin typeface="+mn-lt"/>
          <a:ea typeface="宋体" panose="02010600030101010101" pitchFamily="2" charset="-122"/>
          <a:cs typeface="+mn-cs"/>
        </a:defRPr>
      </a:lvl1pPr>
      <a:lvl2pPr marL="742950" lvl="1" indent="-285750" algn="l" defTabSz="449263" rtl="0" eaLnBrk="0" fontAlgn="base" hangingPunct="0">
        <a:lnSpc>
          <a:spcPct val="93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宋体" panose="02010600030101010101" pitchFamily="2" charset="-122"/>
          <a:cs typeface="+mn-cs"/>
        </a:defRPr>
      </a:lvl2pPr>
      <a:lvl3pPr marL="1143000" lvl="2" indent="-228600" algn="l" defTabSz="449263" rtl="0" eaLnBrk="0" fontAlgn="base" hangingPunct="0">
        <a:lnSpc>
          <a:spcPct val="93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宋体" panose="02010600030101010101" pitchFamily="2" charset="-122"/>
          <a:cs typeface="+mn-cs"/>
        </a:defRPr>
      </a:lvl3pPr>
      <a:lvl4pPr marL="1600200" lvl="3" indent="-228600" algn="l" defTabSz="449263" rtl="0" eaLnBrk="0" fontAlgn="base" hangingPunct="0">
        <a:lnSpc>
          <a:spcPct val="93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宋体" panose="02010600030101010101" pitchFamily="2" charset="-122"/>
          <a:cs typeface="+mn-cs"/>
        </a:defRPr>
      </a:lvl4pPr>
      <a:lvl5pPr marL="2057400" lvl="4" indent="-228600" algn="l" defTabSz="449263" rtl="0" eaLnBrk="0" fontAlgn="base" hangingPunct="0">
        <a:lnSpc>
          <a:spcPct val="93000"/>
        </a:lnSpc>
        <a:spcBef>
          <a:spcPct val="0"/>
        </a:spcBef>
        <a:spcAft>
          <a:spcPts val="288"/>
        </a:spcAft>
        <a:buSzPct val="100000"/>
        <a:buFont typeface="Times New Roman" panose="02020603050405020304" pitchFamily="18" charset="0"/>
        <a:buChar char="»"/>
        <a:defRPr sz="2000" kern="1200">
          <a:solidFill>
            <a:srgbClr val="000000"/>
          </a:solidFill>
          <a:latin typeface="+mn-lt"/>
          <a:ea typeface="宋体" panose="02010600030101010101" pitchFamily="2" charset="-122"/>
          <a:cs typeface="+mn-cs"/>
        </a:defRPr>
      </a:lvl5pPr>
      <a:lvl6pPr marL="2514600" lvl="5"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6pPr>
      <a:lvl7pPr marL="2971800" lvl="6"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7pPr>
      <a:lvl8pPr marL="3429000" lvl="7"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8pPr>
      <a:lvl9pPr marL="3886200" lvl="8"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84FF3525-07DB-4435-9A63-229DCDE1066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424" r:id="rId1"/>
    <p:sldLayoutId id="2147497425" r:id="rId2"/>
    <p:sldLayoutId id="2147497426" r:id="rId3"/>
    <p:sldLayoutId id="2147497427" r:id="rId4"/>
    <p:sldLayoutId id="2147497428" r:id="rId5"/>
    <p:sldLayoutId id="2147497429" r:id="rId6"/>
    <p:sldLayoutId id="2147497430" r:id="rId7"/>
    <p:sldLayoutId id="2147497431" r:id="rId8"/>
    <p:sldLayoutId id="2147497432" r:id="rId9"/>
    <p:sldLayoutId id="2147497433" r:id="rId10"/>
    <p:sldLayoutId id="2147497434" r:id="rId11"/>
    <p:sldLayoutId id="2147497435" r:id="rId12"/>
    <p:sldLayoutId id="2147497436" r:id="rId13"/>
    <p:sldLayoutId id="2147497437" r:id="rId14"/>
    <p:sldLayoutId id="2147497438" r:id="rId15"/>
    <p:sldLayoutId id="214749743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F2BF2F9B-FEDB-472C-938C-BE1C53DEF1A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440" r:id="rId1"/>
    <p:sldLayoutId id="2147497441" r:id="rId2"/>
    <p:sldLayoutId id="2147497442" r:id="rId3"/>
    <p:sldLayoutId id="2147497443" r:id="rId4"/>
    <p:sldLayoutId id="2147497444" r:id="rId5"/>
    <p:sldLayoutId id="2147497445" r:id="rId6"/>
    <p:sldLayoutId id="2147497446" r:id="rId7"/>
    <p:sldLayoutId id="2147497447" r:id="rId8"/>
    <p:sldLayoutId id="2147497448" r:id="rId9"/>
    <p:sldLayoutId id="2147497449" r:id="rId10"/>
    <p:sldLayoutId id="2147497450" r:id="rId11"/>
    <p:sldLayoutId id="2147497451" r:id="rId12"/>
    <p:sldLayoutId id="2147497452" r:id="rId13"/>
    <p:sldLayoutId id="2147497453" r:id="rId14"/>
    <p:sldLayoutId id="2147497454" r:id="rId15"/>
    <p:sldLayoutId id="214749745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12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BA950B2E-FDC5-485D-B3CE-AAB04FECD85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456" r:id="rId1"/>
    <p:sldLayoutId id="2147497457" r:id="rId2"/>
    <p:sldLayoutId id="2147497458" r:id="rId3"/>
    <p:sldLayoutId id="2147497459" r:id="rId4"/>
    <p:sldLayoutId id="2147497460" r:id="rId5"/>
    <p:sldLayoutId id="2147497461" r:id="rId6"/>
    <p:sldLayoutId id="2147497462" r:id="rId7"/>
    <p:sldLayoutId id="2147497463" r:id="rId8"/>
    <p:sldLayoutId id="2147497464" r:id="rId9"/>
    <p:sldLayoutId id="2147497465" r:id="rId10"/>
    <p:sldLayoutId id="2147497466" r:id="rId11"/>
    <p:sldLayoutId id="2147497467" r:id="rId12"/>
    <p:sldLayoutId id="2147497468" r:id="rId13"/>
    <p:sldLayoutId id="2147497469" r:id="rId14"/>
    <p:sldLayoutId id="2147497470" r:id="rId15"/>
    <p:sldLayoutId id="214749747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14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885F9B5C-1000-4735-B05D-2FB05975A776}"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472" r:id="rId1"/>
    <p:sldLayoutId id="2147497473" r:id="rId2"/>
    <p:sldLayoutId id="2147497474" r:id="rId3"/>
    <p:sldLayoutId id="2147497475" r:id="rId4"/>
    <p:sldLayoutId id="2147497476" r:id="rId5"/>
    <p:sldLayoutId id="2147497477" r:id="rId6"/>
    <p:sldLayoutId id="2147497478" r:id="rId7"/>
    <p:sldLayoutId id="2147497479" r:id="rId8"/>
    <p:sldLayoutId id="2147497480" r:id="rId9"/>
    <p:sldLayoutId id="2147497481" r:id="rId10"/>
    <p:sldLayoutId id="2147497482" r:id="rId11"/>
    <p:sldLayoutId id="2147497483" r:id="rId12"/>
    <p:sldLayoutId id="2147497484" r:id="rId13"/>
    <p:sldLayoutId id="2147497485" r:id="rId14"/>
    <p:sldLayoutId id="2147497486" r:id="rId15"/>
    <p:sldLayoutId id="214749748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717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004D86EF-63BC-4FCC-9109-F093BA8AE6B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488" r:id="rId1"/>
    <p:sldLayoutId id="2147497489" r:id="rId2"/>
    <p:sldLayoutId id="2147497490" r:id="rId3"/>
    <p:sldLayoutId id="2147497491" r:id="rId4"/>
    <p:sldLayoutId id="2147497492" r:id="rId5"/>
    <p:sldLayoutId id="2147497493" r:id="rId6"/>
    <p:sldLayoutId id="2147497494" r:id="rId7"/>
    <p:sldLayoutId id="2147497495" r:id="rId8"/>
    <p:sldLayoutId id="2147497496" r:id="rId9"/>
    <p:sldLayoutId id="2147497497" r:id="rId10"/>
    <p:sldLayoutId id="2147497498" r:id="rId11"/>
    <p:sldLayoutId id="2147497499" r:id="rId12"/>
    <p:sldLayoutId id="2147497500" r:id="rId13"/>
    <p:sldLayoutId id="2147497501" r:id="rId14"/>
    <p:sldLayoutId id="2147497502" r:id="rId15"/>
    <p:sldLayoutId id="214749750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819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buFont typeface="Times New Roman" panose="02020603050405020304" pitchFamily="18" charset="0"/>
              <a:buNone/>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buFont typeface="Times New Roman" panose="02020603050405020304" pitchFamily="18" charset="0"/>
              <a:buNone/>
              <a:defRPr sz="1323" b="0">
                <a:solidFill>
                  <a:srgbClr val="4F81BD"/>
                </a:solidFill>
                <a:latin typeface="+mn-lt"/>
                <a:ea typeface="+mn-ea"/>
              </a:defRPr>
            </a:lvl1pPr>
          </a:lstStyle>
          <a:p>
            <a:pPr>
              <a:defRPr/>
            </a:pPr>
            <a:fld id="{5CEFC8D2-4282-4FA5-A3C7-8CCA486CFD9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04" r:id="rId1"/>
    <p:sldLayoutId id="2147497505" r:id="rId2"/>
    <p:sldLayoutId id="2147497506" r:id="rId3"/>
    <p:sldLayoutId id="2147497507" r:id="rId4"/>
    <p:sldLayoutId id="2147497508" r:id="rId5"/>
    <p:sldLayoutId id="2147497509" r:id="rId6"/>
    <p:sldLayoutId id="2147497510" r:id="rId7"/>
    <p:sldLayoutId id="2147497511" r:id="rId8"/>
    <p:sldLayoutId id="2147497512" r:id="rId9"/>
    <p:sldLayoutId id="2147497513" r:id="rId10"/>
    <p:sldLayoutId id="2147497514" r:id="rId11"/>
    <p:sldLayoutId id="2147497515" r:id="rId12"/>
    <p:sldLayoutId id="2147497516" r:id="rId13"/>
    <p:sldLayoutId id="2147497517" r:id="rId14"/>
    <p:sldLayoutId id="2147497518" r:id="rId15"/>
    <p:sldLayoutId id="214749751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921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163E6E54-16AD-4A7F-B2F5-A59911E64973}"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20" r:id="rId1"/>
    <p:sldLayoutId id="2147497521" r:id="rId2"/>
    <p:sldLayoutId id="2147497522" r:id="rId3"/>
    <p:sldLayoutId id="2147497523" r:id="rId4"/>
    <p:sldLayoutId id="2147497524" r:id="rId5"/>
    <p:sldLayoutId id="2147497525" r:id="rId6"/>
    <p:sldLayoutId id="2147497526" r:id="rId7"/>
    <p:sldLayoutId id="2147497527" r:id="rId8"/>
    <p:sldLayoutId id="2147497528" r:id="rId9"/>
    <p:sldLayoutId id="2147497529" r:id="rId10"/>
    <p:sldLayoutId id="2147497530" r:id="rId11"/>
    <p:sldLayoutId id="2147497531" r:id="rId12"/>
    <p:sldLayoutId id="2147497532" r:id="rId13"/>
    <p:sldLayoutId id="2147497533" r:id="rId14"/>
    <p:sldLayoutId id="2147497534" r:id="rId15"/>
    <p:sldLayoutId id="214749753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4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0E5DFBFE-4737-450D-8B50-130A7100FA0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36" r:id="rId1"/>
    <p:sldLayoutId id="2147497537" r:id="rId2"/>
    <p:sldLayoutId id="2147497538" r:id="rId3"/>
    <p:sldLayoutId id="2147497539" r:id="rId4"/>
    <p:sldLayoutId id="2147497540" r:id="rId5"/>
    <p:sldLayoutId id="2147497541" r:id="rId6"/>
    <p:sldLayoutId id="2147497542" r:id="rId7"/>
    <p:sldLayoutId id="2147497543" r:id="rId8"/>
    <p:sldLayoutId id="2147497544" r:id="rId9"/>
    <p:sldLayoutId id="2147497545" r:id="rId10"/>
    <p:sldLayoutId id="2147497546" r:id="rId11"/>
    <p:sldLayoutId id="2147497547" r:id="rId12"/>
    <p:sldLayoutId id="2147497548" r:id="rId13"/>
    <p:sldLayoutId id="2147497549" r:id="rId14"/>
    <p:sldLayoutId id="2147497550" r:id="rId15"/>
    <p:sldLayoutId id="214749755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126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5DD1A71A-731C-4AA3-A831-A323C196A097}"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52" r:id="rId1"/>
    <p:sldLayoutId id="2147497553" r:id="rId2"/>
    <p:sldLayoutId id="2147497554" r:id="rId3"/>
    <p:sldLayoutId id="2147497555" r:id="rId4"/>
    <p:sldLayoutId id="2147497556" r:id="rId5"/>
    <p:sldLayoutId id="2147497557" r:id="rId6"/>
    <p:sldLayoutId id="2147497558" r:id="rId7"/>
    <p:sldLayoutId id="2147497559" r:id="rId8"/>
    <p:sldLayoutId id="2147497560" r:id="rId9"/>
    <p:sldLayoutId id="2147497561" r:id="rId10"/>
    <p:sldLayoutId id="2147497562" r:id="rId11"/>
    <p:sldLayoutId id="2147497563" r:id="rId12"/>
    <p:sldLayoutId id="2147497564" r:id="rId13"/>
    <p:sldLayoutId id="2147497565" r:id="rId14"/>
    <p:sldLayoutId id="2147497566" r:id="rId15"/>
    <p:sldLayoutId id="214749756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29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229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DAB084C7-16FA-4F13-BB1E-1D42FACA86C9}"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68" r:id="rId1"/>
    <p:sldLayoutId id="2147497569" r:id="rId2"/>
    <p:sldLayoutId id="2147497570" r:id="rId3"/>
    <p:sldLayoutId id="2147497571" r:id="rId4"/>
    <p:sldLayoutId id="2147497572" r:id="rId5"/>
    <p:sldLayoutId id="2147497573" r:id="rId6"/>
    <p:sldLayoutId id="2147497574" r:id="rId7"/>
    <p:sldLayoutId id="2147497575" r:id="rId8"/>
    <p:sldLayoutId id="2147497576" r:id="rId9"/>
    <p:sldLayoutId id="2147497577" r:id="rId10"/>
    <p:sldLayoutId id="2147497578" r:id="rId11"/>
    <p:sldLayoutId id="2147497579" r:id="rId12"/>
    <p:sldLayoutId id="2147497580" r:id="rId13"/>
    <p:sldLayoutId id="2147497581" r:id="rId14"/>
    <p:sldLayoutId id="2147497582" r:id="rId15"/>
    <p:sldLayoutId id="214749758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331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4BBBD28-618E-4904-A712-93ACD77DF26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584" r:id="rId1"/>
    <p:sldLayoutId id="2147497585" r:id="rId2"/>
    <p:sldLayoutId id="2147497586" r:id="rId3"/>
    <p:sldLayoutId id="2147497587" r:id="rId4"/>
    <p:sldLayoutId id="2147497588" r:id="rId5"/>
    <p:sldLayoutId id="2147497589" r:id="rId6"/>
    <p:sldLayoutId id="2147497590" r:id="rId7"/>
    <p:sldLayoutId id="2147497591" r:id="rId8"/>
    <p:sldLayoutId id="2147497592" r:id="rId9"/>
    <p:sldLayoutId id="2147497593" r:id="rId10"/>
    <p:sldLayoutId id="2147497594" r:id="rId11"/>
    <p:sldLayoutId id="2147497595" r:id="rId12"/>
    <p:sldLayoutId id="2147497596" r:id="rId13"/>
    <p:sldLayoutId id="2147497597" r:id="rId14"/>
    <p:sldLayoutId id="2147497598" r:id="rId15"/>
    <p:sldLayoutId id="214749759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433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BA75FA95-5C8C-4B5D-BC20-FF2B3F5BF8C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00" r:id="rId1"/>
    <p:sldLayoutId id="2147497601" r:id="rId2"/>
    <p:sldLayoutId id="2147497602" r:id="rId3"/>
    <p:sldLayoutId id="2147497603" r:id="rId4"/>
    <p:sldLayoutId id="2147497604" r:id="rId5"/>
    <p:sldLayoutId id="2147497605" r:id="rId6"/>
    <p:sldLayoutId id="2147497606" r:id="rId7"/>
    <p:sldLayoutId id="2147497607" r:id="rId8"/>
    <p:sldLayoutId id="2147497608" r:id="rId9"/>
    <p:sldLayoutId id="2147497609" r:id="rId10"/>
    <p:sldLayoutId id="2147497610" r:id="rId11"/>
    <p:sldLayoutId id="2147497611" r:id="rId12"/>
    <p:sldLayoutId id="2147497612" r:id="rId13"/>
    <p:sldLayoutId id="2147497613" r:id="rId14"/>
    <p:sldLayoutId id="2147497614" r:id="rId15"/>
    <p:sldLayoutId id="214749761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536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192554A-2F11-4700-9286-4F203DF801A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16" r:id="rId1"/>
    <p:sldLayoutId id="2147497617" r:id="rId2"/>
    <p:sldLayoutId id="2147497618" r:id="rId3"/>
    <p:sldLayoutId id="2147497619" r:id="rId4"/>
    <p:sldLayoutId id="2147497620" r:id="rId5"/>
    <p:sldLayoutId id="2147497621" r:id="rId6"/>
    <p:sldLayoutId id="2147497622" r:id="rId7"/>
    <p:sldLayoutId id="2147497623" r:id="rId8"/>
    <p:sldLayoutId id="2147497624" r:id="rId9"/>
    <p:sldLayoutId id="2147497625" r:id="rId10"/>
    <p:sldLayoutId id="2147497626" r:id="rId11"/>
    <p:sldLayoutId id="2147497627" r:id="rId12"/>
    <p:sldLayoutId id="2147497628" r:id="rId13"/>
    <p:sldLayoutId id="2147497629" r:id="rId14"/>
    <p:sldLayoutId id="2147497630" r:id="rId15"/>
    <p:sldLayoutId id="214749763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38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638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81B987B7-1926-446D-B060-06C85A70129B}"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32" r:id="rId1"/>
    <p:sldLayoutId id="2147497633" r:id="rId2"/>
    <p:sldLayoutId id="2147497634" r:id="rId3"/>
    <p:sldLayoutId id="2147497635" r:id="rId4"/>
    <p:sldLayoutId id="2147497636" r:id="rId5"/>
    <p:sldLayoutId id="2147497637" r:id="rId6"/>
    <p:sldLayoutId id="2147497638" r:id="rId7"/>
    <p:sldLayoutId id="2147497639" r:id="rId8"/>
    <p:sldLayoutId id="2147497640" r:id="rId9"/>
    <p:sldLayoutId id="2147497641" r:id="rId10"/>
    <p:sldLayoutId id="2147497642" r:id="rId11"/>
    <p:sldLayoutId id="2147497643" r:id="rId12"/>
    <p:sldLayoutId id="2147497644" r:id="rId13"/>
    <p:sldLayoutId id="2147497645" r:id="rId14"/>
    <p:sldLayoutId id="2147497646" r:id="rId15"/>
    <p:sldLayoutId id="214749764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741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E831B1B4-9115-4D5C-9E06-48E8AC67566F}"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48" r:id="rId1"/>
    <p:sldLayoutId id="2147497649" r:id="rId2"/>
    <p:sldLayoutId id="2147497650" r:id="rId3"/>
    <p:sldLayoutId id="2147497651" r:id="rId4"/>
    <p:sldLayoutId id="2147497652" r:id="rId5"/>
    <p:sldLayoutId id="2147497653" r:id="rId6"/>
    <p:sldLayoutId id="2147497654" r:id="rId7"/>
    <p:sldLayoutId id="2147497655" r:id="rId8"/>
    <p:sldLayoutId id="2147497656" r:id="rId9"/>
    <p:sldLayoutId id="2147497657" r:id="rId10"/>
    <p:sldLayoutId id="2147497658" r:id="rId11"/>
    <p:sldLayoutId id="2147497659" r:id="rId12"/>
    <p:sldLayoutId id="2147497660" r:id="rId13"/>
    <p:sldLayoutId id="2147497661" r:id="rId14"/>
    <p:sldLayoutId id="2147497662" r:id="rId15"/>
    <p:sldLayoutId id="214749766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43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843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EC094AF4-254E-4B55-B21F-8D488C86156E}"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64" r:id="rId1"/>
    <p:sldLayoutId id="2147497665" r:id="rId2"/>
    <p:sldLayoutId id="2147497666" r:id="rId3"/>
    <p:sldLayoutId id="2147497667" r:id="rId4"/>
    <p:sldLayoutId id="2147497668" r:id="rId5"/>
    <p:sldLayoutId id="2147497669" r:id="rId6"/>
    <p:sldLayoutId id="2147497670" r:id="rId7"/>
    <p:sldLayoutId id="2147497671" r:id="rId8"/>
    <p:sldLayoutId id="2147497672" r:id="rId9"/>
    <p:sldLayoutId id="2147497673" r:id="rId10"/>
    <p:sldLayoutId id="2147497674" r:id="rId11"/>
    <p:sldLayoutId id="2147497675" r:id="rId12"/>
    <p:sldLayoutId id="2147497676" r:id="rId13"/>
    <p:sldLayoutId id="2147497677" r:id="rId14"/>
    <p:sldLayoutId id="2147497678" r:id="rId15"/>
    <p:sldLayoutId id="214749767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45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945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671185FE-4F3E-46F1-A189-1FC7F897728C}"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80" r:id="rId1"/>
    <p:sldLayoutId id="2147497681" r:id="rId2"/>
    <p:sldLayoutId id="2147497682" r:id="rId3"/>
    <p:sldLayoutId id="2147497683" r:id="rId4"/>
    <p:sldLayoutId id="2147497684" r:id="rId5"/>
    <p:sldLayoutId id="2147497685" r:id="rId6"/>
    <p:sldLayoutId id="2147497686" r:id="rId7"/>
    <p:sldLayoutId id="2147497687" r:id="rId8"/>
    <p:sldLayoutId id="2147497688" r:id="rId9"/>
    <p:sldLayoutId id="2147497689" r:id="rId10"/>
    <p:sldLayoutId id="2147497690" r:id="rId11"/>
    <p:sldLayoutId id="2147497691" r:id="rId12"/>
    <p:sldLayoutId id="2147497692" r:id="rId13"/>
    <p:sldLayoutId id="2147497693" r:id="rId14"/>
    <p:sldLayoutId id="2147497694" r:id="rId15"/>
    <p:sldLayoutId id="214749769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048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7F1874E0-8257-4B0C-A20E-425256AADF3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696" r:id="rId1"/>
    <p:sldLayoutId id="2147497697" r:id="rId2"/>
    <p:sldLayoutId id="2147497698" r:id="rId3"/>
    <p:sldLayoutId id="2147497699" r:id="rId4"/>
    <p:sldLayoutId id="2147497700" r:id="rId5"/>
    <p:sldLayoutId id="2147497701" r:id="rId6"/>
    <p:sldLayoutId id="2147497702" r:id="rId7"/>
    <p:sldLayoutId id="2147497703" r:id="rId8"/>
    <p:sldLayoutId id="2147497704" r:id="rId9"/>
    <p:sldLayoutId id="2147497705" r:id="rId10"/>
    <p:sldLayoutId id="2147497706" r:id="rId11"/>
    <p:sldLayoutId id="2147497707" r:id="rId12"/>
    <p:sldLayoutId id="2147497708" r:id="rId13"/>
    <p:sldLayoutId id="2147497709" r:id="rId14"/>
    <p:sldLayoutId id="2147497710" r:id="rId15"/>
    <p:sldLayoutId id="214749771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150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150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B14C9A92-4F20-454E-8227-48F8BDFE7E9A}"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712" r:id="rId1"/>
    <p:sldLayoutId id="2147497713" r:id="rId2"/>
    <p:sldLayoutId id="2147497714" r:id="rId3"/>
    <p:sldLayoutId id="2147497715" r:id="rId4"/>
    <p:sldLayoutId id="2147497716" r:id="rId5"/>
    <p:sldLayoutId id="2147497717" r:id="rId6"/>
    <p:sldLayoutId id="2147497718" r:id="rId7"/>
    <p:sldLayoutId id="2147497719" r:id="rId8"/>
    <p:sldLayoutId id="2147497720" r:id="rId9"/>
    <p:sldLayoutId id="2147497721" r:id="rId10"/>
    <p:sldLayoutId id="2147497722" r:id="rId11"/>
    <p:sldLayoutId id="2147497723" r:id="rId12"/>
    <p:sldLayoutId id="2147497724" r:id="rId13"/>
    <p:sldLayoutId id="2147497725" r:id="rId14"/>
    <p:sldLayoutId id="2147497726" r:id="rId15"/>
    <p:sldLayoutId id="214749772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253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8F52DCC6-689E-4A7A-A227-563628CA038F}"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728" r:id="rId1"/>
    <p:sldLayoutId id="2147497729" r:id="rId2"/>
    <p:sldLayoutId id="2147497730" r:id="rId3"/>
    <p:sldLayoutId id="2147497731" r:id="rId4"/>
    <p:sldLayoutId id="2147497732" r:id="rId5"/>
    <p:sldLayoutId id="2147497733" r:id="rId6"/>
    <p:sldLayoutId id="2147497734" r:id="rId7"/>
    <p:sldLayoutId id="2147497735" r:id="rId8"/>
    <p:sldLayoutId id="2147497736" r:id="rId9"/>
    <p:sldLayoutId id="2147497737" r:id="rId10"/>
    <p:sldLayoutId id="2147497738" r:id="rId11"/>
    <p:sldLayoutId id="2147497739" r:id="rId12"/>
    <p:sldLayoutId id="2147497740" r:id="rId13"/>
    <p:sldLayoutId id="2147497741" r:id="rId14"/>
    <p:sldLayoutId id="2147497742" r:id="rId15"/>
    <p:sldLayoutId id="214749774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55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355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CCF809EA-606A-4849-9D32-58996E6D3D7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744" r:id="rId1"/>
    <p:sldLayoutId id="2147497745" r:id="rId2"/>
    <p:sldLayoutId id="2147497746" r:id="rId3"/>
    <p:sldLayoutId id="2147497747" r:id="rId4"/>
    <p:sldLayoutId id="2147497748" r:id="rId5"/>
    <p:sldLayoutId id="2147497749" r:id="rId6"/>
    <p:sldLayoutId id="2147497750" r:id="rId7"/>
    <p:sldLayoutId id="2147497751" r:id="rId8"/>
    <p:sldLayoutId id="2147497752" r:id="rId9"/>
    <p:sldLayoutId id="2147497753" r:id="rId10"/>
    <p:sldLayoutId id="2147497754" r:id="rId11"/>
    <p:sldLayoutId id="2147497755" r:id="rId12"/>
    <p:sldLayoutId id="2147497756" r:id="rId13"/>
    <p:sldLayoutId id="2147497757" r:id="rId14"/>
    <p:sldLayoutId id="2147497758" r:id="rId15"/>
    <p:sldLayoutId id="214749775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457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457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8B275957-6070-4C31-8E50-2FB2C362FB3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760" r:id="rId1"/>
    <p:sldLayoutId id="2147497761" r:id="rId2"/>
    <p:sldLayoutId id="2147497762" r:id="rId3"/>
    <p:sldLayoutId id="2147497763" r:id="rId4"/>
    <p:sldLayoutId id="2147497764" r:id="rId5"/>
    <p:sldLayoutId id="2147497765" r:id="rId6"/>
    <p:sldLayoutId id="2147497766" r:id="rId7"/>
    <p:sldLayoutId id="2147497767" r:id="rId8"/>
    <p:sldLayoutId id="2147497768" r:id="rId9"/>
    <p:sldLayoutId id="2147497769" r:id="rId10"/>
    <p:sldLayoutId id="2147497770" r:id="rId11"/>
    <p:sldLayoutId id="2147497771" r:id="rId12"/>
    <p:sldLayoutId id="2147497772" r:id="rId13"/>
    <p:sldLayoutId id="2147497773" r:id="rId14"/>
    <p:sldLayoutId id="2147497774" r:id="rId15"/>
    <p:sldLayoutId id="214749777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62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662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25B099EF-54CE-4120-B0F5-FC6DCC36E589}"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792" r:id="rId1"/>
    <p:sldLayoutId id="2147497793" r:id="rId2"/>
    <p:sldLayoutId id="2147497794" r:id="rId3"/>
    <p:sldLayoutId id="2147497795" r:id="rId4"/>
    <p:sldLayoutId id="2147497796" r:id="rId5"/>
    <p:sldLayoutId id="2147497797" r:id="rId6"/>
    <p:sldLayoutId id="2147497798" r:id="rId7"/>
    <p:sldLayoutId id="2147497799" r:id="rId8"/>
    <p:sldLayoutId id="2147497800" r:id="rId9"/>
    <p:sldLayoutId id="2147497801" r:id="rId10"/>
    <p:sldLayoutId id="2147497802" r:id="rId11"/>
    <p:sldLayoutId id="2147497803" r:id="rId12"/>
    <p:sldLayoutId id="2147497804" r:id="rId13"/>
    <p:sldLayoutId id="2147497805" r:id="rId14"/>
    <p:sldLayoutId id="2147497806" r:id="rId15"/>
    <p:sldLayoutId id="214749780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765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765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8E49FB6B-74B7-46FD-B5B9-C22BB63CC34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08" r:id="rId1"/>
    <p:sldLayoutId id="2147497809" r:id="rId2"/>
    <p:sldLayoutId id="2147497810" r:id="rId3"/>
    <p:sldLayoutId id="2147497811" r:id="rId4"/>
    <p:sldLayoutId id="2147497812" r:id="rId5"/>
    <p:sldLayoutId id="2147497813" r:id="rId6"/>
    <p:sldLayoutId id="2147497814" r:id="rId7"/>
    <p:sldLayoutId id="2147497815" r:id="rId8"/>
    <p:sldLayoutId id="2147497816" r:id="rId9"/>
    <p:sldLayoutId id="2147497817" r:id="rId10"/>
    <p:sldLayoutId id="2147497818" r:id="rId11"/>
    <p:sldLayoutId id="2147497819" r:id="rId12"/>
    <p:sldLayoutId id="2147497820" r:id="rId13"/>
    <p:sldLayoutId id="2147497821" r:id="rId14"/>
    <p:sldLayoutId id="2147497822" r:id="rId15"/>
    <p:sldLayoutId id="214749782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67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867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E7BEC6EB-A623-4F05-B4B9-A386BD6B372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24" r:id="rId1"/>
    <p:sldLayoutId id="2147497825" r:id="rId2"/>
    <p:sldLayoutId id="2147497826" r:id="rId3"/>
    <p:sldLayoutId id="2147497827" r:id="rId4"/>
    <p:sldLayoutId id="2147497828" r:id="rId5"/>
    <p:sldLayoutId id="2147497829" r:id="rId6"/>
    <p:sldLayoutId id="2147497830" r:id="rId7"/>
    <p:sldLayoutId id="2147497831" r:id="rId8"/>
    <p:sldLayoutId id="2147497832" r:id="rId9"/>
    <p:sldLayoutId id="2147497833" r:id="rId10"/>
    <p:sldLayoutId id="2147497834" r:id="rId11"/>
    <p:sldLayoutId id="2147497835" r:id="rId12"/>
    <p:sldLayoutId id="2147497836" r:id="rId13"/>
    <p:sldLayoutId id="2147497837" r:id="rId14"/>
    <p:sldLayoutId id="2147497838" r:id="rId15"/>
    <p:sldLayoutId id="214749783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969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969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DD0BA12-EC03-400A-B071-632F11327BEE}"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40" r:id="rId1"/>
    <p:sldLayoutId id="2147497841" r:id="rId2"/>
    <p:sldLayoutId id="2147497842" r:id="rId3"/>
    <p:sldLayoutId id="2147497843" r:id="rId4"/>
    <p:sldLayoutId id="2147497844" r:id="rId5"/>
    <p:sldLayoutId id="2147497845" r:id="rId6"/>
    <p:sldLayoutId id="2147497846" r:id="rId7"/>
    <p:sldLayoutId id="2147497847" r:id="rId8"/>
    <p:sldLayoutId id="2147497848" r:id="rId9"/>
    <p:sldLayoutId id="2147497849" r:id="rId10"/>
    <p:sldLayoutId id="2147497850" r:id="rId11"/>
    <p:sldLayoutId id="2147497851" r:id="rId12"/>
    <p:sldLayoutId id="2147497852" r:id="rId13"/>
    <p:sldLayoutId id="2147497853" r:id="rId14"/>
    <p:sldLayoutId id="2147497854" r:id="rId15"/>
    <p:sldLayoutId id="214749785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2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2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E494E74-E33C-405B-9DD3-30A3DD5F7C36}"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56" r:id="rId1"/>
    <p:sldLayoutId id="2147497857" r:id="rId2"/>
    <p:sldLayoutId id="2147497858" r:id="rId3"/>
    <p:sldLayoutId id="2147497859" r:id="rId4"/>
    <p:sldLayoutId id="2147497860" r:id="rId5"/>
    <p:sldLayoutId id="2147497861" r:id="rId6"/>
    <p:sldLayoutId id="2147497862" r:id="rId7"/>
    <p:sldLayoutId id="2147497863" r:id="rId8"/>
    <p:sldLayoutId id="2147497864" r:id="rId9"/>
    <p:sldLayoutId id="2147497865" r:id="rId10"/>
    <p:sldLayoutId id="2147497866" r:id="rId11"/>
    <p:sldLayoutId id="2147497867" r:id="rId12"/>
    <p:sldLayoutId id="2147497868" r:id="rId13"/>
    <p:sldLayoutId id="2147497869" r:id="rId14"/>
    <p:sldLayoutId id="2147497870" r:id="rId15"/>
    <p:sldLayoutId id="214749787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174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1E77C96D-6153-4A08-96F7-BCC5FE3008C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72" r:id="rId1"/>
    <p:sldLayoutId id="2147497873" r:id="rId2"/>
    <p:sldLayoutId id="2147497874" r:id="rId3"/>
    <p:sldLayoutId id="2147497875" r:id="rId4"/>
    <p:sldLayoutId id="2147497876" r:id="rId5"/>
    <p:sldLayoutId id="2147497877" r:id="rId6"/>
    <p:sldLayoutId id="2147497878" r:id="rId7"/>
    <p:sldLayoutId id="2147497879" r:id="rId8"/>
    <p:sldLayoutId id="2147497880" r:id="rId9"/>
    <p:sldLayoutId id="2147497881" r:id="rId10"/>
    <p:sldLayoutId id="2147497882" r:id="rId11"/>
    <p:sldLayoutId id="2147497883" r:id="rId12"/>
    <p:sldLayoutId id="2147497884" r:id="rId13"/>
    <p:sldLayoutId id="2147497885" r:id="rId14"/>
    <p:sldLayoutId id="2147497886" r:id="rId15"/>
    <p:sldLayoutId id="214749788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277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277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29341EB1-042A-4DC2-A757-07D462326B53}"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888" r:id="rId1"/>
    <p:sldLayoutId id="2147497889" r:id="rId2"/>
    <p:sldLayoutId id="2147497890" r:id="rId3"/>
    <p:sldLayoutId id="2147497891" r:id="rId4"/>
    <p:sldLayoutId id="2147497892" r:id="rId5"/>
    <p:sldLayoutId id="2147497893" r:id="rId6"/>
    <p:sldLayoutId id="2147497894" r:id="rId7"/>
    <p:sldLayoutId id="2147497895" r:id="rId8"/>
    <p:sldLayoutId id="2147497896" r:id="rId9"/>
    <p:sldLayoutId id="2147497897" r:id="rId10"/>
    <p:sldLayoutId id="2147497898" r:id="rId11"/>
    <p:sldLayoutId id="2147497899" r:id="rId12"/>
    <p:sldLayoutId id="2147497900" r:id="rId13"/>
    <p:sldLayoutId id="2147497901" r:id="rId14"/>
    <p:sldLayoutId id="2147497902" r:id="rId15"/>
    <p:sldLayoutId id="214749790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379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379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B6A8DC3D-01C5-4CA6-8CA6-031C7D6FCFC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904" r:id="rId1"/>
    <p:sldLayoutId id="2147497905" r:id="rId2"/>
    <p:sldLayoutId id="2147497906" r:id="rId3"/>
    <p:sldLayoutId id="2147497907" r:id="rId4"/>
    <p:sldLayoutId id="2147497908" r:id="rId5"/>
    <p:sldLayoutId id="2147497909" r:id="rId6"/>
    <p:sldLayoutId id="2147497910" r:id="rId7"/>
    <p:sldLayoutId id="2147497911" r:id="rId8"/>
    <p:sldLayoutId id="2147497912" r:id="rId9"/>
    <p:sldLayoutId id="2147497913" r:id="rId10"/>
    <p:sldLayoutId id="2147497914" r:id="rId11"/>
    <p:sldLayoutId id="2147497915" r:id="rId12"/>
    <p:sldLayoutId id="2147497916" r:id="rId13"/>
    <p:sldLayoutId id="2147497917" r:id="rId14"/>
    <p:sldLayoutId id="2147497918" r:id="rId15"/>
    <p:sldLayoutId id="214749791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481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41C1B6EC-ED48-48EF-AFA6-97A01DE2826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920" r:id="rId1"/>
    <p:sldLayoutId id="2147497921" r:id="rId2"/>
    <p:sldLayoutId id="2147497922" r:id="rId3"/>
    <p:sldLayoutId id="2147497923" r:id="rId4"/>
    <p:sldLayoutId id="2147497924" r:id="rId5"/>
    <p:sldLayoutId id="2147497925" r:id="rId6"/>
    <p:sldLayoutId id="2147497926" r:id="rId7"/>
    <p:sldLayoutId id="2147497927" r:id="rId8"/>
    <p:sldLayoutId id="2147497928" r:id="rId9"/>
    <p:sldLayoutId id="2147497929" r:id="rId10"/>
    <p:sldLayoutId id="2147497930" r:id="rId11"/>
    <p:sldLayoutId id="2147497931" r:id="rId12"/>
    <p:sldLayoutId id="2147497932" r:id="rId13"/>
    <p:sldLayoutId id="2147497933" r:id="rId14"/>
    <p:sldLayoutId id="2147497934" r:id="rId15"/>
    <p:sldLayoutId id="214749793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584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D71DBD5C-110E-4970-89E6-D9752B7EC74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936" r:id="rId1"/>
    <p:sldLayoutId id="2147497937" r:id="rId2"/>
    <p:sldLayoutId id="2147497938" r:id="rId3"/>
    <p:sldLayoutId id="2147497939" r:id="rId4"/>
    <p:sldLayoutId id="2147497940" r:id="rId5"/>
    <p:sldLayoutId id="2147497941" r:id="rId6"/>
    <p:sldLayoutId id="2147497942" r:id="rId7"/>
    <p:sldLayoutId id="2147497943" r:id="rId8"/>
    <p:sldLayoutId id="2147497944" r:id="rId9"/>
    <p:sldLayoutId id="2147497945" r:id="rId10"/>
    <p:sldLayoutId id="2147497946" r:id="rId11"/>
    <p:sldLayoutId id="2147497947" r:id="rId12"/>
    <p:sldLayoutId id="2147497948" r:id="rId13"/>
    <p:sldLayoutId id="2147497949" r:id="rId14"/>
    <p:sldLayoutId id="2147497950" r:id="rId15"/>
    <p:sldLayoutId id="214749795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86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686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600A4334-0036-4C8E-B1FF-444F17438E26}"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952" r:id="rId1"/>
    <p:sldLayoutId id="2147497953" r:id="rId2"/>
    <p:sldLayoutId id="2147497954" r:id="rId3"/>
    <p:sldLayoutId id="2147497955" r:id="rId4"/>
    <p:sldLayoutId id="2147497956" r:id="rId5"/>
    <p:sldLayoutId id="2147497957" r:id="rId6"/>
    <p:sldLayoutId id="2147497958" r:id="rId7"/>
    <p:sldLayoutId id="2147497959" r:id="rId8"/>
    <p:sldLayoutId id="2147497960" r:id="rId9"/>
    <p:sldLayoutId id="2147497961" r:id="rId10"/>
    <p:sldLayoutId id="2147497962" r:id="rId11"/>
    <p:sldLayoutId id="2147497963" r:id="rId12"/>
    <p:sldLayoutId id="2147497964" r:id="rId13"/>
    <p:sldLayoutId id="2147497965" r:id="rId14"/>
    <p:sldLayoutId id="2147497966" r:id="rId15"/>
    <p:sldLayoutId id="214749796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89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789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50672FA5-395E-446A-8C1B-F7C7DD4F84DC}"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7968" r:id="rId1"/>
    <p:sldLayoutId id="2147497969" r:id="rId2"/>
    <p:sldLayoutId id="2147497970" r:id="rId3"/>
    <p:sldLayoutId id="2147497971" r:id="rId4"/>
    <p:sldLayoutId id="2147497972" r:id="rId5"/>
    <p:sldLayoutId id="2147497973" r:id="rId6"/>
    <p:sldLayoutId id="2147497974" r:id="rId7"/>
    <p:sldLayoutId id="2147497975" r:id="rId8"/>
    <p:sldLayoutId id="2147497976" r:id="rId9"/>
    <p:sldLayoutId id="2147497977" r:id="rId10"/>
    <p:sldLayoutId id="2147497978" r:id="rId11"/>
    <p:sldLayoutId id="2147497979" r:id="rId12"/>
    <p:sldLayoutId id="2147497980" r:id="rId13"/>
    <p:sldLayoutId id="2147497981" r:id="rId14"/>
    <p:sldLayoutId id="2147497982" r:id="rId15"/>
    <p:sldLayoutId id="214749798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6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6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878E461-B00D-4BE5-8494-C914F072B0A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16" r:id="rId1"/>
    <p:sldLayoutId id="2147498017" r:id="rId2"/>
    <p:sldLayoutId id="2147498018" r:id="rId3"/>
    <p:sldLayoutId id="2147498019" r:id="rId4"/>
    <p:sldLayoutId id="2147498020" r:id="rId5"/>
    <p:sldLayoutId id="2147498021" r:id="rId6"/>
    <p:sldLayoutId id="2147498022" r:id="rId7"/>
    <p:sldLayoutId id="2147498023" r:id="rId8"/>
    <p:sldLayoutId id="2147498024" r:id="rId9"/>
    <p:sldLayoutId id="2147498025" r:id="rId10"/>
    <p:sldLayoutId id="2147498026" r:id="rId11"/>
    <p:sldLayoutId id="2147498027" r:id="rId12"/>
    <p:sldLayoutId id="2147498028" r:id="rId13"/>
    <p:sldLayoutId id="2147498029" r:id="rId14"/>
    <p:sldLayoutId id="2147498030" r:id="rId15"/>
    <p:sldLayoutId id="214749803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198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198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741593C0-7760-48AE-BCB7-A9C0AC190FF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32" r:id="rId1"/>
    <p:sldLayoutId id="2147498033" r:id="rId2"/>
    <p:sldLayoutId id="2147498034" r:id="rId3"/>
    <p:sldLayoutId id="2147498035" r:id="rId4"/>
    <p:sldLayoutId id="2147498036" r:id="rId5"/>
    <p:sldLayoutId id="2147498037" r:id="rId6"/>
    <p:sldLayoutId id="2147498038" r:id="rId7"/>
    <p:sldLayoutId id="2147498039" r:id="rId8"/>
    <p:sldLayoutId id="2147498040" r:id="rId9"/>
    <p:sldLayoutId id="2147498041" r:id="rId10"/>
    <p:sldLayoutId id="2147498042" r:id="rId11"/>
    <p:sldLayoutId id="2147498043" r:id="rId12"/>
    <p:sldLayoutId id="2147498044" r:id="rId13"/>
    <p:sldLayoutId id="2147498045" r:id="rId14"/>
    <p:sldLayoutId id="2147498046" r:id="rId15"/>
    <p:sldLayoutId id="214749804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301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301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AC90E12-1319-4489-A937-0226C900E10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48" r:id="rId1"/>
    <p:sldLayoutId id="2147498049" r:id="rId2"/>
    <p:sldLayoutId id="2147498050" r:id="rId3"/>
    <p:sldLayoutId id="2147498051" r:id="rId4"/>
    <p:sldLayoutId id="2147498052" r:id="rId5"/>
    <p:sldLayoutId id="2147498053" r:id="rId6"/>
    <p:sldLayoutId id="2147498054" r:id="rId7"/>
    <p:sldLayoutId id="2147498055" r:id="rId8"/>
    <p:sldLayoutId id="2147498056" r:id="rId9"/>
    <p:sldLayoutId id="2147498057" r:id="rId10"/>
    <p:sldLayoutId id="2147498058" r:id="rId11"/>
    <p:sldLayoutId id="2147498059" r:id="rId12"/>
    <p:sldLayoutId id="2147498060" r:id="rId13"/>
    <p:sldLayoutId id="2147498061" r:id="rId14"/>
    <p:sldLayoutId id="2147498062" r:id="rId15"/>
    <p:sldLayoutId id="214749806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03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403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BE5B9DC1-8A78-4271-9E91-1A2222A70FA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64" r:id="rId1"/>
    <p:sldLayoutId id="2147498065" r:id="rId2"/>
    <p:sldLayoutId id="2147498066" r:id="rId3"/>
    <p:sldLayoutId id="2147498067" r:id="rId4"/>
    <p:sldLayoutId id="2147498068" r:id="rId5"/>
    <p:sldLayoutId id="2147498069" r:id="rId6"/>
    <p:sldLayoutId id="2147498070" r:id="rId7"/>
    <p:sldLayoutId id="2147498071" r:id="rId8"/>
    <p:sldLayoutId id="2147498072" r:id="rId9"/>
    <p:sldLayoutId id="2147498073" r:id="rId10"/>
    <p:sldLayoutId id="2147498074" r:id="rId11"/>
    <p:sldLayoutId id="2147498075" r:id="rId12"/>
    <p:sldLayoutId id="2147498076" r:id="rId13"/>
    <p:sldLayoutId id="2147498077" r:id="rId14"/>
    <p:sldLayoutId id="2147498078" r:id="rId15"/>
    <p:sldLayoutId id="214749807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505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505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67B24BE1-1040-4771-8B36-059EB582E24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80" r:id="rId1"/>
    <p:sldLayoutId id="2147498081" r:id="rId2"/>
    <p:sldLayoutId id="2147498082" r:id="rId3"/>
    <p:sldLayoutId id="2147498083" r:id="rId4"/>
    <p:sldLayoutId id="2147498084" r:id="rId5"/>
    <p:sldLayoutId id="2147498085" r:id="rId6"/>
    <p:sldLayoutId id="2147498086" r:id="rId7"/>
    <p:sldLayoutId id="2147498087" r:id="rId8"/>
    <p:sldLayoutId id="2147498088" r:id="rId9"/>
    <p:sldLayoutId id="2147498089" r:id="rId10"/>
    <p:sldLayoutId id="2147498090" r:id="rId11"/>
    <p:sldLayoutId id="2147498091" r:id="rId12"/>
    <p:sldLayoutId id="2147498092" r:id="rId13"/>
    <p:sldLayoutId id="2147498093" r:id="rId14"/>
    <p:sldLayoutId id="2147498094" r:id="rId15"/>
    <p:sldLayoutId id="214749809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608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608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570017D-4A14-4229-910D-E432C3397BB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096" r:id="rId1"/>
    <p:sldLayoutId id="2147498097" r:id="rId2"/>
    <p:sldLayoutId id="2147498098" r:id="rId3"/>
    <p:sldLayoutId id="2147498099" r:id="rId4"/>
    <p:sldLayoutId id="2147498100" r:id="rId5"/>
    <p:sldLayoutId id="2147498101" r:id="rId6"/>
    <p:sldLayoutId id="2147498102" r:id="rId7"/>
    <p:sldLayoutId id="2147498103" r:id="rId8"/>
    <p:sldLayoutId id="2147498104" r:id="rId9"/>
    <p:sldLayoutId id="2147498105" r:id="rId10"/>
    <p:sldLayoutId id="2147498106" r:id="rId11"/>
    <p:sldLayoutId id="2147498107" r:id="rId12"/>
    <p:sldLayoutId id="2147498108" r:id="rId13"/>
    <p:sldLayoutId id="2147498109" r:id="rId14"/>
    <p:sldLayoutId id="2147498110" r:id="rId15"/>
    <p:sldLayoutId id="214749811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710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0990A6F7-65CE-4976-9B54-DA38AFE948D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12" r:id="rId1"/>
    <p:sldLayoutId id="2147498113" r:id="rId2"/>
    <p:sldLayoutId id="2147498114" r:id="rId3"/>
    <p:sldLayoutId id="2147498115" r:id="rId4"/>
    <p:sldLayoutId id="2147498116" r:id="rId5"/>
    <p:sldLayoutId id="2147498117" r:id="rId6"/>
    <p:sldLayoutId id="2147498118" r:id="rId7"/>
    <p:sldLayoutId id="2147498119" r:id="rId8"/>
    <p:sldLayoutId id="2147498120" r:id="rId9"/>
    <p:sldLayoutId id="2147498121" r:id="rId10"/>
    <p:sldLayoutId id="2147498122" r:id="rId11"/>
    <p:sldLayoutId id="2147498123" r:id="rId12"/>
    <p:sldLayoutId id="2147498124" r:id="rId13"/>
    <p:sldLayoutId id="2147498125" r:id="rId14"/>
    <p:sldLayoutId id="2147498126" r:id="rId15"/>
    <p:sldLayoutId id="214749812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813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813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007AE6B7-D2B3-4CD0-9524-4AA7F2BA635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28" r:id="rId1"/>
    <p:sldLayoutId id="2147498129" r:id="rId2"/>
    <p:sldLayoutId id="2147498130" r:id="rId3"/>
    <p:sldLayoutId id="2147498131" r:id="rId4"/>
    <p:sldLayoutId id="2147498132" r:id="rId5"/>
    <p:sldLayoutId id="2147498133" r:id="rId6"/>
    <p:sldLayoutId id="2147498134" r:id="rId7"/>
    <p:sldLayoutId id="2147498135" r:id="rId8"/>
    <p:sldLayoutId id="2147498136" r:id="rId9"/>
    <p:sldLayoutId id="2147498137" r:id="rId10"/>
    <p:sldLayoutId id="2147498138" r:id="rId11"/>
    <p:sldLayoutId id="2147498139" r:id="rId12"/>
    <p:sldLayoutId id="2147498140" r:id="rId13"/>
    <p:sldLayoutId id="2147498141" r:id="rId14"/>
    <p:sldLayoutId id="2147498142" r:id="rId15"/>
    <p:sldLayoutId id="214749814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915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915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AF9011B-EE06-4FE0-B5DB-9D11110FBAFE}"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44" r:id="rId1"/>
    <p:sldLayoutId id="2147498145" r:id="rId2"/>
    <p:sldLayoutId id="2147498146" r:id="rId3"/>
    <p:sldLayoutId id="2147498147" r:id="rId4"/>
    <p:sldLayoutId id="2147498148" r:id="rId5"/>
    <p:sldLayoutId id="2147498149" r:id="rId6"/>
    <p:sldLayoutId id="2147498150" r:id="rId7"/>
    <p:sldLayoutId id="2147498151" r:id="rId8"/>
    <p:sldLayoutId id="2147498152" r:id="rId9"/>
    <p:sldLayoutId id="2147498153" r:id="rId10"/>
    <p:sldLayoutId id="2147498154" r:id="rId11"/>
    <p:sldLayoutId id="2147498155" r:id="rId12"/>
    <p:sldLayoutId id="2147498156" r:id="rId13"/>
    <p:sldLayoutId id="2147498157" r:id="rId14"/>
    <p:sldLayoutId id="2147498158" r:id="rId15"/>
    <p:sldLayoutId id="214749815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017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017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11F26ABE-AF03-41BC-BA59-EABD952E5A7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60" r:id="rId1"/>
    <p:sldLayoutId id="2147498161" r:id="rId2"/>
    <p:sldLayoutId id="2147498162" r:id="rId3"/>
    <p:sldLayoutId id="2147498163" r:id="rId4"/>
    <p:sldLayoutId id="2147498164" r:id="rId5"/>
    <p:sldLayoutId id="2147498165" r:id="rId6"/>
    <p:sldLayoutId id="2147498166" r:id="rId7"/>
    <p:sldLayoutId id="2147498167" r:id="rId8"/>
    <p:sldLayoutId id="2147498168" r:id="rId9"/>
    <p:sldLayoutId id="2147498169" r:id="rId10"/>
    <p:sldLayoutId id="2147498170" r:id="rId11"/>
    <p:sldLayoutId id="2147498171" r:id="rId12"/>
    <p:sldLayoutId id="2147498172" r:id="rId13"/>
    <p:sldLayoutId id="2147498173" r:id="rId14"/>
    <p:sldLayoutId id="2147498174" r:id="rId15"/>
    <p:sldLayoutId id="214749817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0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120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B82A20AC-19ED-4ECC-9613-B6A20B5503AA}"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76" r:id="rId1"/>
    <p:sldLayoutId id="2147498177" r:id="rId2"/>
    <p:sldLayoutId id="2147498178" r:id="rId3"/>
    <p:sldLayoutId id="2147498179" r:id="rId4"/>
    <p:sldLayoutId id="2147498180" r:id="rId5"/>
    <p:sldLayoutId id="2147498181" r:id="rId6"/>
    <p:sldLayoutId id="2147498182" r:id="rId7"/>
    <p:sldLayoutId id="2147498183" r:id="rId8"/>
    <p:sldLayoutId id="2147498184" r:id="rId9"/>
    <p:sldLayoutId id="2147498185" r:id="rId10"/>
    <p:sldLayoutId id="2147498186" r:id="rId11"/>
    <p:sldLayoutId id="2147498187" r:id="rId12"/>
    <p:sldLayoutId id="2147498188" r:id="rId13"/>
    <p:sldLayoutId id="2147498189" r:id="rId14"/>
    <p:sldLayoutId id="2147498190" r:id="rId15"/>
    <p:sldLayoutId id="214749819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222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222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09FD8EF9-9FC8-4F95-8BDC-E2FD5377131F}"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192" r:id="rId1"/>
    <p:sldLayoutId id="2147498193" r:id="rId2"/>
    <p:sldLayoutId id="2147498194" r:id="rId3"/>
    <p:sldLayoutId id="2147498195" r:id="rId4"/>
    <p:sldLayoutId id="2147498196" r:id="rId5"/>
    <p:sldLayoutId id="2147498197" r:id="rId6"/>
    <p:sldLayoutId id="2147498198" r:id="rId7"/>
    <p:sldLayoutId id="2147498199" r:id="rId8"/>
    <p:sldLayoutId id="2147498200" r:id="rId9"/>
    <p:sldLayoutId id="2147498201" r:id="rId10"/>
    <p:sldLayoutId id="2147498202" r:id="rId11"/>
    <p:sldLayoutId id="2147498203" r:id="rId12"/>
    <p:sldLayoutId id="2147498204" r:id="rId13"/>
    <p:sldLayoutId id="2147498205" r:id="rId14"/>
    <p:sldLayoutId id="2147498206" r:id="rId15"/>
    <p:sldLayoutId id="214749820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325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325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DFD8EEC-EA4C-4E4D-8F71-A4FE3C207D0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08" r:id="rId1"/>
    <p:sldLayoutId id="2147498209" r:id="rId2"/>
    <p:sldLayoutId id="2147498210" r:id="rId3"/>
    <p:sldLayoutId id="2147498211" r:id="rId4"/>
    <p:sldLayoutId id="2147498212" r:id="rId5"/>
    <p:sldLayoutId id="2147498213" r:id="rId6"/>
    <p:sldLayoutId id="2147498214" r:id="rId7"/>
    <p:sldLayoutId id="2147498215" r:id="rId8"/>
    <p:sldLayoutId id="2147498216" r:id="rId9"/>
    <p:sldLayoutId id="2147498217" r:id="rId10"/>
    <p:sldLayoutId id="2147498218" r:id="rId11"/>
    <p:sldLayoutId id="2147498219" r:id="rId12"/>
    <p:sldLayoutId id="2147498220" r:id="rId13"/>
    <p:sldLayoutId id="2147498221" r:id="rId14"/>
    <p:sldLayoutId id="2147498222" r:id="rId15"/>
    <p:sldLayoutId id="214749822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427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427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63A1B6C9-9182-4315-8A72-5502D3BD9C3B}"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24" r:id="rId1"/>
    <p:sldLayoutId id="2147498225" r:id="rId2"/>
    <p:sldLayoutId id="2147498226" r:id="rId3"/>
    <p:sldLayoutId id="2147498227" r:id="rId4"/>
    <p:sldLayoutId id="2147498228" r:id="rId5"/>
    <p:sldLayoutId id="2147498229" r:id="rId6"/>
    <p:sldLayoutId id="2147498230" r:id="rId7"/>
    <p:sldLayoutId id="2147498231" r:id="rId8"/>
    <p:sldLayoutId id="2147498232" r:id="rId9"/>
    <p:sldLayoutId id="2147498233" r:id="rId10"/>
    <p:sldLayoutId id="2147498234" r:id="rId11"/>
    <p:sldLayoutId id="2147498235" r:id="rId12"/>
    <p:sldLayoutId id="2147498236" r:id="rId13"/>
    <p:sldLayoutId id="2147498237" r:id="rId14"/>
    <p:sldLayoutId id="2147498238" r:id="rId15"/>
    <p:sldLayoutId id="214749823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529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529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D336F150-B5BE-4289-8876-A847C4788F0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40" r:id="rId1"/>
    <p:sldLayoutId id="2147498241" r:id="rId2"/>
    <p:sldLayoutId id="2147498242" r:id="rId3"/>
    <p:sldLayoutId id="2147498243" r:id="rId4"/>
    <p:sldLayoutId id="2147498244" r:id="rId5"/>
    <p:sldLayoutId id="2147498245" r:id="rId6"/>
    <p:sldLayoutId id="2147498246" r:id="rId7"/>
    <p:sldLayoutId id="2147498247" r:id="rId8"/>
    <p:sldLayoutId id="2147498248" r:id="rId9"/>
    <p:sldLayoutId id="2147498249" r:id="rId10"/>
    <p:sldLayoutId id="2147498250" r:id="rId11"/>
    <p:sldLayoutId id="2147498251" r:id="rId12"/>
    <p:sldLayoutId id="2147498252" r:id="rId13"/>
    <p:sldLayoutId id="2147498253" r:id="rId14"/>
    <p:sldLayoutId id="2147498254" r:id="rId15"/>
    <p:sldLayoutId id="214749825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632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632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F738FCF-B280-43F8-B44C-64443DD0B82B}"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56" r:id="rId1"/>
    <p:sldLayoutId id="2147498257" r:id="rId2"/>
    <p:sldLayoutId id="2147498258" r:id="rId3"/>
    <p:sldLayoutId id="2147498259" r:id="rId4"/>
    <p:sldLayoutId id="2147498260" r:id="rId5"/>
    <p:sldLayoutId id="2147498261" r:id="rId6"/>
    <p:sldLayoutId id="2147498262" r:id="rId7"/>
    <p:sldLayoutId id="2147498263" r:id="rId8"/>
    <p:sldLayoutId id="2147498264" r:id="rId9"/>
    <p:sldLayoutId id="2147498265" r:id="rId10"/>
    <p:sldLayoutId id="2147498266" r:id="rId11"/>
    <p:sldLayoutId id="2147498267" r:id="rId12"/>
    <p:sldLayoutId id="2147498268" r:id="rId13"/>
    <p:sldLayoutId id="2147498269" r:id="rId14"/>
    <p:sldLayoutId id="2147498270" r:id="rId15"/>
    <p:sldLayoutId id="214749827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734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734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A7DE41F8-9364-483E-8898-70CA549C9E3E}"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72" r:id="rId1"/>
    <p:sldLayoutId id="2147498273" r:id="rId2"/>
    <p:sldLayoutId id="2147498274" r:id="rId3"/>
    <p:sldLayoutId id="2147498275" r:id="rId4"/>
    <p:sldLayoutId id="2147498276" r:id="rId5"/>
    <p:sldLayoutId id="2147498277" r:id="rId6"/>
    <p:sldLayoutId id="2147498278" r:id="rId7"/>
    <p:sldLayoutId id="2147498279" r:id="rId8"/>
    <p:sldLayoutId id="2147498280" r:id="rId9"/>
    <p:sldLayoutId id="2147498281" r:id="rId10"/>
    <p:sldLayoutId id="2147498282" r:id="rId11"/>
    <p:sldLayoutId id="2147498283" r:id="rId12"/>
    <p:sldLayoutId id="2147498284" r:id="rId13"/>
    <p:sldLayoutId id="2147498285" r:id="rId14"/>
    <p:sldLayoutId id="2147498286" r:id="rId15"/>
    <p:sldLayoutId id="214749828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837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837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F4D2C981-8BC2-4F2B-A0E1-31536ACF4ED6}"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288" r:id="rId1"/>
    <p:sldLayoutId id="2147498289" r:id="rId2"/>
    <p:sldLayoutId id="2147498290" r:id="rId3"/>
    <p:sldLayoutId id="2147498291" r:id="rId4"/>
    <p:sldLayoutId id="2147498292" r:id="rId5"/>
    <p:sldLayoutId id="2147498293" r:id="rId6"/>
    <p:sldLayoutId id="2147498294" r:id="rId7"/>
    <p:sldLayoutId id="2147498295" r:id="rId8"/>
    <p:sldLayoutId id="2147498296" r:id="rId9"/>
    <p:sldLayoutId id="2147498297" r:id="rId10"/>
    <p:sldLayoutId id="2147498298" r:id="rId11"/>
    <p:sldLayoutId id="2147498299" r:id="rId12"/>
    <p:sldLayoutId id="2147498300" r:id="rId13"/>
    <p:sldLayoutId id="2147498301" r:id="rId14"/>
    <p:sldLayoutId id="2147498302" r:id="rId15"/>
    <p:sldLayoutId id="2147498303"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939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215A35C2-EC6F-4FE2-9C2E-C6A78DF5890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304" r:id="rId1"/>
    <p:sldLayoutId id="2147498305" r:id="rId2"/>
    <p:sldLayoutId id="2147498306" r:id="rId3"/>
    <p:sldLayoutId id="2147498307" r:id="rId4"/>
    <p:sldLayoutId id="2147498308" r:id="rId5"/>
    <p:sldLayoutId id="2147498309" r:id="rId6"/>
    <p:sldLayoutId id="2147498310" r:id="rId7"/>
    <p:sldLayoutId id="2147498311" r:id="rId8"/>
    <p:sldLayoutId id="2147498312" r:id="rId9"/>
    <p:sldLayoutId id="2147498313" r:id="rId10"/>
    <p:sldLayoutId id="2147498314" r:id="rId11"/>
    <p:sldLayoutId id="2147498315" r:id="rId12"/>
    <p:sldLayoutId id="2147498316" r:id="rId13"/>
    <p:sldLayoutId id="2147498317" r:id="rId14"/>
    <p:sldLayoutId id="2147498318" r:id="rId15"/>
    <p:sldLayoutId id="214749831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041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041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D3FF46F9-CEF6-4251-B6A8-043DE2CEA39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320" r:id="rId1"/>
    <p:sldLayoutId id="2147498321" r:id="rId2"/>
    <p:sldLayoutId id="2147498322" r:id="rId3"/>
    <p:sldLayoutId id="2147498323" r:id="rId4"/>
    <p:sldLayoutId id="2147498324" r:id="rId5"/>
    <p:sldLayoutId id="2147498325" r:id="rId6"/>
    <p:sldLayoutId id="2147498326" r:id="rId7"/>
    <p:sldLayoutId id="2147498327" r:id="rId8"/>
    <p:sldLayoutId id="2147498328" r:id="rId9"/>
    <p:sldLayoutId id="2147498329" r:id="rId10"/>
    <p:sldLayoutId id="2147498330" r:id="rId11"/>
    <p:sldLayoutId id="2147498331" r:id="rId12"/>
    <p:sldLayoutId id="2147498332" r:id="rId13"/>
    <p:sldLayoutId id="2147498333" r:id="rId14"/>
    <p:sldLayoutId id="2147498334" r:id="rId15"/>
    <p:sldLayoutId id="2147498335"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4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144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9914D21B-6A94-4090-B1B5-61D6DE918679}"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336" r:id="rId1"/>
    <p:sldLayoutId id="2147498337" r:id="rId2"/>
    <p:sldLayoutId id="2147498338" r:id="rId3"/>
    <p:sldLayoutId id="2147498339" r:id="rId4"/>
    <p:sldLayoutId id="2147498340" r:id="rId5"/>
    <p:sldLayoutId id="2147498341" r:id="rId6"/>
    <p:sldLayoutId id="2147498342" r:id="rId7"/>
    <p:sldLayoutId id="2147498343" r:id="rId8"/>
    <p:sldLayoutId id="2147498344" r:id="rId9"/>
    <p:sldLayoutId id="2147498345" r:id="rId10"/>
    <p:sldLayoutId id="2147498346" r:id="rId11"/>
    <p:sldLayoutId id="2147498347" r:id="rId12"/>
    <p:sldLayoutId id="2147498348" r:id="rId13"/>
    <p:sldLayoutId id="2147498349" r:id="rId14"/>
    <p:sldLayoutId id="2147498350" r:id="rId15"/>
    <p:sldLayoutId id="2147498351"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246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246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defRPr>
            </a:lvl1pPr>
          </a:lstStyle>
          <a:p>
            <a:pPr>
              <a:defRPr/>
            </a:pPr>
            <a:fld id="{E54C54B0-8A1A-41E8-83EF-9EFF5BB8728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98352" r:id="rId1"/>
    <p:sldLayoutId id="2147498353" r:id="rId2"/>
    <p:sldLayoutId id="2147498354" r:id="rId3"/>
    <p:sldLayoutId id="2147498355" r:id="rId4"/>
    <p:sldLayoutId id="2147498356" r:id="rId5"/>
    <p:sldLayoutId id="2147498357" r:id="rId6"/>
    <p:sldLayoutId id="2147498358" r:id="rId7"/>
    <p:sldLayoutId id="2147498359" r:id="rId8"/>
    <p:sldLayoutId id="2147498360" r:id="rId9"/>
    <p:sldLayoutId id="2147498361" r:id="rId10"/>
    <p:sldLayoutId id="2147498362" r:id="rId11"/>
    <p:sldLayoutId id="2147498363" r:id="rId12"/>
    <p:sldLayoutId id="2147498364" r:id="rId13"/>
    <p:sldLayoutId id="2147498365" r:id="rId14"/>
    <p:sldLayoutId id="2147498366" r:id="rId15"/>
    <p:sldLayoutId id="214749836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349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349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a:defRPr sz="992">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a:defRPr sz="992">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a:defRPr sz="1323" b="0">
                <a:solidFill>
                  <a:schemeClr val="accent1"/>
                </a:solidFill>
                <a:latin typeface="+mn-lt"/>
              </a:defRPr>
            </a:lvl1pPr>
          </a:lstStyle>
          <a:p>
            <a:pPr>
              <a:defRPr/>
            </a:pPr>
            <a:fld id="{4F8F3A62-B078-4F63-A4CB-A8DD9216A33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CN" altLang="en-US" sz="1984" dirty="0">
                <a:solidFill>
                  <a:schemeClr val="bg1"/>
                </a:solidFill>
              </a:rPr>
              <a:t>视频区域</a:t>
            </a:r>
          </a:p>
        </p:txBody>
      </p:sp>
    </p:spTree>
  </p:cSld>
  <p:clrMap bg1="lt1" tx1="dk1" bg2="lt2" tx2="dk2" accent1="accent1" accent2="accent2" accent3="accent3" accent4="accent4" accent5="accent5" accent6="accent6" hlink="hlink" folHlink="folHlink"/>
  <p:sldLayoutIdLst>
    <p:sldLayoutId id="2147498368" r:id="rId1"/>
    <p:sldLayoutId id="2147497374" r:id="rId2"/>
    <p:sldLayoutId id="2147497375" r:id="rId3"/>
    <p:sldLayoutId id="2147497376" r:id="rId4"/>
    <p:sldLayoutId id="2147497377" r:id="rId5"/>
    <p:sldLayoutId id="2147497378" r:id="rId6"/>
    <p:sldLayoutId id="2147497379" r:id="rId7"/>
    <p:sldLayoutId id="2147497380" r:id="rId8"/>
    <p:sldLayoutId id="2147497381" r:id="rId9"/>
    <p:sldLayoutId id="2147497382" r:id="rId10"/>
    <p:sldLayoutId id="2147498369" r:id="rId11"/>
    <p:sldLayoutId id="2147497383" r:id="rId12"/>
    <p:sldLayoutId id="2147498370" r:id="rId13"/>
    <p:sldLayoutId id="2147497384" r:id="rId14"/>
    <p:sldLayoutId id="2147497385" r:id="rId15"/>
    <p:sldLayoutId id="2147497386"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451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451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a:defRPr sz="992">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a:defRPr sz="992">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a:defRPr sz="1323" b="0">
                <a:solidFill>
                  <a:schemeClr val="accent1"/>
                </a:solidFill>
                <a:latin typeface="+mn-lt"/>
              </a:defRPr>
            </a:lvl1pPr>
          </a:lstStyle>
          <a:p>
            <a:pPr>
              <a:defRPr/>
            </a:pPr>
            <a:fld id="{0E5AF6E5-37F7-4B8C-8DB6-B562421A4DF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CN" altLang="en-US" sz="1984" dirty="0">
                <a:solidFill>
                  <a:schemeClr val="bg1"/>
                </a:solidFill>
              </a:rPr>
              <a:t>视频区域</a:t>
            </a:r>
          </a:p>
        </p:txBody>
      </p:sp>
    </p:spTree>
  </p:cSld>
  <p:clrMap bg1="lt1" tx1="dk1" bg2="lt2" tx2="dk2" accent1="accent1" accent2="accent2" accent3="accent3" accent4="accent4" accent5="accent5" accent6="accent6" hlink="hlink" folHlink="folHlink"/>
  <p:sldLayoutIdLst>
    <p:sldLayoutId id="2147498371" r:id="rId1"/>
    <p:sldLayoutId id="2147497387" r:id="rId2"/>
    <p:sldLayoutId id="2147497388" r:id="rId3"/>
    <p:sldLayoutId id="2147497389" r:id="rId4"/>
    <p:sldLayoutId id="2147497390" r:id="rId5"/>
    <p:sldLayoutId id="2147497391" r:id="rId6"/>
    <p:sldLayoutId id="2147497392" r:id="rId7"/>
    <p:sldLayoutId id="2147497393" r:id="rId8"/>
    <p:sldLayoutId id="2147497394" r:id="rId9"/>
    <p:sldLayoutId id="2147497395" r:id="rId10"/>
    <p:sldLayoutId id="2147498372" r:id="rId11"/>
    <p:sldLayoutId id="2147497396" r:id="rId12"/>
    <p:sldLayoutId id="2147498373" r:id="rId13"/>
    <p:sldLayoutId id="2147497397" r:id="rId14"/>
    <p:sldLayoutId id="2147497398" r:id="rId15"/>
    <p:sldLayoutId id="2147497399"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553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553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a:defRPr sz="992">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a:defRPr sz="992">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a:defRPr sz="1323" b="0">
                <a:solidFill>
                  <a:schemeClr val="accent1"/>
                </a:solidFill>
                <a:latin typeface="+mn-lt"/>
              </a:defRPr>
            </a:lvl1pPr>
          </a:lstStyle>
          <a:p>
            <a:pPr>
              <a:defRPr/>
            </a:pPr>
            <a:fld id="{37C57C73-3B35-4015-B0D5-73A748F057F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CN" altLang="en-US" sz="1984" dirty="0">
                <a:solidFill>
                  <a:schemeClr val="bg1"/>
                </a:solidFill>
              </a:rPr>
              <a:t>视频区域</a:t>
            </a:r>
          </a:p>
        </p:txBody>
      </p:sp>
    </p:spTree>
  </p:cSld>
  <p:clrMap bg1="lt1" tx1="dk1" bg2="lt2" tx2="dk2" accent1="accent1" accent2="accent2" accent3="accent3" accent4="accent4" accent5="accent5" accent6="accent6" hlink="hlink" folHlink="folHlink"/>
  <p:sldLayoutIdLst>
    <p:sldLayoutId id="2147498374" r:id="rId1"/>
    <p:sldLayoutId id="2147497400" r:id="rId2"/>
    <p:sldLayoutId id="2147497401" r:id="rId3"/>
    <p:sldLayoutId id="2147497402" r:id="rId4"/>
    <p:sldLayoutId id="2147497403" r:id="rId5"/>
    <p:sldLayoutId id="2147497404" r:id="rId6"/>
    <p:sldLayoutId id="2147497405" r:id="rId7"/>
    <p:sldLayoutId id="2147497406" r:id="rId8"/>
    <p:sldLayoutId id="2147497407" r:id="rId9"/>
    <p:sldLayoutId id="2147497408" r:id="rId10"/>
    <p:sldLayoutId id="2147498375" r:id="rId11"/>
    <p:sldLayoutId id="2147497409" r:id="rId12"/>
    <p:sldLayoutId id="2147498376" r:id="rId13"/>
    <p:sldLayoutId id="2147497410" r:id="rId14"/>
    <p:sldLayoutId id="2147497411" r:id="rId15"/>
    <p:sldLayoutId id="2147497412"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fld id="{D57F1E4F-1CFF-5643-939E-217C01CDF565}" type="slidenum">
              <a:rPr lang="en-US" smtClean="0"/>
              <a:pPr/>
              <a:t>‹#›</a:t>
            </a:fld>
            <a:endParaRPr lang="en-US" dirty="0"/>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984" dirty="0">
                <a:solidFill>
                  <a:schemeClr val="bg1"/>
                </a:solidFill>
              </a:rPr>
              <a:t>视频区域</a:t>
            </a:r>
          </a:p>
        </p:txBody>
      </p:sp>
    </p:spTree>
    <p:extLst>
      <p:ext uri="{BB962C8B-B14F-4D97-AF65-F5344CB8AC3E}">
        <p14:creationId xmlns:p14="http://schemas.microsoft.com/office/powerpoint/2010/main" val="325125477"/>
      </p:ext>
    </p:extLst>
  </p:cSld>
  <p:clrMap bg1="lt1" tx1="dk1" bg2="lt2" tx2="dk2" accent1="accent1" accent2="accent2" accent3="accent3" accent4="accent4" accent5="accent5" accent6="accent6" hlink="hlink" folHlink="folHlink"/>
  <p:sldLayoutIdLst>
    <p:sldLayoutId id="2147498394" r:id="rId1"/>
    <p:sldLayoutId id="2147498395" r:id="rId2"/>
    <p:sldLayoutId id="2147498396" r:id="rId3"/>
    <p:sldLayoutId id="2147498397" r:id="rId4"/>
    <p:sldLayoutId id="2147498398" r:id="rId5"/>
    <p:sldLayoutId id="2147498399" r:id="rId6"/>
    <p:sldLayoutId id="2147498400" r:id="rId7"/>
    <p:sldLayoutId id="2147498401" r:id="rId8"/>
    <p:sldLayoutId id="2147498402" r:id="rId9"/>
    <p:sldLayoutId id="2147498403" r:id="rId10"/>
    <p:sldLayoutId id="2147498404" r:id="rId11"/>
    <p:sldLayoutId id="2147498405" r:id="rId12"/>
    <p:sldLayoutId id="2147498406" r:id="rId13"/>
    <p:sldLayoutId id="2147498407" r:id="rId14"/>
    <p:sldLayoutId id="2147498408" r:id="rId15"/>
    <p:sldLayoutId id="2147498409" r:id="rId16"/>
  </p:sldLayoutIdLst>
  <p:hf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6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6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9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9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4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5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7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8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8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8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0.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488.xml"/><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0.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50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0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2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3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5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5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5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5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5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6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8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0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3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616.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64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6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8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9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4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6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7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9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0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4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2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85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85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85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7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87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7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88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8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8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8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88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88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90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0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3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93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93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93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3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36.xml"/></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936.xml"/></Relationships>
</file>

<file path=ppt/slides/_rels/slide9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5.xml"/><Relationship Id="rId1" Type="http://schemas.openxmlformats.org/officeDocument/2006/relationships/slideLayout" Target="../slideLayouts/slideLayout936.xml"/></Relationships>
</file>

<file path=ppt/slides/_rels/slide9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6.xml"/><Relationship Id="rId1" Type="http://schemas.openxmlformats.org/officeDocument/2006/relationships/slideLayout" Target="../slideLayouts/slideLayout93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93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92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20.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92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920.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92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92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92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p:cNvSpPr>
            <a:spLocks noGrp="1" noChangeArrowheads="1"/>
          </p:cNvSpPr>
          <p:nvPr>
            <p:ph type="title" idx="4294967295"/>
          </p:nvPr>
        </p:nvSpPr>
        <p:spPr>
          <a:xfrm>
            <a:off x="504825" y="4500563"/>
            <a:ext cx="7958138" cy="1260475"/>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sz="3600" dirty="0">
                <a:solidFill>
                  <a:schemeClr val="bg1"/>
                </a:solidFill>
                <a:ea typeface="楷体_GB2312" panose="02010609030101010101"/>
              </a:rPr>
              <a:t>第五、六章  语义分析和中间代码生成</a:t>
            </a:r>
          </a:p>
        </p:txBody>
      </p:sp>
      <p:sp>
        <p:nvSpPr>
          <p:cNvPr id="1073155" name="Rectangle 3"/>
          <p:cNvSpPr txBox="1">
            <a:spLocks noChangeArrowheads="1"/>
          </p:cNvSpPr>
          <p:nvPr/>
        </p:nvSpPr>
        <p:spPr bwMode="auto">
          <a:xfrm>
            <a:off x="4968875" y="1241425"/>
            <a:ext cx="4606925"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9404" rIns="0" bIns="0" anchor="ctr"/>
          <a:lstStyle>
            <a:lvl1pPr marL="342900" indent="-342900">
              <a:lnSpc>
                <a:spcPct val="93000"/>
              </a:lnSpc>
              <a:spcAft>
                <a:spcPts val="142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3200">
                <a:solidFill>
                  <a:srgbClr val="000000"/>
                </a:solidFill>
                <a:latin typeface="Arial" panose="020B0604020202020204" pitchFamily="34" charset="0"/>
                <a:ea typeface="宋体" panose="02010600030101010101" pitchFamily="2" charset="-122"/>
              </a:defRPr>
            </a:lvl1pPr>
            <a:lvl2pPr>
              <a:lnSpc>
                <a:spcPct val="93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800">
                <a:solidFill>
                  <a:srgbClr val="000000"/>
                </a:solidFill>
                <a:latin typeface="Arial" panose="020B0604020202020204" pitchFamily="34" charset="0"/>
                <a:ea typeface="宋体" panose="02010600030101010101" pitchFamily="2" charset="-122"/>
              </a:defRPr>
            </a:lvl2pPr>
            <a:lvl3pPr>
              <a:lnSpc>
                <a:spcPct val="93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400">
                <a:solidFill>
                  <a:srgbClr val="000000"/>
                </a:solidFill>
                <a:latin typeface="Arial" panose="020B0604020202020204" pitchFamily="34" charset="0"/>
                <a:ea typeface="宋体" panose="02010600030101010101" pitchFamily="2" charset="-122"/>
              </a:defRPr>
            </a:lvl3pPr>
            <a:lvl4pPr>
              <a:lnSpc>
                <a:spcPct val="93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4pPr>
            <a:lvl5pPr>
              <a:lnSpc>
                <a:spcPct val="93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宋体" panose="02010600030101010101" pitchFamily="2" charset="-122"/>
              </a:defRPr>
            </a:lvl9pPr>
          </a:lstStyle>
          <a:p>
            <a:pPr>
              <a:lnSpc>
                <a:spcPct val="150000"/>
              </a:lnSpc>
              <a:spcAft>
                <a:spcPct val="0"/>
              </a:spcAft>
              <a:buFont typeface="Times New Roman" panose="02020603050405020304" pitchFamily="18" charset="0"/>
              <a:buNone/>
            </a:pPr>
            <a:r>
              <a:rPr lang="zh-CN" altLang="zh-CN" sz="4800" dirty="0">
                <a:ea typeface="微软雅黑" panose="020B0503020204020204" pitchFamily="34" charset="-122"/>
              </a:rPr>
              <a:t>编译技术</a:t>
            </a:r>
          </a:p>
          <a:p>
            <a:pPr>
              <a:lnSpc>
                <a:spcPct val="73000"/>
              </a:lnSpc>
              <a:spcAft>
                <a:spcPct val="0"/>
              </a:spcAft>
              <a:buFont typeface="Times New Roman" panose="02020603050405020304" pitchFamily="18" charset="0"/>
              <a:buNone/>
            </a:pPr>
            <a:endParaRPr lang="en-US" altLang="zh-CN" dirty="0">
              <a:ea typeface="微软雅黑" panose="020B0503020204020204" pitchFamily="34" charset="-122"/>
            </a:endParaRPr>
          </a:p>
          <a:p>
            <a:pPr>
              <a:lnSpc>
                <a:spcPct val="73000"/>
              </a:lnSpc>
              <a:spcAft>
                <a:spcPct val="0"/>
              </a:spcAft>
              <a:buFont typeface="Times New Roman" panose="02020603050405020304" pitchFamily="18" charset="0"/>
              <a:buNone/>
            </a:pPr>
            <a:r>
              <a:rPr lang="zh-CN" altLang="en-US" dirty="0">
                <a:ea typeface="微软雅黑" panose="020B0503020204020204" pitchFamily="34" charset="-122"/>
              </a:rPr>
              <a:t>胡荣耀</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编译程序总框</a:t>
            </a:r>
          </a:p>
        </p:txBody>
      </p:sp>
      <p:sp>
        <p:nvSpPr>
          <p:cNvPr id="35" name="圆角矩形 34"/>
          <p:cNvSpPr/>
          <p:nvPr/>
        </p:nvSpPr>
        <p:spPr bwMode="auto">
          <a:xfrm>
            <a:off x="2588181" y="2218746"/>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词法分析</a:t>
            </a:r>
          </a:p>
        </p:txBody>
      </p:sp>
      <p:sp>
        <p:nvSpPr>
          <p:cNvPr id="36" name="圆角矩形 35"/>
          <p:cNvSpPr/>
          <p:nvPr/>
        </p:nvSpPr>
        <p:spPr bwMode="auto">
          <a:xfrm>
            <a:off x="2611235" y="323295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语法分析</a:t>
            </a:r>
          </a:p>
        </p:txBody>
      </p:sp>
      <p:sp>
        <p:nvSpPr>
          <p:cNvPr id="37" name="圆角矩形 36"/>
          <p:cNvSpPr/>
          <p:nvPr/>
        </p:nvSpPr>
        <p:spPr bwMode="auto">
          <a:xfrm>
            <a:off x="2611234" y="4246163"/>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语义分析与中间代码生成</a:t>
            </a:r>
          </a:p>
        </p:txBody>
      </p:sp>
      <p:sp>
        <p:nvSpPr>
          <p:cNvPr id="38" name="圆角矩形 37"/>
          <p:cNvSpPr/>
          <p:nvPr/>
        </p:nvSpPr>
        <p:spPr bwMode="auto">
          <a:xfrm>
            <a:off x="2611234" y="5254280"/>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1"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优化</a:t>
            </a:r>
          </a:p>
        </p:txBody>
      </p:sp>
      <p:sp>
        <p:nvSpPr>
          <p:cNvPr id="39" name="圆角矩形 38"/>
          <p:cNvSpPr/>
          <p:nvPr/>
        </p:nvSpPr>
        <p:spPr bwMode="auto">
          <a:xfrm>
            <a:off x="2611234" y="626390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目标代码生成</a:t>
            </a:r>
          </a:p>
        </p:txBody>
      </p:sp>
      <p:sp>
        <p:nvSpPr>
          <p:cNvPr id="40" name="下箭头 39"/>
          <p:cNvSpPr/>
          <p:nvPr/>
        </p:nvSpPr>
        <p:spPr>
          <a:xfrm>
            <a:off x="4512048" y="276024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1" name="下箭头 40"/>
          <p:cNvSpPr/>
          <p:nvPr/>
        </p:nvSpPr>
        <p:spPr>
          <a:xfrm>
            <a:off x="4512048" y="3767783"/>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下箭头 41"/>
          <p:cNvSpPr/>
          <p:nvPr/>
        </p:nvSpPr>
        <p:spPr>
          <a:xfrm>
            <a:off x="4512048" y="4788758"/>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下箭头 47"/>
          <p:cNvSpPr/>
          <p:nvPr/>
        </p:nvSpPr>
        <p:spPr>
          <a:xfrm>
            <a:off x="4512048" y="579279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下箭头 53"/>
          <p:cNvSpPr/>
          <p:nvPr/>
        </p:nvSpPr>
        <p:spPr>
          <a:xfrm>
            <a:off x="4512048" y="6811951"/>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0" name="下箭头 59"/>
          <p:cNvSpPr/>
          <p:nvPr/>
        </p:nvSpPr>
        <p:spPr>
          <a:xfrm>
            <a:off x="4505305" y="1741056"/>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62"/>
          <p:cNvSpPr txBox="1"/>
          <p:nvPr/>
        </p:nvSpPr>
        <p:spPr>
          <a:xfrm>
            <a:off x="5014463" y="2762174"/>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单词符号</a:t>
            </a:r>
          </a:p>
        </p:txBody>
      </p:sp>
      <p:sp>
        <p:nvSpPr>
          <p:cNvPr id="73" name="文本框 72"/>
          <p:cNvSpPr txBox="1"/>
          <p:nvPr/>
        </p:nvSpPr>
        <p:spPr>
          <a:xfrm>
            <a:off x="5014463" y="1681680"/>
            <a:ext cx="1031051"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源程序</a:t>
            </a:r>
          </a:p>
        </p:txBody>
      </p:sp>
      <p:sp>
        <p:nvSpPr>
          <p:cNvPr id="74" name="文本框 73"/>
          <p:cNvSpPr txBox="1"/>
          <p:nvPr/>
        </p:nvSpPr>
        <p:spPr>
          <a:xfrm>
            <a:off x="5014463" y="4809758"/>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文本框 74"/>
          <p:cNvSpPr txBox="1"/>
          <p:nvPr/>
        </p:nvSpPr>
        <p:spPr>
          <a:xfrm>
            <a:off x="5022453" y="3820898"/>
            <a:ext cx="1313180" cy="770980"/>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语法单位</a:t>
            </a:r>
          </a:p>
          <a:p>
            <a:pPr marL="0" marR="0" lvl="0" indent="0" algn="l" defTabSz="503972" rtl="0" eaLnBrk="1" fontAlgn="auto" latinLnBrk="0" hangingPunct="1">
              <a:lnSpc>
                <a:spcPct val="100000"/>
              </a:lnSpc>
              <a:spcBef>
                <a:spcPts val="0"/>
              </a:spcBef>
              <a:spcAft>
                <a:spcPts val="0"/>
              </a:spcAft>
              <a:buClrTx/>
              <a:buSzTx/>
              <a:buFontTx/>
              <a:buNone/>
              <a:tabLst/>
              <a:defRPr/>
            </a:pP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文本框 75"/>
          <p:cNvSpPr txBox="1"/>
          <p:nvPr/>
        </p:nvSpPr>
        <p:spPr>
          <a:xfrm>
            <a:off x="5014463" y="6864226"/>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目标代码</a:t>
            </a:r>
          </a:p>
        </p:txBody>
      </p:sp>
      <p:sp>
        <p:nvSpPr>
          <p:cNvPr id="77" name="文本框 76"/>
          <p:cNvSpPr txBox="1"/>
          <p:nvPr/>
        </p:nvSpPr>
        <p:spPr>
          <a:xfrm>
            <a:off x="5022453" y="5798544"/>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圆角矩形 77"/>
          <p:cNvSpPr/>
          <p:nvPr/>
        </p:nvSpPr>
        <p:spPr bwMode="auto">
          <a:xfrm>
            <a:off x="1105849" y="2203926"/>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符号表管理</a:t>
            </a:r>
          </a:p>
        </p:txBody>
      </p:sp>
      <p:sp>
        <p:nvSpPr>
          <p:cNvPr id="79" name="圆角矩形 78"/>
          <p:cNvSpPr/>
          <p:nvPr/>
        </p:nvSpPr>
        <p:spPr bwMode="auto">
          <a:xfrm>
            <a:off x="7576929" y="2185959"/>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出错处理</a:t>
            </a:r>
          </a:p>
        </p:txBody>
      </p:sp>
      <p:sp>
        <p:nvSpPr>
          <p:cNvPr id="80" name="左右箭头 79"/>
          <p:cNvSpPr/>
          <p:nvPr/>
        </p:nvSpPr>
        <p:spPr>
          <a:xfrm>
            <a:off x="1744794" y="234467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1" name="左右箭头 80"/>
          <p:cNvSpPr/>
          <p:nvPr/>
        </p:nvSpPr>
        <p:spPr>
          <a:xfrm>
            <a:off x="1750843" y="335888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2" name="左右箭头 81"/>
          <p:cNvSpPr/>
          <p:nvPr/>
        </p:nvSpPr>
        <p:spPr>
          <a:xfrm>
            <a:off x="1744794" y="4366002"/>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3" name="左右箭头 82"/>
          <p:cNvSpPr/>
          <p:nvPr/>
        </p:nvSpPr>
        <p:spPr>
          <a:xfrm>
            <a:off x="1775784" y="538021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4" name="左右箭头 83"/>
          <p:cNvSpPr/>
          <p:nvPr/>
        </p:nvSpPr>
        <p:spPr>
          <a:xfrm>
            <a:off x="1744794" y="6389840"/>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5" name="左右箭头 84"/>
          <p:cNvSpPr/>
          <p:nvPr/>
        </p:nvSpPr>
        <p:spPr>
          <a:xfrm>
            <a:off x="6710661" y="235139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左右箭头 85"/>
          <p:cNvSpPr/>
          <p:nvPr/>
        </p:nvSpPr>
        <p:spPr>
          <a:xfrm>
            <a:off x="6716709" y="336560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7" name="左右箭头 86"/>
          <p:cNvSpPr/>
          <p:nvPr/>
        </p:nvSpPr>
        <p:spPr>
          <a:xfrm>
            <a:off x="6710661" y="4372721"/>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8" name="左右箭头 87"/>
          <p:cNvSpPr/>
          <p:nvPr/>
        </p:nvSpPr>
        <p:spPr>
          <a:xfrm>
            <a:off x="6741650" y="538693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9" name="左右箭头 88"/>
          <p:cNvSpPr/>
          <p:nvPr/>
        </p:nvSpPr>
        <p:spPr>
          <a:xfrm>
            <a:off x="6710661" y="639655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0" name="圆角矩形 89"/>
          <p:cNvSpPr/>
          <p:nvPr/>
        </p:nvSpPr>
        <p:spPr bwMode="auto">
          <a:xfrm>
            <a:off x="2583494" y="4211383"/>
            <a:ext cx="4087383" cy="515883"/>
          </a:xfrm>
          <a:prstGeom prst="roundRect">
            <a:avLst/>
          </a:prstGeom>
          <a:noFill/>
          <a:ln w="63500">
            <a:headEnd type="none" w="med" len="med"/>
            <a:tailEnd type="stealth" w="lg" len="lg"/>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A5DA2005-D7D4-6AAC-5278-7FF53ED6C556}"/>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83365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属性文法</a:t>
            </a:r>
          </a:p>
        </p:txBody>
      </p:sp>
      <p:sp>
        <p:nvSpPr>
          <p:cNvPr id="10243" name="Rectangle 3"/>
          <p:cNvSpPr>
            <a:spLocks noGrp="1" noChangeArrowheads="1"/>
          </p:cNvSpPr>
          <p:nvPr>
            <p:ph idx="1"/>
          </p:nvPr>
        </p:nvSpPr>
        <p:spPr>
          <a:xfrm>
            <a:off x="695325" y="3008313"/>
            <a:ext cx="8694738" cy="3471862"/>
          </a:xfrm>
        </p:spPr>
        <p:txBody>
          <a:bodyPr rtlCol="0">
            <a:noAutofit/>
          </a:bodyPr>
          <a:lstStyle/>
          <a:p>
            <a:pPr marL="377979" indent="-377979" algn="just" defTabSz="503972" eaLnBrk="1" fontAlgn="auto" hangingPunct="1">
              <a:lnSpc>
                <a:spcPct val="90000"/>
              </a:lnSpc>
              <a:spcBef>
                <a:spcPts val="1102"/>
              </a:spcBef>
              <a:spcAft>
                <a:spcPts val="0"/>
              </a:spcAft>
              <a:buFont typeface="Wingdings 3" charset="2"/>
              <a:buChar char=""/>
              <a:defRPr/>
            </a:pPr>
            <a:r>
              <a:rPr lang="zh-CN" altLang="en-US" sz="3086" dirty="0">
                <a:solidFill>
                  <a:srgbClr val="CC0000"/>
                </a:solidFill>
              </a:rPr>
              <a:t>属性文法</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也称属性翻译文法</a:t>
            </a:r>
          </a:p>
          <a:p>
            <a:pPr marL="377979" indent="-377979" algn="just"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Knuth</a:t>
            </a:r>
            <a:r>
              <a:rPr lang="zh-CN" altLang="en-US" sz="3086" dirty="0">
                <a:solidFill>
                  <a:schemeClr val="tx1">
                    <a:lumMod val="75000"/>
                    <a:lumOff val="25000"/>
                  </a:schemeClr>
                </a:solidFill>
              </a:rPr>
              <a:t>在1968年提出</a:t>
            </a:r>
          </a:p>
          <a:p>
            <a:pPr marL="377979" indent="-377979" algn="just"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以上下文无关文法为基础</a:t>
            </a:r>
            <a:endParaRPr lang="en-US" altLang="zh-CN" sz="3086" dirty="0">
              <a:solidFill>
                <a:schemeClr val="tx1">
                  <a:lumMod val="75000"/>
                  <a:lumOff val="25000"/>
                </a:schemeClr>
              </a:solidFill>
            </a:endParaRPr>
          </a:p>
          <a:p>
            <a:pPr marL="818954" lvl="1" indent="-314982" algn="just"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为每个文法符号（终结符或非终结符）配备若干相关的“值”（称为</a:t>
            </a:r>
            <a:r>
              <a:rPr lang="zh-CN" altLang="en-US" sz="2646" dirty="0">
                <a:solidFill>
                  <a:srgbClr val="CC0000"/>
                </a:solidFill>
              </a:rPr>
              <a:t>属性</a:t>
            </a:r>
            <a:r>
              <a:rPr lang="zh-CN" altLang="en-US" sz="2646" dirty="0">
                <a:solidFill>
                  <a:schemeClr val="tx1">
                    <a:lumMod val="75000"/>
                    <a:lumOff val="25000"/>
                  </a:schemeClr>
                </a:solidFill>
              </a:rPr>
              <a:t>），代表与文法符号相关信息，如类型、值、代码序列、符号表内容等</a:t>
            </a:r>
          </a:p>
          <a:p>
            <a:pPr marL="818954" lvl="1" indent="-314982" algn="just"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对于文法的每个产生式都配备了一组属性的</a:t>
            </a:r>
            <a:r>
              <a:rPr lang="zh-CN" altLang="en-US" sz="2646" dirty="0">
                <a:solidFill>
                  <a:srgbClr val="CC0000"/>
                </a:solidFill>
              </a:rPr>
              <a:t>语义规则</a:t>
            </a:r>
            <a:r>
              <a:rPr lang="zh-CN" altLang="en-US" sz="2646" dirty="0">
                <a:solidFill>
                  <a:schemeClr val="tx1">
                    <a:lumMod val="75000"/>
                    <a:lumOff val="25000"/>
                  </a:schemeClr>
                </a:solidFill>
              </a:rPr>
              <a:t>，对属性进行计算和传递</a:t>
            </a:r>
            <a:endParaRPr lang="en-US" altLang="zh-CN" sz="2646" dirty="0">
              <a:solidFill>
                <a:schemeClr val="tx1">
                  <a:lumMod val="75000"/>
                  <a:lumOff val="25000"/>
                </a:schemeClr>
              </a:solidFill>
            </a:endParaRPr>
          </a:p>
          <a:p>
            <a:pPr marL="818954" lvl="1" indent="-314982" algn="just"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一个属性文法包含一个上下文无关文法和一系列语义规则， 这些语义规则附在每个产生式上</a:t>
            </a:r>
          </a:p>
          <a:p>
            <a:pPr marL="818954" lvl="1" indent="-314982" algn="just" defTabSz="503972" eaLnBrk="1" fontAlgn="auto" hangingPunct="1">
              <a:lnSpc>
                <a:spcPct val="90000"/>
              </a:lnSpc>
              <a:spcBef>
                <a:spcPts val="1102"/>
              </a:spcBef>
              <a:spcAft>
                <a:spcPts val="0"/>
              </a:spcAft>
              <a:buFont typeface="Wingdings 3" charset="2"/>
              <a:buChar char=""/>
              <a:defRPr/>
            </a:pPr>
            <a:endParaRPr lang="zh-CN" altLang="en-US" sz="2646" dirty="0">
              <a:solidFill>
                <a:schemeClr val="tx1">
                  <a:lumMod val="75000"/>
                  <a:lumOff val="25000"/>
                </a:schemeClr>
              </a:solidFill>
            </a:endParaRPr>
          </a:p>
        </p:txBody>
      </p:sp>
      <p:grpSp>
        <p:nvGrpSpPr>
          <p:cNvPr id="15" name="Group 10"/>
          <p:cNvGrpSpPr>
            <a:grpSpLocks/>
          </p:cNvGrpSpPr>
          <p:nvPr/>
        </p:nvGrpSpPr>
        <p:grpSpPr bwMode="auto">
          <a:xfrm>
            <a:off x="3057525" y="584200"/>
            <a:ext cx="1984375" cy="2189163"/>
            <a:chOff x="2971" y="2424"/>
            <a:chExt cx="1361" cy="1698"/>
          </a:xfrm>
        </p:grpSpPr>
        <p:pic>
          <p:nvPicPr>
            <p:cNvPr id="1075208" name="Picture 5" descr="7143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2" y="2424"/>
              <a:ext cx="893"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
            <p:cNvSpPr txBox="1">
              <a:spLocks noChangeArrowheads="1"/>
            </p:cNvSpPr>
            <p:nvPr/>
          </p:nvSpPr>
          <p:spPr bwMode="auto">
            <a:xfrm>
              <a:off x="2971" y="3629"/>
              <a:ext cx="1361" cy="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1764" b="1">
                  <a:solidFill>
                    <a:prstClr val="black"/>
                  </a:solidFill>
                  <a:ea typeface="宋体" panose="02010600030101010101" pitchFamily="2" charset="-122"/>
                </a:rPr>
                <a:t>Donald Ervin Knuth </a:t>
              </a:r>
            </a:p>
          </p:txBody>
        </p:sp>
      </p:grpSp>
      <p:grpSp>
        <p:nvGrpSpPr>
          <p:cNvPr id="9" name="组合 8"/>
          <p:cNvGrpSpPr>
            <a:grpSpLocks/>
          </p:cNvGrpSpPr>
          <p:nvPr/>
        </p:nvGrpSpPr>
        <p:grpSpPr bwMode="auto">
          <a:xfrm>
            <a:off x="4886325" y="0"/>
            <a:ext cx="5149850" cy="2970213"/>
            <a:chOff x="7520591" y="2816196"/>
            <a:chExt cx="4671409" cy="3025447"/>
          </a:xfrm>
        </p:grpSpPr>
        <p:sp>
          <p:nvSpPr>
            <p:cNvPr id="10" name="Rectangle 3"/>
            <p:cNvSpPr txBox="1">
              <a:spLocks noChangeArrowheads="1"/>
            </p:cNvSpPr>
            <p:nvPr/>
          </p:nvSpPr>
          <p:spPr>
            <a:xfrm>
              <a:off x="7520591" y="2816196"/>
              <a:ext cx="1952660"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0796" tIns="50398" rIns="100796" bIns="503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400" dirty="0">
                  <a:solidFill>
                    <a:prstClr val="white"/>
                  </a:solidFill>
                </a:rPr>
                <a:t>产生式	</a:t>
              </a:r>
            </a:p>
            <a:p>
              <a:pPr fontAlgn="auto">
                <a:spcBef>
                  <a:spcPts val="0"/>
                </a:spcBef>
                <a:buClr>
                  <a:srgbClr val="4F81BD"/>
                </a:buClr>
                <a:buFont typeface="Wingdings 3" charset="2"/>
                <a:buNone/>
                <a:defRPr/>
              </a:pPr>
              <a:r>
                <a:rPr lang="en-US" altLang="zh-CN" sz="2400" dirty="0">
                  <a:solidFill>
                    <a:prstClr val="white"/>
                  </a:solidFill>
                </a:rPr>
                <a:t>L→E n </a:t>
              </a:r>
            </a:p>
            <a:p>
              <a:pPr fontAlgn="auto">
                <a:spcBef>
                  <a:spcPts val="0"/>
                </a:spcBef>
                <a:buClr>
                  <a:srgbClr val="4F81BD"/>
                </a:buClr>
                <a:buFont typeface="Wingdings 3" charset="2"/>
                <a:buNone/>
                <a:defRPr/>
              </a:pPr>
              <a:r>
                <a:rPr lang="en-US" altLang="zh-CN" sz="2400" dirty="0">
                  <a:solidFill>
                    <a:prstClr val="white"/>
                  </a:solidFill>
                </a:rPr>
                <a:t>E→E</a:t>
              </a:r>
              <a:r>
                <a:rPr lang="en-US" altLang="zh-CN" sz="2400" baseline="-25000" dirty="0">
                  <a:solidFill>
                    <a:prstClr val="white"/>
                  </a:solidFill>
                </a:rPr>
                <a:t>1</a:t>
              </a:r>
              <a:r>
                <a:rPr lang="en-US" altLang="zh-CN" sz="2400" dirty="0">
                  <a:solidFill>
                    <a:prstClr val="white"/>
                  </a:solidFill>
                </a:rPr>
                <a:t>+T  </a:t>
              </a:r>
            </a:p>
            <a:p>
              <a:pPr fontAlgn="auto">
                <a:spcBef>
                  <a:spcPts val="0"/>
                </a:spcBef>
                <a:buClr>
                  <a:srgbClr val="4F81BD"/>
                </a:buClr>
                <a:buFont typeface="Wingdings 3" charset="2"/>
                <a:buNone/>
                <a:defRPr/>
              </a:pPr>
              <a:r>
                <a:rPr lang="en-US" altLang="zh-CN" sz="2400" dirty="0">
                  <a:solidFill>
                    <a:prstClr val="white"/>
                  </a:solidFill>
                </a:rPr>
                <a:t>E→T</a:t>
              </a:r>
            </a:p>
            <a:p>
              <a:pPr fontAlgn="auto">
                <a:spcBef>
                  <a:spcPts val="0"/>
                </a:spcBef>
                <a:buClr>
                  <a:srgbClr val="4F81BD"/>
                </a:buClr>
                <a:buFont typeface="Wingdings 3" charset="2"/>
                <a:buNone/>
                <a:defRPr/>
              </a:pPr>
              <a:r>
                <a:rPr lang="en-US" altLang="zh-CN" sz="2400" dirty="0">
                  <a:solidFill>
                    <a:prstClr val="white"/>
                  </a:solidFill>
                </a:rPr>
                <a:t>T→T</a:t>
              </a:r>
              <a:r>
                <a:rPr lang="en-US" altLang="zh-CN" sz="2400" baseline="-25000" dirty="0">
                  <a:solidFill>
                    <a:prstClr val="white"/>
                  </a:solidFill>
                </a:rPr>
                <a:t>1</a:t>
              </a:r>
              <a:r>
                <a:rPr lang="en-US" altLang="zh-CN" sz="2400" dirty="0">
                  <a:solidFill>
                    <a:prstClr val="white"/>
                  </a:solidFill>
                </a:rPr>
                <a:t>*F</a:t>
              </a:r>
            </a:p>
            <a:p>
              <a:pPr fontAlgn="auto">
                <a:spcBef>
                  <a:spcPts val="0"/>
                </a:spcBef>
                <a:buClr>
                  <a:srgbClr val="4F81BD"/>
                </a:buClr>
                <a:buFont typeface="Wingdings 3" charset="2"/>
                <a:buNone/>
                <a:defRPr/>
              </a:pPr>
              <a:r>
                <a:rPr lang="en-US" altLang="zh-CN" sz="2400" dirty="0">
                  <a:solidFill>
                    <a:prstClr val="white"/>
                  </a:solidFill>
                </a:rPr>
                <a:t>T→F</a:t>
              </a:r>
            </a:p>
            <a:p>
              <a:pPr fontAlgn="auto">
                <a:spcBef>
                  <a:spcPts val="0"/>
                </a:spcBef>
                <a:buClr>
                  <a:srgbClr val="4F81BD"/>
                </a:buClr>
                <a:buFont typeface="Wingdings 3" charset="2"/>
                <a:buNone/>
                <a:defRPr/>
              </a:pPr>
              <a:r>
                <a:rPr lang="en-US" altLang="zh-CN" sz="2400" dirty="0">
                  <a:solidFill>
                    <a:prstClr val="white"/>
                  </a:solidFill>
                </a:rPr>
                <a:t>F→ (E)</a:t>
              </a:r>
            </a:p>
            <a:p>
              <a:pPr fontAlgn="auto">
                <a:spcBef>
                  <a:spcPts val="0"/>
                </a:spcBef>
                <a:buClr>
                  <a:srgbClr val="4F81BD"/>
                </a:buClr>
                <a:buFont typeface="Wingdings 3" charset="2"/>
                <a:buNone/>
                <a:defRPr/>
              </a:pPr>
              <a:r>
                <a:rPr lang="en-US" altLang="zh-CN" sz="2400" dirty="0" err="1">
                  <a:solidFill>
                    <a:prstClr val="white"/>
                  </a:solidFill>
                </a:rPr>
                <a:t>F→digit</a:t>
              </a:r>
              <a:endParaRPr lang="en-US" altLang="zh-CN" sz="2400" dirty="0">
                <a:solidFill>
                  <a:prstClr val="white"/>
                </a:solidFill>
              </a:endParaRPr>
            </a:p>
            <a:p>
              <a:pPr fontAlgn="auto">
                <a:spcBef>
                  <a:spcPts val="0"/>
                </a:spcBef>
                <a:buClr>
                  <a:srgbClr val="4F81BD"/>
                </a:buClr>
                <a:buFont typeface="Wingdings 3" charset="2"/>
                <a:buNone/>
                <a:defRPr/>
              </a:pPr>
              <a:endParaRPr lang="en-US" altLang="zh-CN" sz="2400" dirty="0">
                <a:solidFill>
                  <a:prstClr val="white"/>
                </a:solidFill>
              </a:endParaRPr>
            </a:p>
          </p:txBody>
        </p:sp>
        <p:sp>
          <p:nvSpPr>
            <p:cNvPr id="11" name="Rectangle 14"/>
            <p:cNvSpPr>
              <a:spLocks noChangeArrowheads="1"/>
            </p:cNvSpPr>
            <p:nvPr/>
          </p:nvSpPr>
          <p:spPr bwMode="auto">
            <a:xfrm>
              <a:off x="9032607" y="2816196"/>
              <a:ext cx="3159393"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400"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a:solidFill>
                    <a:prstClr val="white"/>
                  </a:solidFill>
                </a:rPr>
                <a:t>print(</a:t>
              </a:r>
              <a:r>
                <a:rPr lang="en-US" altLang="zh-CN" sz="2400" dirty="0" err="1">
                  <a:solidFill>
                    <a:prstClr val="white"/>
                  </a:solidFill>
                </a:rPr>
                <a:t>E.val</a:t>
              </a:r>
              <a:r>
                <a:rPr lang="en-US" altLang="zh-CN" sz="2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E.val</a:t>
              </a:r>
              <a:r>
                <a:rPr lang="en-US" altLang="zh-CN" sz="2400" dirty="0">
                  <a:solidFill>
                    <a:prstClr val="white"/>
                  </a:solidFill>
                </a:rPr>
                <a:t> := E</a:t>
              </a:r>
              <a:r>
                <a:rPr lang="en-US" altLang="zh-CN" sz="2400" baseline="-25000" dirty="0">
                  <a:solidFill>
                    <a:prstClr val="white"/>
                  </a:solidFill>
                </a:rPr>
                <a:t>1</a:t>
              </a:r>
              <a:r>
                <a:rPr lang="en-US" altLang="zh-CN" sz="2400"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E.val</a:t>
              </a:r>
              <a:r>
                <a:rPr lang="en-US" altLang="zh-CN" sz="2400" dirty="0">
                  <a:solidFill>
                    <a:prstClr val="white"/>
                  </a:solidFill>
                </a:rPr>
                <a:t> :=</a:t>
              </a:r>
              <a:r>
                <a:rPr lang="en-US" altLang="zh-CN" sz="2400" dirty="0" err="1">
                  <a:solidFill>
                    <a:prstClr val="white"/>
                  </a:solidFill>
                </a:rPr>
                <a:t>T.val</a:t>
              </a:r>
              <a:r>
                <a:rPr lang="en-US" altLang="zh-CN" sz="2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T.val</a:t>
              </a:r>
              <a:r>
                <a:rPr lang="en-US" altLang="zh-CN" sz="2400" dirty="0">
                  <a:solidFill>
                    <a:prstClr val="white"/>
                  </a:solidFill>
                </a:rPr>
                <a:t> :=T</a:t>
              </a:r>
              <a:r>
                <a:rPr lang="en-US" altLang="zh-CN" sz="2400" baseline="-25000" dirty="0">
                  <a:solidFill>
                    <a:prstClr val="white"/>
                  </a:solidFill>
                </a:rPr>
                <a:t>1</a:t>
              </a:r>
              <a:r>
                <a:rPr lang="en-US" altLang="zh-CN" sz="2400" dirty="0">
                  <a:solidFill>
                    <a:prstClr val="white"/>
                  </a:solidFill>
                </a:rPr>
                <a:t>.val* </a:t>
              </a:r>
              <a:r>
                <a:rPr lang="en-US" altLang="zh-CN" sz="2400" dirty="0" err="1">
                  <a:solidFill>
                    <a:prstClr val="white"/>
                  </a:solidFill>
                </a:rPr>
                <a:t>F.val</a:t>
              </a:r>
              <a:r>
                <a:rPr lang="en-US" altLang="zh-CN" sz="2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T.val</a:t>
              </a:r>
              <a:r>
                <a:rPr lang="en-US" altLang="zh-CN" sz="2400" dirty="0">
                  <a:solidFill>
                    <a:prstClr val="white"/>
                  </a:solidFill>
                </a:rPr>
                <a:t> :=</a:t>
              </a:r>
              <a:r>
                <a:rPr lang="en-US" altLang="zh-CN" sz="2400" dirty="0" err="1">
                  <a:solidFill>
                    <a:prstClr val="white"/>
                  </a:solidFill>
                </a:rPr>
                <a:t>F.val</a:t>
              </a:r>
              <a:r>
                <a:rPr lang="en-US" altLang="zh-CN" sz="2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F.val</a:t>
              </a:r>
              <a:r>
                <a:rPr lang="en-US" altLang="zh-CN" sz="2400" dirty="0">
                  <a:solidFill>
                    <a:prstClr val="white"/>
                  </a:solidFill>
                </a:rPr>
                <a:t> :=</a:t>
              </a:r>
              <a:r>
                <a:rPr lang="en-US" altLang="zh-CN" sz="2400" dirty="0" err="1">
                  <a:solidFill>
                    <a:prstClr val="white"/>
                  </a:solidFill>
                </a:rPr>
                <a:t>E.val</a:t>
              </a:r>
              <a:r>
                <a:rPr lang="en-US" altLang="zh-CN" sz="2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00" dirty="0" err="1">
                  <a:solidFill>
                    <a:prstClr val="white"/>
                  </a:solidFill>
                </a:rPr>
                <a:t>F.val</a:t>
              </a:r>
              <a:r>
                <a:rPr lang="en-US" altLang="zh-CN" sz="2400" dirty="0">
                  <a:solidFill>
                    <a:prstClr val="white"/>
                  </a:solidFill>
                </a:rPr>
                <a:t> :=</a:t>
              </a:r>
              <a:r>
                <a:rPr lang="en-US" altLang="zh-CN" sz="2400" dirty="0" err="1">
                  <a:solidFill>
                    <a:prstClr val="white"/>
                  </a:solidFill>
                </a:rPr>
                <a:t>digit.lexval</a:t>
              </a:r>
              <a:endParaRPr lang="en-US" altLang="zh-CN" sz="2400" dirty="0">
                <a:solidFill>
                  <a:prstClr val="white"/>
                </a:solidFill>
              </a:endParaRPr>
            </a:p>
          </p:txBody>
        </p:sp>
      </p:grpSp>
      <p:sp>
        <p:nvSpPr>
          <p:cNvPr id="2" name="灯片编号占位符 1">
            <a:extLst>
              <a:ext uri="{FF2B5EF4-FFF2-40B4-BE49-F238E27FC236}">
                <a16:creationId xmlns:a16="http://schemas.microsoft.com/office/drawing/2014/main" id="{E598150D-EB54-CB15-D04D-DDEABD33E430}"/>
              </a:ext>
            </a:extLst>
          </p:cNvPr>
          <p:cNvSpPr>
            <a:spLocks noGrp="1"/>
          </p:cNvSpPr>
          <p:nvPr>
            <p:ph type="sldNum" sz="quarter" idx="12"/>
          </p:nvPr>
        </p:nvSpPr>
        <p:spPr/>
        <p:txBody>
          <a:bodyPr/>
          <a:lstStyle/>
          <a:p>
            <a:pPr>
              <a:defRPr/>
            </a:pPr>
            <a:fld id="{FFE46830-2D41-482C-9311-5E5BE7E9360D}" type="slidenum">
              <a:rPr lang="en-US" smtClean="0"/>
              <a:pPr>
                <a:defRPr/>
              </a:pPr>
              <a:t>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left)">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3">
                                            <p:txEl>
                                              <p:pRg st="2" end="2"/>
                                            </p:txEl>
                                          </p:spTgt>
                                        </p:tgtEl>
                                        <p:attrNameLst>
                                          <p:attrName>style.visibility</p:attrName>
                                        </p:attrNameLst>
                                      </p:cBhvr>
                                      <p:to>
                                        <p:strVal val="visible"/>
                                      </p:to>
                                    </p:set>
                                    <p:animEffect transition="in" filter="wipe(left)">
                                      <p:cBhvr>
                                        <p:cTn id="22" dur="500"/>
                                        <p:tgtEl>
                                          <p:spTgt spid="1024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3">
                                            <p:txEl>
                                              <p:pRg st="3" end="3"/>
                                            </p:txEl>
                                          </p:spTgt>
                                        </p:tgtEl>
                                        <p:attrNameLst>
                                          <p:attrName>style.visibility</p:attrName>
                                        </p:attrNameLst>
                                      </p:cBhvr>
                                      <p:to>
                                        <p:strVal val="visible"/>
                                      </p:to>
                                    </p:set>
                                    <p:animEffect transition="in" filter="wipe(left)">
                                      <p:cBhvr>
                                        <p:cTn id="27" dur="500"/>
                                        <p:tgtEl>
                                          <p:spTgt spid="1024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43">
                                            <p:txEl>
                                              <p:pRg st="4" end="4"/>
                                            </p:txEl>
                                          </p:spTgt>
                                        </p:tgtEl>
                                        <p:attrNameLst>
                                          <p:attrName>style.visibility</p:attrName>
                                        </p:attrNameLst>
                                      </p:cBhvr>
                                      <p:to>
                                        <p:strVal val="visible"/>
                                      </p:to>
                                    </p:set>
                                    <p:animEffect transition="in" filter="wipe(left)">
                                      <p:cBhvr>
                                        <p:cTn id="32" dur="500"/>
                                        <p:tgtEl>
                                          <p:spTgt spid="10243">
                                            <p:txEl>
                                              <p:pRg st="4" end="4"/>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243">
                                            <p:txEl>
                                              <p:pRg st="5" end="5"/>
                                            </p:txEl>
                                          </p:spTgt>
                                        </p:tgtEl>
                                        <p:attrNameLst>
                                          <p:attrName>style.visibility</p:attrName>
                                        </p:attrNameLst>
                                      </p:cBhvr>
                                      <p:to>
                                        <p:strVal val="visible"/>
                                      </p:to>
                                    </p:set>
                                    <p:animEffect transition="in" filter="wipe(left)">
                                      <p:cBhvr>
                                        <p:cTn id="35" dur="500"/>
                                        <p:tgtEl>
                                          <p:spTgt spid="10243">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综合属性</a:t>
            </a:r>
            <a:endParaRPr lang="en-US" altLang="zh-CN" dirty="0"/>
          </a:p>
        </p:txBody>
      </p:sp>
      <p:sp>
        <p:nvSpPr>
          <p:cNvPr id="3" name="内容占位符 2"/>
          <p:cNvSpPr>
            <a:spLocks noGrp="1"/>
          </p:cNvSpPr>
          <p:nvPr>
            <p:ph idx="1"/>
          </p:nvPr>
        </p:nvSpPr>
        <p:spPr>
          <a:xfrm>
            <a:off x="269875" y="1736725"/>
            <a:ext cx="4203700" cy="5462588"/>
          </a:xfrm>
        </p:spPr>
        <p:txBody>
          <a:bodyPr rtlCol="0">
            <a:normAutofit fontScale="92500" lnSpcReduction="10000"/>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自下而上传递信息</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语法规则：根据右部候选式中的符号的属性计算左部被定义符号的</a:t>
            </a:r>
            <a:r>
              <a:rPr lang="zh-CN" altLang="en-US" sz="3086" dirty="0">
                <a:solidFill>
                  <a:srgbClr val="C00000"/>
                </a:solidFill>
              </a:rPr>
              <a:t>综合属性</a:t>
            </a:r>
            <a:endParaRPr lang="en-US" altLang="zh-CN" sz="3086" dirty="0">
              <a:solidFill>
                <a:srgbClr val="C00000"/>
              </a:solidFill>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语法树：根据子结点的属性和父结点自身的属性计算父节点的</a:t>
            </a:r>
            <a:r>
              <a:rPr lang="zh-CN" altLang="en-US" sz="3086" dirty="0">
                <a:solidFill>
                  <a:srgbClr val="C00000"/>
                </a:solidFill>
              </a:rPr>
              <a:t>综合属性</a:t>
            </a:r>
            <a:endParaRPr lang="en-US" altLang="zh-CN" sz="3086" dirty="0">
              <a:solidFill>
                <a:srgbClr val="C00000"/>
              </a:solidFill>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推广：非终结符的综合属性依赖于子节点的属性和自身的属性</a:t>
            </a:r>
            <a:endParaRPr lang="en-US" altLang="zh-CN" sz="3086" dirty="0">
              <a:solidFill>
                <a:schemeClr val="tx1">
                  <a:lumMod val="75000"/>
                  <a:lumOff val="25000"/>
                </a:schemeClr>
              </a:solidFill>
            </a:endParaRPr>
          </a:p>
        </p:txBody>
      </p:sp>
      <p:grpSp>
        <p:nvGrpSpPr>
          <p:cNvPr id="38" name="组合 37"/>
          <p:cNvGrpSpPr>
            <a:grpSpLocks/>
          </p:cNvGrpSpPr>
          <p:nvPr/>
        </p:nvGrpSpPr>
        <p:grpSpPr bwMode="auto">
          <a:xfrm>
            <a:off x="4803775" y="4216400"/>
            <a:ext cx="5149850" cy="3335338"/>
            <a:chOff x="7520591" y="2816196"/>
            <a:chExt cx="4671409" cy="3025447"/>
          </a:xfrm>
        </p:grpSpPr>
        <p:sp>
          <p:nvSpPr>
            <p:cNvPr id="39" name="Rectangle 3"/>
            <p:cNvSpPr txBox="1">
              <a:spLocks noChangeArrowheads="1"/>
            </p:cNvSpPr>
            <p:nvPr/>
          </p:nvSpPr>
          <p:spPr>
            <a:xfrm>
              <a:off x="7520591" y="2816196"/>
              <a:ext cx="1952660"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0796" tIns="50398" rIns="100796" bIns="503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646" dirty="0">
                  <a:solidFill>
                    <a:prstClr val="white"/>
                  </a:solidFill>
                </a:rPr>
                <a:t>产生式	</a:t>
              </a:r>
            </a:p>
            <a:p>
              <a:pPr fontAlgn="auto">
                <a:spcBef>
                  <a:spcPts val="0"/>
                </a:spcBef>
                <a:buClr>
                  <a:srgbClr val="4F81BD"/>
                </a:buClr>
                <a:buFont typeface="Wingdings 3" charset="2"/>
                <a:buNone/>
                <a:defRPr/>
              </a:pPr>
              <a:r>
                <a:rPr lang="en-US" altLang="zh-CN" sz="2646" dirty="0">
                  <a:solidFill>
                    <a:prstClr val="white"/>
                  </a:solidFill>
                </a:rPr>
                <a:t>L→E n </a:t>
              </a:r>
            </a:p>
            <a:p>
              <a:pPr fontAlgn="auto">
                <a:spcBef>
                  <a:spcPts val="0"/>
                </a:spcBef>
                <a:buClr>
                  <a:srgbClr val="4F81BD"/>
                </a:buClr>
                <a:buFont typeface="Wingdings 3" charset="2"/>
                <a:buNone/>
                <a:defRPr/>
              </a:pPr>
              <a:r>
                <a:rPr lang="en-US" altLang="zh-CN" sz="2646" dirty="0">
                  <a:solidFill>
                    <a:prstClr val="white"/>
                  </a:solidFill>
                </a:rPr>
                <a:t>E→E</a:t>
              </a:r>
              <a:r>
                <a:rPr lang="en-US" altLang="zh-CN" sz="2646" baseline="-25000" dirty="0">
                  <a:solidFill>
                    <a:prstClr val="white"/>
                  </a:solidFill>
                </a:rPr>
                <a:t>1</a:t>
              </a:r>
              <a:r>
                <a:rPr lang="en-US" altLang="zh-CN" sz="2646" dirty="0">
                  <a:solidFill>
                    <a:prstClr val="white"/>
                  </a:solidFill>
                </a:rPr>
                <a:t>+T  </a:t>
              </a:r>
            </a:p>
            <a:p>
              <a:pPr fontAlgn="auto">
                <a:spcBef>
                  <a:spcPts val="0"/>
                </a:spcBef>
                <a:buClr>
                  <a:srgbClr val="4F81BD"/>
                </a:buClr>
                <a:buFont typeface="Wingdings 3" charset="2"/>
                <a:buNone/>
                <a:defRPr/>
              </a:pPr>
              <a:r>
                <a:rPr lang="en-US" altLang="zh-CN" sz="2646" dirty="0">
                  <a:solidFill>
                    <a:prstClr val="white"/>
                  </a:solidFill>
                </a:rPr>
                <a:t>E→T</a:t>
              </a:r>
            </a:p>
            <a:p>
              <a:pPr fontAlgn="auto">
                <a:spcBef>
                  <a:spcPts val="0"/>
                </a:spcBef>
                <a:buClr>
                  <a:srgbClr val="4F81BD"/>
                </a:buClr>
                <a:buFont typeface="Wingdings 3" charset="2"/>
                <a:buNone/>
                <a:defRPr/>
              </a:pPr>
              <a:r>
                <a:rPr lang="en-US" altLang="zh-CN" sz="2646" dirty="0">
                  <a:solidFill>
                    <a:prstClr val="white"/>
                  </a:solidFill>
                </a:rPr>
                <a:t>T→T</a:t>
              </a:r>
              <a:r>
                <a:rPr lang="en-US" altLang="zh-CN" sz="2646" baseline="-25000" dirty="0">
                  <a:solidFill>
                    <a:prstClr val="white"/>
                  </a:solidFill>
                </a:rPr>
                <a:t>1</a:t>
              </a:r>
              <a:r>
                <a:rPr lang="en-US" altLang="zh-CN" sz="2646" dirty="0">
                  <a:solidFill>
                    <a:prstClr val="white"/>
                  </a:solidFill>
                </a:rPr>
                <a:t>*F</a:t>
              </a:r>
            </a:p>
            <a:p>
              <a:pPr fontAlgn="auto">
                <a:spcBef>
                  <a:spcPts val="0"/>
                </a:spcBef>
                <a:buClr>
                  <a:srgbClr val="4F81BD"/>
                </a:buClr>
                <a:buFont typeface="Wingdings 3" charset="2"/>
                <a:buNone/>
                <a:defRPr/>
              </a:pPr>
              <a:r>
                <a:rPr lang="en-US" altLang="zh-CN" sz="2646" dirty="0">
                  <a:solidFill>
                    <a:prstClr val="white"/>
                  </a:solidFill>
                </a:rPr>
                <a:t>T→F</a:t>
              </a:r>
            </a:p>
            <a:p>
              <a:pPr fontAlgn="auto">
                <a:spcBef>
                  <a:spcPts val="0"/>
                </a:spcBef>
                <a:buClr>
                  <a:srgbClr val="4F81BD"/>
                </a:buClr>
                <a:buFont typeface="Wingdings 3" charset="2"/>
                <a:buNone/>
                <a:defRPr/>
              </a:pPr>
              <a:r>
                <a:rPr lang="en-US" altLang="zh-CN" sz="2646" dirty="0">
                  <a:solidFill>
                    <a:prstClr val="white"/>
                  </a:solidFill>
                </a:rPr>
                <a:t>F→ (E)</a:t>
              </a:r>
            </a:p>
            <a:p>
              <a:pPr fontAlgn="auto">
                <a:spcBef>
                  <a:spcPts val="0"/>
                </a:spcBef>
                <a:buClr>
                  <a:srgbClr val="4F81BD"/>
                </a:buClr>
                <a:buFont typeface="Wingdings 3" charset="2"/>
                <a:buNone/>
                <a:defRPr/>
              </a:pPr>
              <a:r>
                <a:rPr lang="en-US" altLang="zh-CN" sz="2646" dirty="0" err="1">
                  <a:solidFill>
                    <a:prstClr val="white"/>
                  </a:solidFill>
                </a:rPr>
                <a:t>F→digit</a:t>
              </a:r>
              <a:endParaRPr lang="en-US" altLang="zh-CN" sz="2646" dirty="0">
                <a:solidFill>
                  <a:prstClr val="white"/>
                </a:solidFill>
              </a:endParaRPr>
            </a:p>
            <a:p>
              <a:pPr fontAlgn="auto">
                <a:spcBef>
                  <a:spcPts val="0"/>
                </a:spcBef>
                <a:buClr>
                  <a:srgbClr val="4F81BD"/>
                </a:buClr>
                <a:buFont typeface="Wingdings 3" charset="2"/>
                <a:buNone/>
                <a:defRPr/>
              </a:pPr>
              <a:endParaRPr lang="en-US" altLang="zh-CN" sz="2646" dirty="0">
                <a:solidFill>
                  <a:prstClr val="white"/>
                </a:solidFill>
              </a:endParaRPr>
            </a:p>
          </p:txBody>
        </p:sp>
        <p:sp>
          <p:nvSpPr>
            <p:cNvPr id="40" name="Rectangle 14"/>
            <p:cNvSpPr>
              <a:spLocks noChangeArrowheads="1"/>
            </p:cNvSpPr>
            <p:nvPr/>
          </p:nvSpPr>
          <p:spPr bwMode="auto">
            <a:xfrm>
              <a:off x="9032607" y="2816196"/>
              <a:ext cx="3159393"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646"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a:solidFill>
                    <a:prstClr val="white"/>
                  </a:solidFill>
                </a:rPr>
                <a:t>print(</a:t>
              </a:r>
              <a:r>
                <a:rPr lang="en-US" altLang="zh-CN" sz="2646" dirty="0" err="1">
                  <a:solidFill>
                    <a:prstClr val="white"/>
                  </a:solidFill>
                </a:rPr>
                <a:t>E.val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E.val</a:t>
              </a:r>
              <a:r>
                <a:rPr lang="en-US" altLang="zh-CN" sz="2646" dirty="0">
                  <a:solidFill>
                    <a:prstClr val="white"/>
                  </a:solidFill>
                </a:rPr>
                <a:t> := E</a:t>
              </a:r>
              <a:r>
                <a:rPr lang="en-US" altLang="zh-CN" sz="2646" baseline="-25000" dirty="0">
                  <a:solidFill>
                    <a:prstClr val="white"/>
                  </a:solidFill>
                </a:rPr>
                <a:t>1</a:t>
              </a:r>
              <a:r>
                <a:rPr lang="en-US" altLang="zh-CN" sz="2646"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E.val</a:t>
              </a:r>
              <a:r>
                <a:rPr lang="en-US" altLang="zh-CN" sz="2646" dirty="0">
                  <a:solidFill>
                    <a:prstClr val="white"/>
                  </a:solidFill>
                </a:rPr>
                <a:t> :=</a:t>
              </a:r>
              <a:r>
                <a:rPr lang="en-US" altLang="zh-CN" sz="2646" dirty="0" err="1">
                  <a:solidFill>
                    <a:prstClr val="white"/>
                  </a:solidFill>
                </a:rPr>
                <a:t>T.val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T.val</a:t>
              </a:r>
              <a:r>
                <a:rPr lang="en-US" altLang="zh-CN" sz="2646" dirty="0">
                  <a:solidFill>
                    <a:prstClr val="white"/>
                  </a:solidFill>
                </a:rPr>
                <a:t> :=T</a:t>
              </a:r>
              <a:r>
                <a:rPr lang="en-US" altLang="zh-CN" sz="2646" baseline="-25000" dirty="0">
                  <a:solidFill>
                    <a:prstClr val="white"/>
                  </a:solidFill>
                </a:rPr>
                <a:t>1</a:t>
              </a:r>
              <a:r>
                <a:rPr lang="en-US" altLang="zh-CN" sz="2646" dirty="0">
                  <a:solidFill>
                    <a:prstClr val="white"/>
                  </a:solidFill>
                </a:rPr>
                <a:t>.val* </a:t>
              </a:r>
              <a:r>
                <a:rPr lang="en-US" altLang="zh-CN" sz="2646" dirty="0" err="1">
                  <a:solidFill>
                    <a:prstClr val="white"/>
                  </a:solidFill>
                </a:rPr>
                <a:t>F.val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T.val</a:t>
              </a:r>
              <a:r>
                <a:rPr lang="en-US" altLang="zh-CN" sz="2646" dirty="0">
                  <a:solidFill>
                    <a:prstClr val="white"/>
                  </a:solidFill>
                </a:rPr>
                <a:t> :=</a:t>
              </a:r>
              <a:r>
                <a:rPr lang="en-US" altLang="zh-CN" sz="2646" dirty="0" err="1">
                  <a:solidFill>
                    <a:prstClr val="white"/>
                  </a:solidFill>
                </a:rPr>
                <a:t>F.val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F.val</a:t>
              </a:r>
              <a:r>
                <a:rPr lang="en-US" altLang="zh-CN" sz="2646" dirty="0">
                  <a:solidFill>
                    <a:prstClr val="white"/>
                  </a:solidFill>
                </a:rPr>
                <a:t> :=</a:t>
              </a:r>
              <a:r>
                <a:rPr lang="en-US" altLang="zh-CN" sz="2646" dirty="0" err="1">
                  <a:solidFill>
                    <a:prstClr val="white"/>
                  </a:solidFill>
                </a:rPr>
                <a:t>E.val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F.val</a:t>
              </a:r>
              <a:r>
                <a:rPr lang="en-US" altLang="zh-CN" sz="2646" dirty="0">
                  <a:solidFill>
                    <a:prstClr val="white"/>
                  </a:solidFill>
                </a:rPr>
                <a:t> :=</a:t>
              </a:r>
              <a:r>
                <a:rPr lang="en-US" altLang="zh-CN" sz="2646" dirty="0" err="1">
                  <a:solidFill>
                    <a:prstClr val="white"/>
                  </a:solidFill>
                </a:rPr>
                <a:t>digit.lexval</a:t>
              </a:r>
              <a:endParaRPr lang="en-US" altLang="zh-CN" sz="2646" dirty="0">
                <a:solidFill>
                  <a:prstClr val="white"/>
                </a:solidFill>
              </a:endParaRPr>
            </a:p>
          </p:txBody>
        </p:sp>
      </p:grpSp>
      <p:grpSp>
        <p:nvGrpSpPr>
          <p:cNvPr id="41" name="组合 40"/>
          <p:cNvGrpSpPr>
            <a:grpSpLocks noChangeAspect="1"/>
          </p:cNvGrpSpPr>
          <p:nvPr/>
        </p:nvGrpSpPr>
        <p:grpSpPr bwMode="auto">
          <a:xfrm>
            <a:off x="4757738" y="400050"/>
            <a:ext cx="5297487" cy="3816350"/>
            <a:chOff x="7703474" y="357266"/>
            <a:chExt cx="4069770" cy="2931985"/>
          </a:xfrm>
        </p:grpSpPr>
        <p:sp>
          <p:nvSpPr>
            <p:cNvPr id="42" name="Rectangle 4"/>
            <p:cNvSpPr>
              <a:spLocks noChangeArrowheads="1"/>
            </p:cNvSpPr>
            <p:nvPr/>
          </p:nvSpPr>
          <p:spPr bwMode="auto">
            <a:xfrm>
              <a:off x="7703474" y="2983125"/>
              <a:ext cx="1312278"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digit.lexval=3</a:t>
              </a:r>
            </a:p>
          </p:txBody>
        </p:sp>
        <p:sp>
          <p:nvSpPr>
            <p:cNvPr id="1077256" name="Line 5"/>
            <p:cNvSpPr>
              <a:spLocks noChangeShapeType="1"/>
            </p:cNvSpPr>
            <p:nvPr/>
          </p:nvSpPr>
          <p:spPr bwMode="auto">
            <a:xfrm>
              <a:off x="8316128" y="2851641"/>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Rectangle 6"/>
            <p:cNvSpPr>
              <a:spLocks noChangeArrowheads="1"/>
            </p:cNvSpPr>
            <p:nvPr/>
          </p:nvSpPr>
          <p:spPr bwMode="auto">
            <a:xfrm>
              <a:off x="7747379" y="2589185"/>
              <a:ext cx="1312278" cy="30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F.val=3</a:t>
              </a:r>
            </a:p>
          </p:txBody>
        </p:sp>
        <p:sp>
          <p:nvSpPr>
            <p:cNvPr id="1077258" name="Line 7"/>
            <p:cNvSpPr>
              <a:spLocks noChangeShapeType="1"/>
            </p:cNvSpPr>
            <p:nvPr/>
          </p:nvSpPr>
          <p:spPr bwMode="auto">
            <a:xfrm>
              <a:off x="8316128" y="2457793"/>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Rectangle 8"/>
            <p:cNvSpPr>
              <a:spLocks noChangeArrowheads="1"/>
            </p:cNvSpPr>
            <p:nvPr/>
          </p:nvSpPr>
          <p:spPr bwMode="auto">
            <a:xfrm>
              <a:off x="7747379" y="2151339"/>
              <a:ext cx="1312278"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T.val=3</a:t>
              </a:r>
            </a:p>
          </p:txBody>
        </p:sp>
        <p:sp>
          <p:nvSpPr>
            <p:cNvPr id="47" name="Rectangle 9"/>
            <p:cNvSpPr>
              <a:spLocks noChangeArrowheads="1"/>
            </p:cNvSpPr>
            <p:nvPr/>
          </p:nvSpPr>
          <p:spPr bwMode="auto">
            <a:xfrm>
              <a:off x="8885256" y="2195245"/>
              <a:ext cx="524424"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a:t>
              </a:r>
            </a:p>
          </p:txBody>
        </p:sp>
        <p:sp>
          <p:nvSpPr>
            <p:cNvPr id="48" name="Rectangle 12"/>
            <p:cNvSpPr>
              <a:spLocks noChangeArrowheads="1"/>
            </p:cNvSpPr>
            <p:nvPr/>
          </p:nvSpPr>
          <p:spPr bwMode="auto">
            <a:xfrm>
              <a:off x="9279184" y="2589185"/>
              <a:ext cx="1312278" cy="30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digit.lexval=5</a:t>
              </a:r>
            </a:p>
          </p:txBody>
        </p:sp>
        <p:sp>
          <p:nvSpPr>
            <p:cNvPr id="1077262" name="Line 13"/>
            <p:cNvSpPr>
              <a:spLocks noChangeShapeType="1"/>
            </p:cNvSpPr>
            <p:nvPr/>
          </p:nvSpPr>
          <p:spPr bwMode="auto">
            <a:xfrm flipV="1">
              <a:off x="9847761" y="2414032"/>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Rectangle 14"/>
            <p:cNvSpPr>
              <a:spLocks noChangeArrowheads="1"/>
            </p:cNvSpPr>
            <p:nvPr/>
          </p:nvSpPr>
          <p:spPr bwMode="auto">
            <a:xfrm>
              <a:off x="9279184" y="2151339"/>
              <a:ext cx="1312278"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F.val=5</a:t>
              </a:r>
            </a:p>
          </p:txBody>
        </p:sp>
        <p:sp>
          <p:nvSpPr>
            <p:cNvPr id="1077264" name="Line 15"/>
            <p:cNvSpPr>
              <a:spLocks noChangeShapeType="1"/>
            </p:cNvSpPr>
            <p:nvPr/>
          </p:nvSpPr>
          <p:spPr bwMode="auto">
            <a:xfrm flipV="1">
              <a:off x="8359889" y="2020183"/>
              <a:ext cx="437610" cy="21880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265" name="Line 16"/>
            <p:cNvSpPr>
              <a:spLocks noChangeShapeType="1"/>
            </p:cNvSpPr>
            <p:nvPr/>
          </p:nvSpPr>
          <p:spPr bwMode="auto">
            <a:xfrm flipV="1">
              <a:off x="9147586" y="2020183"/>
              <a:ext cx="0" cy="21880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266" name="Line 17"/>
            <p:cNvSpPr>
              <a:spLocks noChangeShapeType="1"/>
            </p:cNvSpPr>
            <p:nvPr/>
          </p:nvSpPr>
          <p:spPr bwMode="auto">
            <a:xfrm>
              <a:off x="9410152" y="2020183"/>
              <a:ext cx="525132"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Rectangle 18"/>
            <p:cNvSpPr>
              <a:spLocks noChangeArrowheads="1"/>
            </p:cNvSpPr>
            <p:nvPr/>
          </p:nvSpPr>
          <p:spPr bwMode="auto">
            <a:xfrm>
              <a:off x="8447424" y="1713492"/>
              <a:ext cx="1312278" cy="30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T.val=15</a:t>
              </a:r>
            </a:p>
          </p:txBody>
        </p:sp>
        <p:sp>
          <p:nvSpPr>
            <p:cNvPr id="1077268" name="Line 19"/>
            <p:cNvSpPr>
              <a:spLocks noChangeShapeType="1"/>
            </p:cNvSpPr>
            <p:nvPr/>
          </p:nvSpPr>
          <p:spPr bwMode="auto">
            <a:xfrm>
              <a:off x="9103825" y="1582573"/>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Rectangle 20"/>
            <p:cNvSpPr>
              <a:spLocks noChangeArrowheads="1"/>
            </p:cNvSpPr>
            <p:nvPr/>
          </p:nvSpPr>
          <p:spPr bwMode="auto">
            <a:xfrm>
              <a:off x="8447424" y="1275646"/>
              <a:ext cx="1312278" cy="307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err="1">
                  <a:solidFill>
                    <a:prstClr val="black"/>
                  </a:solidFill>
                  <a:latin typeface="微软雅黑" panose="020B0503020204020204" pitchFamily="34" charset="-122"/>
                </a:rPr>
                <a:t>E.val</a:t>
              </a:r>
              <a:r>
                <a:rPr kumimoji="1" lang="en-US" altLang="zh-CN" sz="1984" dirty="0">
                  <a:solidFill>
                    <a:prstClr val="black"/>
                  </a:solidFill>
                  <a:latin typeface="微软雅黑" panose="020B0503020204020204" pitchFamily="34" charset="-122"/>
                </a:rPr>
                <a:t>=15</a:t>
              </a:r>
            </a:p>
          </p:txBody>
        </p:sp>
        <p:sp>
          <p:nvSpPr>
            <p:cNvPr id="57" name="Rectangle 21"/>
            <p:cNvSpPr>
              <a:spLocks noChangeArrowheads="1"/>
            </p:cNvSpPr>
            <p:nvPr/>
          </p:nvSpPr>
          <p:spPr bwMode="auto">
            <a:xfrm>
              <a:off x="9673111" y="1275646"/>
              <a:ext cx="524424" cy="307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a:t>
              </a:r>
            </a:p>
          </p:txBody>
        </p:sp>
        <p:sp>
          <p:nvSpPr>
            <p:cNvPr id="58" name="Rectangle 22"/>
            <p:cNvSpPr>
              <a:spLocks noChangeArrowheads="1"/>
            </p:cNvSpPr>
            <p:nvPr/>
          </p:nvSpPr>
          <p:spPr bwMode="auto">
            <a:xfrm>
              <a:off x="10417060" y="2151339"/>
              <a:ext cx="1312278"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digit.lexval=4</a:t>
              </a:r>
            </a:p>
          </p:txBody>
        </p:sp>
        <p:sp>
          <p:nvSpPr>
            <p:cNvPr id="1077272" name="Line 23"/>
            <p:cNvSpPr>
              <a:spLocks noChangeShapeType="1"/>
            </p:cNvSpPr>
            <p:nvPr/>
          </p:nvSpPr>
          <p:spPr bwMode="auto">
            <a:xfrm>
              <a:off x="11029308" y="2020183"/>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Rectangle 24"/>
            <p:cNvSpPr>
              <a:spLocks noChangeArrowheads="1"/>
            </p:cNvSpPr>
            <p:nvPr/>
          </p:nvSpPr>
          <p:spPr bwMode="auto">
            <a:xfrm>
              <a:off x="10460966" y="1757399"/>
              <a:ext cx="1312278" cy="30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F.val=4</a:t>
              </a:r>
            </a:p>
          </p:txBody>
        </p:sp>
        <p:sp>
          <p:nvSpPr>
            <p:cNvPr id="1077274" name="Line 25"/>
            <p:cNvSpPr>
              <a:spLocks noChangeShapeType="1"/>
            </p:cNvSpPr>
            <p:nvPr/>
          </p:nvSpPr>
          <p:spPr bwMode="auto">
            <a:xfrm>
              <a:off x="11029308" y="1626334"/>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Rectangle 26"/>
            <p:cNvSpPr>
              <a:spLocks noChangeArrowheads="1"/>
            </p:cNvSpPr>
            <p:nvPr/>
          </p:nvSpPr>
          <p:spPr bwMode="auto">
            <a:xfrm>
              <a:off x="10460966" y="1319553"/>
              <a:ext cx="1312278" cy="307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err="1">
                  <a:solidFill>
                    <a:prstClr val="black"/>
                  </a:solidFill>
                  <a:latin typeface="微软雅黑" panose="020B0503020204020204" pitchFamily="34" charset="-122"/>
                </a:rPr>
                <a:t>T.val</a:t>
              </a:r>
              <a:r>
                <a:rPr kumimoji="1" lang="en-US" altLang="zh-CN" sz="1984" dirty="0">
                  <a:solidFill>
                    <a:prstClr val="black"/>
                  </a:solidFill>
                  <a:latin typeface="微软雅黑" panose="020B0503020204020204" pitchFamily="34" charset="-122"/>
                </a:rPr>
                <a:t>=4</a:t>
              </a:r>
            </a:p>
          </p:txBody>
        </p:sp>
        <p:sp>
          <p:nvSpPr>
            <p:cNvPr id="1077276" name="Line 27"/>
            <p:cNvSpPr>
              <a:spLocks noChangeShapeType="1"/>
            </p:cNvSpPr>
            <p:nvPr/>
          </p:nvSpPr>
          <p:spPr bwMode="auto">
            <a:xfrm flipH="1">
              <a:off x="9016303" y="1144963"/>
              <a:ext cx="743936" cy="21880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277" name="Line 28"/>
            <p:cNvSpPr>
              <a:spLocks noChangeShapeType="1"/>
            </p:cNvSpPr>
            <p:nvPr/>
          </p:nvSpPr>
          <p:spPr bwMode="auto">
            <a:xfrm flipV="1">
              <a:off x="9935283" y="1144963"/>
              <a:ext cx="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278" name="Line 29"/>
            <p:cNvSpPr>
              <a:spLocks noChangeShapeType="1"/>
            </p:cNvSpPr>
            <p:nvPr/>
          </p:nvSpPr>
          <p:spPr bwMode="auto">
            <a:xfrm>
              <a:off x="10066566" y="1144963"/>
              <a:ext cx="918980" cy="21880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Rectangle 30"/>
            <p:cNvSpPr>
              <a:spLocks noChangeArrowheads="1"/>
            </p:cNvSpPr>
            <p:nvPr/>
          </p:nvSpPr>
          <p:spPr bwMode="auto">
            <a:xfrm>
              <a:off x="9191373" y="795113"/>
              <a:ext cx="1312278"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err="1">
                  <a:solidFill>
                    <a:prstClr val="black"/>
                  </a:solidFill>
                  <a:latin typeface="微软雅黑" panose="020B0503020204020204" pitchFamily="34" charset="-122"/>
                </a:rPr>
                <a:t>E.val</a:t>
              </a:r>
              <a:r>
                <a:rPr kumimoji="1" lang="en-US" altLang="zh-CN" sz="1984" dirty="0">
                  <a:solidFill>
                    <a:prstClr val="black"/>
                  </a:solidFill>
                  <a:latin typeface="微软雅黑" panose="020B0503020204020204" pitchFamily="34" charset="-122"/>
                </a:rPr>
                <a:t>=19</a:t>
              </a:r>
            </a:p>
          </p:txBody>
        </p:sp>
        <p:sp>
          <p:nvSpPr>
            <p:cNvPr id="67" name="Rectangle 31"/>
            <p:cNvSpPr>
              <a:spLocks noChangeArrowheads="1"/>
            </p:cNvSpPr>
            <p:nvPr/>
          </p:nvSpPr>
          <p:spPr bwMode="auto">
            <a:xfrm>
              <a:off x="10635367" y="795113"/>
              <a:ext cx="525643" cy="30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n</a:t>
              </a:r>
            </a:p>
          </p:txBody>
        </p:sp>
        <p:sp>
          <p:nvSpPr>
            <p:cNvPr id="1077281" name="Line 32"/>
            <p:cNvSpPr>
              <a:spLocks noChangeShapeType="1"/>
            </p:cNvSpPr>
            <p:nvPr/>
          </p:nvSpPr>
          <p:spPr bwMode="auto">
            <a:xfrm flipV="1">
              <a:off x="9847761" y="663593"/>
              <a:ext cx="393849"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282" name="Line 33"/>
            <p:cNvSpPr>
              <a:spLocks noChangeShapeType="1"/>
            </p:cNvSpPr>
            <p:nvPr/>
          </p:nvSpPr>
          <p:spPr bwMode="auto">
            <a:xfrm>
              <a:off x="10416654" y="663593"/>
              <a:ext cx="437610" cy="17504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Rectangle 34"/>
            <p:cNvSpPr>
              <a:spLocks noChangeArrowheads="1"/>
            </p:cNvSpPr>
            <p:nvPr/>
          </p:nvSpPr>
          <p:spPr bwMode="auto">
            <a:xfrm>
              <a:off x="10109724" y="357266"/>
              <a:ext cx="525643" cy="306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black"/>
                  </a:solidFill>
                  <a:latin typeface="微软雅黑" panose="020B0503020204020204" pitchFamily="34" charset="-122"/>
                </a:rPr>
                <a:t>L</a:t>
              </a:r>
            </a:p>
          </p:txBody>
        </p:sp>
      </p:grpSp>
      <p:sp>
        <p:nvSpPr>
          <p:cNvPr id="71" name="文本框 70"/>
          <p:cNvSpPr txBox="1"/>
          <p:nvPr/>
        </p:nvSpPr>
        <p:spPr>
          <a:xfrm>
            <a:off x="5126038" y="365125"/>
            <a:ext cx="1379537" cy="635000"/>
          </a:xfrm>
          <a:prstGeom prst="rect">
            <a:avLst/>
          </a:prstGeom>
          <a:noFill/>
        </p:spPr>
        <p:txBody>
          <a:bodyPr wrap="none">
            <a:spAutoFit/>
          </a:bodyPr>
          <a:lstStyle/>
          <a:p>
            <a:pPr defTabSz="503972" eaLnBrk="1" fontAlgn="auto" hangingPunct="1">
              <a:spcBef>
                <a:spcPts val="0"/>
              </a:spcBef>
              <a:spcAft>
                <a:spcPts val="0"/>
              </a:spcAft>
              <a:buFont typeface="Times New Roman" panose="02020603050405020304" pitchFamily="18" charset="0"/>
              <a:buNone/>
              <a:defRPr/>
            </a:pPr>
            <a:r>
              <a:rPr lang="en-US" altLang="zh-CN" sz="3527" dirty="0">
                <a:solidFill>
                  <a:srgbClr val="0070C0"/>
                </a:solidFill>
                <a:latin typeface="Arial" panose="020B0604020202020204"/>
                <a:ea typeface="黑体" panose="02010609060101010101" pitchFamily="49" charset="-122"/>
              </a:rPr>
              <a:t>3</a:t>
            </a:r>
            <a:r>
              <a:rPr lang="zh-CN" altLang="en-US" sz="3527" dirty="0">
                <a:solidFill>
                  <a:srgbClr val="0070C0"/>
                </a:solidFill>
                <a:latin typeface="Arial" panose="020B0604020202020204"/>
                <a:ea typeface="黑体" panose="02010609060101010101" pitchFamily="49" charset="-122"/>
              </a:rPr>
              <a:t>*</a:t>
            </a:r>
            <a:r>
              <a:rPr lang="en-US" altLang="zh-CN" sz="3527" dirty="0">
                <a:solidFill>
                  <a:srgbClr val="0070C0"/>
                </a:solidFill>
                <a:latin typeface="Arial" panose="020B0604020202020204"/>
                <a:ea typeface="黑体" panose="02010609060101010101" pitchFamily="49" charset="-122"/>
              </a:rPr>
              <a:t>5+4</a:t>
            </a:r>
            <a:endParaRPr lang="zh-CN" altLang="en-US" sz="3527" dirty="0">
              <a:solidFill>
                <a:srgbClr val="0070C0"/>
              </a:solidFill>
              <a:latin typeface="Arial" panose="020B0604020202020204"/>
              <a:ea typeface="黑体" panose="02010609060101010101" pitchFamily="49" charset="-122"/>
            </a:endParaRPr>
          </a:p>
        </p:txBody>
      </p:sp>
      <p:sp>
        <p:nvSpPr>
          <p:cNvPr id="4" name="灯片编号占位符 3">
            <a:extLst>
              <a:ext uri="{FF2B5EF4-FFF2-40B4-BE49-F238E27FC236}">
                <a16:creationId xmlns:a16="http://schemas.microsoft.com/office/drawing/2014/main" id="{66FD771A-D8A1-A1FF-67F1-95B01E47E725}"/>
              </a:ext>
            </a:extLst>
          </p:cNvPr>
          <p:cNvSpPr>
            <a:spLocks noGrp="1"/>
          </p:cNvSpPr>
          <p:nvPr>
            <p:ph type="sldNum" sz="quarter" idx="12"/>
          </p:nvPr>
        </p:nvSpPr>
        <p:spPr/>
        <p:txBody>
          <a:bodyPr/>
          <a:lstStyle/>
          <a:p>
            <a:pPr>
              <a:defRPr/>
            </a:pPr>
            <a:fld id="{F30CD019-5999-4426-8D66-6DF9D5A58A1F}" type="slidenum">
              <a:rPr lang="en-US" smtClean="0"/>
              <a:pPr>
                <a:defRPr/>
              </a:pPr>
              <a:t>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500"/>
                                        <p:tgtEl>
                                          <p:spTgt spid="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wipe(left)">
                                      <p:cBhvr>
                                        <p:cTn id="26" dur="500"/>
                                        <p:tgtEl>
                                          <p:spTgt spid="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1"/>
                                        </p:tgtEl>
                                        <p:attrNameLst>
                                          <p:attrName>style.visibility</p:attrName>
                                        </p:attrNameLst>
                                      </p:cBhvr>
                                      <p:to>
                                        <p:strVal val="visible"/>
                                      </p:to>
                                    </p:set>
                                    <p:animEffect transition="in" filter="wipe(left)">
                                      <p:cBhvr>
                                        <p:cTn id="31" dur="500"/>
                                        <p:tgtEl>
                                          <p:spTgt spid="7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down)">
                                      <p:cBhvr>
                                        <p:cTn id="3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4513" y="66675"/>
            <a:ext cx="8694737" cy="1460500"/>
          </a:xfrm>
        </p:spPr>
        <p:txBody>
          <a:bodyPr rtlCol="0">
            <a:normAutofit/>
          </a:bodyPr>
          <a:lstStyle/>
          <a:p>
            <a:pPr defTabSz="503972" eaLnBrk="1" fontAlgn="auto" hangingPunct="1">
              <a:spcAft>
                <a:spcPts val="0"/>
              </a:spcAft>
              <a:defRPr/>
            </a:pPr>
            <a:r>
              <a:rPr lang="zh-CN" altLang="en-US" dirty="0"/>
              <a:t>继承属性</a:t>
            </a:r>
            <a:endParaRPr lang="en-US" altLang="zh-CN" dirty="0"/>
          </a:p>
        </p:txBody>
      </p:sp>
      <p:sp>
        <p:nvSpPr>
          <p:cNvPr id="3" name="内容占位符 2"/>
          <p:cNvSpPr>
            <a:spLocks noGrp="1"/>
          </p:cNvSpPr>
          <p:nvPr>
            <p:ph idx="1"/>
          </p:nvPr>
        </p:nvSpPr>
        <p:spPr>
          <a:xfrm>
            <a:off x="77788" y="1395413"/>
            <a:ext cx="4133850" cy="5119687"/>
          </a:xfrm>
        </p:spPr>
        <p:txBody>
          <a:bodyPr rtlCol="0">
            <a:normAutofit lnSpcReduction="10000"/>
          </a:bodyPr>
          <a:lstStyle/>
          <a:p>
            <a:pPr eaLnBrk="1" hangingPunct="1">
              <a:defRPr/>
            </a:pPr>
            <a:r>
              <a:rPr lang="zh-CN" altLang="en-US" sz="2800" dirty="0"/>
              <a:t>自上而下传递信息</a:t>
            </a:r>
          </a:p>
          <a:p>
            <a:pPr eaLnBrk="1" hangingPunct="1">
              <a:defRPr/>
            </a:pPr>
            <a:r>
              <a:rPr lang="zh-CN" altLang="en-US" sz="2800" dirty="0"/>
              <a:t>语法规则：根据右部候选式中的符号的属性和左部被定义符号的属性计算右部候选式中的符号的</a:t>
            </a:r>
            <a:r>
              <a:rPr lang="zh-CN" altLang="en-US" sz="2800" dirty="0">
                <a:solidFill>
                  <a:srgbClr val="C00000"/>
                </a:solidFill>
              </a:rPr>
              <a:t>继承属性</a:t>
            </a:r>
            <a:endParaRPr lang="en-US" altLang="zh-CN" sz="2800" dirty="0">
              <a:solidFill>
                <a:srgbClr val="C00000"/>
              </a:solidFill>
            </a:endParaRPr>
          </a:p>
          <a:p>
            <a:pPr eaLnBrk="1" hangingPunct="1">
              <a:defRPr/>
            </a:pPr>
            <a:r>
              <a:rPr lang="zh-CN" altLang="en-US" sz="2800" dirty="0"/>
              <a:t>语法树：根据父结点和兄弟节点的属性计算子结点的</a:t>
            </a:r>
            <a:r>
              <a:rPr lang="zh-CN" altLang="en-US" sz="2800" dirty="0">
                <a:solidFill>
                  <a:srgbClr val="C00000"/>
                </a:solidFill>
              </a:rPr>
              <a:t>继承属性</a:t>
            </a:r>
            <a:endParaRPr lang="en-US" altLang="zh-CN" sz="2800" dirty="0">
              <a:solidFill>
                <a:srgbClr val="C00000"/>
              </a:solidFill>
            </a:endParaRPr>
          </a:p>
          <a:p>
            <a:pPr eaLnBrk="1" hangingPunct="1">
              <a:defRPr/>
            </a:pPr>
            <a:r>
              <a:rPr lang="zh-CN" altLang="en-US" sz="2800" dirty="0"/>
              <a:t>推广：子节点的继承属性依赖于父节点和兄弟节点的属性</a:t>
            </a:r>
            <a:endParaRPr lang="en-US" altLang="zh-CN" sz="2800" dirty="0"/>
          </a:p>
        </p:txBody>
      </p:sp>
      <p:sp>
        <p:nvSpPr>
          <p:cNvPr id="28" name="Rectangle 41"/>
          <p:cNvSpPr txBox="1">
            <a:spLocks noChangeArrowheads="1"/>
          </p:cNvSpPr>
          <p:nvPr/>
        </p:nvSpPr>
        <p:spPr>
          <a:xfrm>
            <a:off x="4446588" y="4092575"/>
            <a:ext cx="5562600" cy="3284538"/>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58733" tIns="158733" rIns="0" bIns="50398">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fontAlgn="auto">
              <a:lnSpc>
                <a:spcPct val="80000"/>
              </a:lnSpc>
              <a:buClr>
                <a:srgbClr val="4F81BD"/>
              </a:buClr>
              <a:buFont typeface="Wingdings" panose="05000000000000000000" pitchFamily="2" charset="2"/>
              <a:buNone/>
              <a:defRPr/>
            </a:pPr>
            <a:r>
              <a:rPr lang="zh-CN" altLang="en-US" sz="2646" dirty="0">
                <a:solidFill>
                  <a:prstClr val="white"/>
                </a:solidFill>
              </a:rPr>
              <a:t>产 生 式</a:t>
            </a:r>
            <a:r>
              <a:rPr lang="zh-CN" altLang="en-US" sz="2646" dirty="0">
                <a:solidFill>
                  <a:prstClr val="white"/>
                </a:solidFill>
                <a:ea typeface="黑体" panose="02010609060101010101" pitchFamily="49" charset="-122"/>
              </a:rPr>
              <a:t> 	</a:t>
            </a:r>
            <a:r>
              <a:rPr lang="zh-CN" altLang="en-US" sz="2646" dirty="0">
                <a:solidFill>
                  <a:prstClr val="white"/>
                </a:solidFill>
              </a:rPr>
              <a:t>语 义 规 则</a:t>
            </a:r>
            <a:r>
              <a:rPr lang="zh-CN" altLang="en-US" sz="2646" dirty="0">
                <a:solidFill>
                  <a:prstClr val="white"/>
                </a:solidFill>
                <a:ea typeface="黑体" panose="02010609060101010101" pitchFamily="49" charset="-122"/>
              </a:rPr>
              <a:t> </a:t>
            </a:r>
            <a:endParaRPr lang="en-US" altLang="zh-CN" sz="2646" dirty="0">
              <a:solidFill>
                <a:prstClr val="white"/>
              </a:solidFill>
              <a:ea typeface="黑体" panose="02010609060101010101" pitchFamily="49" charset="-122"/>
            </a:endParaRP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D→TL       L.in := </a:t>
            </a:r>
            <a:r>
              <a:rPr lang="en-US" altLang="zh-CN" sz="2646" dirty="0" err="1">
                <a:solidFill>
                  <a:prstClr val="white"/>
                </a:solidFill>
              </a:rPr>
              <a:t>T.type</a:t>
            </a:r>
            <a:r>
              <a:rPr lang="en-US" altLang="zh-CN" sz="2646" dirty="0">
                <a:solidFill>
                  <a:prstClr val="white"/>
                </a:solidFill>
              </a:rPr>
              <a:t>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T→int</a:t>
            </a:r>
            <a:r>
              <a:rPr lang="en-US" altLang="zh-CN" sz="2646" dirty="0">
                <a:solidFill>
                  <a:prstClr val="white"/>
                </a:solidFill>
              </a:rPr>
              <a:t>	   </a:t>
            </a:r>
            <a:r>
              <a:rPr lang="en-US" altLang="zh-CN" sz="2646" dirty="0" err="1">
                <a:solidFill>
                  <a:prstClr val="white"/>
                </a:solidFill>
              </a:rPr>
              <a:t>T.type</a:t>
            </a:r>
            <a:r>
              <a:rPr lang="en-US" altLang="zh-CN" sz="2646" dirty="0">
                <a:solidFill>
                  <a:prstClr val="white"/>
                </a:solidFill>
              </a:rPr>
              <a:t> := integer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T→real</a:t>
            </a:r>
            <a:r>
              <a:rPr lang="en-US" altLang="zh-CN" sz="2646" dirty="0">
                <a:solidFill>
                  <a:prstClr val="white"/>
                </a:solidFill>
              </a:rPr>
              <a:t>     </a:t>
            </a:r>
            <a:r>
              <a:rPr lang="en-US" altLang="zh-CN" sz="2646" dirty="0" err="1">
                <a:solidFill>
                  <a:prstClr val="white"/>
                </a:solidFill>
              </a:rPr>
              <a:t>T.type</a:t>
            </a:r>
            <a:r>
              <a:rPr lang="en-US" altLang="zh-CN" sz="2646" dirty="0">
                <a:solidFill>
                  <a:prstClr val="white"/>
                </a:solidFill>
              </a:rPr>
              <a:t> := real </a:t>
            </a: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L→L</a:t>
            </a:r>
            <a:r>
              <a:rPr lang="en-US" altLang="zh-CN" sz="2646" baseline="-30000" dirty="0">
                <a:solidFill>
                  <a:prstClr val="white"/>
                </a:solidFill>
              </a:rPr>
              <a:t>1</a:t>
            </a:r>
            <a:r>
              <a:rPr lang="en-US" altLang="zh-CN" sz="2646" dirty="0">
                <a:solidFill>
                  <a:prstClr val="white"/>
                </a:solidFill>
              </a:rPr>
              <a:t>, id    L</a:t>
            </a:r>
            <a:r>
              <a:rPr lang="en-US" altLang="zh-CN" sz="2646" baseline="-30000" dirty="0">
                <a:solidFill>
                  <a:prstClr val="white"/>
                </a:solidFill>
              </a:rPr>
              <a:t>1</a:t>
            </a:r>
            <a:r>
              <a:rPr lang="en-US" altLang="zh-CN" sz="2646" dirty="0">
                <a:solidFill>
                  <a:prstClr val="white"/>
                </a:solidFill>
              </a:rPr>
              <a:t>.in :=L.in </a:t>
            </a: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                 </a:t>
            </a:r>
            <a:r>
              <a:rPr lang="en-US" altLang="zh-CN" sz="2646" dirty="0" err="1">
                <a:solidFill>
                  <a:prstClr val="white"/>
                </a:solidFill>
              </a:rPr>
              <a:t>addtype</a:t>
            </a:r>
            <a:r>
              <a:rPr lang="en-US" altLang="zh-CN" sz="2646" dirty="0">
                <a:solidFill>
                  <a:prstClr val="white"/>
                </a:solidFill>
              </a:rPr>
              <a:t>(</a:t>
            </a:r>
            <a:r>
              <a:rPr lang="en-US" altLang="zh-CN" sz="2646" dirty="0" err="1">
                <a:solidFill>
                  <a:prstClr val="white"/>
                </a:solidFill>
              </a:rPr>
              <a:t>id.entry</a:t>
            </a:r>
            <a:r>
              <a:rPr lang="en-US" altLang="zh-CN" sz="2646" dirty="0">
                <a:solidFill>
                  <a:prstClr val="white"/>
                </a:solidFill>
              </a:rPr>
              <a:t>, L.in)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L→id</a:t>
            </a:r>
            <a:r>
              <a:rPr lang="en-US" altLang="zh-CN" sz="2646" dirty="0">
                <a:solidFill>
                  <a:prstClr val="white"/>
                </a:solidFill>
              </a:rPr>
              <a:t> 	       </a:t>
            </a:r>
            <a:r>
              <a:rPr lang="en-US" altLang="zh-CN" sz="2646" dirty="0" err="1">
                <a:solidFill>
                  <a:prstClr val="white"/>
                </a:solidFill>
              </a:rPr>
              <a:t>addtype</a:t>
            </a:r>
            <a:r>
              <a:rPr lang="en-US" altLang="zh-CN" sz="2646" dirty="0">
                <a:solidFill>
                  <a:prstClr val="white"/>
                </a:solidFill>
              </a:rPr>
              <a:t>(</a:t>
            </a:r>
            <a:r>
              <a:rPr lang="en-US" altLang="zh-CN" sz="2646" dirty="0" err="1">
                <a:solidFill>
                  <a:prstClr val="white"/>
                </a:solidFill>
              </a:rPr>
              <a:t>id.entry</a:t>
            </a:r>
            <a:r>
              <a:rPr lang="en-US" altLang="zh-CN" sz="2646" dirty="0">
                <a:solidFill>
                  <a:prstClr val="white"/>
                </a:solidFill>
              </a:rPr>
              <a:t>, L.in) </a:t>
            </a:r>
            <a:endParaRPr lang="zh-CN" altLang="en-US" sz="2646" dirty="0">
              <a:solidFill>
                <a:prstClr val="white"/>
              </a:solidFill>
            </a:endParaRPr>
          </a:p>
        </p:txBody>
      </p:sp>
      <p:grpSp>
        <p:nvGrpSpPr>
          <p:cNvPr id="29" name="组合 28"/>
          <p:cNvGrpSpPr>
            <a:grpSpLocks noChangeAspect="1"/>
          </p:cNvGrpSpPr>
          <p:nvPr/>
        </p:nvGrpSpPr>
        <p:grpSpPr bwMode="auto">
          <a:xfrm>
            <a:off x="3790950" y="68263"/>
            <a:ext cx="6061075" cy="3886200"/>
            <a:chOff x="5825958" y="-163045"/>
            <a:chExt cx="6059567" cy="3885763"/>
          </a:xfrm>
        </p:grpSpPr>
        <p:sp>
          <p:nvSpPr>
            <p:cNvPr id="30" name="Rectangle 32"/>
            <p:cNvSpPr>
              <a:spLocks noChangeArrowheads="1"/>
            </p:cNvSpPr>
            <p:nvPr/>
          </p:nvSpPr>
          <p:spPr bwMode="auto">
            <a:xfrm>
              <a:off x="5825958" y="1583009"/>
              <a:ext cx="1287143" cy="51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real</a:t>
              </a:r>
            </a:p>
          </p:txBody>
        </p:sp>
        <p:sp>
          <p:nvSpPr>
            <p:cNvPr id="31" name="Rectangle 5"/>
            <p:cNvSpPr>
              <a:spLocks noChangeArrowheads="1"/>
            </p:cNvSpPr>
            <p:nvPr/>
          </p:nvSpPr>
          <p:spPr bwMode="auto">
            <a:xfrm>
              <a:off x="6819486" y="3210013"/>
              <a:ext cx="393602"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latin typeface="微软雅黑" panose="020B0503020204020204" pitchFamily="34" charset="-122"/>
                </a:rPr>
                <a:t>id</a:t>
              </a:r>
              <a:r>
                <a:rPr lang="en-US" altLang="zh-CN" sz="2646" baseline="-25000" dirty="0">
                  <a:solidFill>
                    <a:prstClr val="black"/>
                  </a:solidFill>
                  <a:latin typeface="微软雅黑" panose="020B0503020204020204" pitchFamily="34" charset="-122"/>
                </a:rPr>
                <a:t>1</a:t>
              </a:r>
            </a:p>
          </p:txBody>
        </p:sp>
        <p:sp>
          <p:nvSpPr>
            <p:cNvPr id="32" name="Line 6"/>
            <p:cNvSpPr>
              <a:spLocks noChangeShapeType="1"/>
            </p:cNvSpPr>
            <p:nvPr/>
          </p:nvSpPr>
          <p:spPr bwMode="auto">
            <a:xfrm>
              <a:off x="6925822" y="2989375"/>
              <a:ext cx="0" cy="29365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33" name="Rectangle 8"/>
            <p:cNvSpPr>
              <a:spLocks noChangeArrowheads="1"/>
            </p:cNvSpPr>
            <p:nvPr/>
          </p:nvSpPr>
          <p:spPr bwMode="auto">
            <a:xfrm>
              <a:off x="7879672" y="2549687"/>
              <a:ext cx="879256"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34" name="Rectangle 11"/>
            <p:cNvSpPr>
              <a:spLocks noChangeArrowheads="1"/>
            </p:cNvSpPr>
            <p:nvPr/>
          </p:nvSpPr>
          <p:spPr bwMode="auto">
            <a:xfrm>
              <a:off x="9200143" y="2476670"/>
              <a:ext cx="512635"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latin typeface="微软雅黑" panose="020B0503020204020204" pitchFamily="34" charset="-122"/>
                </a:rPr>
                <a:t>id</a:t>
              </a:r>
              <a:r>
                <a:rPr lang="en-US" altLang="zh-CN" sz="2646" baseline="-25000" dirty="0">
                  <a:solidFill>
                    <a:prstClr val="black"/>
                  </a:solidFill>
                  <a:latin typeface="微软雅黑" panose="020B0503020204020204" pitchFamily="34" charset="-122"/>
                </a:rPr>
                <a:t>2</a:t>
              </a:r>
              <a:endParaRPr kumimoji="1" lang="en-US" altLang="zh-CN" sz="2646" dirty="0">
                <a:solidFill>
                  <a:prstClr val="black"/>
                </a:solidFill>
                <a:latin typeface="微软雅黑" panose="020B0503020204020204" pitchFamily="34" charset="-122"/>
              </a:endParaRPr>
            </a:p>
          </p:txBody>
        </p:sp>
        <p:sp>
          <p:nvSpPr>
            <p:cNvPr id="35" name="Line 12"/>
            <p:cNvSpPr>
              <a:spLocks noChangeShapeType="1"/>
            </p:cNvSpPr>
            <p:nvPr/>
          </p:nvSpPr>
          <p:spPr bwMode="auto">
            <a:xfrm flipV="1">
              <a:off x="7000416" y="2256033"/>
              <a:ext cx="733243" cy="366671"/>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36" name="Line 13"/>
            <p:cNvSpPr>
              <a:spLocks noChangeShapeType="1"/>
            </p:cNvSpPr>
            <p:nvPr/>
          </p:nvSpPr>
          <p:spPr bwMode="auto">
            <a:xfrm flipV="1">
              <a:off x="8319301" y="2256033"/>
              <a:ext cx="0" cy="366671"/>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37" name="Line 14"/>
            <p:cNvSpPr>
              <a:spLocks noChangeShapeType="1"/>
            </p:cNvSpPr>
            <p:nvPr/>
          </p:nvSpPr>
          <p:spPr bwMode="auto">
            <a:xfrm>
              <a:off x="8758928" y="2256033"/>
              <a:ext cx="880844" cy="29365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39" name="Rectangle 18"/>
            <p:cNvSpPr>
              <a:spLocks noChangeArrowheads="1"/>
            </p:cNvSpPr>
            <p:nvPr/>
          </p:nvSpPr>
          <p:spPr bwMode="auto">
            <a:xfrm>
              <a:off x="9200143" y="1670311"/>
              <a:ext cx="879256"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40" name="Rectangle 23"/>
            <p:cNvSpPr>
              <a:spLocks noChangeArrowheads="1"/>
            </p:cNvSpPr>
            <p:nvPr/>
          </p:nvSpPr>
          <p:spPr bwMode="auto">
            <a:xfrm>
              <a:off x="11152282" y="1743328"/>
              <a:ext cx="733243"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latin typeface="微软雅黑" panose="020B0503020204020204" pitchFamily="34" charset="-122"/>
                </a:rPr>
                <a:t>id</a:t>
              </a:r>
              <a:r>
                <a:rPr lang="en-US" altLang="zh-CN" sz="2646" baseline="-25000" dirty="0">
                  <a:solidFill>
                    <a:prstClr val="black"/>
                  </a:solidFill>
                  <a:latin typeface="微软雅黑" panose="020B0503020204020204" pitchFamily="34" charset="-122"/>
                </a:rPr>
                <a:t>3</a:t>
              </a:r>
              <a:endParaRPr kumimoji="1" lang="en-US" altLang="zh-CN" sz="2646" dirty="0">
                <a:solidFill>
                  <a:prstClr val="black"/>
                </a:solidFill>
                <a:latin typeface="微软雅黑" panose="020B0503020204020204" pitchFamily="34" charset="-122"/>
              </a:endParaRPr>
            </a:p>
          </p:txBody>
        </p:sp>
        <p:sp>
          <p:nvSpPr>
            <p:cNvPr id="41" name="Line 24"/>
            <p:cNvSpPr>
              <a:spLocks noChangeShapeType="1"/>
            </p:cNvSpPr>
            <p:nvPr/>
          </p:nvSpPr>
          <p:spPr bwMode="auto">
            <a:xfrm flipH="1">
              <a:off x="8100280" y="1449674"/>
              <a:ext cx="1245877" cy="366671"/>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2" name="Line 25"/>
            <p:cNvSpPr>
              <a:spLocks noChangeShapeType="1"/>
            </p:cNvSpPr>
            <p:nvPr/>
          </p:nvSpPr>
          <p:spPr bwMode="auto">
            <a:xfrm flipV="1">
              <a:off x="9639772" y="1449674"/>
              <a:ext cx="0" cy="29365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3" name="Line 26"/>
            <p:cNvSpPr>
              <a:spLocks noChangeShapeType="1"/>
            </p:cNvSpPr>
            <p:nvPr/>
          </p:nvSpPr>
          <p:spPr bwMode="auto">
            <a:xfrm>
              <a:off x="9858792" y="1449674"/>
              <a:ext cx="1539492" cy="366671"/>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4" name="Line 29"/>
            <p:cNvSpPr>
              <a:spLocks noChangeShapeType="1"/>
            </p:cNvSpPr>
            <p:nvPr/>
          </p:nvSpPr>
          <p:spPr bwMode="auto">
            <a:xfrm flipV="1">
              <a:off x="6486194" y="349659"/>
              <a:ext cx="1466485" cy="587309"/>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5" name="Line 30"/>
            <p:cNvSpPr>
              <a:spLocks noChangeShapeType="1"/>
            </p:cNvSpPr>
            <p:nvPr/>
          </p:nvSpPr>
          <p:spPr bwMode="auto">
            <a:xfrm>
              <a:off x="8319301" y="349659"/>
              <a:ext cx="1245877" cy="587309"/>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6" name="Line 33"/>
            <p:cNvSpPr>
              <a:spLocks noChangeShapeType="1"/>
            </p:cNvSpPr>
            <p:nvPr/>
          </p:nvSpPr>
          <p:spPr bwMode="auto">
            <a:xfrm>
              <a:off x="6413187" y="1376657"/>
              <a:ext cx="0" cy="29365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buFont typeface="Times New Roman" panose="02020603050405020304" pitchFamily="18" charset="0"/>
                <a:buNone/>
                <a:defRPr/>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47" name="Rectangle 35"/>
            <p:cNvSpPr>
              <a:spLocks noChangeArrowheads="1"/>
            </p:cNvSpPr>
            <p:nvPr/>
          </p:nvSpPr>
          <p:spPr bwMode="auto">
            <a:xfrm>
              <a:off x="7733658" y="-163045"/>
              <a:ext cx="879256" cy="51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D</a:t>
              </a:r>
            </a:p>
          </p:txBody>
        </p:sp>
        <p:sp>
          <p:nvSpPr>
            <p:cNvPr id="48" name="Rectangle 36"/>
            <p:cNvSpPr>
              <a:spLocks noChangeArrowheads="1"/>
            </p:cNvSpPr>
            <p:nvPr/>
          </p:nvSpPr>
          <p:spPr bwMode="auto">
            <a:xfrm>
              <a:off x="6190992" y="863952"/>
              <a:ext cx="1688680"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err="1">
                  <a:solidFill>
                    <a:prstClr val="black"/>
                  </a:solidFill>
                  <a:latin typeface="微软雅黑" panose="020B0503020204020204" pitchFamily="34" charset="-122"/>
                </a:rPr>
                <a:t>T.type</a:t>
              </a:r>
              <a:r>
                <a:rPr kumimoji="1" lang="en-US" altLang="zh-CN" sz="2646" dirty="0">
                  <a:solidFill>
                    <a:prstClr val="black"/>
                  </a:solidFill>
                  <a:latin typeface="微软雅黑" panose="020B0503020204020204" pitchFamily="34" charset="-122"/>
                </a:rPr>
                <a:t>=real</a:t>
              </a:r>
            </a:p>
          </p:txBody>
        </p:sp>
        <p:sp>
          <p:nvSpPr>
            <p:cNvPr id="49" name="Rectangle 37"/>
            <p:cNvSpPr>
              <a:spLocks noChangeArrowheads="1"/>
            </p:cNvSpPr>
            <p:nvPr/>
          </p:nvSpPr>
          <p:spPr bwMode="auto">
            <a:xfrm>
              <a:off x="8931923" y="863952"/>
              <a:ext cx="1339517"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L.in=real</a:t>
              </a:r>
            </a:p>
          </p:txBody>
        </p:sp>
        <p:sp>
          <p:nvSpPr>
            <p:cNvPr id="50" name="Rectangle 38"/>
            <p:cNvSpPr>
              <a:spLocks noChangeArrowheads="1"/>
            </p:cNvSpPr>
            <p:nvPr/>
          </p:nvSpPr>
          <p:spPr bwMode="auto">
            <a:xfrm>
              <a:off x="7500354" y="1816344"/>
              <a:ext cx="1699789" cy="51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L.in=real</a:t>
              </a:r>
            </a:p>
          </p:txBody>
        </p:sp>
        <p:sp>
          <p:nvSpPr>
            <p:cNvPr id="51" name="Rectangle 39"/>
            <p:cNvSpPr>
              <a:spLocks noChangeArrowheads="1"/>
            </p:cNvSpPr>
            <p:nvPr/>
          </p:nvSpPr>
          <p:spPr bwMode="auto">
            <a:xfrm>
              <a:off x="6730608" y="2559211"/>
              <a:ext cx="1369672" cy="51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L.in=real</a:t>
              </a:r>
            </a:p>
          </p:txBody>
        </p:sp>
      </p:grpSp>
      <p:sp>
        <p:nvSpPr>
          <p:cNvPr id="52" name="文本框 51"/>
          <p:cNvSpPr txBox="1"/>
          <p:nvPr/>
        </p:nvSpPr>
        <p:spPr>
          <a:xfrm>
            <a:off x="7073900" y="109538"/>
            <a:ext cx="3006725" cy="566737"/>
          </a:xfrm>
          <a:prstGeom prst="rect">
            <a:avLst/>
          </a:prstGeom>
          <a:noFill/>
        </p:spPr>
        <p:txBody>
          <a:bodyPr>
            <a:spAutoFit/>
          </a:bodyPr>
          <a:lstStyle/>
          <a:p>
            <a:pPr defTabSz="503972" eaLnBrk="1" fontAlgn="auto" hangingPunct="1">
              <a:spcBef>
                <a:spcPts val="0"/>
              </a:spcBef>
              <a:spcAft>
                <a:spcPts val="0"/>
              </a:spcAft>
              <a:buFont typeface="Times New Roman" panose="02020603050405020304" pitchFamily="18" charset="0"/>
              <a:buNone/>
              <a:defRPr/>
            </a:pPr>
            <a:r>
              <a:rPr lang="en-US" altLang="zh-CN" sz="3086" dirty="0">
                <a:solidFill>
                  <a:srgbClr val="0070C0"/>
                </a:solidFill>
                <a:latin typeface="Arial" panose="020B0604020202020204"/>
                <a:ea typeface="黑体" panose="02010609060101010101" pitchFamily="49" charset="-122"/>
              </a:rPr>
              <a:t>real </a:t>
            </a:r>
            <a:r>
              <a:rPr lang="en-US" altLang="zh-CN" sz="3086" dirty="0">
                <a:solidFill>
                  <a:srgbClr val="0070C0"/>
                </a:solidFill>
                <a:latin typeface="微软雅黑" panose="020B0503020204020204" pitchFamily="34" charset="-122"/>
                <a:ea typeface="黑体" panose="02010609060101010101" pitchFamily="49" charset="-122"/>
              </a:rPr>
              <a:t>id</a:t>
            </a:r>
            <a:r>
              <a:rPr lang="en-US" altLang="zh-CN" sz="3086" baseline="-25000" dirty="0">
                <a:solidFill>
                  <a:srgbClr val="0070C0"/>
                </a:solidFill>
                <a:latin typeface="微软雅黑" panose="020B0503020204020204" pitchFamily="34" charset="-122"/>
                <a:ea typeface="黑体" panose="02010609060101010101" pitchFamily="49" charset="-122"/>
              </a:rPr>
              <a:t>1</a:t>
            </a:r>
            <a:r>
              <a:rPr lang="en-US" altLang="zh-CN" sz="3086" dirty="0">
                <a:solidFill>
                  <a:srgbClr val="0070C0"/>
                </a:solidFill>
                <a:latin typeface="Arial" panose="020B0604020202020204"/>
                <a:ea typeface="黑体" panose="02010609060101010101" pitchFamily="49" charset="-122"/>
              </a:rPr>
              <a:t>, </a:t>
            </a:r>
            <a:r>
              <a:rPr lang="en-US" altLang="zh-CN" sz="3086" dirty="0">
                <a:solidFill>
                  <a:srgbClr val="0070C0"/>
                </a:solidFill>
                <a:latin typeface="微软雅黑" panose="020B0503020204020204" pitchFamily="34" charset="-122"/>
                <a:ea typeface="黑体" panose="02010609060101010101" pitchFamily="49" charset="-122"/>
              </a:rPr>
              <a:t>id</a:t>
            </a:r>
            <a:r>
              <a:rPr lang="en-US" altLang="zh-CN" sz="3086" baseline="-25000" dirty="0">
                <a:solidFill>
                  <a:srgbClr val="0070C0"/>
                </a:solidFill>
                <a:latin typeface="微软雅黑" panose="020B0503020204020204" pitchFamily="34" charset="-122"/>
                <a:ea typeface="黑体" panose="02010609060101010101" pitchFamily="49" charset="-122"/>
              </a:rPr>
              <a:t>2</a:t>
            </a:r>
            <a:r>
              <a:rPr lang="en-US" altLang="zh-CN" sz="3086" dirty="0">
                <a:solidFill>
                  <a:srgbClr val="0070C0"/>
                </a:solidFill>
                <a:latin typeface="Arial" panose="020B0604020202020204"/>
                <a:ea typeface="黑体" panose="02010609060101010101" pitchFamily="49" charset="-122"/>
              </a:rPr>
              <a:t>, </a:t>
            </a:r>
            <a:r>
              <a:rPr lang="en-US" altLang="zh-CN" sz="3086" dirty="0">
                <a:solidFill>
                  <a:srgbClr val="0070C0"/>
                </a:solidFill>
                <a:latin typeface="微软雅黑" panose="020B0503020204020204" pitchFamily="34" charset="-122"/>
                <a:ea typeface="黑体" panose="02010609060101010101" pitchFamily="49" charset="-122"/>
              </a:rPr>
              <a:t>id</a:t>
            </a:r>
            <a:r>
              <a:rPr lang="en-US" altLang="zh-CN" sz="3086" baseline="-25000" dirty="0">
                <a:solidFill>
                  <a:srgbClr val="0070C0"/>
                </a:solidFill>
                <a:latin typeface="微软雅黑" panose="020B0503020204020204" pitchFamily="34" charset="-122"/>
                <a:ea typeface="黑体" panose="02010609060101010101" pitchFamily="49" charset="-122"/>
              </a:rPr>
              <a:t>3</a:t>
            </a:r>
          </a:p>
        </p:txBody>
      </p:sp>
      <p:sp>
        <p:nvSpPr>
          <p:cNvPr id="4" name="灯片编号占位符 3">
            <a:extLst>
              <a:ext uri="{FF2B5EF4-FFF2-40B4-BE49-F238E27FC236}">
                <a16:creationId xmlns:a16="http://schemas.microsoft.com/office/drawing/2014/main" id="{4557C4E8-0F0D-B51E-F72D-54DD90B68967}"/>
              </a:ext>
            </a:extLst>
          </p:cNvPr>
          <p:cNvSpPr>
            <a:spLocks noGrp="1"/>
          </p:cNvSpPr>
          <p:nvPr>
            <p:ph type="sldNum" sz="quarter" idx="12"/>
          </p:nvPr>
        </p:nvSpPr>
        <p:spPr/>
        <p:txBody>
          <a:bodyPr/>
          <a:lstStyle/>
          <a:p>
            <a:pPr>
              <a:defRPr/>
            </a:pPr>
            <a:fld id="{2AB7CD2E-52B9-409A-81A5-EBA0DD2AD9B5}" type="slidenum">
              <a:rPr lang="en-US" smtClean="0"/>
              <a:pPr>
                <a:defRPr/>
              </a:pPr>
              <a:t>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500"/>
                                        <p:tgtEl>
                                          <p:spTgt spid="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wipe(left)">
                                      <p:cBhvr>
                                        <p:cTn id="26" dur="500"/>
                                        <p:tgtEl>
                                          <p:spTgt spid="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500"/>
                                        <p:tgtEl>
                                          <p:spTgt spid="5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down)">
                                      <p:cBhvr>
                                        <p:cTn id="3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animBg="1"/>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属性依赖</a:t>
            </a:r>
          </a:p>
        </p:txBody>
      </p:sp>
      <p:sp>
        <p:nvSpPr>
          <p:cNvPr id="11267" name="Rectangle 3"/>
          <p:cNvSpPr>
            <a:spLocks noGrp="1" noChangeArrowheads="1"/>
          </p:cNvSpPr>
          <p:nvPr>
            <p:ph idx="1"/>
          </p:nvPr>
        </p:nvSpPr>
        <p:spPr>
          <a:xfrm>
            <a:off x="0" y="2024063"/>
            <a:ext cx="5087938" cy="5399087"/>
          </a:xfrm>
        </p:spPr>
        <p:txBody>
          <a:bodyPr rtlCol="0">
            <a:noAutofit/>
          </a:bodyPr>
          <a:lstStyle/>
          <a:p>
            <a:pPr marL="377979" indent="-377979"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对应于每个产生式</a:t>
            </a:r>
            <a:r>
              <a:rPr lang="en-US" altLang="zh-CN" sz="2646" dirty="0">
                <a:solidFill>
                  <a:srgbClr val="0070C0"/>
                </a:solidFill>
              </a:rPr>
              <a:t>A→</a:t>
            </a:r>
            <a:r>
              <a:rPr lang="en-US" altLang="zh-CN" sz="2646" dirty="0">
                <a:solidFill>
                  <a:srgbClr val="0070C0"/>
                </a:solidFill>
                <a:sym typeface="Symbol" panose="05050102010706020507" pitchFamily="18" charset="2"/>
              </a:rPr>
              <a:t></a:t>
            </a:r>
            <a:r>
              <a:rPr lang="zh-CN" altLang="en-US" sz="2646" dirty="0">
                <a:solidFill>
                  <a:schemeClr val="tx1">
                    <a:lumMod val="75000"/>
                    <a:lumOff val="25000"/>
                  </a:schemeClr>
                </a:solidFill>
              </a:rPr>
              <a:t>都有一套与之相关联的</a:t>
            </a:r>
            <a:r>
              <a:rPr lang="zh-CN" altLang="en-US" sz="2646" dirty="0">
                <a:solidFill>
                  <a:srgbClr val="0070C0"/>
                </a:solidFill>
              </a:rPr>
              <a:t>语义规则</a:t>
            </a:r>
            <a:r>
              <a:rPr lang="zh-CN" altLang="en-US" sz="2646" dirty="0">
                <a:solidFill>
                  <a:schemeClr val="tx1">
                    <a:lumMod val="75000"/>
                    <a:lumOff val="25000"/>
                  </a:schemeClr>
                </a:solidFill>
              </a:rPr>
              <a:t>，每条规则的形式为</a:t>
            </a:r>
            <a:r>
              <a:rPr lang="en-US" altLang="zh-CN" sz="2646" dirty="0">
                <a:solidFill>
                  <a:schemeClr val="tx1">
                    <a:lumMod val="75000"/>
                    <a:lumOff val="25000"/>
                  </a:schemeClr>
                </a:solidFill>
              </a:rPr>
              <a:t>(f</a:t>
            </a:r>
            <a:r>
              <a:rPr lang="zh-CN" altLang="en-US" sz="2646" dirty="0">
                <a:solidFill>
                  <a:schemeClr val="tx1">
                    <a:lumMod val="75000"/>
                    <a:lumOff val="25000"/>
                  </a:schemeClr>
                </a:solidFill>
              </a:rPr>
              <a:t>是一个函数</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a:t>
            </a:r>
          </a:p>
          <a:p>
            <a:pPr marL="377979" indent="-377979" algn="ctr" defTabSz="503972" eaLnBrk="1" fontAlgn="auto" hangingPunct="1">
              <a:lnSpc>
                <a:spcPct val="110000"/>
              </a:lnSpc>
              <a:spcBef>
                <a:spcPts val="0"/>
              </a:spcBef>
              <a:spcAft>
                <a:spcPts val="0"/>
              </a:spcAft>
              <a:buFont typeface="Wingdings 3" charset="2"/>
              <a:buNone/>
              <a:defRPr/>
            </a:pPr>
            <a:r>
              <a:rPr lang="en-US" altLang="zh-CN" sz="2646" dirty="0">
                <a:solidFill>
                  <a:schemeClr val="tx1">
                    <a:lumMod val="75000"/>
                    <a:lumOff val="25000"/>
                  </a:schemeClr>
                </a:solidFill>
              </a:rPr>
              <a:t>b:=f(c</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k</a:t>
            </a:r>
            <a:r>
              <a:rPr lang="en-US" altLang="zh-CN" sz="2646" dirty="0">
                <a:solidFill>
                  <a:schemeClr val="tx1">
                    <a:lumMod val="75000"/>
                    <a:lumOff val="25000"/>
                  </a:schemeClr>
                </a:solidFill>
              </a:rPr>
              <a:t>)</a:t>
            </a:r>
          </a:p>
          <a:p>
            <a:pPr marL="377979" indent="-377979" algn="just"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属性</a:t>
            </a:r>
            <a:r>
              <a:rPr lang="en-US" altLang="zh-CN" sz="2646" dirty="0">
                <a:solidFill>
                  <a:schemeClr val="tx1">
                    <a:lumMod val="75000"/>
                    <a:lumOff val="25000"/>
                  </a:schemeClr>
                </a:solidFill>
              </a:rPr>
              <a:t>b</a:t>
            </a:r>
            <a:r>
              <a:rPr lang="zh-CN" altLang="en-US" sz="2646" dirty="0">
                <a:solidFill>
                  <a:srgbClr val="C00000"/>
                </a:solidFill>
              </a:rPr>
              <a:t>依赖</a:t>
            </a:r>
            <a:r>
              <a:rPr lang="zh-CN" altLang="en-US" sz="2646" dirty="0">
                <a:solidFill>
                  <a:schemeClr val="tx1">
                    <a:lumMod val="75000"/>
                    <a:lumOff val="25000"/>
                  </a:schemeClr>
                </a:solidFill>
              </a:rPr>
              <a:t>于属性</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a:t>
            </a:r>
            <a:r>
              <a:rPr lang="en-US" altLang="zh-CN" sz="2646" dirty="0" err="1">
                <a:solidFill>
                  <a:schemeClr val="tx1">
                    <a:lumMod val="75000"/>
                    <a:lumOff val="25000"/>
                  </a:schemeClr>
                </a:solidFill>
              </a:rPr>
              <a:t>c</a:t>
            </a:r>
            <a:r>
              <a:rPr lang="en-US" altLang="zh-CN" sz="2646" baseline="-30000" dirty="0" err="1">
                <a:solidFill>
                  <a:schemeClr val="tx1">
                    <a:lumMod val="75000"/>
                    <a:lumOff val="25000"/>
                  </a:schemeClr>
                </a:solidFill>
              </a:rPr>
              <a:t>k</a:t>
            </a:r>
            <a:endParaRPr lang="zh-CN" altLang="en-US" sz="2646" dirty="0">
              <a:solidFill>
                <a:schemeClr val="tx1">
                  <a:lumMod val="75000"/>
                  <a:lumOff val="25000"/>
                </a:schemeClr>
              </a:solidFill>
            </a:endParaRPr>
          </a:p>
          <a:p>
            <a:pPr marL="818954" lvl="1" indent="-314982" algn="just" defTabSz="503972" eaLnBrk="1" fontAlgn="auto" hangingPunct="1">
              <a:lnSpc>
                <a:spcPct val="110000"/>
              </a:lnSpc>
              <a:spcBef>
                <a:spcPts val="0"/>
              </a:spcBef>
              <a:spcAft>
                <a:spcPts val="0"/>
              </a:spcAft>
              <a:buFont typeface="Wingdings 3" charset="2"/>
              <a:buChar char=""/>
              <a:defRPr/>
            </a:pPr>
            <a:r>
              <a:rPr lang="en-US" altLang="zh-CN" sz="2646" dirty="0">
                <a:solidFill>
                  <a:schemeClr val="tx1">
                    <a:lumMod val="75000"/>
                    <a:lumOff val="25000"/>
                  </a:schemeClr>
                </a:solidFill>
              </a:rPr>
              <a:t>b</a:t>
            </a:r>
            <a:r>
              <a:rPr lang="zh-CN" altLang="en-US" sz="2646" dirty="0">
                <a:solidFill>
                  <a:schemeClr val="tx1">
                    <a:lumMod val="75000"/>
                    <a:lumOff val="25000"/>
                  </a:schemeClr>
                </a:solidFill>
              </a:rPr>
              <a:t>是</a:t>
            </a:r>
            <a:r>
              <a:rPr lang="en-US" altLang="zh-CN" sz="2646" dirty="0">
                <a:solidFill>
                  <a:schemeClr val="tx1">
                    <a:lumMod val="75000"/>
                    <a:lumOff val="25000"/>
                  </a:schemeClr>
                </a:solidFill>
              </a:rPr>
              <a:t>A</a:t>
            </a:r>
            <a:r>
              <a:rPr lang="zh-CN" altLang="en-US" sz="2646" dirty="0">
                <a:solidFill>
                  <a:schemeClr val="tx1">
                    <a:lumMod val="75000"/>
                    <a:lumOff val="25000"/>
                  </a:schemeClr>
                </a:solidFill>
              </a:rPr>
              <a:t>的一个</a:t>
            </a:r>
            <a:r>
              <a:rPr lang="zh-CN" altLang="en-US" sz="2646" dirty="0">
                <a:solidFill>
                  <a:srgbClr val="0070C0"/>
                </a:solidFill>
              </a:rPr>
              <a:t>综合属性</a:t>
            </a:r>
            <a:r>
              <a:rPr lang="zh-CN" altLang="en-US" sz="2646" dirty="0">
                <a:solidFill>
                  <a:schemeClr val="tx1">
                    <a:lumMod val="75000"/>
                    <a:lumOff val="25000"/>
                  </a:schemeClr>
                </a:solidFill>
              </a:rPr>
              <a:t>并且</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a:t>
            </a:r>
            <a:r>
              <a:rPr lang="en-US" altLang="zh-CN" sz="2646" dirty="0" err="1">
                <a:solidFill>
                  <a:schemeClr val="tx1">
                    <a:lumMod val="75000"/>
                    <a:lumOff val="25000"/>
                  </a:schemeClr>
                </a:solidFill>
              </a:rPr>
              <a:t>c</a:t>
            </a:r>
            <a:r>
              <a:rPr lang="en-US" altLang="zh-CN" sz="2646" baseline="-30000" dirty="0" err="1">
                <a:solidFill>
                  <a:schemeClr val="tx1">
                    <a:lumMod val="75000"/>
                    <a:lumOff val="25000"/>
                  </a:schemeClr>
                </a:solidFill>
              </a:rPr>
              <a:t>k</a:t>
            </a:r>
            <a:r>
              <a:rPr lang="zh-CN" altLang="en-US" sz="2646" dirty="0">
                <a:solidFill>
                  <a:schemeClr val="tx1">
                    <a:lumMod val="75000"/>
                    <a:lumOff val="25000"/>
                  </a:schemeClr>
                </a:solidFill>
              </a:rPr>
              <a:t>是产生式右边文法符号的属性，或者</a:t>
            </a:r>
          </a:p>
          <a:p>
            <a:pPr marL="818954" lvl="1" indent="-314982" algn="just" defTabSz="503972" eaLnBrk="1" fontAlgn="auto" hangingPunct="1">
              <a:lnSpc>
                <a:spcPct val="110000"/>
              </a:lnSpc>
              <a:spcBef>
                <a:spcPts val="0"/>
              </a:spcBef>
              <a:spcAft>
                <a:spcPts val="0"/>
              </a:spcAft>
              <a:buFont typeface="Wingdings 3" charset="2"/>
              <a:buChar char=""/>
              <a:defRPr/>
            </a:pPr>
            <a:r>
              <a:rPr lang="en-US" altLang="zh-CN" sz="2646" dirty="0">
                <a:solidFill>
                  <a:schemeClr val="tx1">
                    <a:lumMod val="75000"/>
                    <a:lumOff val="25000"/>
                  </a:schemeClr>
                </a:solidFill>
              </a:rPr>
              <a:t>b</a:t>
            </a:r>
            <a:r>
              <a:rPr lang="zh-CN" altLang="en-US" sz="2646" dirty="0">
                <a:solidFill>
                  <a:schemeClr val="tx1">
                    <a:lumMod val="75000"/>
                    <a:lumOff val="25000"/>
                  </a:schemeClr>
                </a:solidFill>
              </a:rPr>
              <a:t>是产生式右边某个文法符号的一个</a:t>
            </a:r>
            <a:r>
              <a:rPr lang="zh-CN" altLang="en-US" sz="2646" dirty="0">
                <a:solidFill>
                  <a:srgbClr val="0070C0"/>
                </a:solidFill>
              </a:rPr>
              <a:t>继承属性</a:t>
            </a:r>
            <a:r>
              <a:rPr lang="zh-CN" altLang="en-US" sz="2646" dirty="0">
                <a:solidFill>
                  <a:schemeClr val="tx1">
                    <a:lumMod val="75000"/>
                    <a:lumOff val="25000"/>
                  </a:schemeClr>
                </a:solidFill>
              </a:rPr>
              <a:t>并且</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,c</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a:t>
            </a:r>
            <a:r>
              <a:rPr lang="en-US" altLang="zh-CN" sz="2646" dirty="0" err="1">
                <a:solidFill>
                  <a:schemeClr val="tx1">
                    <a:lumMod val="75000"/>
                    <a:lumOff val="25000"/>
                  </a:schemeClr>
                </a:solidFill>
              </a:rPr>
              <a:t>c</a:t>
            </a:r>
            <a:r>
              <a:rPr lang="en-US" altLang="zh-CN" sz="2646" baseline="-30000" dirty="0" err="1">
                <a:solidFill>
                  <a:schemeClr val="tx1">
                    <a:lumMod val="75000"/>
                    <a:lumOff val="25000"/>
                  </a:schemeClr>
                </a:solidFill>
              </a:rPr>
              <a:t>k</a:t>
            </a:r>
            <a:r>
              <a:rPr lang="zh-CN" altLang="en-US" sz="2646" dirty="0">
                <a:solidFill>
                  <a:schemeClr val="tx1">
                    <a:lumMod val="75000"/>
                    <a:lumOff val="25000"/>
                  </a:schemeClr>
                </a:solidFill>
              </a:rPr>
              <a:t>是</a:t>
            </a:r>
            <a:r>
              <a:rPr lang="en-US" altLang="zh-CN" sz="2646" dirty="0">
                <a:solidFill>
                  <a:schemeClr val="tx1">
                    <a:lumMod val="75000"/>
                    <a:lumOff val="25000"/>
                  </a:schemeClr>
                </a:solidFill>
              </a:rPr>
              <a:t>A</a:t>
            </a:r>
            <a:r>
              <a:rPr lang="zh-CN" altLang="en-US" sz="2646" dirty="0">
                <a:solidFill>
                  <a:schemeClr val="tx1">
                    <a:lumMod val="75000"/>
                    <a:lumOff val="25000"/>
                  </a:schemeClr>
                </a:solidFill>
              </a:rPr>
              <a:t>或产生式右边任何文法符号的属性</a:t>
            </a:r>
          </a:p>
        </p:txBody>
      </p:sp>
      <p:grpSp>
        <p:nvGrpSpPr>
          <p:cNvPr id="8" name="组合 7"/>
          <p:cNvGrpSpPr>
            <a:grpSpLocks/>
          </p:cNvGrpSpPr>
          <p:nvPr/>
        </p:nvGrpSpPr>
        <p:grpSpPr bwMode="auto">
          <a:xfrm>
            <a:off x="5154613" y="669925"/>
            <a:ext cx="4856162" cy="3105150"/>
            <a:chOff x="7520591" y="2816196"/>
            <a:chExt cx="4671408" cy="2700836"/>
          </a:xfrm>
        </p:grpSpPr>
        <p:sp>
          <p:nvSpPr>
            <p:cNvPr id="9" name="Rectangle 3"/>
            <p:cNvSpPr txBox="1">
              <a:spLocks noChangeArrowheads="1"/>
            </p:cNvSpPr>
            <p:nvPr/>
          </p:nvSpPr>
          <p:spPr>
            <a:xfrm>
              <a:off x="7520591" y="2816196"/>
              <a:ext cx="1953164"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0796" tIns="50398" rIns="100796" bIns="503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77979" indent="-377979" defTabSz="503972" fontAlgn="auto">
                <a:spcBef>
                  <a:spcPts val="0"/>
                </a:spcBef>
                <a:buClr>
                  <a:srgbClr val="4F81BD"/>
                </a:buClr>
                <a:buFont typeface="Wingdings 3" charset="2"/>
                <a:buNone/>
                <a:defRPr/>
              </a:pPr>
              <a:r>
                <a:rPr lang="zh-CN" altLang="en-US" sz="2425" dirty="0">
                  <a:solidFill>
                    <a:prstClr val="white"/>
                  </a:solidFill>
                </a:rPr>
                <a:t>产生式	</a:t>
              </a:r>
            </a:p>
            <a:p>
              <a:pPr marL="377979" indent="-377979" defTabSz="503972" fontAlgn="auto">
                <a:spcBef>
                  <a:spcPts val="0"/>
                </a:spcBef>
                <a:buClr>
                  <a:srgbClr val="4F81BD"/>
                </a:buClr>
                <a:buFont typeface="Wingdings 3" charset="2"/>
                <a:buNone/>
                <a:defRPr/>
              </a:pPr>
              <a:r>
                <a:rPr lang="en-US" altLang="zh-CN" sz="2425" dirty="0" err="1">
                  <a:solidFill>
                    <a:prstClr val="white"/>
                  </a:solidFill>
                </a:rPr>
                <a:t>L→En</a:t>
              </a:r>
              <a:r>
                <a:rPr lang="en-US" altLang="zh-CN" sz="2425" dirty="0">
                  <a:solidFill>
                    <a:prstClr val="white"/>
                  </a:solidFill>
                </a:rPr>
                <a:t> </a:t>
              </a:r>
            </a:p>
            <a:p>
              <a:pPr marL="377979" indent="-377979" defTabSz="503972" fontAlgn="auto">
                <a:spcBef>
                  <a:spcPts val="0"/>
                </a:spcBef>
                <a:buClr>
                  <a:srgbClr val="4F81BD"/>
                </a:buClr>
                <a:buFont typeface="Wingdings 3" charset="2"/>
                <a:buNone/>
                <a:defRPr/>
              </a:pPr>
              <a:r>
                <a:rPr lang="en-US" altLang="zh-CN" sz="2425" dirty="0">
                  <a:solidFill>
                    <a:prstClr val="white"/>
                  </a:solidFill>
                </a:rPr>
                <a:t>E→E</a:t>
              </a:r>
              <a:r>
                <a:rPr lang="en-US" altLang="zh-CN" sz="2425" baseline="-25000" dirty="0">
                  <a:solidFill>
                    <a:prstClr val="white"/>
                  </a:solidFill>
                </a:rPr>
                <a:t>1</a:t>
              </a:r>
              <a:r>
                <a:rPr lang="en-US" altLang="zh-CN" sz="2425" dirty="0">
                  <a:solidFill>
                    <a:prstClr val="white"/>
                  </a:solidFill>
                </a:rPr>
                <a:t>+T  </a:t>
              </a:r>
            </a:p>
            <a:p>
              <a:pPr marL="377979" indent="-377979" defTabSz="503972" fontAlgn="auto">
                <a:spcBef>
                  <a:spcPts val="0"/>
                </a:spcBef>
                <a:buClr>
                  <a:srgbClr val="4F81BD"/>
                </a:buClr>
                <a:buFont typeface="Wingdings 3" charset="2"/>
                <a:buNone/>
                <a:defRPr/>
              </a:pPr>
              <a:r>
                <a:rPr lang="en-US" altLang="zh-CN" sz="2425" dirty="0">
                  <a:solidFill>
                    <a:prstClr val="white"/>
                  </a:solidFill>
                </a:rPr>
                <a:t>E→T</a:t>
              </a:r>
            </a:p>
            <a:p>
              <a:pPr marL="377979" indent="-377979" defTabSz="503972" fontAlgn="auto">
                <a:spcBef>
                  <a:spcPts val="0"/>
                </a:spcBef>
                <a:buClr>
                  <a:srgbClr val="4F81BD"/>
                </a:buClr>
                <a:buFont typeface="Wingdings 3" charset="2"/>
                <a:buNone/>
                <a:defRPr/>
              </a:pPr>
              <a:r>
                <a:rPr lang="en-US" altLang="zh-CN" sz="2425" dirty="0">
                  <a:solidFill>
                    <a:prstClr val="white"/>
                  </a:solidFill>
                </a:rPr>
                <a:t>T→T</a:t>
              </a:r>
              <a:r>
                <a:rPr lang="en-US" altLang="zh-CN" sz="2425" baseline="-25000" dirty="0">
                  <a:solidFill>
                    <a:prstClr val="white"/>
                  </a:solidFill>
                </a:rPr>
                <a:t>1</a:t>
              </a:r>
              <a:r>
                <a:rPr lang="en-US" altLang="zh-CN" sz="2425" dirty="0">
                  <a:solidFill>
                    <a:prstClr val="white"/>
                  </a:solidFill>
                </a:rPr>
                <a:t>*F</a:t>
              </a:r>
            </a:p>
            <a:p>
              <a:pPr marL="377979" indent="-377979" defTabSz="503972" fontAlgn="auto">
                <a:spcBef>
                  <a:spcPts val="0"/>
                </a:spcBef>
                <a:buClr>
                  <a:srgbClr val="4F81BD"/>
                </a:buClr>
                <a:buFont typeface="Wingdings 3" charset="2"/>
                <a:buNone/>
                <a:defRPr/>
              </a:pPr>
              <a:r>
                <a:rPr lang="en-US" altLang="zh-CN" sz="2425" dirty="0">
                  <a:solidFill>
                    <a:prstClr val="white"/>
                  </a:solidFill>
                </a:rPr>
                <a:t>T→F</a:t>
              </a:r>
            </a:p>
            <a:p>
              <a:pPr marL="377979" indent="-377979" defTabSz="503972" fontAlgn="auto">
                <a:spcBef>
                  <a:spcPts val="0"/>
                </a:spcBef>
                <a:buClr>
                  <a:srgbClr val="4F81BD"/>
                </a:buClr>
                <a:buFont typeface="Wingdings 3" charset="2"/>
                <a:buNone/>
                <a:defRPr/>
              </a:pPr>
              <a:r>
                <a:rPr lang="en-US" altLang="zh-CN" sz="2425" dirty="0">
                  <a:solidFill>
                    <a:prstClr val="white"/>
                  </a:solidFill>
                </a:rPr>
                <a:t>F→ (E)</a:t>
              </a:r>
            </a:p>
            <a:p>
              <a:pPr marL="377979" indent="-377979" defTabSz="503972" fontAlgn="auto">
                <a:spcBef>
                  <a:spcPts val="0"/>
                </a:spcBef>
                <a:buClr>
                  <a:srgbClr val="4F81BD"/>
                </a:buClr>
                <a:buFont typeface="Wingdings 3" charset="2"/>
                <a:buNone/>
                <a:defRPr/>
              </a:pPr>
              <a:r>
                <a:rPr lang="en-US" altLang="zh-CN" sz="2425" dirty="0" err="1">
                  <a:solidFill>
                    <a:prstClr val="white"/>
                  </a:solidFill>
                </a:rPr>
                <a:t>F→digit</a:t>
              </a:r>
              <a:endParaRPr lang="en-US" altLang="zh-CN" sz="2425" dirty="0">
                <a:solidFill>
                  <a:prstClr val="white"/>
                </a:solidFill>
              </a:endParaRPr>
            </a:p>
            <a:p>
              <a:pPr marL="377979" indent="-377979" defTabSz="503972" fontAlgn="auto">
                <a:spcBef>
                  <a:spcPts val="0"/>
                </a:spcBef>
                <a:buClr>
                  <a:srgbClr val="4F81BD"/>
                </a:buClr>
                <a:buFont typeface="Wingdings 3" charset="2"/>
                <a:buNone/>
                <a:defRPr/>
              </a:pPr>
              <a:endParaRPr lang="en-US" altLang="zh-CN" sz="2425" dirty="0">
                <a:solidFill>
                  <a:prstClr val="white"/>
                </a:solidFill>
              </a:endParaRPr>
            </a:p>
          </p:txBody>
        </p:sp>
        <p:sp>
          <p:nvSpPr>
            <p:cNvPr id="10" name="Rectangle 14"/>
            <p:cNvSpPr>
              <a:spLocks noChangeArrowheads="1"/>
            </p:cNvSpPr>
            <p:nvPr/>
          </p:nvSpPr>
          <p:spPr bwMode="auto">
            <a:xfrm>
              <a:off x="9032423" y="2816196"/>
              <a:ext cx="3159576"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zh-CN" altLang="en-US" sz="2425" dirty="0">
                  <a:solidFill>
                    <a:prstClr val="white"/>
                  </a:solidFill>
                </a:rPr>
                <a:t>语  义  规  则</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a:solidFill>
                    <a:prstClr val="white"/>
                  </a:solidFill>
                </a:rPr>
                <a:t>print(</a:t>
              </a:r>
              <a:r>
                <a:rPr lang="en-US" altLang="zh-CN" sz="2425" dirty="0" err="1">
                  <a:solidFill>
                    <a:prstClr val="white"/>
                  </a:solidFill>
                </a:rPr>
                <a:t>E.val</a:t>
              </a:r>
              <a:r>
                <a:rPr lang="en-US" altLang="zh-CN" sz="2425" dirty="0">
                  <a:solidFill>
                    <a:prstClr val="white"/>
                  </a:solidFill>
                </a:rPr>
                <a:t>)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 E</a:t>
              </a:r>
              <a:r>
                <a:rPr lang="en-US" altLang="zh-CN" sz="2425" baseline="-25000" dirty="0">
                  <a:solidFill>
                    <a:prstClr val="white"/>
                  </a:solidFill>
                </a:rPr>
                <a:t>1</a:t>
              </a:r>
              <a:r>
                <a:rPr lang="en-US" altLang="zh-CN" sz="2425" dirty="0">
                  <a:solidFill>
                    <a:prstClr val="white"/>
                  </a:solidFill>
                </a:rPr>
                <a:t>.val+T.val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a:t>
              </a:r>
              <a:r>
                <a:rPr lang="en-US" altLang="zh-CN" sz="2425" dirty="0" err="1">
                  <a:solidFill>
                    <a:prstClr val="white"/>
                  </a:solidFill>
                </a:rPr>
                <a:t>T.val</a:t>
              </a:r>
              <a:r>
                <a:rPr lang="en-US" altLang="zh-CN" sz="2425" dirty="0">
                  <a:solidFill>
                    <a:prstClr val="white"/>
                  </a:solidFill>
                </a:rPr>
                <a:t>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:=T</a:t>
              </a:r>
              <a:r>
                <a:rPr lang="en-US" altLang="zh-CN" sz="2425" baseline="-25000" dirty="0">
                  <a:solidFill>
                    <a:prstClr val="white"/>
                  </a:solidFill>
                </a:rPr>
                <a:t>1</a:t>
              </a:r>
              <a:r>
                <a:rPr lang="en-US" altLang="zh-CN" sz="2425" dirty="0">
                  <a:solidFill>
                    <a:prstClr val="white"/>
                  </a:solidFill>
                </a:rPr>
                <a:t>.val* </a:t>
              </a:r>
              <a:r>
                <a:rPr lang="en-US" altLang="zh-CN" sz="2425" dirty="0" err="1">
                  <a:solidFill>
                    <a:prstClr val="white"/>
                  </a:solidFill>
                </a:rPr>
                <a:t>F.val</a:t>
              </a:r>
              <a:r>
                <a:rPr lang="en-US" altLang="zh-CN" sz="2425" dirty="0">
                  <a:solidFill>
                    <a:prstClr val="white"/>
                  </a:solidFill>
                </a:rPr>
                <a:t>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a:t>
              </a:r>
              <a:r>
                <a:rPr lang="en-US" altLang="zh-CN" sz="2425" dirty="0" err="1">
                  <a:solidFill>
                    <a:prstClr val="white"/>
                  </a:solidFill>
                </a:rPr>
                <a:t>F.val</a:t>
              </a:r>
              <a:r>
                <a:rPr lang="en-US" altLang="zh-CN" sz="2425" dirty="0">
                  <a:solidFill>
                    <a:prstClr val="white"/>
                  </a:solidFill>
                </a:rPr>
                <a:t>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E.val</a:t>
              </a:r>
              <a:r>
                <a:rPr lang="en-US" altLang="zh-CN" sz="2425" dirty="0">
                  <a:solidFill>
                    <a:prstClr val="white"/>
                  </a:solidFill>
                </a:rPr>
                <a:t> </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digit.lexval</a:t>
              </a:r>
              <a:endParaRPr lang="en-US" altLang="zh-CN" sz="2425" dirty="0">
                <a:solidFill>
                  <a:prstClr val="white"/>
                </a:solidFill>
              </a:endParaRPr>
            </a:p>
          </p:txBody>
        </p:sp>
      </p:grpSp>
      <p:sp>
        <p:nvSpPr>
          <p:cNvPr id="11" name="Rectangle 41"/>
          <p:cNvSpPr txBox="1">
            <a:spLocks noChangeArrowheads="1"/>
          </p:cNvSpPr>
          <p:nvPr/>
        </p:nvSpPr>
        <p:spPr>
          <a:xfrm>
            <a:off x="5154613" y="3895725"/>
            <a:ext cx="4856162" cy="3490913"/>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58733" tIns="158733" rIns="0" bIns="50398">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77979" indent="-377979" algn="just" defTabSz="503972" fontAlgn="auto">
              <a:lnSpc>
                <a:spcPct val="80000"/>
              </a:lnSpc>
              <a:spcBef>
                <a:spcPts val="1102"/>
              </a:spcBef>
              <a:buClr>
                <a:srgbClr val="4F81BD"/>
              </a:buClr>
              <a:buFont typeface="Wingdings 3" charset="2"/>
              <a:buNone/>
              <a:defRPr/>
            </a:pPr>
            <a:r>
              <a:rPr lang="zh-CN" altLang="en-US" sz="2425" dirty="0">
                <a:solidFill>
                  <a:prstClr val="white"/>
                </a:solidFill>
              </a:rPr>
              <a:t>产 生 式</a:t>
            </a:r>
            <a:r>
              <a:rPr lang="zh-CN" altLang="en-US" sz="2425" dirty="0">
                <a:solidFill>
                  <a:prstClr val="white"/>
                </a:solidFill>
                <a:ea typeface="黑体" panose="02010609060101010101" pitchFamily="49" charset="-122"/>
              </a:rPr>
              <a:t> 	</a:t>
            </a:r>
            <a:r>
              <a:rPr lang="zh-CN" altLang="en-US" sz="2425" dirty="0">
                <a:solidFill>
                  <a:prstClr val="white"/>
                </a:solidFill>
              </a:rPr>
              <a:t>语 义 规 则</a:t>
            </a:r>
            <a:r>
              <a:rPr lang="zh-CN" altLang="en-US" sz="2425" dirty="0">
                <a:solidFill>
                  <a:prstClr val="white"/>
                </a:solidFill>
                <a:ea typeface="黑体" panose="02010609060101010101" pitchFamily="49" charset="-122"/>
              </a:rPr>
              <a:t> </a:t>
            </a:r>
            <a:endParaRPr lang="en-US" altLang="zh-CN" sz="2425" dirty="0">
              <a:solidFill>
                <a:prstClr val="white"/>
              </a:solidFill>
              <a:ea typeface="黑体" panose="02010609060101010101" pitchFamily="49" charset="-122"/>
            </a:endParaRPr>
          </a:p>
          <a:p>
            <a:pPr marL="377979" indent="-377979" algn="just" defTabSz="503972" fontAlgn="auto">
              <a:lnSpc>
                <a:spcPct val="80000"/>
              </a:lnSpc>
              <a:spcBef>
                <a:spcPts val="1102"/>
              </a:spcBef>
              <a:buClr>
                <a:srgbClr val="4F81BD"/>
              </a:buClr>
              <a:buFont typeface="Wingdings 3" charset="2"/>
              <a:buNone/>
              <a:defRPr/>
            </a:pPr>
            <a:r>
              <a:rPr lang="en-US" altLang="zh-CN" sz="2425" dirty="0">
                <a:solidFill>
                  <a:prstClr val="white"/>
                </a:solidFill>
              </a:rPr>
              <a:t>D→TL       L.in := </a:t>
            </a:r>
            <a:r>
              <a:rPr lang="en-US" altLang="zh-CN" sz="2425" dirty="0" err="1">
                <a:solidFill>
                  <a:prstClr val="white"/>
                </a:solidFill>
              </a:rPr>
              <a:t>T.type</a:t>
            </a:r>
            <a:r>
              <a:rPr lang="en-US" altLang="zh-CN" sz="2425" dirty="0">
                <a:solidFill>
                  <a:prstClr val="white"/>
                </a:solidFill>
              </a:rPr>
              <a:t> </a:t>
            </a:r>
          </a:p>
          <a:p>
            <a:pPr marL="377979" indent="-377979" algn="just" defTabSz="503972" fontAlgn="auto">
              <a:lnSpc>
                <a:spcPct val="80000"/>
              </a:lnSpc>
              <a:spcBef>
                <a:spcPts val="1102"/>
              </a:spcBef>
              <a:buClr>
                <a:srgbClr val="4F81BD"/>
              </a:buClr>
              <a:buFont typeface="Wingdings 3" charset="2"/>
              <a:buNone/>
              <a:defRPr/>
            </a:pPr>
            <a:r>
              <a:rPr lang="en-US" altLang="zh-CN" sz="2425" dirty="0" err="1">
                <a:solidFill>
                  <a:prstClr val="white"/>
                </a:solidFill>
              </a:rPr>
              <a:t>T→int</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integer </a:t>
            </a:r>
          </a:p>
          <a:p>
            <a:pPr marL="377979" indent="-377979" algn="just" defTabSz="503972" fontAlgn="auto">
              <a:lnSpc>
                <a:spcPct val="80000"/>
              </a:lnSpc>
              <a:spcBef>
                <a:spcPts val="1102"/>
              </a:spcBef>
              <a:buClr>
                <a:srgbClr val="4F81BD"/>
              </a:buClr>
              <a:buFont typeface="Wingdings 3" charset="2"/>
              <a:buNone/>
              <a:defRPr/>
            </a:pPr>
            <a:r>
              <a:rPr lang="en-US" altLang="zh-CN" sz="2425" dirty="0" err="1">
                <a:solidFill>
                  <a:prstClr val="white"/>
                </a:solidFill>
              </a:rPr>
              <a:t>T→real</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real </a:t>
            </a:r>
          </a:p>
          <a:p>
            <a:pPr marL="377979" indent="-377979" algn="just" defTabSz="503972" fontAlgn="auto">
              <a:lnSpc>
                <a:spcPct val="80000"/>
              </a:lnSpc>
              <a:spcBef>
                <a:spcPts val="1102"/>
              </a:spcBef>
              <a:buClr>
                <a:srgbClr val="4F81BD"/>
              </a:buClr>
              <a:buFont typeface="Wingdings 3" charset="2"/>
              <a:buNone/>
              <a:defRPr/>
            </a:pPr>
            <a:r>
              <a:rPr lang="en-US" altLang="zh-CN" sz="2425" dirty="0">
                <a:solidFill>
                  <a:prstClr val="white"/>
                </a:solidFill>
              </a:rPr>
              <a:t>L→L</a:t>
            </a:r>
            <a:r>
              <a:rPr lang="en-US" altLang="zh-CN" sz="2425" baseline="-30000" dirty="0">
                <a:solidFill>
                  <a:prstClr val="white"/>
                </a:solidFill>
              </a:rPr>
              <a:t>1</a:t>
            </a:r>
            <a:r>
              <a:rPr lang="en-US" altLang="zh-CN" sz="2425" dirty="0">
                <a:solidFill>
                  <a:prstClr val="white"/>
                </a:solidFill>
              </a:rPr>
              <a:t>, id   L</a:t>
            </a:r>
            <a:r>
              <a:rPr lang="en-US" altLang="zh-CN" sz="2425" baseline="-30000" dirty="0">
                <a:solidFill>
                  <a:prstClr val="white"/>
                </a:solidFill>
              </a:rPr>
              <a:t>1</a:t>
            </a:r>
            <a:r>
              <a:rPr lang="en-US" altLang="zh-CN" sz="2425" dirty="0">
                <a:solidFill>
                  <a:prstClr val="white"/>
                </a:solidFill>
              </a:rPr>
              <a:t>.in :=L.in </a:t>
            </a:r>
          </a:p>
          <a:p>
            <a:pPr marL="377979" indent="-377979" algn="just" defTabSz="503972" fontAlgn="auto">
              <a:lnSpc>
                <a:spcPct val="80000"/>
              </a:lnSpc>
              <a:spcBef>
                <a:spcPts val="1102"/>
              </a:spcBef>
              <a:buClr>
                <a:srgbClr val="4F81BD"/>
              </a:buClr>
              <a:buFont typeface="Wingdings 3" charset="2"/>
              <a:buNone/>
              <a:defRPr/>
            </a:pP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p>
          <a:p>
            <a:pPr marL="377979" indent="-377979" algn="just" defTabSz="503972" fontAlgn="auto">
              <a:lnSpc>
                <a:spcPct val="80000"/>
              </a:lnSpc>
              <a:spcBef>
                <a:spcPts val="1102"/>
              </a:spcBef>
              <a:buClr>
                <a:srgbClr val="4F81BD"/>
              </a:buClr>
              <a:buFont typeface="Wingdings 3" charset="2"/>
              <a:buNone/>
              <a:defRPr/>
            </a:pPr>
            <a:r>
              <a:rPr lang="en-US" altLang="zh-CN" sz="2425" dirty="0" err="1">
                <a:solidFill>
                  <a:prstClr val="white"/>
                </a:solidFill>
              </a:rPr>
              <a:t>L→id</a:t>
            </a: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endParaRPr lang="zh-CN" altLang="en-US" sz="2425" dirty="0">
              <a:solidFill>
                <a:prstClr val="white"/>
              </a:solidFill>
            </a:endParaRPr>
          </a:p>
        </p:txBody>
      </p:sp>
      <p:sp>
        <p:nvSpPr>
          <p:cNvPr id="3" name="灯片编号占位符 2">
            <a:extLst>
              <a:ext uri="{FF2B5EF4-FFF2-40B4-BE49-F238E27FC236}">
                <a16:creationId xmlns:a16="http://schemas.microsoft.com/office/drawing/2014/main" id="{DC91D8D1-7D67-0D2E-4C94-47E7987A9176}"/>
              </a:ext>
            </a:extLst>
          </p:cNvPr>
          <p:cNvSpPr>
            <a:spLocks noGrp="1"/>
          </p:cNvSpPr>
          <p:nvPr>
            <p:ph type="sldNum" sz="quarter" idx="12"/>
          </p:nvPr>
        </p:nvSpPr>
        <p:spPr/>
        <p:txBody>
          <a:bodyPr/>
          <a:lstStyle/>
          <a:p>
            <a:pPr>
              <a:defRPr/>
            </a:pPr>
            <a:fld id="{2457C5D2-783D-485A-9BAE-B62041CC0CFD}" type="slidenum">
              <a:rPr lang="en-US" smtClean="0"/>
              <a:pPr>
                <a:defRPr/>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left)">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wipe(left)">
                                      <p:cBhvr>
                                        <p:cTn id="17" dur="500"/>
                                        <p:tgtEl>
                                          <p:spTgt spid="11267">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1267">
                                            <p:txEl>
                                              <p:pRg st="3" end="3"/>
                                            </p:txEl>
                                          </p:spTgt>
                                        </p:tgtEl>
                                        <p:attrNameLst>
                                          <p:attrName>style.visibility</p:attrName>
                                        </p:attrNameLst>
                                      </p:cBhvr>
                                      <p:to>
                                        <p:strVal val="visible"/>
                                      </p:to>
                                    </p:set>
                                    <p:animEffect transition="in" filter="wipe(left)">
                                      <p:cBhvr>
                                        <p:cTn id="20" dur="500"/>
                                        <p:tgtEl>
                                          <p:spTgt spid="11267">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animEffect transition="in" filter="wipe(left)">
                                      <p:cBhvr>
                                        <p:cTn id="23" dur="500"/>
                                        <p:tgtEl>
                                          <p:spTgt spid="1126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4" name="Rectangle 5"/>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继承属性和综合属性</a:t>
            </a:r>
          </a:p>
        </p:txBody>
      </p:sp>
      <p:sp>
        <p:nvSpPr>
          <p:cNvPr id="18435" name="Rectangle 3"/>
          <p:cNvSpPr>
            <a:spLocks noGrp="1" noChangeArrowheads="1"/>
          </p:cNvSpPr>
          <p:nvPr>
            <p:ph idx="1"/>
          </p:nvPr>
        </p:nvSpPr>
        <p:spPr>
          <a:xfrm>
            <a:off x="673100" y="1574800"/>
            <a:ext cx="8696325" cy="4797425"/>
          </a:xfrm>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2800" dirty="0">
                <a:solidFill>
                  <a:schemeClr val="tx1">
                    <a:lumMod val="75000"/>
                    <a:lumOff val="25000"/>
                  </a:schemeClr>
                </a:solidFill>
              </a:rPr>
              <a:t>终结符只有</a:t>
            </a:r>
            <a:r>
              <a:rPr lang="zh-CN" altLang="en-US" sz="2800" dirty="0">
                <a:solidFill>
                  <a:srgbClr val="CC0000"/>
                </a:solidFill>
              </a:rPr>
              <a:t>综合属性</a:t>
            </a:r>
            <a:r>
              <a:rPr lang="zh-CN" altLang="en-US" sz="2800" dirty="0">
                <a:solidFill>
                  <a:schemeClr val="tx1">
                    <a:lumMod val="75000"/>
                    <a:lumOff val="25000"/>
                  </a:schemeClr>
                </a:solidFill>
              </a:rPr>
              <a:t>，由词法分析器提供</a:t>
            </a:r>
          </a:p>
          <a:p>
            <a:pPr marL="818954" lvl="1" indent="-314982" algn="just" defTabSz="503972" eaLnBrk="1" fontAlgn="auto" hangingPunct="1">
              <a:spcBef>
                <a:spcPts val="1102"/>
              </a:spcBef>
              <a:spcAft>
                <a:spcPts val="0"/>
              </a:spcAft>
              <a:buFont typeface="Wingdings 3" charset="2"/>
              <a:buChar char=""/>
              <a:defRPr/>
            </a:pPr>
            <a:r>
              <a:rPr lang="en-US" altLang="zh-CN" sz="2400" dirty="0" err="1">
                <a:solidFill>
                  <a:schemeClr val="tx1">
                    <a:lumMod val="75000"/>
                    <a:lumOff val="25000"/>
                  </a:schemeClr>
                </a:solidFill>
              </a:rPr>
              <a:t>F→digit</a:t>
            </a:r>
            <a:r>
              <a:rPr lang="en-US" altLang="zh-CN" sz="2400" dirty="0">
                <a:solidFill>
                  <a:schemeClr val="tx1">
                    <a:lumMod val="75000"/>
                    <a:lumOff val="25000"/>
                  </a:schemeClr>
                </a:solidFill>
              </a:rPr>
              <a:t> </a:t>
            </a:r>
          </a:p>
          <a:p>
            <a:pPr marL="818954" lvl="1" indent="-314982" algn="just" defTabSz="503972" eaLnBrk="1" fontAlgn="auto" hangingPunct="1">
              <a:spcBef>
                <a:spcPts val="1102"/>
              </a:spcBef>
              <a:spcAft>
                <a:spcPts val="0"/>
              </a:spcAft>
              <a:buFont typeface="Wingdings 3" charset="2"/>
              <a:buChar char=""/>
              <a:defRPr/>
            </a:pPr>
            <a:r>
              <a:rPr lang="en-US" altLang="zh-CN" sz="2400" dirty="0" err="1">
                <a:solidFill>
                  <a:schemeClr val="tx1">
                    <a:lumMod val="75000"/>
                    <a:lumOff val="25000"/>
                  </a:schemeClr>
                </a:solidFill>
              </a:rPr>
              <a:t>digit.lexval</a:t>
            </a:r>
            <a:endParaRPr lang="zh-CN" altLang="en-US" sz="2400" dirty="0">
              <a:solidFill>
                <a:schemeClr val="tx1">
                  <a:lumMod val="75000"/>
                  <a:lumOff val="25000"/>
                </a:schemeClr>
              </a:solidFill>
            </a:endParaRPr>
          </a:p>
          <a:p>
            <a:pPr marL="377979" indent="-377979" algn="just" defTabSz="503972" eaLnBrk="1" fontAlgn="auto" hangingPunct="1">
              <a:spcBef>
                <a:spcPts val="1102"/>
              </a:spcBef>
              <a:spcAft>
                <a:spcPts val="0"/>
              </a:spcAft>
              <a:buFont typeface="Wingdings 3" charset="2"/>
              <a:buChar char=""/>
              <a:defRPr/>
            </a:pPr>
            <a:r>
              <a:rPr lang="zh-CN" altLang="en-US" sz="2800" dirty="0">
                <a:solidFill>
                  <a:schemeClr val="tx1">
                    <a:lumMod val="75000"/>
                    <a:lumOff val="25000"/>
                  </a:schemeClr>
                </a:solidFill>
              </a:rPr>
              <a:t>非终结符既可有</a:t>
            </a:r>
            <a:r>
              <a:rPr lang="zh-CN" altLang="en-US" sz="2800" dirty="0">
                <a:solidFill>
                  <a:srgbClr val="CC0000"/>
                </a:solidFill>
              </a:rPr>
              <a:t>综合属性</a:t>
            </a:r>
            <a:r>
              <a:rPr lang="zh-CN" altLang="en-US" sz="2800" dirty="0">
                <a:solidFill>
                  <a:schemeClr val="tx1">
                    <a:lumMod val="75000"/>
                    <a:lumOff val="25000"/>
                  </a:schemeClr>
                </a:solidFill>
              </a:rPr>
              <a:t>也可有</a:t>
            </a:r>
            <a:r>
              <a:rPr lang="zh-CN" altLang="en-US" sz="2800" dirty="0">
                <a:solidFill>
                  <a:srgbClr val="CC0000"/>
                </a:solidFill>
              </a:rPr>
              <a:t>继承属性</a:t>
            </a:r>
            <a:r>
              <a:rPr lang="zh-CN" altLang="en-US" sz="2800" dirty="0">
                <a:solidFill>
                  <a:schemeClr val="tx1">
                    <a:lumMod val="75000"/>
                    <a:lumOff val="25000"/>
                  </a:schemeClr>
                </a:solidFill>
              </a:rPr>
              <a:t>，文法开始符号的所有继承属性作为属性计算前的初始值</a:t>
            </a:r>
            <a:endParaRPr lang="en-US" altLang="zh-CN" sz="2800" dirty="0">
              <a:solidFill>
                <a:schemeClr val="tx1">
                  <a:lumMod val="75000"/>
                  <a:lumOff val="25000"/>
                </a:schemeClr>
              </a:solidFill>
            </a:endParaRPr>
          </a:p>
          <a:p>
            <a:pPr marL="377979" indent="-377979" algn="just" defTabSz="503972" eaLnBrk="1" fontAlgn="auto" hangingPunct="1">
              <a:spcBef>
                <a:spcPts val="1102"/>
              </a:spcBef>
              <a:spcAft>
                <a:spcPts val="0"/>
              </a:spcAft>
              <a:buFont typeface="Wingdings 3" charset="2"/>
              <a:buChar char=""/>
              <a:defRPr/>
            </a:pPr>
            <a:r>
              <a:rPr lang="en-US" altLang="zh-CN" sz="2800" dirty="0">
                <a:solidFill>
                  <a:schemeClr val="tx1">
                    <a:lumMod val="75000"/>
                    <a:lumOff val="25000"/>
                  </a:schemeClr>
                </a:solidFill>
              </a:rPr>
              <a:t>E</a:t>
            </a:r>
            <a:r>
              <a:rPr lang="zh-CN" altLang="en-US" sz="2800" dirty="0">
                <a:solidFill>
                  <a:schemeClr val="tx1">
                    <a:lumMod val="75000"/>
                    <a:lumOff val="25000"/>
                  </a:schemeClr>
                </a:solidFill>
              </a:rPr>
              <a:t>、</a:t>
            </a:r>
            <a:r>
              <a:rPr lang="en-US" altLang="zh-CN" sz="2800" dirty="0">
                <a:solidFill>
                  <a:schemeClr val="tx1">
                    <a:lumMod val="75000"/>
                    <a:lumOff val="25000"/>
                  </a:schemeClr>
                </a:solidFill>
              </a:rPr>
              <a:t>T</a:t>
            </a:r>
            <a:r>
              <a:rPr lang="zh-CN" altLang="en-US" sz="2800" dirty="0">
                <a:solidFill>
                  <a:schemeClr val="tx1">
                    <a:lumMod val="75000"/>
                    <a:lumOff val="25000"/>
                  </a:schemeClr>
                </a:solidFill>
              </a:rPr>
              <a:t>和</a:t>
            </a:r>
            <a:r>
              <a:rPr lang="en-US" altLang="zh-CN" sz="2800" dirty="0">
                <a:solidFill>
                  <a:schemeClr val="tx1">
                    <a:lumMod val="75000"/>
                    <a:lumOff val="25000"/>
                  </a:schemeClr>
                </a:solidFill>
              </a:rPr>
              <a:t>F</a:t>
            </a:r>
            <a:r>
              <a:rPr lang="zh-CN" altLang="en-US" sz="2800" dirty="0">
                <a:solidFill>
                  <a:schemeClr val="tx1">
                    <a:lumMod val="75000"/>
                    <a:lumOff val="25000"/>
                  </a:schemeClr>
                </a:solidFill>
              </a:rPr>
              <a:t>的</a:t>
            </a:r>
            <a:r>
              <a:rPr lang="en-US" altLang="zh-CN" sz="2800" dirty="0" err="1">
                <a:solidFill>
                  <a:schemeClr val="tx1">
                    <a:lumMod val="75000"/>
                    <a:lumOff val="25000"/>
                  </a:schemeClr>
                </a:solidFill>
              </a:rPr>
              <a:t>val</a:t>
            </a:r>
            <a:r>
              <a:rPr lang="zh-CN" altLang="en-US" sz="2800" dirty="0">
                <a:solidFill>
                  <a:schemeClr val="tx1">
                    <a:lumMod val="75000"/>
                    <a:lumOff val="25000"/>
                  </a:schemeClr>
                </a:solidFill>
              </a:rPr>
              <a:t>属性是综合属性</a:t>
            </a:r>
            <a:r>
              <a:rPr lang="en-US" altLang="zh-CN" sz="2800" dirty="0">
                <a:solidFill>
                  <a:schemeClr val="tx1">
                    <a:lumMod val="75000"/>
                    <a:lumOff val="25000"/>
                  </a:schemeClr>
                </a:solidFill>
              </a:rPr>
              <a:t>,digit</a:t>
            </a:r>
            <a:r>
              <a:rPr lang="zh-CN" altLang="en-US" sz="2800" dirty="0">
                <a:solidFill>
                  <a:schemeClr val="tx1">
                    <a:lumMod val="75000"/>
                    <a:lumOff val="25000"/>
                  </a:schemeClr>
                </a:solidFill>
              </a:rPr>
              <a:t>仅有综合属性，它的值是由词法分析程序提供的，</a:t>
            </a:r>
            <a:r>
              <a:rPr lang="en-US" altLang="zh-CN" sz="2800" dirty="0">
                <a:solidFill>
                  <a:schemeClr val="tx1">
                    <a:lumMod val="75000"/>
                    <a:lumOff val="25000"/>
                  </a:schemeClr>
                </a:solidFill>
              </a:rPr>
              <a:t>L</a:t>
            </a:r>
            <a:r>
              <a:rPr lang="zh-CN" altLang="en-US" sz="2800" dirty="0">
                <a:solidFill>
                  <a:schemeClr val="tx1">
                    <a:lumMod val="75000"/>
                    <a:lumOff val="25000"/>
                  </a:schemeClr>
                </a:solidFill>
              </a:rPr>
              <a:t>的继承属性是需要事先给定</a:t>
            </a:r>
          </a:p>
          <a:p>
            <a:pPr marL="377979" indent="-377979" algn="just" defTabSz="503972" eaLnBrk="1" fontAlgn="auto" hangingPunct="1">
              <a:spcBef>
                <a:spcPts val="1102"/>
              </a:spcBef>
              <a:spcAft>
                <a:spcPts val="0"/>
              </a:spcAft>
              <a:buFont typeface="Wingdings 3" charset="2"/>
              <a:buChar char=""/>
              <a:defRPr/>
            </a:pPr>
            <a:endParaRPr lang="zh-CN" altLang="en-US" sz="2800" dirty="0">
              <a:solidFill>
                <a:schemeClr val="tx1">
                  <a:lumMod val="75000"/>
                  <a:lumOff val="25000"/>
                </a:schemeClr>
              </a:solidFill>
            </a:endParaRPr>
          </a:p>
        </p:txBody>
      </p:sp>
      <p:grpSp>
        <p:nvGrpSpPr>
          <p:cNvPr id="1083396" name="组合 8"/>
          <p:cNvGrpSpPr>
            <a:grpSpLocks/>
          </p:cNvGrpSpPr>
          <p:nvPr/>
        </p:nvGrpSpPr>
        <p:grpSpPr bwMode="auto">
          <a:xfrm>
            <a:off x="6045200" y="4994275"/>
            <a:ext cx="4014788" cy="2530475"/>
            <a:chOff x="7520591" y="2816196"/>
            <a:chExt cx="4671409" cy="3025447"/>
          </a:xfrm>
        </p:grpSpPr>
        <p:sp>
          <p:nvSpPr>
            <p:cNvPr id="10" name="Rectangle 3"/>
            <p:cNvSpPr txBox="1">
              <a:spLocks noChangeArrowheads="1"/>
            </p:cNvSpPr>
            <p:nvPr/>
          </p:nvSpPr>
          <p:spPr>
            <a:xfrm>
              <a:off x="7520591" y="2816196"/>
              <a:ext cx="1952424"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5597" tIns="37798" rIns="75597" bIns="377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000" dirty="0">
                  <a:solidFill>
                    <a:prstClr val="white"/>
                  </a:solidFill>
                </a:rPr>
                <a:t>产生式	</a:t>
              </a:r>
            </a:p>
            <a:p>
              <a:pPr fontAlgn="auto">
                <a:spcBef>
                  <a:spcPts val="0"/>
                </a:spcBef>
                <a:buClr>
                  <a:srgbClr val="4F81BD"/>
                </a:buClr>
                <a:buFont typeface="Wingdings 3" charset="2"/>
                <a:buNone/>
                <a:defRPr/>
              </a:pPr>
              <a:r>
                <a:rPr lang="en-US" altLang="zh-CN" sz="2000" dirty="0" err="1">
                  <a:solidFill>
                    <a:prstClr val="white"/>
                  </a:solidFill>
                </a:rPr>
                <a:t>L→En</a:t>
              </a:r>
              <a:r>
                <a:rPr lang="en-US" altLang="zh-CN" sz="2000" dirty="0">
                  <a:solidFill>
                    <a:prstClr val="white"/>
                  </a:solidFill>
                </a:rPr>
                <a:t> </a:t>
              </a:r>
            </a:p>
            <a:p>
              <a:pPr fontAlgn="auto">
                <a:spcBef>
                  <a:spcPts val="0"/>
                </a:spcBef>
                <a:buClr>
                  <a:srgbClr val="4F81BD"/>
                </a:buClr>
                <a:buFont typeface="Wingdings 3" charset="2"/>
                <a:buNone/>
                <a:defRPr/>
              </a:pPr>
              <a:r>
                <a:rPr lang="en-US" altLang="zh-CN" sz="2000" dirty="0">
                  <a:solidFill>
                    <a:prstClr val="white"/>
                  </a:solidFill>
                </a:rPr>
                <a:t>E→E</a:t>
              </a:r>
              <a:r>
                <a:rPr lang="en-US" altLang="zh-CN" sz="2000" baseline="-25000" dirty="0">
                  <a:solidFill>
                    <a:prstClr val="white"/>
                  </a:solidFill>
                </a:rPr>
                <a:t>1</a:t>
              </a:r>
              <a:r>
                <a:rPr lang="en-US" altLang="zh-CN" sz="2000" dirty="0">
                  <a:solidFill>
                    <a:prstClr val="white"/>
                  </a:solidFill>
                </a:rPr>
                <a:t>+T  </a:t>
              </a:r>
            </a:p>
            <a:p>
              <a:pPr fontAlgn="auto">
                <a:spcBef>
                  <a:spcPts val="0"/>
                </a:spcBef>
                <a:buClr>
                  <a:srgbClr val="4F81BD"/>
                </a:buClr>
                <a:buFont typeface="Wingdings 3" charset="2"/>
                <a:buNone/>
                <a:defRPr/>
              </a:pPr>
              <a:r>
                <a:rPr lang="en-US" altLang="zh-CN" sz="2000" dirty="0">
                  <a:solidFill>
                    <a:prstClr val="white"/>
                  </a:solidFill>
                </a:rPr>
                <a:t>E→T</a:t>
              </a:r>
            </a:p>
            <a:p>
              <a:pPr fontAlgn="auto">
                <a:spcBef>
                  <a:spcPts val="0"/>
                </a:spcBef>
                <a:buClr>
                  <a:srgbClr val="4F81BD"/>
                </a:buClr>
                <a:buFont typeface="Wingdings 3" charset="2"/>
                <a:buNone/>
                <a:defRPr/>
              </a:pPr>
              <a:r>
                <a:rPr lang="en-US" altLang="zh-CN" sz="2000" dirty="0">
                  <a:solidFill>
                    <a:prstClr val="white"/>
                  </a:solidFill>
                </a:rPr>
                <a:t>T→T</a:t>
              </a:r>
              <a:r>
                <a:rPr lang="en-US" altLang="zh-CN" sz="2000" baseline="-25000" dirty="0">
                  <a:solidFill>
                    <a:prstClr val="white"/>
                  </a:solidFill>
                </a:rPr>
                <a:t>1</a:t>
              </a:r>
              <a:r>
                <a:rPr lang="en-US" altLang="zh-CN" sz="2000" dirty="0">
                  <a:solidFill>
                    <a:prstClr val="white"/>
                  </a:solidFill>
                </a:rPr>
                <a:t>*F</a:t>
              </a:r>
            </a:p>
            <a:p>
              <a:pPr fontAlgn="auto">
                <a:spcBef>
                  <a:spcPts val="0"/>
                </a:spcBef>
                <a:buClr>
                  <a:srgbClr val="4F81BD"/>
                </a:buClr>
                <a:buFont typeface="Wingdings 3" charset="2"/>
                <a:buNone/>
                <a:defRPr/>
              </a:pPr>
              <a:r>
                <a:rPr lang="en-US" altLang="zh-CN" sz="2000" dirty="0">
                  <a:solidFill>
                    <a:prstClr val="white"/>
                  </a:solidFill>
                </a:rPr>
                <a:t>T→F</a:t>
              </a:r>
            </a:p>
            <a:p>
              <a:pPr fontAlgn="auto">
                <a:spcBef>
                  <a:spcPts val="0"/>
                </a:spcBef>
                <a:buClr>
                  <a:srgbClr val="4F81BD"/>
                </a:buClr>
                <a:buFont typeface="Wingdings 3" charset="2"/>
                <a:buNone/>
                <a:defRPr/>
              </a:pPr>
              <a:r>
                <a:rPr lang="en-US" altLang="zh-CN" sz="2000" dirty="0">
                  <a:solidFill>
                    <a:prstClr val="white"/>
                  </a:solidFill>
                </a:rPr>
                <a:t>F→ (E)</a:t>
              </a:r>
            </a:p>
            <a:p>
              <a:pPr fontAlgn="auto">
                <a:spcBef>
                  <a:spcPts val="0"/>
                </a:spcBef>
                <a:buClr>
                  <a:srgbClr val="4F81BD"/>
                </a:buClr>
                <a:buFont typeface="Wingdings 3" charset="2"/>
                <a:buNone/>
                <a:defRPr/>
              </a:pPr>
              <a:r>
                <a:rPr lang="en-US" altLang="zh-CN" sz="2000" dirty="0" err="1">
                  <a:solidFill>
                    <a:prstClr val="white"/>
                  </a:solidFill>
                </a:rPr>
                <a:t>F→digit</a:t>
              </a:r>
              <a:endParaRPr lang="en-US" altLang="zh-CN" sz="2000" dirty="0">
                <a:solidFill>
                  <a:prstClr val="white"/>
                </a:solidFill>
              </a:endParaRPr>
            </a:p>
            <a:p>
              <a:pPr fontAlgn="auto">
                <a:spcBef>
                  <a:spcPts val="0"/>
                </a:spcBef>
                <a:buClr>
                  <a:srgbClr val="4F81BD"/>
                </a:buClr>
                <a:buFont typeface="Wingdings 3" charset="2"/>
                <a:buNone/>
                <a:defRPr/>
              </a:pPr>
              <a:endParaRPr lang="en-US" altLang="zh-CN" sz="2000" dirty="0">
                <a:solidFill>
                  <a:prstClr val="white"/>
                </a:solidFill>
              </a:endParaRPr>
            </a:p>
          </p:txBody>
        </p:sp>
        <p:sp>
          <p:nvSpPr>
            <p:cNvPr id="11" name="Rectangle 14"/>
            <p:cNvSpPr>
              <a:spLocks noChangeArrowheads="1"/>
            </p:cNvSpPr>
            <p:nvPr/>
          </p:nvSpPr>
          <p:spPr bwMode="auto">
            <a:xfrm>
              <a:off x="9033396" y="2816196"/>
              <a:ext cx="3158604"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000"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a:solidFill>
                    <a:prstClr val="white"/>
                  </a:solidFill>
                </a:rPr>
                <a:t>print(</a:t>
              </a:r>
              <a:r>
                <a:rPr lang="en-US" altLang="zh-CN" sz="2000" dirty="0" err="1">
                  <a:solidFill>
                    <a:prstClr val="white"/>
                  </a:solidFill>
                </a:rPr>
                <a:t>E.val</a:t>
              </a:r>
              <a:r>
                <a:rPr lang="en-US" altLang="zh-CN" sz="20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E.val</a:t>
              </a:r>
              <a:r>
                <a:rPr lang="en-US" altLang="zh-CN" sz="2000" dirty="0">
                  <a:solidFill>
                    <a:prstClr val="white"/>
                  </a:solidFill>
                </a:rPr>
                <a:t> := E</a:t>
              </a:r>
              <a:r>
                <a:rPr lang="en-US" altLang="zh-CN" sz="2000" baseline="-25000" dirty="0">
                  <a:solidFill>
                    <a:prstClr val="white"/>
                  </a:solidFill>
                </a:rPr>
                <a:t>1</a:t>
              </a:r>
              <a:r>
                <a:rPr lang="en-US" altLang="zh-CN" sz="2000"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E.val</a:t>
              </a:r>
              <a:r>
                <a:rPr lang="en-US" altLang="zh-CN" sz="2000" dirty="0">
                  <a:solidFill>
                    <a:prstClr val="white"/>
                  </a:solidFill>
                </a:rPr>
                <a:t> :=</a:t>
              </a:r>
              <a:r>
                <a:rPr lang="en-US" altLang="zh-CN" sz="2000" dirty="0" err="1">
                  <a:solidFill>
                    <a:prstClr val="white"/>
                  </a:solidFill>
                </a:rPr>
                <a:t>T.val</a:t>
              </a:r>
              <a:r>
                <a:rPr lang="en-US" altLang="zh-CN" sz="20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T.val</a:t>
              </a:r>
              <a:r>
                <a:rPr lang="en-US" altLang="zh-CN" sz="2000" dirty="0">
                  <a:solidFill>
                    <a:prstClr val="white"/>
                  </a:solidFill>
                </a:rPr>
                <a:t> :=T</a:t>
              </a:r>
              <a:r>
                <a:rPr lang="en-US" altLang="zh-CN" sz="2000" baseline="-25000" dirty="0">
                  <a:solidFill>
                    <a:prstClr val="white"/>
                  </a:solidFill>
                </a:rPr>
                <a:t>1</a:t>
              </a:r>
              <a:r>
                <a:rPr lang="en-US" altLang="zh-CN" sz="2000" dirty="0">
                  <a:solidFill>
                    <a:prstClr val="white"/>
                  </a:solidFill>
                </a:rPr>
                <a:t>.val* </a:t>
              </a:r>
              <a:r>
                <a:rPr lang="en-US" altLang="zh-CN" sz="2000" dirty="0" err="1">
                  <a:solidFill>
                    <a:prstClr val="white"/>
                  </a:solidFill>
                </a:rPr>
                <a:t>F.val</a:t>
              </a:r>
              <a:r>
                <a:rPr lang="en-US" altLang="zh-CN" sz="20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T.val</a:t>
              </a:r>
              <a:r>
                <a:rPr lang="en-US" altLang="zh-CN" sz="2000" dirty="0">
                  <a:solidFill>
                    <a:prstClr val="white"/>
                  </a:solidFill>
                </a:rPr>
                <a:t> :=</a:t>
              </a:r>
              <a:r>
                <a:rPr lang="en-US" altLang="zh-CN" sz="2000" dirty="0" err="1">
                  <a:solidFill>
                    <a:prstClr val="white"/>
                  </a:solidFill>
                </a:rPr>
                <a:t>F.val</a:t>
              </a:r>
              <a:r>
                <a:rPr lang="en-US" altLang="zh-CN" sz="20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F.val</a:t>
              </a:r>
              <a:r>
                <a:rPr lang="en-US" altLang="zh-CN" sz="2000" dirty="0">
                  <a:solidFill>
                    <a:prstClr val="white"/>
                  </a:solidFill>
                </a:rPr>
                <a:t> :=</a:t>
              </a:r>
              <a:r>
                <a:rPr lang="en-US" altLang="zh-CN" sz="2000" dirty="0" err="1">
                  <a:solidFill>
                    <a:prstClr val="white"/>
                  </a:solidFill>
                </a:rPr>
                <a:t>E.val</a:t>
              </a:r>
              <a:r>
                <a:rPr lang="en-US" altLang="zh-CN" sz="20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000" dirty="0" err="1">
                  <a:solidFill>
                    <a:prstClr val="white"/>
                  </a:solidFill>
                </a:rPr>
                <a:t>F.val</a:t>
              </a:r>
              <a:r>
                <a:rPr lang="en-US" altLang="zh-CN" sz="2000" dirty="0">
                  <a:solidFill>
                    <a:prstClr val="white"/>
                  </a:solidFill>
                </a:rPr>
                <a:t> :=</a:t>
              </a:r>
              <a:r>
                <a:rPr lang="en-US" altLang="zh-CN" sz="2000" dirty="0" err="1">
                  <a:solidFill>
                    <a:prstClr val="white"/>
                  </a:solidFill>
                </a:rPr>
                <a:t>digit.lexval</a:t>
              </a:r>
              <a:endParaRPr lang="en-US" altLang="zh-CN" sz="2000" dirty="0">
                <a:solidFill>
                  <a:prstClr val="white"/>
                </a:solidFill>
              </a:endParaRPr>
            </a:p>
          </p:txBody>
        </p:sp>
      </p:grpSp>
      <p:sp>
        <p:nvSpPr>
          <p:cNvPr id="2" name="灯片编号占位符 1">
            <a:extLst>
              <a:ext uri="{FF2B5EF4-FFF2-40B4-BE49-F238E27FC236}">
                <a16:creationId xmlns:a16="http://schemas.microsoft.com/office/drawing/2014/main" id="{28A74618-D010-49A9-097A-8B06BC783FBF}"/>
              </a:ext>
            </a:extLst>
          </p:cNvPr>
          <p:cNvSpPr>
            <a:spLocks noGrp="1"/>
          </p:cNvSpPr>
          <p:nvPr>
            <p:ph type="sldNum" sz="quarter" idx="12"/>
          </p:nvPr>
        </p:nvSpPr>
        <p:spPr/>
        <p:txBody>
          <a:bodyPr/>
          <a:lstStyle/>
          <a:p>
            <a:pPr>
              <a:defRPr/>
            </a:pPr>
            <a:fld id="{EB7D04B5-B922-4F5F-8A43-1AAF491D6F57}" type="slidenum">
              <a:rPr lang="en-US" smtClean="0"/>
              <a:pPr>
                <a:defRPr/>
              </a:pPr>
              <a:t>7</a:t>
            </a:fld>
            <a:endParaRPr lang="en-US" dirty="0"/>
          </a:p>
        </p:txBody>
      </p:sp>
      <p:pic>
        <p:nvPicPr>
          <p:cNvPr id="1026" name="图片 1">
            <a:extLst>
              <a:ext uri="{FF2B5EF4-FFF2-40B4-BE49-F238E27FC236}">
                <a16:creationId xmlns:a16="http://schemas.microsoft.com/office/drawing/2014/main" id="{803D4776-A5FE-18DD-3E22-8EA8930700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26"/>
          <a:stretch/>
        </p:blipFill>
        <p:spPr bwMode="auto">
          <a:xfrm>
            <a:off x="743494" y="1403613"/>
            <a:ext cx="8871994" cy="592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wipe(left)">
                                      <p:cBhvr>
                                        <p:cTn id="10" dur="500"/>
                                        <p:tgtEl>
                                          <p:spTgt spid="184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Effect transition="in" filter="wipe(left)">
                                      <p:cBhvr>
                                        <p:cTn id="13" dur="500"/>
                                        <p:tgtEl>
                                          <p:spTgt spid="1843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435">
                                            <p:txEl>
                                              <p:pRg st="3" end="3"/>
                                            </p:txEl>
                                          </p:spTgt>
                                        </p:tgtEl>
                                        <p:attrNameLst>
                                          <p:attrName>style.visibility</p:attrName>
                                        </p:attrNameLst>
                                      </p:cBhvr>
                                      <p:to>
                                        <p:strVal val="visible"/>
                                      </p:to>
                                    </p:set>
                                    <p:animEffect transition="in" filter="wipe(left)">
                                      <p:cBhvr>
                                        <p:cTn id="18" dur="500"/>
                                        <p:tgtEl>
                                          <p:spTgt spid="1843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animEffect transition="in" filter="wipe(left)">
                                      <p:cBhvr>
                                        <p:cTn id="23" dur="500"/>
                                        <p:tgtEl>
                                          <p:spTgt spid="1843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circle(in)">
                                      <p:cBhvr>
                                        <p:cTn id="28"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语义规则</a:t>
            </a:r>
          </a:p>
        </p:txBody>
      </p:sp>
      <p:sp>
        <p:nvSpPr>
          <p:cNvPr id="264194" name="Rectangle 2"/>
          <p:cNvSpPr>
            <a:spLocks noGrp="1" noChangeArrowheads="1"/>
          </p:cNvSpPr>
          <p:nvPr>
            <p:ph idx="1"/>
          </p:nvPr>
        </p:nvSpPr>
        <p:spPr>
          <a:xfrm>
            <a:off x="0" y="1733550"/>
            <a:ext cx="5081588" cy="5370513"/>
          </a:xfrm>
        </p:spPr>
        <p:txBody>
          <a:bodyPr rtlCol="0">
            <a:noAutofit/>
          </a:bodyPr>
          <a:lstStyle/>
          <a:p>
            <a:pPr marL="377979" indent="-377979" algn="just" defTabSz="503972" eaLnBrk="1" fontAlgn="auto" hangingPunct="1">
              <a:lnSpc>
                <a:spcPct val="120000"/>
              </a:lnSpc>
              <a:spcBef>
                <a:spcPts val="0"/>
              </a:spcBef>
              <a:spcAft>
                <a:spcPts val="0"/>
              </a:spcAft>
              <a:buFont typeface="Wingdings 3" charset="2"/>
              <a:buChar char=""/>
              <a:defRPr/>
            </a:pPr>
            <a:r>
              <a:rPr lang="zh-CN" altLang="en-US" sz="2646" dirty="0">
                <a:solidFill>
                  <a:schemeClr val="tx1">
                    <a:lumMod val="75000"/>
                    <a:lumOff val="25000"/>
                  </a:schemeClr>
                </a:solidFill>
              </a:rPr>
              <a:t>对出现在</a:t>
            </a:r>
            <a:r>
              <a:rPr lang="zh-CN" altLang="en-US" sz="2646" dirty="0">
                <a:solidFill>
                  <a:srgbClr val="CC0000"/>
                </a:solidFill>
              </a:rPr>
              <a:t>产生式右边的继承属性</a:t>
            </a:r>
            <a:r>
              <a:rPr lang="zh-CN" altLang="en-US" sz="2646" dirty="0">
                <a:solidFill>
                  <a:schemeClr val="tx1">
                    <a:lumMod val="75000"/>
                    <a:lumOff val="25000"/>
                  </a:schemeClr>
                </a:solidFill>
              </a:rPr>
              <a:t>或</a:t>
            </a:r>
            <a:r>
              <a:rPr lang="zh-CN" altLang="en-US" sz="2646" dirty="0">
                <a:solidFill>
                  <a:srgbClr val="CC0000"/>
                </a:solidFill>
              </a:rPr>
              <a:t>出现在产生式左边的综合属性</a:t>
            </a:r>
            <a:r>
              <a:rPr lang="zh-CN" altLang="en-US" sz="2646" dirty="0">
                <a:solidFill>
                  <a:schemeClr val="tx1">
                    <a:lumMod val="75000"/>
                    <a:lumOff val="25000"/>
                  </a:schemeClr>
                </a:solidFill>
              </a:rPr>
              <a:t>都必须提供一个计算规则。属性计算规则中只能使用相应产生式中的文法符号的属性。</a:t>
            </a:r>
          </a:p>
          <a:p>
            <a:pPr marL="377979" indent="-377979" algn="just" defTabSz="503972" eaLnBrk="1" fontAlgn="auto" hangingPunct="1">
              <a:lnSpc>
                <a:spcPct val="120000"/>
              </a:lnSpc>
              <a:spcBef>
                <a:spcPts val="0"/>
              </a:spcBef>
              <a:spcAft>
                <a:spcPts val="0"/>
              </a:spcAft>
              <a:buFont typeface="Wingdings 3" charset="2"/>
              <a:buChar char=""/>
              <a:defRPr/>
            </a:pPr>
            <a:r>
              <a:rPr lang="zh-CN" altLang="en-US" sz="2646" dirty="0">
                <a:solidFill>
                  <a:schemeClr val="tx1">
                    <a:lumMod val="75000"/>
                    <a:lumOff val="25000"/>
                  </a:schemeClr>
                </a:solidFill>
              </a:rPr>
              <a:t>出现在</a:t>
            </a:r>
            <a:r>
              <a:rPr lang="zh-CN" altLang="en-US" sz="2646" dirty="0">
                <a:solidFill>
                  <a:srgbClr val="CC0000"/>
                </a:solidFill>
              </a:rPr>
              <a:t>产生式左边的继承属性</a:t>
            </a:r>
            <a:r>
              <a:rPr lang="zh-CN" altLang="en-US" sz="2646" dirty="0">
                <a:solidFill>
                  <a:schemeClr val="tx1">
                    <a:lumMod val="75000"/>
                    <a:lumOff val="25000"/>
                  </a:schemeClr>
                </a:solidFill>
              </a:rPr>
              <a:t>和</a:t>
            </a:r>
            <a:r>
              <a:rPr lang="zh-CN" altLang="en-US" sz="2646" dirty="0">
                <a:solidFill>
                  <a:srgbClr val="CC0000"/>
                </a:solidFill>
              </a:rPr>
              <a:t>出现在产生式右边的综合属性</a:t>
            </a:r>
            <a:r>
              <a:rPr lang="zh-CN" altLang="en-US" sz="2646" dirty="0">
                <a:solidFill>
                  <a:schemeClr val="tx1">
                    <a:lumMod val="75000"/>
                    <a:lumOff val="25000"/>
                  </a:schemeClr>
                </a:solidFill>
              </a:rPr>
              <a:t>不由所给的产生式的属性计算规则进行计算，由其它产生式的属性规则计算或者由属性计算器的参数提供。</a:t>
            </a:r>
          </a:p>
        </p:txBody>
      </p:sp>
      <p:grpSp>
        <p:nvGrpSpPr>
          <p:cNvPr id="8" name="组合 7"/>
          <p:cNvGrpSpPr>
            <a:grpSpLocks/>
          </p:cNvGrpSpPr>
          <p:nvPr/>
        </p:nvGrpSpPr>
        <p:grpSpPr bwMode="auto">
          <a:xfrm>
            <a:off x="5154613" y="669925"/>
            <a:ext cx="4856162" cy="3105150"/>
            <a:chOff x="7520591" y="2816196"/>
            <a:chExt cx="4671408" cy="2700836"/>
          </a:xfrm>
        </p:grpSpPr>
        <p:sp>
          <p:nvSpPr>
            <p:cNvPr id="13" name="Rectangle 3"/>
            <p:cNvSpPr txBox="1">
              <a:spLocks noChangeArrowheads="1"/>
            </p:cNvSpPr>
            <p:nvPr/>
          </p:nvSpPr>
          <p:spPr>
            <a:xfrm>
              <a:off x="7520591" y="2816196"/>
              <a:ext cx="1953164"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0796" tIns="50398" rIns="100796" bIns="503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425" dirty="0">
                  <a:solidFill>
                    <a:prstClr val="white"/>
                  </a:solidFill>
                </a:rPr>
                <a:t>产生式	</a:t>
              </a:r>
            </a:p>
            <a:p>
              <a:pPr fontAlgn="auto">
                <a:spcBef>
                  <a:spcPts val="0"/>
                </a:spcBef>
                <a:buClr>
                  <a:srgbClr val="4F81BD"/>
                </a:buClr>
                <a:buFont typeface="Wingdings 3" charset="2"/>
                <a:buNone/>
                <a:defRPr/>
              </a:pPr>
              <a:r>
                <a:rPr lang="en-US" altLang="zh-CN" sz="2425" dirty="0" err="1">
                  <a:solidFill>
                    <a:prstClr val="white"/>
                  </a:solidFill>
                </a:rPr>
                <a:t>L→En</a:t>
              </a:r>
              <a:r>
                <a:rPr lang="en-US" altLang="zh-CN" sz="2425" dirty="0">
                  <a:solidFill>
                    <a:prstClr val="white"/>
                  </a:solidFill>
                </a:rPr>
                <a:t> </a:t>
              </a:r>
            </a:p>
            <a:p>
              <a:pPr fontAlgn="auto">
                <a:spcBef>
                  <a:spcPts val="0"/>
                </a:spcBef>
                <a:buClr>
                  <a:srgbClr val="4F81BD"/>
                </a:buClr>
                <a:buFont typeface="Wingdings 3" charset="2"/>
                <a:buNone/>
                <a:defRPr/>
              </a:pPr>
              <a:r>
                <a:rPr lang="en-US" altLang="zh-CN" sz="2425" dirty="0">
                  <a:solidFill>
                    <a:prstClr val="white"/>
                  </a:solidFill>
                </a:rPr>
                <a:t>E→E</a:t>
              </a:r>
              <a:r>
                <a:rPr lang="en-US" altLang="zh-CN" sz="2425" baseline="-25000" dirty="0">
                  <a:solidFill>
                    <a:prstClr val="white"/>
                  </a:solidFill>
                </a:rPr>
                <a:t>1</a:t>
              </a:r>
              <a:r>
                <a:rPr lang="en-US" altLang="zh-CN" sz="2425" dirty="0">
                  <a:solidFill>
                    <a:prstClr val="white"/>
                  </a:solidFill>
                </a:rPr>
                <a:t>+T  </a:t>
              </a:r>
            </a:p>
            <a:p>
              <a:pPr fontAlgn="auto">
                <a:spcBef>
                  <a:spcPts val="0"/>
                </a:spcBef>
                <a:buClr>
                  <a:srgbClr val="4F81BD"/>
                </a:buClr>
                <a:buFont typeface="Wingdings 3" charset="2"/>
                <a:buNone/>
                <a:defRPr/>
              </a:pPr>
              <a:r>
                <a:rPr lang="en-US" altLang="zh-CN" sz="2425" dirty="0">
                  <a:solidFill>
                    <a:prstClr val="white"/>
                  </a:solidFill>
                </a:rPr>
                <a:t>E→T</a:t>
              </a:r>
            </a:p>
            <a:p>
              <a:pPr fontAlgn="auto">
                <a:spcBef>
                  <a:spcPts val="0"/>
                </a:spcBef>
                <a:buClr>
                  <a:srgbClr val="4F81BD"/>
                </a:buClr>
                <a:buFont typeface="Wingdings 3" charset="2"/>
                <a:buNone/>
                <a:defRPr/>
              </a:pPr>
              <a:r>
                <a:rPr lang="en-US" altLang="zh-CN" sz="2425" dirty="0">
                  <a:solidFill>
                    <a:prstClr val="white"/>
                  </a:solidFill>
                </a:rPr>
                <a:t>T→T</a:t>
              </a:r>
              <a:r>
                <a:rPr lang="en-US" altLang="zh-CN" sz="2425" baseline="-25000" dirty="0">
                  <a:solidFill>
                    <a:prstClr val="white"/>
                  </a:solidFill>
                </a:rPr>
                <a:t>1</a:t>
              </a:r>
              <a:r>
                <a:rPr lang="en-US" altLang="zh-CN" sz="2425" dirty="0">
                  <a:solidFill>
                    <a:prstClr val="white"/>
                  </a:solidFill>
                </a:rPr>
                <a:t>*F</a:t>
              </a:r>
            </a:p>
            <a:p>
              <a:pPr fontAlgn="auto">
                <a:spcBef>
                  <a:spcPts val="0"/>
                </a:spcBef>
                <a:buClr>
                  <a:srgbClr val="4F81BD"/>
                </a:buClr>
                <a:buFont typeface="Wingdings 3" charset="2"/>
                <a:buNone/>
                <a:defRPr/>
              </a:pPr>
              <a:r>
                <a:rPr lang="en-US" altLang="zh-CN" sz="2425" dirty="0">
                  <a:solidFill>
                    <a:prstClr val="white"/>
                  </a:solidFill>
                </a:rPr>
                <a:t>T→F</a:t>
              </a:r>
            </a:p>
            <a:p>
              <a:pPr fontAlgn="auto">
                <a:spcBef>
                  <a:spcPts val="0"/>
                </a:spcBef>
                <a:buClr>
                  <a:srgbClr val="4F81BD"/>
                </a:buClr>
                <a:buFont typeface="Wingdings 3" charset="2"/>
                <a:buNone/>
                <a:defRPr/>
              </a:pPr>
              <a:r>
                <a:rPr lang="en-US" altLang="zh-CN" sz="2425" dirty="0">
                  <a:solidFill>
                    <a:prstClr val="white"/>
                  </a:solidFill>
                </a:rPr>
                <a:t>F→ (E)</a:t>
              </a:r>
            </a:p>
            <a:p>
              <a:pPr fontAlgn="auto">
                <a:spcBef>
                  <a:spcPts val="0"/>
                </a:spcBef>
                <a:buClr>
                  <a:srgbClr val="4F81BD"/>
                </a:buClr>
                <a:buFont typeface="Wingdings 3" charset="2"/>
                <a:buNone/>
                <a:defRPr/>
              </a:pPr>
              <a:r>
                <a:rPr lang="en-US" altLang="zh-CN" sz="2425" dirty="0" err="1">
                  <a:solidFill>
                    <a:prstClr val="white"/>
                  </a:solidFill>
                </a:rPr>
                <a:t>F→digit</a:t>
              </a:r>
              <a:endParaRPr lang="en-US" altLang="zh-CN" sz="2425" dirty="0">
                <a:solidFill>
                  <a:prstClr val="white"/>
                </a:solidFill>
              </a:endParaRPr>
            </a:p>
            <a:p>
              <a:pPr fontAlgn="auto">
                <a:spcBef>
                  <a:spcPts val="0"/>
                </a:spcBef>
                <a:buClr>
                  <a:srgbClr val="4F81BD"/>
                </a:buClr>
                <a:buFont typeface="Wingdings 3" charset="2"/>
                <a:buNone/>
                <a:defRPr/>
              </a:pPr>
              <a:endParaRPr lang="en-US" altLang="zh-CN" sz="2425" dirty="0">
                <a:solidFill>
                  <a:prstClr val="white"/>
                </a:solidFill>
              </a:endParaRPr>
            </a:p>
          </p:txBody>
        </p:sp>
        <p:sp>
          <p:nvSpPr>
            <p:cNvPr id="14" name="Rectangle 14"/>
            <p:cNvSpPr>
              <a:spLocks noChangeArrowheads="1"/>
            </p:cNvSpPr>
            <p:nvPr/>
          </p:nvSpPr>
          <p:spPr bwMode="auto">
            <a:xfrm>
              <a:off x="9032423" y="2816196"/>
              <a:ext cx="3159576"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425"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a:solidFill>
                    <a:prstClr val="white"/>
                  </a:solidFill>
                </a:rPr>
                <a:t>print(</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 E</a:t>
              </a:r>
              <a:r>
                <a:rPr lang="en-US" altLang="zh-CN" sz="2425" baseline="-25000" dirty="0">
                  <a:solidFill>
                    <a:prstClr val="white"/>
                  </a:solidFill>
                </a:rPr>
                <a:t>1</a:t>
              </a:r>
              <a:r>
                <a:rPr lang="en-US" altLang="zh-CN" sz="2425"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a:t>
              </a:r>
              <a:r>
                <a:rPr lang="en-US" altLang="zh-CN" sz="2425" dirty="0" err="1">
                  <a:solidFill>
                    <a:prstClr val="white"/>
                  </a:solidFill>
                </a:rPr>
                <a:t>T.val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:=T</a:t>
              </a:r>
              <a:r>
                <a:rPr lang="en-US" altLang="zh-CN" sz="2425" baseline="-25000" dirty="0">
                  <a:solidFill>
                    <a:prstClr val="white"/>
                  </a:solidFill>
                </a:rPr>
                <a:t>1</a:t>
              </a:r>
              <a:r>
                <a:rPr lang="en-US" altLang="zh-CN" sz="2425" dirty="0">
                  <a:solidFill>
                    <a:prstClr val="white"/>
                  </a:solidFill>
                </a:rPr>
                <a:t>.val*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digit.lexval</a:t>
              </a:r>
              <a:endParaRPr lang="en-US" altLang="zh-CN" sz="2425" dirty="0">
                <a:solidFill>
                  <a:prstClr val="white"/>
                </a:solidFill>
              </a:endParaRPr>
            </a:p>
          </p:txBody>
        </p:sp>
      </p:grpSp>
      <p:sp>
        <p:nvSpPr>
          <p:cNvPr id="15" name="Rectangle 41"/>
          <p:cNvSpPr txBox="1">
            <a:spLocks noChangeArrowheads="1"/>
          </p:cNvSpPr>
          <p:nvPr/>
        </p:nvSpPr>
        <p:spPr>
          <a:xfrm>
            <a:off x="5154613" y="3895725"/>
            <a:ext cx="4856162" cy="3490913"/>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58733" tIns="158733" rIns="0" bIns="50398">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fontAlgn="auto">
              <a:lnSpc>
                <a:spcPct val="80000"/>
              </a:lnSpc>
              <a:buClr>
                <a:srgbClr val="4F81BD"/>
              </a:buClr>
              <a:buFont typeface="Wingdings" panose="05000000000000000000" pitchFamily="2" charset="2"/>
              <a:buNone/>
              <a:defRPr/>
            </a:pPr>
            <a:r>
              <a:rPr lang="zh-CN" altLang="en-US" sz="2425" dirty="0">
                <a:solidFill>
                  <a:prstClr val="white"/>
                </a:solidFill>
              </a:rPr>
              <a:t>产 生 式</a:t>
            </a:r>
            <a:r>
              <a:rPr lang="zh-CN" altLang="en-US" sz="2425" dirty="0">
                <a:solidFill>
                  <a:prstClr val="white"/>
                </a:solidFill>
                <a:ea typeface="黑体" panose="02010609060101010101" pitchFamily="49" charset="-122"/>
              </a:rPr>
              <a:t> 	</a:t>
            </a:r>
            <a:r>
              <a:rPr lang="zh-CN" altLang="en-US" sz="2425" dirty="0">
                <a:solidFill>
                  <a:prstClr val="white"/>
                </a:solidFill>
              </a:rPr>
              <a:t>语 义 规 则</a:t>
            </a:r>
            <a:r>
              <a:rPr lang="zh-CN" altLang="en-US" sz="2425" dirty="0">
                <a:solidFill>
                  <a:prstClr val="white"/>
                </a:solidFill>
                <a:ea typeface="黑体" panose="02010609060101010101" pitchFamily="49" charset="-122"/>
              </a:rPr>
              <a:t> </a:t>
            </a:r>
            <a:endParaRPr lang="en-US" altLang="zh-CN" sz="2425" dirty="0">
              <a:solidFill>
                <a:prstClr val="white"/>
              </a:solidFill>
              <a:ea typeface="黑体" panose="02010609060101010101" pitchFamily="49" charset="-122"/>
            </a:endParaRP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D→TL       L.in := </a:t>
            </a:r>
            <a:r>
              <a:rPr lang="en-US" altLang="zh-CN" sz="2425" dirty="0" err="1">
                <a:solidFill>
                  <a:prstClr val="white"/>
                </a:solidFill>
              </a:rPr>
              <a:t>T.type</a:t>
            </a:r>
            <a:r>
              <a:rPr lang="en-US" altLang="zh-CN" sz="2425" dirty="0">
                <a:solidFill>
                  <a:prstClr val="white"/>
                </a:solidFill>
              </a:rPr>
              <a:t>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T→int</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integer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T→real</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real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L→L</a:t>
            </a:r>
            <a:r>
              <a:rPr lang="en-US" altLang="zh-CN" sz="2425" baseline="-30000" dirty="0">
                <a:solidFill>
                  <a:prstClr val="white"/>
                </a:solidFill>
              </a:rPr>
              <a:t>1</a:t>
            </a:r>
            <a:r>
              <a:rPr lang="en-US" altLang="zh-CN" sz="2425" dirty="0">
                <a:solidFill>
                  <a:prstClr val="white"/>
                </a:solidFill>
              </a:rPr>
              <a:t>, id   L</a:t>
            </a:r>
            <a:r>
              <a:rPr lang="en-US" altLang="zh-CN" sz="2425" baseline="-30000" dirty="0">
                <a:solidFill>
                  <a:prstClr val="white"/>
                </a:solidFill>
              </a:rPr>
              <a:t>1</a:t>
            </a:r>
            <a:r>
              <a:rPr lang="en-US" altLang="zh-CN" sz="2425" dirty="0">
                <a:solidFill>
                  <a:prstClr val="white"/>
                </a:solidFill>
              </a:rPr>
              <a:t>.in :=L.in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L→id</a:t>
            </a: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endParaRPr lang="zh-CN" altLang="en-US" sz="2425" dirty="0">
              <a:solidFill>
                <a:prstClr val="white"/>
              </a:solidFill>
            </a:endParaRPr>
          </a:p>
        </p:txBody>
      </p:sp>
      <p:sp>
        <p:nvSpPr>
          <p:cNvPr id="3" name="灯片编号占位符 2">
            <a:extLst>
              <a:ext uri="{FF2B5EF4-FFF2-40B4-BE49-F238E27FC236}">
                <a16:creationId xmlns:a16="http://schemas.microsoft.com/office/drawing/2014/main" id="{6B3975C5-BA72-EC00-450F-6B7B1942F7A8}"/>
              </a:ext>
            </a:extLst>
          </p:cNvPr>
          <p:cNvSpPr>
            <a:spLocks noGrp="1"/>
          </p:cNvSpPr>
          <p:nvPr>
            <p:ph type="sldNum" sz="quarter" idx="12"/>
          </p:nvPr>
        </p:nvSpPr>
        <p:spPr/>
        <p:txBody>
          <a:bodyPr/>
          <a:lstStyle/>
          <a:p>
            <a:pPr>
              <a:defRPr/>
            </a:pPr>
            <a:fld id="{F02FD050-153B-496A-9CD2-BA822E8E8434}" type="slidenum">
              <a:rPr lang="en-US" smtClean="0"/>
              <a:pPr>
                <a:defRPr/>
              </a:pPr>
              <a:t>8</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4">
                                            <p:txEl>
                                              <p:pRg st="0" end="0"/>
                                            </p:txEl>
                                          </p:spTgt>
                                        </p:tgtEl>
                                        <p:attrNameLst>
                                          <p:attrName>style.visibility</p:attrName>
                                        </p:attrNameLst>
                                      </p:cBhvr>
                                      <p:to>
                                        <p:strVal val="visible"/>
                                      </p:to>
                                    </p:set>
                                    <p:animEffect transition="in" filter="wipe(left)">
                                      <p:cBhvr>
                                        <p:cTn id="7" dur="500"/>
                                        <p:tgtEl>
                                          <p:spTgt spid="264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4194">
                                            <p:txEl>
                                              <p:pRg st="1" end="1"/>
                                            </p:txEl>
                                          </p:spTgt>
                                        </p:tgtEl>
                                        <p:attrNameLst>
                                          <p:attrName>style.visibility</p:attrName>
                                        </p:attrNameLst>
                                      </p:cBhvr>
                                      <p:to>
                                        <p:strVal val="visible"/>
                                      </p:to>
                                    </p:set>
                                    <p:animEffect transition="in" filter="wipe(left)">
                                      <p:cBhvr>
                                        <p:cTn id="18" dur="500"/>
                                        <p:tgtEl>
                                          <p:spTgt spid="2641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uild="p"/>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语义规则</a:t>
            </a:r>
          </a:p>
        </p:txBody>
      </p:sp>
      <p:sp>
        <p:nvSpPr>
          <p:cNvPr id="264194" name="Rectangle 2"/>
          <p:cNvSpPr>
            <a:spLocks noGrp="1" noChangeArrowheads="1"/>
          </p:cNvSpPr>
          <p:nvPr>
            <p:ph idx="1"/>
          </p:nvPr>
        </p:nvSpPr>
        <p:spPr>
          <a:xfrm>
            <a:off x="342900" y="2073275"/>
            <a:ext cx="4281488" cy="4799013"/>
          </a:xfrm>
        </p:spPr>
        <p:txBody>
          <a:bodyPr rtlCol="0">
            <a:noAutofit/>
          </a:bodyPr>
          <a:lstStyle/>
          <a:p>
            <a:pPr marL="377979" indent="-377979" algn="just" defTabSz="503972" eaLnBrk="1" fontAlgn="auto" hangingPunct="1">
              <a:lnSpc>
                <a:spcPct val="120000"/>
              </a:lnSpc>
              <a:spcBef>
                <a:spcPts val="0"/>
              </a:spcBef>
              <a:spcAft>
                <a:spcPts val="0"/>
              </a:spcAft>
              <a:buFont typeface="Wingdings 3" charset="2"/>
              <a:buChar char=""/>
              <a:defRPr/>
            </a:pPr>
            <a:r>
              <a:rPr lang="zh-CN" altLang="en-US" sz="2646" dirty="0">
                <a:solidFill>
                  <a:schemeClr val="tx1">
                    <a:lumMod val="75000"/>
                    <a:lumOff val="25000"/>
                  </a:schemeClr>
                </a:solidFill>
              </a:rPr>
              <a:t>语义规则所描述的工作可以包括属性计算、查符号表、改符号表、匹配、静态语义检查、符号表操作、代码生成等。</a:t>
            </a:r>
            <a:endParaRPr lang="en-US" altLang="zh-CN" sz="2646" dirty="0">
              <a:solidFill>
                <a:schemeClr val="tx1">
                  <a:lumMod val="75000"/>
                  <a:lumOff val="25000"/>
                </a:schemeClr>
              </a:solidFill>
            </a:endParaRPr>
          </a:p>
          <a:p>
            <a:pPr marL="377979" indent="-377979" algn="just" defTabSz="503972" eaLnBrk="1" fontAlgn="auto" hangingPunct="1">
              <a:lnSpc>
                <a:spcPct val="120000"/>
              </a:lnSpc>
              <a:spcBef>
                <a:spcPts val="0"/>
              </a:spcBef>
              <a:spcAft>
                <a:spcPts val="0"/>
              </a:spcAft>
              <a:buFont typeface="Wingdings 3" charset="2"/>
              <a:buChar char=""/>
              <a:defRPr/>
            </a:pPr>
            <a:r>
              <a:rPr lang="zh-CN" altLang="en-US" sz="2646" dirty="0">
                <a:solidFill>
                  <a:schemeClr val="tx1">
                    <a:lumMod val="75000"/>
                    <a:lumOff val="25000"/>
                  </a:schemeClr>
                </a:solidFill>
              </a:rPr>
              <a:t>所有的规则都可以用程序实现，语义规则就是这样的函数</a:t>
            </a:r>
            <a:endParaRPr lang="en-US" altLang="zh-CN" sz="2646" dirty="0">
              <a:solidFill>
                <a:schemeClr val="tx1">
                  <a:lumMod val="75000"/>
                  <a:lumOff val="25000"/>
                </a:schemeClr>
              </a:solidFill>
            </a:endParaRPr>
          </a:p>
          <a:p>
            <a:pPr marL="377979" indent="-377979" algn="just" defTabSz="503972" eaLnBrk="1" fontAlgn="auto" hangingPunct="1">
              <a:lnSpc>
                <a:spcPct val="120000"/>
              </a:lnSpc>
              <a:spcBef>
                <a:spcPts val="0"/>
              </a:spcBef>
              <a:spcAft>
                <a:spcPts val="0"/>
              </a:spcAft>
              <a:buFont typeface="Wingdings 3" charset="2"/>
              <a:buChar char=""/>
              <a:defRPr/>
            </a:pPr>
            <a:r>
              <a:rPr lang="zh-CN" altLang="en-US" sz="2646" dirty="0">
                <a:solidFill>
                  <a:schemeClr val="tx1">
                    <a:lumMod val="75000"/>
                    <a:lumOff val="25000"/>
                  </a:schemeClr>
                </a:solidFill>
              </a:rPr>
              <a:t>凡是任何程序能实现的东西都叫属性计算</a:t>
            </a:r>
          </a:p>
        </p:txBody>
      </p:sp>
      <p:grpSp>
        <p:nvGrpSpPr>
          <p:cNvPr id="8" name="组合 7"/>
          <p:cNvGrpSpPr>
            <a:grpSpLocks/>
          </p:cNvGrpSpPr>
          <p:nvPr/>
        </p:nvGrpSpPr>
        <p:grpSpPr bwMode="auto">
          <a:xfrm>
            <a:off x="5154613" y="669925"/>
            <a:ext cx="4856162" cy="3105150"/>
            <a:chOff x="7520591" y="2816196"/>
            <a:chExt cx="4671408" cy="2700836"/>
          </a:xfrm>
        </p:grpSpPr>
        <p:sp>
          <p:nvSpPr>
            <p:cNvPr id="13" name="Rectangle 3"/>
            <p:cNvSpPr txBox="1">
              <a:spLocks noChangeArrowheads="1"/>
            </p:cNvSpPr>
            <p:nvPr/>
          </p:nvSpPr>
          <p:spPr>
            <a:xfrm>
              <a:off x="7520591" y="2816196"/>
              <a:ext cx="1953164"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0796" tIns="50398" rIns="100796" bIns="503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425" dirty="0">
                  <a:solidFill>
                    <a:prstClr val="white"/>
                  </a:solidFill>
                </a:rPr>
                <a:t>产生式	</a:t>
              </a:r>
            </a:p>
            <a:p>
              <a:pPr fontAlgn="auto">
                <a:spcBef>
                  <a:spcPts val="0"/>
                </a:spcBef>
                <a:buClr>
                  <a:srgbClr val="4F81BD"/>
                </a:buClr>
                <a:buFont typeface="Wingdings 3" charset="2"/>
                <a:buNone/>
                <a:defRPr/>
              </a:pPr>
              <a:r>
                <a:rPr lang="en-US" altLang="zh-CN" sz="2425" dirty="0" err="1">
                  <a:solidFill>
                    <a:prstClr val="white"/>
                  </a:solidFill>
                </a:rPr>
                <a:t>L→En</a:t>
              </a:r>
              <a:r>
                <a:rPr lang="en-US" altLang="zh-CN" sz="2425" dirty="0">
                  <a:solidFill>
                    <a:prstClr val="white"/>
                  </a:solidFill>
                </a:rPr>
                <a:t> </a:t>
              </a:r>
            </a:p>
            <a:p>
              <a:pPr fontAlgn="auto">
                <a:spcBef>
                  <a:spcPts val="0"/>
                </a:spcBef>
                <a:buClr>
                  <a:srgbClr val="4F81BD"/>
                </a:buClr>
                <a:buFont typeface="Wingdings 3" charset="2"/>
                <a:buNone/>
                <a:defRPr/>
              </a:pPr>
              <a:r>
                <a:rPr lang="en-US" altLang="zh-CN" sz="2425" dirty="0">
                  <a:solidFill>
                    <a:prstClr val="white"/>
                  </a:solidFill>
                </a:rPr>
                <a:t>E→E</a:t>
              </a:r>
              <a:r>
                <a:rPr lang="en-US" altLang="zh-CN" sz="2425" baseline="-25000" dirty="0">
                  <a:solidFill>
                    <a:prstClr val="white"/>
                  </a:solidFill>
                </a:rPr>
                <a:t>1</a:t>
              </a:r>
              <a:r>
                <a:rPr lang="en-US" altLang="zh-CN" sz="2425" dirty="0">
                  <a:solidFill>
                    <a:prstClr val="white"/>
                  </a:solidFill>
                </a:rPr>
                <a:t>+T  </a:t>
              </a:r>
            </a:p>
            <a:p>
              <a:pPr fontAlgn="auto">
                <a:spcBef>
                  <a:spcPts val="0"/>
                </a:spcBef>
                <a:buClr>
                  <a:srgbClr val="4F81BD"/>
                </a:buClr>
                <a:buFont typeface="Wingdings 3" charset="2"/>
                <a:buNone/>
                <a:defRPr/>
              </a:pPr>
              <a:r>
                <a:rPr lang="en-US" altLang="zh-CN" sz="2425" dirty="0">
                  <a:solidFill>
                    <a:prstClr val="white"/>
                  </a:solidFill>
                </a:rPr>
                <a:t>E→T</a:t>
              </a:r>
            </a:p>
            <a:p>
              <a:pPr fontAlgn="auto">
                <a:spcBef>
                  <a:spcPts val="0"/>
                </a:spcBef>
                <a:buClr>
                  <a:srgbClr val="4F81BD"/>
                </a:buClr>
                <a:buFont typeface="Wingdings 3" charset="2"/>
                <a:buNone/>
                <a:defRPr/>
              </a:pPr>
              <a:r>
                <a:rPr lang="en-US" altLang="zh-CN" sz="2425" dirty="0">
                  <a:solidFill>
                    <a:prstClr val="white"/>
                  </a:solidFill>
                </a:rPr>
                <a:t>T→T</a:t>
              </a:r>
              <a:r>
                <a:rPr lang="en-US" altLang="zh-CN" sz="2425" baseline="-25000" dirty="0">
                  <a:solidFill>
                    <a:prstClr val="white"/>
                  </a:solidFill>
                </a:rPr>
                <a:t>1</a:t>
              </a:r>
              <a:r>
                <a:rPr lang="en-US" altLang="zh-CN" sz="2425" dirty="0">
                  <a:solidFill>
                    <a:prstClr val="white"/>
                  </a:solidFill>
                </a:rPr>
                <a:t>*F</a:t>
              </a:r>
            </a:p>
            <a:p>
              <a:pPr fontAlgn="auto">
                <a:spcBef>
                  <a:spcPts val="0"/>
                </a:spcBef>
                <a:buClr>
                  <a:srgbClr val="4F81BD"/>
                </a:buClr>
                <a:buFont typeface="Wingdings 3" charset="2"/>
                <a:buNone/>
                <a:defRPr/>
              </a:pPr>
              <a:r>
                <a:rPr lang="en-US" altLang="zh-CN" sz="2425" dirty="0">
                  <a:solidFill>
                    <a:prstClr val="white"/>
                  </a:solidFill>
                </a:rPr>
                <a:t>T→F</a:t>
              </a:r>
            </a:p>
            <a:p>
              <a:pPr fontAlgn="auto">
                <a:spcBef>
                  <a:spcPts val="0"/>
                </a:spcBef>
                <a:buClr>
                  <a:srgbClr val="4F81BD"/>
                </a:buClr>
                <a:buFont typeface="Wingdings 3" charset="2"/>
                <a:buNone/>
                <a:defRPr/>
              </a:pPr>
              <a:r>
                <a:rPr lang="en-US" altLang="zh-CN" sz="2425" dirty="0">
                  <a:solidFill>
                    <a:prstClr val="white"/>
                  </a:solidFill>
                </a:rPr>
                <a:t>F→ (E)</a:t>
              </a:r>
            </a:p>
            <a:p>
              <a:pPr fontAlgn="auto">
                <a:spcBef>
                  <a:spcPts val="0"/>
                </a:spcBef>
                <a:buClr>
                  <a:srgbClr val="4F81BD"/>
                </a:buClr>
                <a:buFont typeface="Wingdings 3" charset="2"/>
                <a:buNone/>
                <a:defRPr/>
              </a:pPr>
              <a:r>
                <a:rPr lang="en-US" altLang="zh-CN" sz="2425" dirty="0" err="1">
                  <a:solidFill>
                    <a:prstClr val="white"/>
                  </a:solidFill>
                </a:rPr>
                <a:t>F→digit</a:t>
              </a:r>
              <a:endParaRPr lang="en-US" altLang="zh-CN" sz="2425" dirty="0">
                <a:solidFill>
                  <a:prstClr val="white"/>
                </a:solidFill>
              </a:endParaRPr>
            </a:p>
            <a:p>
              <a:pPr fontAlgn="auto">
                <a:spcBef>
                  <a:spcPts val="0"/>
                </a:spcBef>
                <a:buClr>
                  <a:srgbClr val="4F81BD"/>
                </a:buClr>
                <a:buFont typeface="Wingdings 3" charset="2"/>
                <a:buNone/>
                <a:defRPr/>
              </a:pPr>
              <a:endParaRPr lang="en-US" altLang="zh-CN" sz="2425" dirty="0">
                <a:solidFill>
                  <a:prstClr val="white"/>
                </a:solidFill>
              </a:endParaRPr>
            </a:p>
          </p:txBody>
        </p:sp>
        <p:sp>
          <p:nvSpPr>
            <p:cNvPr id="14" name="Rectangle 14"/>
            <p:cNvSpPr>
              <a:spLocks noChangeArrowheads="1"/>
            </p:cNvSpPr>
            <p:nvPr/>
          </p:nvSpPr>
          <p:spPr bwMode="auto">
            <a:xfrm>
              <a:off x="9032423" y="2816196"/>
              <a:ext cx="3159576" cy="270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425"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a:solidFill>
                    <a:prstClr val="white"/>
                  </a:solidFill>
                </a:rPr>
                <a:t>print(</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 E</a:t>
              </a:r>
              <a:r>
                <a:rPr lang="en-US" altLang="zh-CN" sz="2425" baseline="-25000" dirty="0">
                  <a:solidFill>
                    <a:prstClr val="white"/>
                  </a:solidFill>
                </a:rPr>
                <a:t>1</a:t>
              </a:r>
              <a:r>
                <a:rPr lang="en-US" altLang="zh-CN" sz="2425"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a:t>
              </a:r>
              <a:r>
                <a:rPr lang="en-US" altLang="zh-CN" sz="2425" dirty="0" err="1">
                  <a:solidFill>
                    <a:prstClr val="white"/>
                  </a:solidFill>
                </a:rPr>
                <a:t>T.val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:=T</a:t>
              </a:r>
              <a:r>
                <a:rPr lang="en-US" altLang="zh-CN" sz="2425" baseline="-25000" dirty="0">
                  <a:solidFill>
                    <a:prstClr val="white"/>
                  </a:solidFill>
                </a:rPr>
                <a:t>1</a:t>
              </a:r>
              <a:r>
                <a:rPr lang="en-US" altLang="zh-CN" sz="2425" dirty="0">
                  <a:solidFill>
                    <a:prstClr val="white"/>
                  </a:solidFill>
                </a:rPr>
                <a:t>.val*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digit.lexval</a:t>
              </a:r>
              <a:endParaRPr lang="en-US" altLang="zh-CN" sz="2425" dirty="0">
                <a:solidFill>
                  <a:prstClr val="white"/>
                </a:solidFill>
              </a:endParaRPr>
            </a:p>
          </p:txBody>
        </p:sp>
      </p:grpSp>
      <p:sp>
        <p:nvSpPr>
          <p:cNvPr id="15" name="Rectangle 41"/>
          <p:cNvSpPr txBox="1">
            <a:spLocks noChangeArrowheads="1"/>
          </p:cNvSpPr>
          <p:nvPr/>
        </p:nvSpPr>
        <p:spPr>
          <a:xfrm>
            <a:off x="5154613" y="3895725"/>
            <a:ext cx="4856162" cy="3490913"/>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58733" tIns="158733" rIns="0" bIns="50398">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fontAlgn="auto">
              <a:lnSpc>
                <a:spcPct val="80000"/>
              </a:lnSpc>
              <a:buClr>
                <a:srgbClr val="4F81BD"/>
              </a:buClr>
              <a:buFont typeface="Wingdings" panose="05000000000000000000" pitchFamily="2" charset="2"/>
              <a:buNone/>
              <a:defRPr/>
            </a:pPr>
            <a:r>
              <a:rPr lang="zh-CN" altLang="en-US" sz="2425" dirty="0">
                <a:solidFill>
                  <a:prstClr val="white"/>
                </a:solidFill>
              </a:rPr>
              <a:t>产 生 式</a:t>
            </a:r>
            <a:r>
              <a:rPr lang="zh-CN" altLang="en-US" sz="2425" dirty="0">
                <a:solidFill>
                  <a:prstClr val="white"/>
                </a:solidFill>
                <a:ea typeface="黑体" panose="02010609060101010101" pitchFamily="49" charset="-122"/>
              </a:rPr>
              <a:t> 	</a:t>
            </a:r>
            <a:r>
              <a:rPr lang="zh-CN" altLang="en-US" sz="2425" dirty="0">
                <a:solidFill>
                  <a:prstClr val="white"/>
                </a:solidFill>
              </a:rPr>
              <a:t>语 义 规 则</a:t>
            </a:r>
            <a:r>
              <a:rPr lang="zh-CN" altLang="en-US" sz="2425" dirty="0">
                <a:solidFill>
                  <a:prstClr val="white"/>
                </a:solidFill>
                <a:ea typeface="黑体" panose="02010609060101010101" pitchFamily="49" charset="-122"/>
              </a:rPr>
              <a:t> </a:t>
            </a:r>
            <a:endParaRPr lang="en-US" altLang="zh-CN" sz="2425" dirty="0">
              <a:solidFill>
                <a:prstClr val="white"/>
              </a:solidFill>
              <a:ea typeface="黑体" panose="02010609060101010101" pitchFamily="49" charset="-122"/>
            </a:endParaRP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D→TL       L.in := </a:t>
            </a:r>
            <a:r>
              <a:rPr lang="en-US" altLang="zh-CN" sz="2425" dirty="0" err="1">
                <a:solidFill>
                  <a:prstClr val="white"/>
                </a:solidFill>
              </a:rPr>
              <a:t>T.type</a:t>
            </a:r>
            <a:r>
              <a:rPr lang="en-US" altLang="zh-CN" sz="2425" dirty="0">
                <a:solidFill>
                  <a:prstClr val="white"/>
                </a:solidFill>
              </a:rPr>
              <a:t>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T→int</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integer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T→real</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real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L→L</a:t>
            </a:r>
            <a:r>
              <a:rPr lang="en-US" altLang="zh-CN" sz="2425" baseline="-30000" dirty="0">
                <a:solidFill>
                  <a:prstClr val="white"/>
                </a:solidFill>
              </a:rPr>
              <a:t>1</a:t>
            </a:r>
            <a:r>
              <a:rPr lang="en-US" altLang="zh-CN" sz="2425" dirty="0">
                <a:solidFill>
                  <a:prstClr val="white"/>
                </a:solidFill>
              </a:rPr>
              <a:t>, id   L</a:t>
            </a:r>
            <a:r>
              <a:rPr lang="en-US" altLang="zh-CN" sz="2425" baseline="-30000" dirty="0">
                <a:solidFill>
                  <a:prstClr val="white"/>
                </a:solidFill>
              </a:rPr>
              <a:t>1</a:t>
            </a:r>
            <a:r>
              <a:rPr lang="en-US" altLang="zh-CN" sz="2425" dirty="0">
                <a:solidFill>
                  <a:prstClr val="white"/>
                </a:solidFill>
              </a:rPr>
              <a:t>.in :=L.in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L→id</a:t>
            </a: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endParaRPr lang="zh-CN" altLang="en-US" sz="2425" dirty="0">
              <a:solidFill>
                <a:prstClr val="white"/>
              </a:solidFill>
            </a:endParaRPr>
          </a:p>
        </p:txBody>
      </p:sp>
      <p:sp>
        <p:nvSpPr>
          <p:cNvPr id="3" name="灯片编号占位符 2">
            <a:extLst>
              <a:ext uri="{FF2B5EF4-FFF2-40B4-BE49-F238E27FC236}">
                <a16:creationId xmlns:a16="http://schemas.microsoft.com/office/drawing/2014/main" id="{C59F7CB0-38E9-35EA-65E8-332E454BE577}"/>
              </a:ext>
            </a:extLst>
          </p:cNvPr>
          <p:cNvSpPr>
            <a:spLocks noGrp="1"/>
          </p:cNvSpPr>
          <p:nvPr>
            <p:ph type="sldNum" sz="quarter" idx="12"/>
          </p:nvPr>
        </p:nvSpPr>
        <p:spPr/>
        <p:txBody>
          <a:bodyPr/>
          <a:lstStyle/>
          <a:p>
            <a:pPr>
              <a:defRPr/>
            </a:pPr>
            <a:fld id="{F02FD050-153B-496A-9CD2-BA822E8E8434}" type="slidenum">
              <a:rPr lang="en-US" smtClean="0"/>
              <a:pPr>
                <a:defRPr/>
              </a:pPr>
              <a:t>9</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4194">
                                            <p:txEl>
                                              <p:pRg st="0" end="0"/>
                                            </p:txEl>
                                          </p:spTgt>
                                        </p:tgtEl>
                                        <p:attrNameLst>
                                          <p:attrName>style.visibility</p:attrName>
                                        </p:attrNameLst>
                                      </p:cBhvr>
                                      <p:to>
                                        <p:strVal val="visible"/>
                                      </p:to>
                                    </p:set>
                                    <p:animEffect transition="in" filter="wipe(left)">
                                      <p:cBhvr>
                                        <p:cTn id="13" dur="500"/>
                                        <p:tgtEl>
                                          <p:spTgt spid="264194">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4194">
                                            <p:txEl>
                                              <p:pRg st="1" end="1"/>
                                            </p:txEl>
                                          </p:spTgt>
                                        </p:tgtEl>
                                        <p:attrNameLst>
                                          <p:attrName>style.visibility</p:attrName>
                                        </p:attrNameLst>
                                      </p:cBhvr>
                                      <p:to>
                                        <p:strVal val="visible"/>
                                      </p:to>
                                    </p:set>
                                    <p:animEffect transition="in" filter="wipe(left)">
                                      <p:cBhvr>
                                        <p:cTn id="18" dur="500"/>
                                        <p:tgtEl>
                                          <p:spTgt spid="264194">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4194">
                                            <p:txEl>
                                              <p:pRg st="2" end="2"/>
                                            </p:txEl>
                                          </p:spTgt>
                                        </p:tgtEl>
                                        <p:attrNameLst>
                                          <p:attrName>style.visibility</p:attrName>
                                        </p:attrNameLst>
                                      </p:cBhvr>
                                      <p:to>
                                        <p:strVal val="visible"/>
                                      </p:to>
                                    </p:set>
                                    <p:animEffect transition="in" filter="wipe(left)">
                                      <p:cBhvr>
                                        <p:cTn id="23" dur="500"/>
                                        <p:tgtEl>
                                          <p:spTgt spid="2641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uild="p"/>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测试：语义规则</a:t>
            </a:r>
          </a:p>
        </p:txBody>
      </p:sp>
      <p:sp>
        <p:nvSpPr>
          <p:cNvPr id="20483"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考虑非终结符</a:t>
            </a:r>
            <a:r>
              <a:rPr lang="en-US" altLang="zh-CN" sz="3086" dirty="0">
                <a:solidFill>
                  <a:schemeClr val="tx1">
                    <a:lumMod val="75000"/>
                    <a:lumOff val="25000"/>
                  </a:schemeClr>
                </a:solidFill>
              </a:rPr>
              <a:t>A，B</a:t>
            </a:r>
            <a:r>
              <a:rPr lang="zh-CN" altLang="en-US" sz="3086" dirty="0">
                <a:solidFill>
                  <a:schemeClr val="tx1">
                    <a:lumMod val="75000"/>
                    <a:lumOff val="25000"/>
                  </a:schemeClr>
                </a:solidFill>
              </a:rPr>
              <a:t>和</a:t>
            </a:r>
            <a:r>
              <a:rPr lang="en-US" altLang="zh-CN" sz="3086" dirty="0">
                <a:solidFill>
                  <a:schemeClr val="tx1">
                    <a:lumMod val="75000"/>
                    <a:lumOff val="25000"/>
                  </a:schemeClr>
                </a:solidFill>
              </a:rPr>
              <a:t>C，</a:t>
            </a:r>
            <a:r>
              <a:rPr lang="zh-CN" altLang="en-US" sz="3086" dirty="0">
                <a:solidFill>
                  <a:schemeClr val="tx1">
                    <a:lumMod val="75000"/>
                    <a:lumOff val="25000"/>
                  </a:schemeClr>
                </a:solidFill>
              </a:rPr>
              <a:t>其中，</a:t>
            </a:r>
            <a:r>
              <a:rPr lang="en-US" altLang="zh-CN" sz="3086" dirty="0">
                <a:solidFill>
                  <a:schemeClr val="tx1">
                    <a:lumMod val="75000"/>
                    <a:lumOff val="25000"/>
                  </a:schemeClr>
                </a:solidFill>
              </a:rPr>
              <a:t>A</a:t>
            </a:r>
            <a:r>
              <a:rPr lang="zh-CN" altLang="en-US" sz="3086" dirty="0">
                <a:solidFill>
                  <a:schemeClr val="tx1">
                    <a:lumMod val="75000"/>
                    <a:lumOff val="25000"/>
                  </a:schemeClr>
                </a:solidFill>
              </a:rPr>
              <a:t>有一个继承属性</a:t>
            </a:r>
            <a:r>
              <a:rPr lang="en-US" altLang="zh-CN" sz="3086" dirty="0">
                <a:solidFill>
                  <a:srgbClr val="0070C0"/>
                </a:solidFill>
              </a:rPr>
              <a:t>a</a:t>
            </a:r>
            <a:r>
              <a:rPr lang="zh-CN" altLang="en-US" sz="3086" dirty="0">
                <a:solidFill>
                  <a:schemeClr val="tx1">
                    <a:lumMod val="75000"/>
                    <a:lumOff val="25000"/>
                  </a:schemeClr>
                </a:solidFill>
              </a:rPr>
              <a:t>和一个综合属性</a:t>
            </a:r>
            <a:r>
              <a:rPr lang="en-US" altLang="zh-CN" sz="3086" dirty="0" err="1">
                <a:solidFill>
                  <a:srgbClr val="FF3300"/>
                </a:solidFill>
              </a:rPr>
              <a:t>b</a:t>
            </a:r>
            <a:r>
              <a:rPr lang="en-US" altLang="zh-CN" sz="3086" dirty="0" err="1">
                <a:solidFill>
                  <a:schemeClr val="tx1">
                    <a:lumMod val="75000"/>
                    <a:lumOff val="25000"/>
                  </a:schemeClr>
                </a:solidFill>
              </a:rPr>
              <a:t>，B</a:t>
            </a:r>
            <a:r>
              <a:rPr lang="zh-CN" altLang="en-US" sz="3086" dirty="0">
                <a:solidFill>
                  <a:schemeClr val="tx1">
                    <a:lumMod val="75000"/>
                    <a:lumOff val="25000"/>
                  </a:schemeClr>
                </a:solidFill>
              </a:rPr>
              <a:t>有综合属性</a:t>
            </a:r>
            <a:r>
              <a:rPr lang="en-US" altLang="zh-CN" sz="3086" dirty="0" err="1">
                <a:solidFill>
                  <a:srgbClr val="FF3300"/>
                </a:solidFill>
              </a:rPr>
              <a:t>c</a:t>
            </a:r>
            <a:r>
              <a:rPr lang="en-US" altLang="zh-CN" sz="3086" dirty="0" err="1">
                <a:solidFill>
                  <a:schemeClr val="tx1">
                    <a:lumMod val="75000"/>
                    <a:lumOff val="25000"/>
                  </a:schemeClr>
                </a:solidFill>
              </a:rPr>
              <a:t>，C</a:t>
            </a:r>
            <a:r>
              <a:rPr lang="zh-CN" altLang="en-US" sz="3086" dirty="0">
                <a:solidFill>
                  <a:schemeClr val="tx1">
                    <a:lumMod val="75000"/>
                    <a:lumOff val="25000"/>
                  </a:schemeClr>
                </a:solidFill>
              </a:rPr>
              <a:t>有继承属性</a:t>
            </a:r>
            <a:r>
              <a:rPr lang="en-US" altLang="zh-CN" sz="3086" dirty="0">
                <a:solidFill>
                  <a:srgbClr val="0070C0"/>
                </a:solidFill>
              </a:rPr>
              <a:t>d</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产生式</a:t>
            </a:r>
            <a:r>
              <a:rPr lang="en-US" altLang="zh-CN" sz="3086" u="sng" dirty="0">
                <a:solidFill>
                  <a:schemeClr val="tx1">
                    <a:lumMod val="75000"/>
                    <a:lumOff val="25000"/>
                  </a:schemeClr>
                </a:solidFill>
              </a:rPr>
              <a:t>A→BC</a:t>
            </a:r>
            <a:r>
              <a:rPr lang="zh-CN" altLang="en-US" sz="3086" dirty="0">
                <a:solidFill>
                  <a:schemeClr val="tx1">
                    <a:lumMod val="75000"/>
                    <a:lumOff val="25000"/>
                  </a:schemeClr>
                </a:solidFill>
              </a:rPr>
              <a:t>不可能有规则</a:t>
            </a:r>
          </a:p>
          <a:p>
            <a:pPr marL="377979" indent="-377979" algn="just"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   </a:t>
            </a:r>
            <a:r>
              <a:rPr lang="en-US" altLang="zh-CN" sz="3086" dirty="0">
                <a:solidFill>
                  <a:schemeClr val="tx1">
                    <a:lumMod val="75000"/>
                    <a:lumOff val="25000"/>
                  </a:schemeClr>
                </a:solidFill>
              </a:rPr>
              <a:t>A.</a:t>
            </a:r>
            <a:r>
              <a:rPr lang="zh-CN" altLang="en-US" sz="3086" dirty="0">
                <a:solidFill>
                  <a:schemeClr val="tx1">
                    <a:lumMod val="75000"/>
                    <a:lumOff val="25000"/>
                  </a:schemeClr>
                </a:solidFill>
              </a:rPr>
              <a:t> </a:t>
            </a:r>
            <a:r>
              <a:rPr lang="en-US" altLang="zh-CN" sz="3086" dirty="0" err="1">
                <a:solidFill>
                  <a:schemeClr val="tx1">
                    <a:lumMod val="75000"/>
                    <a:lumOff val="25000"/>
                  </a:schemeClr>
                </a:solidFill>
              </a:rPr>
              <a:t>C.</a:t>
            </a:r>
            <a:r>
              <a:rPr lang="en-US" altLang="zh-CN" sz="3086" dirty="0" err="1">
                <a:solidFill>
                  <a:srgbClr val="0070C0"/>
                </a:solidFill>
              </a:rPr>
              <a:t>d</a:t>
            </a:r>
            <a:r>
              <a:rPr lang="en-US" altLang="zh-CN" sz="3086" dirty="0">
                <a:solidFill>
                  <a:schemeClr val="tx1">
                    <a:lumMod val="75000"/>
                    <a:lumOff val="25000"/>
                  </a:schemeClr>
                </a:solidFill>
              </a:rPr>
              <a:t>:=B.</a:t>
            </a:r>
            <a:r>
              <a:rPr lang="en-US" altLang="zh-CN" sz="3086" dirty="0">
                <a:solidFill>
                  <a:srgbClr val="FF3300"/>
                </a:solidFill>
              </a:rPr>
              <a:t>c</a:t>
            </a:r>
            <a:r>
              <a:rPr lang="en-US" altLang="zh-CN" sz="3086" dirty="0">
                <a:solidFill>
                  <a:schemeClr val="tx1">
                    <a:lumMod val="75000"/>
                    <a:lumOff val="25000"/>
                  </a:schemeClr>
                </a:solidFill>
              </a:rPr>
              <a:t>+1</a:t>
            </a:r>
          </a:p>
          <a:p>
            <a:pPr marL="377979" indent="-377979" algn="just"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B.  </a:t>
            </a:r>
            <a:r>
              <a:rPr lang="en-US" altLang="zh-CN" sz="3086" dirty="0" err="1">
                <a:solidFill>
                  <a:schemeClr val="tx1">
                    <a:lumMod val="75000"/>
                    <a:lumOff val="25000"/>
                  </a:schemeClr>
                </a:solidFill>
              </a:rPr>
              <a:t>A.b</a:t>
            </a:r>
            <a:r>
              <a:rPr lang="en-US" altLang="zh-CN" sz="3086" dirty="0">
                <a:solidFill>
                  <a:schemeClr val="tx1">
                    <a:lumMod val="75000"/>
                    <a:lumOff val="25000"/>
                  </a:schemeClr>
                </a:solidFill>
              </a:rPr>
              <a:t>=</a:t>
            </a:r>
            <a:r>
              <a:rPr lang="en-US" altLang="zh-CN" sz="3086" dirty="0" err="1">
                <a:solidFill>
                  <a:schemeClr val="tx1">
                    <a:lumMod val="75000"/>
                    <a:lumOff val="25000"/>
                  </a:schemeClr>
                </a:solidFill>
              </a:rPr>
              <a:t>A.a+B.c</a:t>
            </a:r>
            <a:endParaRPr lang="en-US" altLang="zh-CN" sz="3086" dirty="0">
              <a:solidFill>
                <a:schemeClr val="tx1">
                  <a:lumMod val="75000"/>
                  <a:lumOff val="25000"/>
                </a:schemeClr>
              </a:solidFill>
            </a:endParaRPr>
          </a:p>
          <a:p>
            <a:pPr marL="377979" indent="-377979" algn="just" defTabSz="503972" eaLnBrk="1" fontAlgn="auto" hangingPunct="1">
              <a:spcBef>
                <a:spcPts val="1102"/>
              </a:spcBef>
              <a:spcAft>
                <a:spcPts val="0"/>
              </a:spcAft>
              <a:buFont typeface="Wingdings 3" charset="2"/>
              <a:buNone/>
              <a:defRPr/>
            </a:pPr>
            <a:r>
              <a:rPr lang="en-US" altLang="zh-CN" sz="3086" dirty="0">
                <a:solidFill>
                  <a:schemeClr val="tx1">
                    <a:lumMod val="75000"/>
                    <a:lumOff val="25000"/>
                  </a:schemeClr>
                </a:solidFill>
              </a:rPr>
              <a:t>   C. </a:t>
            </a:r>
            <a:r>
              <a:rPr lang="en-US" altLang="zh-CN" sz="3086" dirty="0" err="1">
                <a:solidFill>
                  <a:schemeClr val="tx1">
                    <a:lumMod val="75000"/>
                    <a:lumOff val="25000"/>
                  </a:schemeClr>
                </a:solidFill>
              </a:rPr>
              <a:t>A.</a:t>
            </a:r>
            <a:r>
              <a:rPr lang="en-US" altLang="zh-CN" sz="3086" dirty="0" err="1">
                <a:solidFill>
                  <a:srgbClr val="FF3300"/>
                </a:solidFill>
              </a:rPr>
              <a:t>b</a:t>
            </a:r>
            <a:r>
              <a:rPr lang="en-US" altLang="zh-CN" sz="3086" dirty="0">
                <a:solidFill>
                  <a:schemeClr val="tx1">
                    <a:lumMod val="75000"/>
                    <a:lumOff val="25000"/>
                  </a:schemeClr>
                </a:solidFill>
              </a:rPr>
              <a:t>:=</a:t>
            </a:r>
            <a:r>
              <a:rPr lang="en-US" altLang="zh-CN" sz="3086" dirty="0" err="1">
                <a:solidFill>
                  <a:schemeClr val="tx1">
                    <a:lumMod val="75000"/>
                    <a:lumOff val="25000"/>
                  </a:schemeClr>
                </a:solidFill>
              </a:rPr>
              <a:t>B.</a:t>
            </a:r>
            <a:r>
              <a:rPr lang="en-US" altLang="zh-CN" sz="3086" dirty="0" err="1">
                <a:solidFill>
                  <a:srgbClr val="FF3300"/>
                </a:solidFill>
              </a:rPr>
              <a:t>c</a:t>
            </a:r>
            <a:r>
              <a:rPr lang="en-US" altLang="zh-CN" sz="3086" dirty="0" err="1">
                <a:solidFill>
                  <a:schemeClr val="tx1"/>
                </a:solidFill>
              </a:rPr>
              <a:t>+</a:t>
            </a:r>
            <a:r>
              <a:rPr lang="en-US" altLang="zh-CN" sz="3086" dirty="0" err="1">
                <a:solidFill>
                  <a:schemeClr val="tx1">
                    <a:lumMod val="75000"/>
                    <a:lumOff val="25000"/>
                  </a:schemeClr>
                </a:solidFill>
              </a:rPr>
              <a:t>C.</a:t>
            </a:r>
            <a:r>
              <a:rPr lang="en-US" altLang="zh-CN" sz="3086" dirty="0" err="1">
                <a:solidFill>
                  <a:srgbClr val="0070C0"/>
                </a:solidFill>
              </a:rPr>
              <a:t>d</a:t>
            </a:r>
            <a:endParaRPr lang="en-US" altLang="zh-CN" sz="3086" dirty="0">
              <a:solidFill>
                <a:srgbClr val="FF3300"/>
              </a:solidFill>
            </a:endParaRPr>
          </a:p>
          <a:p>
            <a:pPr marL="377979" indent="-377979" algn="just" defTabSz="503972" eaLnBrk="1" fontAlgn="auto" hangingPunct="1">
              <a:spcBef>
                <a:spcPts val="1102"/>
              </a:spcBef>
              <a:spcAft>
                <a:spcPts val="0"/>
              </a:spcAft>
              <a:buFont typeface="Wingdings 3" charset="2"/>
              <a:buNone/>
              <a:defRPr/>
            </a:pPr>
            <a:r>
              <a:rPr lang="en-US" altLang="zh-CN" sz="3086">
                <a:solidFill>
                  <a:srgbClr val="FF3300"/>
                </a:solidFill>
              </a:rPr>
              <a:t>   </a:t>
            </a:r>
            <a:r>
              <a:rPr lang="en-US" altLang="zh-CN" sz="3086">
                <a:solidFill>
                  <a:schemeClr val="tx1"/>
                </a:solidFill>
              </a:rPr>
              <a:t>D. </a:t>
            </a:r>
            <a:r>
              <a:rPr lang="en-US" altLang="zh-CN" sz="3086" dirty="0" err="1">
                <a:solidFill>
                  <a:schemeClr val="tx1">
                    <a:lumMod val="75000"/>
                    <a:lumOff val="25000"/>
                  </a:schemeClr>
                </a:solidFill>
              </a:rPr>
              <a:t>B.</a:t>
            </a:r>
            <a:r>
              <a:rPr lang="en-US" altLang="zh-CN" sz="3086" dirty="0" err="1">
                <a:solidFill>
                  <a:srgbClr val="FF3300"/>
                </a:solidFill>
              </a:rPr>
              <a:t>c</a:t>
            </a:r>
            <a:r>
              <a:rPr lang="en-US" altLang="zh-CN" sz="3086" dirty="0">
                <a:solidFill>
                  <a:srgbClr val="FF3300"/>
                </a:solidFill>
              </a:rPr>
              <a:t> </a:t>
            </a: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A.</a:t>
            </a:r>
            <a:r>
              <a:rPr lang="en-US" altLang="zh-CN" sz="3086" dirty="0" err="1">
                <a:solidFill>
                  <a:srgbClr val="0070C0"/>
                </a:solidFill>
              </a:rPr>
              <a:t>a</a:t>
            </a:r>
            <a:endParaRPr lang="en-US" altLang="zh-CN" sz="3086" dirty="0">
              <a:solidFill>
                <a:srgbClr val="0070C0"/>
              </a:solidFill>
            </a:endParaRPr>
          </a:p>
        </p:txBody>
      </p:sp>
      <p:sp>
        <p:nvSpPr>
          <p:cNvPr id="3" name="灯片编号占位符 2">
            <a:extLst>
              <a:ext uri="{FF2B5EF4-FFF2-40B4-BE49-F238E27FC236}">
                <a16:creationId xmlns:a16="http://schemas.microsoft.com/office/drawing/2014/main" id="{ED1CEB6C-8B7E-C1A3-0717-6FC1F19E5D07}"/>
              </a:ext>
            </a:extLst>
          </p:cNvPr>
          <p:cNvSpPr>
            <a:spLocks noGrp="1"/>
          </p:cNvSpPr>
          <p:nvPr>
            <p:ph type="sldNum" sz="quarter" idx="12"/>
          </p:nvPr>
        </p:nvSpPr>
        <p:spPr/>
        <p:txBody>
          <a:bodyPr/>
          <a:lstStyle/>
          <a:p>
            <a:pPr>
              <a:defRPr/>
            </a:pPr>
            <a:fld id="{5183BFC2-8AD1-421B-9B33-27328E359FF0}" type="slidenum">
              <a:rPr lang="en-US" smtClean="0"/>
              <a:pPr>
                <a:defRPr/>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left)">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wipe(left)">
                                      <p:cBhvr>
                                        <p:cTn id="17" dur="500"/>
                                        <p:tgtEl>
                                          <p:spTgt spid="204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pRg st="3" end="3"/>
                                            </p:txEl>
                                          </p:spTgt>
                                        </p:tgtEl>
                                        <p:attrNameLst>
                                          <p:attrName>style.visibility</p:attrName>
                                        </p:attrNameLst>
                                      </p:cBhvr>
                                      <p:to>
                                        <p:strVal val="visible"/>
                                      </p:to>
                                    </p:set>
                                    <p:animEffect transition="in" filter="wipe(left)">
                                      <p:cBhvr>
                                        <p:cTn id="22" dur="500"/>
                                        <p:tgtEl>
                                          <p:spTgt spid="204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wipe(left)">
                                      <p:cBhvr>
                                        <p:cTn id="27" dur="500"/>
                                        <p:tgtEl>
                                          <p:spTgt spid="20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1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带注释的语法树 </a:t>
            </a:r>
          </a:p>
        </p:txBody>
      </p:sp>
      <p:sp>
        <p:nvSpPr>
          <p:cNvPr id="30" name="Rectangle 5"/>
          <p:cNvSpPr>
            <a:spLocks noChangeArrowheads="1"/>
          </p:cNvSpPr>
          <p:nvPr/>
        </p:nvSpPr>
        <p:spPr bwMode="auto">
          <a:xfrm>
            <a:off x="1819275" y="5900738"/>
            <a:ext cx="78898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dirty="0">
                <a:solidFill>
                  <a:prstClr val="black"/>
                </a:solidFill>
                <a:latin typeface="微软雅黑" panose="020B0503020204020204" pitchFamily="34" charset="-122"/>
              </a:rPr>
              <a:t>id</a:t>
            </a:r>
            <a:r>
              <a:rPr lang="en-US" altLang="zh-CN" sz="2866" baseline="-25000" dirty="0">
                <a:solidFill>
                  <a:prstClr val="black"/>
                </a:solidFill>
                <a:latin typeface="微软雅黑" panose="020B0503020204020204" pitchFamily="34" charset="-122"/>
              </a:rPr>
              <a:t>1</a:t>
            </a:r>
          </a:p>
        </p:txBody>
      </p:sp>
      <p:sp>
        <p:nvSpPr>
          <p:cNvPr id="1091588" name="Line 6"/>
          <p:cNvSpPr>
            <a:spLocks noChangeShapeType="1"/>
          </p:cNvSpPr>
          <p:nvPr/>
        </p:nvSpPr>
        <p:spPr bwMode="auto">
          <a:xfrm>
            <a:off x="2165350" y="5648325"/>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Rectangle 7"/>
          <p:cNvSpPr>
            <a:spLocks noChangeArrowheads="1"/>
          </p:cNvSpPr>
          <p:nvPr/>
        </p:nvSpPr>
        <p:spPr bwMode="auto">
          <a:xfrm>
            <a:off x="904875" y="5060950"/>
            <a:ext cx="25193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33" name="Rectangle 8"/>
          <p:cNvSpPr>
            <a:spLocks noChangeArrowheads="1"/>
          </p:cNvSpPr>
          <p:nvPr/>
        </p:nvSpPr>
        <p:spPr bwMode="auto">
          <a:xfrm>
            <a:off x="3255963" y="5145088"/>
            <a:ext cx="10080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a:t>
            </a:r>
          </a:p>
        </p:txBody>
      </p:sp>
      <p:sp>
        <p:nvSpPr>
          <p:cNvPr id="34" name="Rectangle 11"/>
          <p:cNvSpPr>
            <a:spLocks noChangeArrowheads="1"/>
          </p:cNvSpPr>
          <p:nvPr/>
        </p:nvSpPr>
        <p:spPr bwMode="auto">
          <a:xfrm>
            <a:off x="4013200" y="5060950"/>
            <a:ext cx="25193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a:solidFill>
                  <a:prstClr val="black"/>
                </a:solidFill>
                <a:latin typeface="微软雅黑" panose="020B0503020204020204" pitchFamily="34" charset="-122"/>
              </a:rPr>
              <a:t>id</a:t>
            </a:r>
            <a:r>
              <a:rPr lang="en-US" altLang="zh-CN" sz="2866" baseline="-25000">
                <a:solidFill>
                  <a:prstClr val="black"/>
                </a:solidFill>
                <a:latin typeface="微软雅黑" panose="020B0503020204020204" pitchFamily="34" charset="-122"/>
              </a:rPr>
              <a:t>2</a:t>
            </a:r>
            <a:endParaRPr kumimoji="1" lang="en-US" altLang="zh-CN" sz="2866">
              <a:solidFill>
                <a:prstClr val="black"/>
              </a:solidFill>
              <a:latin typeface="微软雅黑" panose="020B0503020204020204" pitchFamily="34" charset="-122"/>
            </a:endParaRPr>
          </a:p>
        </p:txBody>
      </p:sp>
      <p:sp>
        <p:nvSpPr>
          <p:cNvPr id="1091592" name="Line 12"/>
          <p:cNvSpPr>
            <a:spLocks noChangeShapeType="1"/>
          </p:cNvSpPr>
          <p:nvPr/>
        </p:nvSpPr>
        <p:spPr bwMode="auto">
          <a:xfrm flipV="1">
            <a:off x="2247900" y="4808538"/>
            <a:ext cx="841375" cy="419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593" name="Line 13"/>
          <p:cNvSpPr>
            <a:spLocks noChangeShapeType="1"/>
          </p:cNvSpPr>
          <p:nvPr/>
        </p:nvSpPr>
        <p:spPr bwMode="auto">
          <a:xfrm flipV="1">
            <a:off x="3760788" y="4808538"/>
            <a:ext cx="0" cy="419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594" name="Line 14"/>
          <p:cNvSpPr>
            <a:spLocks noChangeShapeType="1"/>
          </p:cNvSpPr>
          <p:nvPr/>
        </p:nvSpPr>
        <p:spPr bwMode="auto">
          <a:xfrm>
            <a:off x="4264025" y="4808538"/>
            <a:ext cx="1008063"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Rectangle 15"/>
          <p:cNvSpPr>
            <a:spLocks noChangeArrowheads="1"/>
          </p:cNvSpPr>
          <p:nvPr/>
        </p:nvSpPr>
        <p:spPr bwMode="auto">
          <a:xfrm>
            <a:off x="2416175" y="4219575"/>
            <a:ext cx="201612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39" name="Rectangle 18"/>
          <p:cNvSpPr>
            <a:spLocks noChangeArrowheads="1"/>
          </p:cNvSpPr>
          <p:nvPr/>
        </p:nvSpPr>
        <p:spPr bwMode="auto">
          <a:xfrm>
            <a:off x="4768850" y="4137025"/>
            <a:ext cx="10080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a:t>
            </a:r>
          </a:p>
        </p:txBody>
      </p:sp>
      <p:sp>
        <p:nvSpPr>
          <p:cNvPr id="40" name="Rectangle 23"/>
          <p:cNvSpPr>
            <a:spLocks noChangeArrowheads="1"/>
          </p:cNvSpPr>
          <p:nvPr/>
        </p:nvSpPr>
        <p:spPr bwMode="auto">
          <a:xfrm>
            <a:off x="6919913" y="4219575"/>
            <a:ext cx="91122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dirty="0">
                <a:solidFill>
                  <a:prstClr val="black"/>
                </a:solidFill>
                <a:latin typeface="微软雅黑" panose="020B0503020204020204" pitchFamily="34" charset="-122"/>
              </a:rPr>
              <a:t>id</a:t>
            </a:r>
            <a:r>
              <a:rPr lang="en-US" altLang="zh-CN" sz="2866" baseline="-25000" dirty="0">
                <a:solidFill>
                  <a:prstClr val="black"/>
                </a:solidFill>
                <a:latin typeface="微软雅黑" panose="020B0503020204020204" pitchFamily="34" charset="-122"/>
              </a:rPr>
              <a:t>3</a:t>
            </a:r>
            <a:endParaRPr kumimoji="1" lang="en-US" altLang="zh-CN" sz="2866" dirty="0">
              <a:solidFill>
                <a:prstClr val="black"/>
              </a:solidFill>
              <a:latin typeface="微软雅黑" panose="020B0503020204020204" pitchFamily="34" charset="-122"/>
            </a:endParaRPr>
          </a:p>
        </p:txBody>
      </p:sp>
      <p:sp>
        <p:nvSpPr>
          <p:cNvPr id="1091598" name="Line 24"/>
          <p:cNvSpPr>
            <a:spLocks noChangeShapeType="1"/>
          </p:cNvSpPr>
          <p:nvPr/>
        </p:nvSpPr>
        <p:spPr bwMode="auto">
          <a:xfrm flipH="1">
            <a:off x="3508375" y="3884613"/>
            <a:ext cx="1428750" cy="419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599" name="Line 25"/>
          <p:cNvSpPr>
            <a:spLocks noChangeShapeType="1"/>
          </p:cNvSpPr>
          <p:nvPr/>
        </p:nvSpPr>
        <p:spPr bwMode="auto">
          <a:xfrm flipV="1">
            <a:off x="5272088" y="3884613"/>
            <a:ext cx="0" cy="334962"/>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600" name="Line 26"/>
          <p:cNvSpPr>
            <a:spLocks noChangeShapeType="1"/>
          </p:cNvSpPr>
          <p:nvPr/>
        </p:nvSpPr>
        <p:spPr bwMode="auto">
          <a:xfrm>
            <a:off x="5524500" y="3884613"/>
            <a:ext cx="1763713" cy="419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Rectangle 27"/>
          <p:cNvSpPr>
            <a:spLocks noChangeArrowheads="1"/>
          </p:cNvSpPr>
          <p:nvPr/>
        </p:nvSpPr>
        <p:spPr bwMode="auto">
          <a:xfrm>
            <a:off x="3844925" y="3213100"/>
            <a:ext cx="25193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1091602" name="Line 29"/>
          <p:cNvSpPr>
            <a:spLocks noChangeShapeType="1"/>
          </p:cNvSpPr>
          <p:nvPr/>
        </p:nvSpPr>
        <p:spPr bwMode="auto">
          <a:xfrm flipV="1">
            <a:off x="1660525" y="2624138"/>
            <a:ext cx="1679575" cy="671512"/>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603" name="Line 30"/>
          <p:cNvSpPr>
            <a:spLocks noChangeShapeType="1"/>
          </p:cNvSpPr>
          <p:nvPr/>
        </p:nvSpPr>
        <p:spPr bwMode="auto">
          <a:xfrm>
            <a:off x="3760788" y="2624138"/>
            <a:ext cx="1427162" cy="671512"/>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Rectangle 32"/>
          <p:cNvSpPr>
            <a:spLocks noChangeArrowheads="1"/>
          </p:cNvSpPr>
          <p:nvPr/>
        </p:nvSpPr>
        <p:spPr bwMode="auto">
          <a:xfrm>
            <a:off x="1273175" y="4052888"/>
            <a:ext cx="7334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prstClr val="black"/>
                </a:solidFill>
                <a:latin typeface="微软雅黑" panose="020B0503020204020204" pitchFamily="34" charset="-122"/>
              </a:rPr>
              <a:t>real</a:t>
            </a:r>
          </a:p>
        </p:txBody>
      </p:sp>
      <p:sp>
        <p:nvSpPr>
          <p:cNvPr id="1091605" name="Line 33"/>
          <p:cNvSpPr>
            <a:spLocks noChangeShapeType="1"/>
          </p:cNvSpPr>
          <p:nvPr/>
        </p:nvSpPr>
        <p:spPr bwMode="auto">
          <a:xfrm>
            <a:off x="1576388" y="3800475"/>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Rectangle 34"/>
          <p:cNvSpPr>
            <a:spLocks noChangeArrowheads="1"/>
          </p:cNvSpPr>
          <p:nvPr/>
        </p:nvSpPr>
        <p:spPr bwMode="auto">
          <a:xfrm>
            <a:off x="1408113" y="3213100"/>
            <a:ext cx="25241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T</a:t>
            </a:r>
          </a:p>
        </p:txBody>
      </p:sp>
      <p:sp>
        <p:nvSpPr>
          <p:cNvPr id="50" name="Rectangle 35"/>
          <p:cNvSpPr>
            <a:spLocks noChangeArrowheads="1"/>
          </p:cNvSpPr>
          <p:nvPr/>
        </p:nvSpPr>
        <p:spPr bwMode="auto">
          <a:xfrm>
            <a:off x="3089275" y="2036763"/>
            <a:ext cx="10080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D</a:t>
            </a:r>
          </a:p>
        </p:txBody>
      </p:sp>
      <p:sp>
        <p:nvSpPr>
          <p:cNvPr id="51" name="Rectangle 36"/>
          <p:cNvSpPr>
            <a:spLocks noChangeArrowheads="1"/>
          </p:cNvSpPr>
          <p:nvPr/>
        </p:nvSpPr>
        <p:spPr bwMode="auto">
          <a:xfrm>
            <a:off x="1052513" y="3213100"/>
            <a:ext cx="268763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err="1">
                <a:solidFill>
                  <a:srgbClr val="FF3300"/>
                </a:solidFill>
                <a:latin typeface="微软雅黑" panose="020B0503020204020204" pitchFamily="34" charset="-122"/>
              </a:rPr>
              <a:t>T.type</a:t>
            </a:r>
            <a:r>
              <a:rPr kumimoji="1" lang="en-US" altLang="zh-CN" sz="2866" dirty="0">
                <a:solidFill>
                  <a:srgbClr val="FF3300"/>
                </a:solidFill>
                <a:latin typeface="微软雅黑" panose="020B0503020204020204" pitchFamily="34" charset="-122"/>
              </a:rPr>
              <a:t>=real</a:t>
            </a:r>
          </a:p>
        </p:txBody>
      </p:sp>
      <p:sp>
        <p:nvSpPr>
          <p:cNvPr id="52" name="Rectangle 37"/>
          <p:cNvSpPr>
            <a:spLocks noChangeArrowheads="1"/>
          </p:cNvSpPr>
          <p:nvPr/>
        </p:nvSpPr>
        <p:spPr bwMode="auto">
          <a:xfrm>
            <a:off x="4502150" y="3213100"/>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sp>
        <p:nvSpPr>
          <p:cNvPr id="53" name="Rectangle 38"/>
          <p:cNvSpPr>
            <a:spLocks noChangeArrowheads="1"/>
          </p:cNvSpPr>
          <p:nvPr/>
        </p:nvSpPr>
        <p:spPr bwMode="auto">
          <a:xfrm>
            <a:off x="2825750" y="4219575"/>
            <a:ext cx="252095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sp>
        <p:nvSpPr>
          <p:cNvPr id="54" name="Rectangle 39"/>
          <p:cNvSpPr>
            <a:spLocks noChangeArrowheads="1"/>
          </p:cNvSpPr>
          <p:nvPr/>
        </p:nvSpPr>
        <p:spPr bwMode="auto">
          <a:xfrm>
            <a:off x="1562100" y="5060950"/>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sp>
        <p:nvSpPr>
          <p:cNvPr id="2" name="灯片编号占位符 1">
            <a:extLst>
              <a:ext uri="{FF2B5EF4-FFF2-40B4-BE49-F238E27FC236}">
                <a16:creationId xmlns:a16="http://schemas.microsoft.com/office/drawing/2014/main" id="{E516935B-B2C3-8DD8-CD0E-00F5EAFA61E2}"/>
              </a:ext>
            </a:extLst>
          </p:cNvPr>
          <p:cNvSpPr>
            <a:spLocks noGrp="1"/>
          </p:cNvSpPr>
          <p:nvPr>
            <p:ph type="sldNum" sz="quarter" idx="12"/>
          </p:nvPr>
        </p:nvSpPr>
        <p:spPr/>
        <p:txBody>
          <a:bodyPr/>
          <a:lstStyle/>
          <a:p>
            <a:pPr>
              <a:defRPr/>
            </a:pPr>
            <a:fld id="{B60CC8E6-E976-4D39-B03D-AF100B457CDF}" type="slidenum">
              <a:rPr lang="en-US" smtClean="0"/>
              <a:pPr>
                <a:defRPr/>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left)">
                                      <p:cBhvr>
                                        <p:cTn id="12" dur="500"/>
                                        <p:tgtEl>
                                          <p:spTgt spid="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left)">
                                      <p:cBhvr>
                                        <p:cTn id="2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utoUpdateAnimBg="0"/>
      <p:bldP spid="52" grpId="0" autoUpdateAnimBg="0"/>
      <p:bldP spid="53" grpId="0" autoUpdateAnimBg="0"/>
      <p:bldP spid="5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1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带注释的语法树 </a:t>
            </a:r>
          </a:p>
        </p:txBody>
      </p:sp>
      <p:sp>
        <p:nvSpPr>
          <p:cNvPr id="22531" name="Rectangle 3"/>
          <p:cNvSpPr>
            <a:spLocks noGrp="1" noChangeArrowheads="1"/>
          </p:cNvSpPr>
          <p:nvPr>
            <p:ph idx="1"/>
          </p:nvPr>
        </p:nvSpPr>
        <p:spPr/>
        <p:txBody>
          <a:bodyPr rtlCol="0">
            <a:normAutofit lnSpcReduction="10000"/>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在语法树中，一个结点的</a:t>
            </a:r>
            <a:r>
              <a:rPr lang="zh-CN" altLang="en-US" sz="3086" dirty="0">
                <a:solidFill>
                  <a:srgbClr val="CC0000"/>
                </a:solidFill>
              </a:rPr>
              <a:t>综合属性</a:t>
            </a:r>
            <a:r>
              <a:rPr lang="zh-CN" altLang="en-US" sz="3086" dirty="0">
                <a:solidFill>
                  <a:schemeClr val="tx1">
                    <a:lumMod val="75000"/>
                    <a:lumOff val="25000"/>
                  </a:schemeClr>
                </a:solidFill>
              </a:rPr>
              <a:t>的值由</a:t>
            </a:r>
            <a:r>
              <a:rPr lang="zh-CN" altLang="en-US" sz="3086" dirty="0">
                <a:solidFill>
                  <a:srgbClr val="CC0000"/>
                </a:solidFill>
              </a:rPr>
              <a:t>其子结点</a:t>
            </a:r>
            <a:r>
              <a:rPr lang="zh-CN" altLang="en-US" sz="3086" dirty="0">
                <a:solidFill>
                  <a:schemeClr val="tx1">
                    <a:lumMod val="75000"/>
                    <a:lumOff val="25000"/>
                  </a:schemeClr>
                </a:solidFill>
              </a:rPr>
              <a:t>和</a:t>
            </a:r>
            <a:r>
              <a:rPr lang="zh-CN" altLang="en-US" sz="3086" dirty="0">
                <a:solidFill>
                  <a:srgbClr val="CC0000"/>
                </a:solidFill>
              </a:rPr>
              <a:t>它本身</a:t>
            </a:r>
            <a:r>
              <a:rPr lang="zh-CN" altLang="en-US" sz="3086" dirty="0">
                <a:solidFill>
                  <a:schemeClr val="tx1">
                    <a:lumMod val="75000"/>
                    <a:lumOff val="25000"/>
                  </a:schemeClr>
                </a:solidFill>
              </a:rPr>
              <a:t>的属性值确定</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注意：</a:t>
            </a:r>
            <a:r>
              <a:rPr lang="zh-CN" altLang="en-US" sz="3086" dirty="0">
                <a:solidFill>
                  <a:srgbClr val="CC0000"/>
                </a:solidFill>
              </a:rPr>
              <a:t>本身</a:t>
            </a:r>
            <a:r>
              <a:rPr lang="zh-CN" altLang="en-US" sz="3086" dirty="0">
                <a:solidFill>
                  <a:schemeClr val="tx1">
                    <a:lumMod val="75000"/>
                    <a:lumOff val="25000"/>
                  </a:schemeClr>
                </a:solidFill>
              </a:rPr>
              <a:t>的属性可以是综合属性也可以是继承属性</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使用自底向上的方法在每一个结点处使用语义规则计算综合属性的值</a:t>
            </a:r>
          </a:p>
          <a:p>
            <a:pPr marL="377979" indent="-377979" defTabSz="503972" eaLnBrk="1" fontAlgn="auto" hangingPunct="1">
              <a:spcBef>
                <a:spcPct val="35000"/>
              </a:spcBef>
              <a:spcAft>
                <a:spcPts val="0"/>
              </a:spcAft>
              <a:buFont typeface="Wingdings 3" charset="2"/>
              <a:buChar char=""/>
              <a:defRPr/>
            </a:pPr>
            <a:r>
              <a:rPr lang="zh-CN" altLang="en-US" sz="3086" dirty="0">
                <a:solidFill>
                  <a:schemeClr val="tx1">
                    <a:lumMod val="75000"/>
                    <a:lumOff val="25000"/>
                  </a:schemeClr>
                </a:solidFill>
              </a:rPr>
              <a:t>仅使用综合属性的属性文法称</a:t>
            </a:r>
            <a:r>
              <a:rPr lang="en-US" altLang="zh-CN" sz="3086" dirty="0">
                <a:solidFill>
                  <a:srgbClr val="CC0000"/>
                </a:solidFill>
              </a:rPr>
              <a:t>S－</a:t>
            </a:r>
            <a:r>
              <a:rPr lang="zh-CN" altLang="en-US" sz="3086" dirty="0">
                <a:solidFill>
                  <a:srgbClr val="CC0000"/>
                </a:solidFill>
              </a:rPr>
              <a:t>属性文法</a:t>
            </a:r>
            <a:endParaRPr lang="en-US" altLang="zh-CN" sz="3086" dirty="0">
              <a:solidFill>
                <a:srgbClr val="CC0000"/>
              </a:solidFill>
            </a:endParaRPr>
          </a:p>
          <a:p>
            <a:pPr marL="377979" indent="-377979" defTabSz="503972" eaLnBrk="1" fontAlgn="auto" hangingPunct="1">
              <a:spcBef>
                <a:spcPct val="35000"/>
              </a:spcBef>
              <a:spcAft>
                <a:spcPts val="0"/>
              </a:spcAft>
              <a:buFont typeface="Wingdings 3" charset="2"/>
              <a:buChar char=""/>
              <a:defRPr/>
            </a:pPr>
            <a:r>
              <a:rPr lang="zh-CN" altLang="en-US" sz="3086" dirty="0">
                <a:solidFill>
                  <a:schemeClr val="tx1">
                    <a:lumMod val="75000"/>
                    <a:lumOff val="25000"/>
                  </a:schemeClr>
                </a:solidFill>
              </a:rPr>
              <a:t>与自下而上的语法分析器联合工作，一边语法分析，一边属性计算</a:t>
            </a:r>
          </a:p>
          <a:p>
            <a:pPr marL="377979" indent="-377979" defTabSz="503972" eaLnBrk="1" fontAlgn="auto" hangingPunct="1">
              <a:spcBef>
                <a:spcPct val="35000"/>
              </a:spcBef>
              <a:spcAft>
                <a:spcPts val="0"/>
              </a:spcAft>
              <a:buFont typeface="Wingdings 3" charset="2"/>
              <a:buChar char=""/>
              <a:defRPr/>
            </a:pPr>
            <a:endParaRPr lang="zh-CN" altLang="en-US" sz="3086" dirty="0">
              <a:solidFill>
                <a:srgbClr val="CC0000"/>
              </a:solidFill>
            </a:endParaRPr>
          </a:p>
        </p:txBody>
      </p:sp>
      <p:sp>
        <p:nvSpPr>
          <p:cNvPr id="2" name="灯片编号占位符 1">
            <a:extLst>
              <a:ext uri="{FF2B5EF4-FFF2-40B4-BE49-F238E27FC236}">
                <a16:creationId xmlns:a16="http://schemas.microsoft.com/office/drawing/2014/main" id="{9B43241F-9315-58E6-D6AD-10251B99EFC8}"/>
              </a:ext>
            </a:extLst>
          </p:cNvPr>
          <p:cNvSpPr>
            <a:spLocks noGrp="1"/>
          </p:cNvSpPr>
          <p:nvPr>
            <p:ph type="sldNum" sz="quarter" idx="12"/>
          </p:nvPr>
        </p:nvSpPr>
        <p:spPr/>
        <p:txBody>
          <a:bodyPr/>
          <a:lstStyle/>
          <a:p>
            <a:pPr>
              <a:defRPr/>
            </a:pPr>
            <a:fld id="{AB00F227-E0D8-4501-9E04-5163DCBC0D2D}" type="slidenum">
              <a:rPr lang="en-US" smtClean="0"/>
              <a:pPr>
                <a:defRPr/>
              </a:pPr>
              <a:t>12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left)">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wipe(left)">
                                      <p:cBhvr>
                                        <p:cTn id="17" dur="500"/>
                                        <p:tgtEl>
                                          <p:spTgt spid="2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wipe(left)">
                                      <p:cBhvr>
                                        <p:cTn id="22" dur="500"/>
                                        <p:tgtEl>
                                          <p:spTgt spid="225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wipe(left)">
                                      <p:cBhvr>
                                        <p:cTn id="27"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带注释的语法树 </a:t>
            </a:r>
          </a:p>
        </p:txBody>
      </p:sp>
      <p:sp>
        <p:nvSpPr>
          <p:cNvPr id="2" name="内容占位符 1"/>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句子3*5+4 </a:t>
            </a:r>
            <a:r>
              <a:rPr lang="en-US" altLang="zh-CN" sz="3086" dirty="0">
                <a:solidFill>
                  <a:schemeClr val="tx1">
                    <a:lumMod val="75000"/>
                    <a:lumOff val="25000"/>
                  </a:schemeClr>
                </a:solidFill>
              </a:rPr>
              <a:t>n</a:t>
            </a:r>
            <a:endParaRPr lang="zh-CN" altLang="en-US" sz="3086" dirty="0">
              <a:solidFill>
                <a:schemeClr val="tx1">
                  <a:lumMod val="75000"/>
                  <a:lumOff val="25000"/>
                </a:schemeClr>
              </a:solidFill>
            </a:endParaRPr>
          </a:p>
        </p:txBody>
      </p:sp>
      <p:grpSp>
        <p:nvGrpSpPr>
          <p:cNvPr id="1095684" name="组合 38"/>
          <p:cNvGrpSpPr>
            <a:grpSpLocks/>
          </p:cNvGrpSpPr>
          <p:nvPr/>
        </p:nvGrpSpPr>
        <p:grpSpPr bwMode="auto">
          <a:xfrm>
            <a:off x="5443538" y="6350"/>
            <a:ext cx="4637087" cy="2940050"/>
            <a:chOff x="7520591" y="2816196"/>
            <a:chExt cx="4671409" cy="3025447"/>
          </a:xfrm>
        </p:grpSpPr>
        <p:sp>
          <p:nvSpPr>
            <p:cNvPr id="40" name="Rectangle 3"/>
            <p:cNvSpPr txBox="1">
              <a:spLocks noChangeArrowheads="1"/>
            </p:cNvSpPr>
            <p:nvPr/>
          </p:nvSpPr>
          <p:spPr>
            <a:xfrm>
              <a:off x="7520591" y="2816196"/>
              <a:ext cx="1952684"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5597" tIns="37798" rIns="75597" bIns="377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425" dirty="0">
                  <a:solidFill>
                    <a:prstClr val="white"/>
                  </a:solidFill>
                </a:rPr>
                <a:t>产生式	</a:t>
              </a:r>
            </a:p>
            <a:p>
              <a:pPr fontAlgn="auto">
                <a:spcBef>
                  <a:spcPts val="0"/>
                </a:spcBef>
                <a:buClr>
                  <a:srgbClr val="4F81BD"/>
                </a:buClr>
                <a:buFont typeface="Wingdings 3" charset="2"/>
                <a:buNone/>
                <a:defRPr/>
              </a:pPr>
              <a:r>
                <a:rPr lang="en-US" altLang="zh-CN" sz="2425" dirty="0" err="1">
                  <a:solidFill>
                    <a:prstClr val="white"/>
                  </a:solidFill>
                </a:rPr>
                <a:t>L→En</a:t>
              </a:r>
              <a:r>
                <a:rPr lang="en-US" altLang="zh-CN" sz="2425" dirty="0">
                  <a:solidFill>
                    <a:prstClr val="white"/>
                  </a:solidFill>
                </a:rPr>
                <a:t> </a:t>
              </a:r>
            </a:p>
            <a:p>
              <a:pPr fontAlgn="auto">
                <a:spcBef>
                  <a:spcPts val="0"/>
                </a:spcBef>
                <a:buClr>
                  <a:srgbClr val="4F81BD"/>
                </a:buClr>
                <a:buFont typeface="Wingdings 3" charset="2"/>
                <a:buNone/>
                <a:defRPr/>
              </a:pPr>
              <a:r>
                <a:rPr lang="en-US" altLang="zh-CN" sz="2425" dirty="0">
                  <a:solidFill>
                    <a:prstClr val="white"/>
                  </a:solidFill>
                </a:rPr>
                <a:t>E→E</a:t>
              </a:r>
              <a:r>
                <a:rPr lang="en-US" altLang="zh-CN" sz="2425" baseline="-25000" dirty="0">
                  <a:solidFill>
                    <a:prstClr val="white"/>
                  </a:solidFill>
                </a:rPr>
                <a:t>1</a:t>
              </a:r>
              <a:r>
                <a:rPr lang="en-US" altLang="zh-CN" sz="2425" dirty="0">
                  <a:solidFill>
                    <a:prstClr val="white"/>
                  </a:solidFill>
                </a:rPr>
                <a:t>+T  </a:t>
              </a:r>
            </a:p>
            <a:p>
              <a:pPr fontAlgn="auto">
                <a:spcBef>
                  <a:spcPts val="0"/>
                </a:spcBef>
                <a:buClr>
                  <a:srgbClr val="4F81BD"/>
                </a:buClr>
                <a:buFont typeface="Wingdings 3" charset="2"/>
                <a:buNone/>
                <a:defRPr/>
              </a:pPr>
              <a:r>
                <a:rPr lang="en-US" altLang="zh-CN" sz="2425" dirty="0">
                  <a:solidFill>
                    <a:prstClr val="white"/>
                  </a:solidFill>
                </a:rPr>
                <a:t>E→T</a:t>
              </a:r>
            </a:p>
            <a:p>
              <a:pPr fontAlgn="auto">
                <a:spcBef>
                  <a:spcPts val="0"/>
                </a:spcBef>
                <a:buClr>
                  <a:srgbClr val="4F81BD"/>
                </a:buClr>
                <a:buFont typeface="Wingdings 3" charset="2"/>
                <a:buNone/>
                <a:defRPr/>
              </a:pPr>
              <a:r>
                <a:rPr lang="en-US" altLang="zh-CN" sz="2425" dirty="0">
                  <a:solidFill>
                    <a:prstClr val="white"/>
                  </a:solidFill>
                </a:rPr>
                <a:t>T→T</a:t>
              </a:r>
              <a:r>
                <a:rPr lang="en-US" altLang="zh-CN" sz="2425" baseline="-25000" dirty="0">
                  <a:solidFill>
                    <a:prstClr val="white"/>
                  </a:solidFill>
                </a:rPr>
                <a:t>1</a:t>
              </a:r>
              <a:r>
                <a:rPr lang="en-US" altLang="zh-CN" sz="2425" dirty="0">
                  <a:solidFill>
                    <a:prstClr val="white"/>
                  </a:solidFill>
                </a:rPr>
                <a:t>*F</a:t>
              </a:r>
            </a:p>
            <a:p>
              <a:pPr fontAlgn="auto">
                <a:spcBef>
                  <a:spcPts val="0"/>
                </a:spcBef>
                <a:buClr>
                  <a:srgbClr val="4F81BD"/>
                </a:buClr>
                <a:buFont typeface="Wingdings 3" charset="2"/>
                <a:buNone/>
                <a:defRPr/>
              </a:pPr>
              <a:r>
                <a:rPr lang="en-US" altLang="zh-CN" sz="2425" dirty="0">
                  <a:solidFill>
                    <a:prstClr val="white"/>
                  </a:solidFill>
                </a:rPr>
                <a:t>T→F</a:t>
              </a:r>
            </a:p>
            <a:p>
              <a:pPr fontAlgn="auto">
                <a:spcBef>
                  <a:spcPts val="0"/>
                </a:spcBef>
                <a:buClr>
                  <a:srgbClr val="4F81BD"/>
                </a:buClr>
                <a:buFont typeface="Wingdings 3" charset="2"/>
                <a:buNone/>
                <a:defRPr/>
              </a:pPr>
              <a:r>
                <a:rPr lang="en-US" altLang="zh-CN" sz="2425" dirty="0">
                  <a:solidFill>
                    <a:prstClr val="white"/>
                  </a:solidFill>
                </a:rPr>
                <a:t>F→ (E)</a:t>
              </a:r>
            </a:p>
            <a:p>
              <a:pPr fontAlgn="auto">
                <a:spcBef>
                  <a:spcPts val="0"/>
                </a:spcBef>
                <a:buClr>
                  <a:srgbClr val="4F81BD"/>
                </a:buClr>
                <a:buFont typeface="Wingdings 3" charset="2"/>
                <a:buNone/>
                <a:defRPr/>
              </a:pPr>
              <a:r>
                <a:rPr lang="en-US" altLang="zh-CN" sz="2425" dirty="0" err="1">
                  <a:solidFill>
                    <a:prstClr val="white"/>
                  </a:solidFill>
                </a:rPr>
                <a:t>F→digit</a:t>
              </a:r>
              <a:endParaRPr lang="en-US" altLang="zh-CN" sz="2425" dirty="0">
                <a:solidFill>
                  <a:prstClr val="white"/>
                </a:solidFill>
              </a:endParaRPr>
            </a:p>
            <a:p>
              <a:pPr fontAlgn="auto">
                <a:spcBef>
                  <a:spcPts val="0"/>
                </a:spcBef>
                <a:buClr>
                  <a:srgbClr val="4F81BD"/>
                </a:buClr>
                <a:buFont typeface="Wingdings 3" charset="2"/>
                <a:buNone/>
                <a:defRPr/>
              </a:pPr>
              <a:endParaRPr lang="en-US" altLang="zh-CN" sz="2425" dirty="0">
                <a:solidFill>
                  <a:prstClr val="white"/>
                </a:solidFill>
              </a:endParaRPr>
            </a:p>
          </p:txBody>
        </p:sp>
        <p:sp>
          <p:nvSpPr>
            <p:cNvPr id="41" name="Rectangle 14"/>
            <p:cNvSpPr>
              <a:spLocks noChangeArrowheads="1"/>
            </p:cNvSpPr>
            <p:nvPr/>
          </p:nvSpPr>
          <p:spPr bwMode="auto">
            <a:xfrm>
              <a:off x="9033482" y="2816196"/>
              <a:ext cx="3158518"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425"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a:solidFill>
                    <a:prstClr val="white"/>
                  </a:solidFill>
                </a:rPr>
                <a:t>print(</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 E</a:t>
              </a:r>
              <a:r>
                <a:rPr lang="en-US" altLang="zh-CN" sz="2425" baseline="-25000" dirty="0">
                  <a:solidFill>
                    <a:prstClr val="white"/>
                  </a:solidFill>
                </a:rPr>
                <a:t>1</a:t>
              </a:r>
              <a:r>
                <a:rPr lang="en-US" altLang="zh-CN" sz="2425"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E.val</a:t>
              </a:r>
              <a:r>
                <a:rPr lang="en-US" altLang="zh-CN" sz="2425" dirty="0">
                  <a:solidFill>
                    <a:prstClr val="white"/>
                  </a:solidFill>
                </a:rPr>
                <a:t> :=</a:t>
              </a:r>
              <a:r>
                <a:rPr lang="en-US" altLang="zh-CN" sz="2425" dirty="0" err="1">
                  <a:solidFill>
                    <a:prstClr val="white"/>
                  </a:solidFill>
                </a:rPr>
                <a:t>T.val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:=T</a:t>
              </a:r>
              <a:r>
                <a:rPr lang="en-US" altLang="zh-CN" sz="2425" baseline="-25000" dirty="0">
                  <a:solidFill>
                    <a:prstClr val="white"/>
                  </a:solidFill>
                </a:rPr>
                <a:t>1</a:t>
              </a:r>
              <a:r>
                <a:rPr lang="en-US" altLang="zh-CN" sz="2425" dirty="0">
                  <a:solidFill>
                    <a:prstClr val="white"/>
                  </a:solidFill>
                </a:rPr>
                <a:t>.val*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T.val</a:t>
              </a:r>
              <a:r>
                <a:rPr lang="en-US" altLang="zh-CN" sz="2425" dirty="0">
                  <a:solidFill>
                    <a:prstClr val="white"/>
                  </a:solidFill>
                </a:rPr>
                <a:t> :=</a:t>
              </a:r>
              <a:r>
                <a:rPr lang="en-US" altLang="zh-CN" sz="2425" dirty="0" err="1">
                  <a:solidFill>
                    <a:prstClr val="white"/>
                  </a:solidFill>
                </a:rPr>
                <a:t>F.val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E.val</a:t>
              </a:r>
              <a:r>
                <a:rPr lang="en-US" altLang="zh-CN" sz="2425"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425" dirty="0" err="1">
                  <a:solidFill>
                    <a:prstClr val="white"/>
                  </a:solidFill>
                </a:rPr>
                <a:t>F.val</a:t>
              </a:r>
              <a:r>
                <a:rPr lang="en-US" altLang="zh-CN" sz="2425" dirty="0">
                  <a:solidFill>
                    <a:prstClr val="white"/>
                  </a:solidFill>
                </a:rPr>
                <a:t> :=</a:t>
              </a:r>
              <a:r>
                <a:rPr lang="en-US" altLang="zh-CN" sz="2425" dirty="0" err="1">
                  <a:solidFill>
                    <a:prstClr val="white"/>
                  </a:solidFill>
                </a:rPr>
                <a:t>digit.lexval</a:t>
              </a:r>
              <a:endParaRPr lang="en-US" altLang="zh-CN" sz="2425" dirty="0">
                <a:solidFill>
                  <a:prstClr val="white"/>
                </a:solidFill>
              </a:endParaRPr>
            </a:p>
          </p:txBody>
        </p:sp>
      </p:grpSp>
      <p:sp>
        <p:nvSpPr>
          <p:cNvPr id="36" name="Rectangle 4"/>
          <p:cNvSpPr>
            <a:spLocks noChangeArrowheads="1"/>
          </p:cNvSpPr>
          <p:nvPr/>
        </p:nvSpPr>
        <p:spPr bwMode="auto">
          <a:xfrm>
            <a:off x="68263" y="6961188"/>
            <a:ext cx="25193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digit.lexval=3</a:t>
            </a:r>
          </a:p>
        </p:txBody>
      </p:sp>
      <p:sp>
        <p:nvSpPr>
          <p:cNvPr id="37" name="Line 5"/>
          <p:cNvSpPr>
            <a:spLocks noChangeShapeType="1"/>
          </p:cNvSpPr>
          <p:nvPr/>
        </p:nvSpPr>
        <p:spPr bwMode="auto">
          <a:xfrm>
            <a:off x="1244600" y="6708775"/>
            <a:ext cx="0" cy="3349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8" name="Rectangle 6"/>
          <p:cNvSpPr>
            <a:spLocks noChangeArrowheads="1"/>
          </p:cNvSpPr>
          <p:nvPr/>
        </p:nvSpPr>
        <p:spPr bwMode="auto">
          <a:xfrm>
            <a:off x="152400" y="6203950"/>
            <a:ext cx="25193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F.val=3</a:t>
            </a:r>
          </a:p>
        </p:txBody>
      </p:sp>
      <p:sp>
        <p:nvSpPr>
          <p:cNvPr id="42" name="Line 7"/>
          <p:cNvSpPr>
            <a:spLocks noChangeShapeType="1"/>
          </p:cNvSpPr>
          <p:nvPr/>
        </p:nvSpPr>
        <p:spPr bwMode="auto">
          <a:xfrm>
            <a:off x="1244600" y="5953125"/>
            <a:ext cx="0" cy="3349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43" name="Rectangle 8"/>
          <p:cNvSpPr>
            <a:spLocks noChangeArrowheads="1"/>
          </p:cNvSpPr>
          <p:nvPr/>
        </p:nvSpPr>
        <p:spPr bwMode="auto">
          <a:xfrm>
            <a:off x="152400" y="5364163"/>
            <a:ext cx="2519363"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T.val=3</a:t>
            </a:r>
          </a:p>
        </p:txBody>
      </p:sp>
      <p:sp>
        <p:nvSpPr>
          <p:cNvPr id="44" name="Rectangle 9"/>
          <p:cNvSpPr>
            <a:spLocks noChangeArrowheads="1"/>
          </p:cNvSpPr>
          <p:nvPr/>
        </p:nvSpPr>
        <p:spPr bwMode="auto">
          <a:xfrm>
            <a:off x="2336800" y="5448300"/>
            <a:ext cx="10080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45" name="Rectangle 12"/>
          <p:cNvSpPr>
            <a:spLocks noChangeArrowheads="1"/>
          </p:cNvSpPr>
          <p:nvPr/>
        </p:nvSpPr>
        <p:spPr bwMode="auto">
          <a:xfrm>
            <a:off x="3092450" y="6203950"/>
            <a:ext cx="25193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digit.lexval=5</a:t>
            </a:r>
          </a:p>
        </p:txBody>
      </p:sp>
      <p:sp>
        <p:nvSpPr>
          <p:cNvPr id="46" name="Line 13"/>
          <p:cNvSpPr>
            <a:spLocks noChangeShapeType="1"/>
          </p:cNvSpPr>
          <p:nvPr/>
        </p:nvSpPr>
        <p:spPr bwMode="auto">
          <a:xfrm flipV="1">
            <a:off x="4184650" y="5868988"/>
            <a:ext cx="0" cy="334962"/>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47" name="Rectangle 14"/>
          <p:cNvSpPr>
            <a:spLocks noChangeArrowheads="1"/>
          </p:cNvSpPr>
          <p:nvPr/>
        </p:nvSpPr>
        <p:spPr bwMode="auto">
          <a:xfrm>
            <a:off x="3092450" y="5364163"/>
            <a:ext cx="2519363"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F.val=5</a:t>
            </a:r>
          </a:p>
        </p:txBody>
      </p:sp>
      <p:sp>
        <p:nvSpPr>
          <p:cNvPr id="48" name="Line 15"/>
          <p:cNvSpPr>
            <a:spLocks noChangeShapeType="1"/>
          </p:cNvSpPr>
          <p:nvPr/>
        </p:nvSpPr>
        <p:spPr bwMode="auto">
          <a:xfrm flipV="1">
            <a:off x="1328738" y="5111750"/>
            <a:ext cx="839787"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49" name="Line 16"/>
          <p:cNvSpPr>
            <a:spLocks noChangeShapeType="1"/>
          </p:cNvSpPr>
          <p:nvPr/>
        </p:nvSpPr>
        <p:spPr bwMode="auto">
          <a:xfrm flipV="1">
            <a:off x="2840038" y="5111750"/>
            <a:ext cx="0"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50" name="Line 17"/>
          <p:cNvSpPr>
            <a:spLocks noChangeShapeType="1"/>
          </p:cNvSpPr>
          <p:nvPr/>
        </p:nvSpPr>
        <p:spPr bwMode="auto">
          <a:xfrm>
            <a:off x="3344863" y="5111750"/>
            <a:ext cx="1006475"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51" name="Rectangle 18"/>
          <p:cNvSpPr>
            <a:spLocks noChangeArrowheads="1"/>
          </p:cNvSpPr>
          <p:nvPr/>
        </p:nvSpPr>
        <p:spPr bwMode="auto">
          <a:xfrm>
            <a:off x="1495425" y="4524375"/>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T.val=15</a:t>
            </a:r>
          </a:p>
        </p:txBody>
      </p:sp>
      <p:sp>
        <p:nvSpPr>
          <p:cNvPr id="52" name="Line 19"/>
          <p:cNvSpPr>
            <a:spLocks noChangeShapeType="1"/>
          </p:cNvSpPr>
          <p:nvPr/>
        </p:nvSpPr>
        <p:spPr bwMode="auto">
          <a:xfrm>
            <a:off x="2755900" y="4271963"/>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53" name="Rectangle 20"/>
          <p:cNvSpPr>
            <a:spLocks noChangeArrowheads="1"/>
          </p:cNvSpPr>
          <p:nvPr/>
        </p:nvSpPr>
        <p:spPr bwMode="auto">
          <a:xfrm>
            <a:off x="1495425" y="3684588"/>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err="1">
                <a:solidFill>
                  <a:prstClr val="black"/>
                </a:solidFill>
                <a:latin typeface="微软雅黑" panose="020B0503020204020204" pitchFamily="34" charset="-122"/>
              </a:rPr>
              <a:t>E.val</a:t>
            </a:r>
            <a:r>
              <a:rPr kumimoji="1" lang="en-US" altLang="zh-CN" sz="2646" dirty="0">
                <a:solidFill>
                  <a:prstClr val="black"/>
                </a:solidFill>
                <a:latin typeface="微软雅黑" panose="020B0503020204020204" pitchFamily="34" charset="-122"/>
              </a:rPr>
              <a:t>=15</a:t>
            </a:r>
          </a:p>
        </p:txBody>
      </p:sp>
      <p:sp>
        <p:nvSpPr>
          <p:cNvPr id="54" name="Rectangle 21"/>
          <p:cNvSpPr>
            <a:spLocks noChangeArrowheads="1"/>
          </p:cNvSpPr>
          <p:nvPr/>
        </p:nvSpPr>
        <p:spPr bwMode="auto">
          <a:xfrm>
            <a:off x="3848100" y="3684588"/>
            <a:ext cx="10080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55" name="Rectangle 22"/>
          <p:cNvSpPr>
            <a:spLocks noChangeArrowheads="1"/>
          </p:cNvSpPr>
          <p:nvPr/>
        </p:nvSpPr>
        <p:spPr bwMode="auto">
          <a:xfrm>
            <a:off x="5275263" y="5364163"/>
            <a:ext cx="252095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digit.lexval=4</a:t>
            </a:r>
          </a:p>
        </p:txBody>
      </p:sp>
      <p:sp>
        <p:nvSpPr>
          <p:cNvPr id="56" name="Line 23"/>
          <p:cNvSpPr>
            <a:spLocks noChangeShapeType="1"/>
          </p:cNvSpPr>
          <p:nvPr/>
        </p:nvSpPr>
        <p:spPr bwMode="auto">
          <a:xfrm>
            <a:off x="6451600" y="5111750"/>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57" name="Rectangle 24"/>
          <p:cNvSpPr>
            <a:spLocks noChangeArrowheads="1"/>
          </p:cNvSpPr>
          <p:nvPr/>
        </p:nvSpPr>
        <p:spPr bwMode="auto">
          <a:xfrm>
            <a:off x="5359400" y="4608513"/>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F.val=4</a:t>
            </a:r>
          </a:p>
        </p:txBody>
      </p:sp>
      <p:sp>
        <p:nvSpPr>
          <p:cNvPr id="58" name="Line 25"/>
          <p:cNvSpPr>
            <a:spLocks noChangeShapeType="1"/>
          </p:cNvSpPr>
          <p:nvPr/>
        </p:nvSpPr>
        <p:spPr bwMode="auto">
          <a:xfrm>
            <a:off x="6451600" y="4356100"/>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59" name="Rectangle 26"/>
          <p:cNvSpPr>
            <a:spLocks noChangeArrowheads="1"/>
          </p:cNvSpPr>
          <p:nvPr/>
        </p:nvSpPr>
        <p:spPr bwMode="auto">
          <a:xfrm>
            <a:off x="5359400" y="3768725"/>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T.val=4</a:t>
            </a:r>
          </a:p>
        </p:txBody>
      </p:sp>
      <p:sp>
        <p:nvSpPr>
          <p:cNvPr id="60" name="Line 27"/>
          <p:cNvSpPr>
            <a:spLocks noChangeShapeType="1"/>
          </p:cNvSpPr>
          <p:nvPr/>
        </p:nvSpPr>
        <p:spPr bwMode="auto">
          <a:xfrm flipH="1">
            <a:off x="2755900" y="3432175"/>
            <a:ext cx="1260475"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61" name="Line 28"/>
          <p:cNvSpPr>
            <a:spLocks noChangeShapeType="1"/>
          </p:cNvSpPr>
          <p:nvPr/>
        </p:nvSpPr>
        <p:spPr bwMode="auto">
          <a:xfrm flipV="1">
            <a:off x="4351338" y="3432175"/>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62" name="Line 29"/>
          <p:cNvSpPr>
            <a:spLocks noChangeShapeType="1"/>
          </p:cNvSpPr>
          <p:nvPr/>
        </p:nvSpPr>
        <p:spPr bwMode="auto">
          <a:xfrm>
            <a:off x="4603750" y="3432175"/>
            <a:ext cx="1763713"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63" name="Rectangle 30"/>
          <p:cNvSpPr>
            <a:spLocks noChangeArrowheads="1"/>
          </p:cNvSpPr>
          <p:nvPr/>
        </p:nvSpPr>
        <p:spPr bwMode="auto">
          <a:xfrm>
            <a:off x="2924175" y="2886075"/>
            <a:ext cx="25193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err="1">
                <a:solidFill>
                  <a:prstClr val="black"/>
                </a:solidFill>
                <a:latin typeface="微软雅黑" panose="020B0503020204020204" pitchFamily="34" charset="-122"/>
              </a:rPr>
              <a:t>E.val</a:t>
            </a:r>
            <a:r>
              <a:rPr kumimoji="1" lang="en-US" altLang="zh-CN" sz="2646" dirty="0">
                <a:solidFill>
                  <a:prstClr val="black"/>
                </a:solidFill>
                <a:latin typeface="微软雅黑" panose="020B0503020204020204" pitchFamily="34" charset="-122"/>
              </a:rPr>
              <a:t>=19</a:t>
            </a:r>
          </a:p>
        </p:txBody>
      </p:sp>
      <p:sp>
        <p:nvSpPr>
          <p:cNvPr id="64" name="Rectangle 31"/>
          <p:cNvSpPr>
            <a:spLocks noChangeArrowheads="1"/>
          </p:cNvSpPr>
          <p:nvPr/>
        </p:nvSpPr>
        <p:spPr bwMode="auto">
          <a:xfrm>
            <a:off x="5695950" y="2886075"/>
            <a:ext cx="1008063"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n</a:t>
            </a:r>
          </a:p>
        </p:txBody>
      </p:sp>
      <p:sp>
        <p:nvSpPr>
          <p:cNvPr id="65" name="Line 32"/>
          <p:cNvSpPr>
            <a:spLocks noChangeShapeType="1"/>
          </p:cNvSpPr>
          <p:nvPr/>
        </p:nvSpPr>
        <p:spPr bwMode="auto">
          <a:xfrm flipV="1">
            <a:off x="4184650" y="2635250"/>
            <a:ext cx="755650" cy="3349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66" name="Line 33"/>
          <p:cNvSpPr>
            <a:spLocks noChangeShapeType="1"/>
          </p:cNvSpPr>
          <p:nvPr/>
        </p:nvSpPr>
        <p:spPr bwMode="auto">
          <a:xfrm>
            <a:off x="5275263" y="2635250"/>
            <a:ext cx="841375" cy="3349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67" name="Rectangle 34"/>
          <p:cNvSpPr>
            <a:spLocks noChangeArrowheads="1"/>
          </p:cNvSpPr>
          <p:nvPr/>
        </p:nvSpPr>
        <p:spPr bwMode="auto">
          <a:xfrm>
            <a:off x="4687888" y="2046288"/>
            <a:ext cx="1008062"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rPr>
              <a:t>L</a:t>
            </a:r>
          </a:p>
        </p:txBody>
      </p:sp>
      <p:sp>
        <p:nvSpPr>
          <p:cNvPr id="3" name="灯片编号占位符 2">
            <a:extLst>
              <a:ext uri="{FF2B5EF4-FFF2-40B4-BE49-F238E27FC236}">
                <a16:creationId xmlns:a16="http://schemas.microsoft.com/office/drawing/2014/main" id="{04CB4CDA-CDFD-CC0A-9F82-4CA73B8B40B5}"/>
              </a:ext>
            </a:extLst>
          </p:cNvPr>
          <p:cNvSpPr>
            <a:spLocks noGrp="1"/>
          </p:cNvSpPr>
          <p:nvPr>
            <p:ph type="sldNum" sz="quarter" idx="12"/>
          </p:nvPr>
        </p:nvSpPr>
        <p:spPr/>
        <p:txBody>
          <a:bodyPr/>
          <a:lstStyle/>
          <a:p>
            <a:pPr>
              <a:defRPr/>
            </a:pPr>
            <a:fld id="{759B8C4C-25D7-4388-AEA9-E5661D77259E}" type="slidenum">
              <a:rPr lang="en-US" smtClean="0"/>
              <a:pPr>
                <a:defRPr/>
              </a:pPr>
              <a:t>13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00"/>
                                        <p:tgtEl>
                                          <p:spTgt spid="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down)">
                                      <p:cBhvr>
                                        <p:cTn id="12" dur="500"/>
                                        <p:tgtEl>
                                          <p:spTgt spid="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down)">
                                      <p:cBhvr>
                                        <p:cTn id="17" dur="500"/>
                                        <p:tgtEl>
                                          <p:spTgt spid="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down)">
                                      <p:cBhvr>
                                        <p:cTn id="22" dur="500"/>
                                        <p:tgtEl>
                                          <p:spTgt spid="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down)">
                                      <p:cBhvr>
                                        <p:cTn id="27" dur="5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down)">
                                      <p:cBhvr>
                                        <p:cTn id="32" dur="500"/>
                                        <p:tgtEl>
                                          <p:spTgt spid="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down)">
                                      <p:cBhvr>
                                        <p:cTn id="37" dur="500"/>
                                        <p:tgtEl>
                                          <p:spTgt spid="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down)">
                                      <p:cBhvr>
                                        <p:cTn id="42" dur="500"/>
                                        <p:tgtEl>
                                          <p:spTgt spid="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wipe(down)">
                                      <p:cBhvr>
                                        <p:cTn id="47" dur="500"/>
                                        <p:tgtEl>
                                          <p:spTgt spid="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wipe(down)">
                                      <p:cBhvr>
                                        <p:cTn id="57" dur="500"/>
                                        <p:tgtEl>
                                          <p:spTgt spid="4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wipe(down)">
                                      <p:cBhvr>
                                        <p:cTn id="62" dur="500"/>
                                        <p:tgtEl>
                                          <p:spTgt spid="5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down)">
                                      <p:cBhvr>
                                        <p:cTn id="67" dur="500"/>
                                        <p:tgtEl>
                                          <p:spTgt spid="5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wipe(down)">
                                      <p:cBhvr>
                                        <p:cTn id="72" dur="500"/>
                                        <p:tgtEl>
                                          <p:spTgt spid="5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wipe(down)">
                                      <p:cBhvr>
                                        <p:cTn id="77" dur="500"/>
                                        <p:tgtEl>
                                          <p:spTgt spid="5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54"/>
                                        </p:tgtEl>
                                        <p:attrNameLst>
                                          <p:attrName>style.visibility</p:attrName>
                                        </p:attrNameLst>
                                      </p:cBhvr>
                                      <p:to>
                                        <p:strVal val="visible"/>
                                      </p:to>
                                    </p:set>
                                    <p:animEffect transition="in" filter="wipe(down)">
                                      <p:cBhvr>
                                        <p:cTn id="82" dur="500"/>
                                        <p:tgtEl>
                                          <p:spTgt spid="5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wipe(down)">
                                      <p:cBhvr>
                                        <p:cTn id="87" dur="500"/>
                                        <p:tgtEl>
                                          <p:spTgt spid="5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wipe(down)">
                                      <p:cBhvr>
                                        <p:cTn id="92" dur="500"/>
                                        <p:tgtEl>
                                          <p:spTgt spid="5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57"/>
                                        </p:tgtEl>
                                        <p:attrNameLst>
                                          <p:attrName>style.visibility</p:attrName>
                                        </p:attrNameLst>
                                      </p:cBhvr>
                                      <p:to>
                                        <p:strVal val="visible"/>
                                      </p:to>
                                    </p:set>
                                    <p:animEffect transition="in" filter="wipe(down)">
                                      <p:cBhvr>
                                        <p:cTn id="97" dur="500"/>
                                        <p:tgtEl>
                                          <p:spTgt spid="5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nodeType="clickEffect">
                                  <p:stCondLst>
                                    <p:cond delay="0"/>
                                  </p:stCondLst>
                                  <p:childTnLst>
                                    <p:set>
                                      <p:cBhvr>
                                        <p:cTn id="101" dur="1" fill="hold">
                                          <p:stCondLst>
                                            <p:cond delay="0"/>
                                          </p:stCondLst>
                                        </p:cTn>
                                        <p:tgtEl>
                                          <p:spTgt spid="58"/>
                                        </p:tgtEl>
                                        <p:attrNameLst>
                                          <p:attrName>style.visibility</p:attrName>
                                        </p:attrNameLst>
                                      </p:cBhvr>
                                      <p:to>
                                        <p:strVal val="visible"/>
                                      </p:to>
                                    </p:set>
                                    <p:animEffect transition="in" filter="wipe(down)">
                                      <p:cBhvr>
                                        <p:cTn id="102" dur="500"/>
                                        <p:tgtEl>
                                          <p:spTgt spid="5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59"/>
                                        </p:tgtEl>
                                        <p:attrNameLst>
                                          <p:attrName>style.visibility</p:attrName>
                                        </p:attrNameLst>
                                      </p:cBhvr>
                                      <p:to>
                                        <p:strVal val="visible"/>
                                      </p:to>
                                    </p:set>
                                    <p:animEffect transition="in" filter="wipe(down)">
                                      <p:cBhvr>
                                        <p:cTn id="107" dur="500"/>
                                        <p:tgtEl>
                                          <p:spTgt spid="5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nodeType="clickEffect">
                                  <p:stCondLst>
                                    <p:cond delay="0"/>
                                  </p:stCondLst>
                                  <p:childTnLst>
                                    <p:set>
                                      <p:cBhvr>
                                        <p:cTn id="111" dur="1" fill="hold">
                                          <p:stCondLst>
                                            <p:cond delay="0"/>
                                          </p:stCondLst>
                                        </p:cTn>
                                        <p:tgtEl>
                                          <p:spTgt spid="60"/>
                                        </p:tgtEl>
                                        <p:attrNameLst>
                                          <p:attrName>style.visibility</p:attrName>
                                        </p:attrNameLst>
                                      </p:cBhvr>
                                      <p:to>
                                        <p:strVal val="visible"/>
                                      </p:to>
                                    </p:set>
                                    <p:animEffect transition="in" filter="wipe(down)">
                                      <p:cBhvr>
                                        <p:cTn id="112" dur="500"/>
                                        <p:tgtEl>
                                          <p:spTgt spid="6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nodeType="click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wipe(down)">
                                      <p:cBhvr>
                                        <p:cTn id="117" dur="500"/>
                                        <p:tgtEl>
                                          <p:spTgt spid="6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nodeType="clickEffect">
                                  <p:stCondLst>
                                    <p:cond delay="0"/>
                                  </p:stCondLst>
                                  <p:childTnLst>
                                    <p:set>
                                      <p:cBhvr>
                                        <p:cTn id="121" dur="1" fill="hold">
                                          <p:stCondLst>
                                            <p:cond delay="0"/>
                                          </p:stCondLst>
                                        </p:cTn>
                                        <p:tgtEl>
                                          <p:spTgt spid="62"/>
                                        </p:tgtEl>
                                        <p:attrNameLst>
                                          <p:attrName>style.visibility</p:attrName>
                                        </p:attrNameLst>
                                      </p:cBhvr>
                                      <p:to>
                                        <p:strVal val="visible"/>
                                      </p:to>
                                    </p:set>
                                    <p:animEffect transition="in" filter="wipe(down)">
                                      <p:cBhvr>
                                        <p:cTn id="122" dur="500"/>
                                        <p:tgtEl>
                                          <p:spTgt spid="6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wipe(down)">
                                      <p:cBhvr>
                                        <p:cTn id="127" dur="500"/>
                                        <p:tgtEl>
                                          <p:spTgt spid="63"/>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64"/>
                                        </p:tgtEl>
                                        <p:attrNameLst>
                                          <p:attrName>style.visibility</p:attrName>
                                        </p:attrNameLst>
                                      </p:cBhvr>
                                      <p:to>
                                        <p:strVal val="visible"/>
                                      </p:to>
                                    </p:set>
                                    <p:animEffect transition="in" filter="wipe(down)">
                                      <p:cBhvr>
                                        <p:cTn id="132" dur="500"/>
                                        <p:tgtEl>
                                          <p:spTgt spid="6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4" fill="hold" nodeType="clickEffect">
                                  <p:stCondLst>
                                    <p:cond delay="0"/>
                                  </p:stCondLst>
                                  <p:childTnLst>
                                    <p:set>
                                      <p:cBhvr>
                                        <p:cTn id="136" dur="1" fill="hold">
                                          <p:stCondLst>
                                            <p:cond delay="0"/>
                                          </p:stCondLst>
                                        </p:cTn>
                                        <p:tgtEl>
                                          <p:spTgt spid="65"/>
                                        </p:tgtEl>
                                        <p:attrNameLst>
                                          <p:attrName>style.visibility</p:attrName>
                                        </p:attrNameLst>
                                      </p:cBhvr>
                                      <p:to>
                                        <p:strVal val="visible"/>
                                      </p:to>
                                    </p:set>
                                    <p:animEffect transition="in" filter="wipe(down)">
                                      <p:cBhvr>
                                        <p:cTn id="137" dur="500"/>
                                        <p:tgtEl>
                                          <p:spTgt spid="6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4" fill="hold" nodeType="clickEffect">
                                  <p:stCondLst>
                                    <p:cond delay="0"/>
                                  </p:stCondLst>
                                  <p:childTnLst>
                                    <p:set>
                                      <p:cBhvr>
                                        <p:cTn id="141" dur="1" fill="hold">
                                          <p:stCondLst>
                                            <p:cond delay="0"/>
                                          </p:stCondLst>
                                        </p:cTn>
                                        <p:tgtEl>
                                          <p:spTgt spid="66"/>
                                        </p:tgtEl>
                                        <p:attrNameLst>
                                          <p:attrName>style.visibility</p:attrName>
                                        </p:attrNameLst>
                                      </p:cBhvr>
                                      <p:to>
                                        <p:strVal val="visible"/>
                                      </p:to>
                                    </p:set>
                                    <p:animEffect transition="in" filter="wipe(down)">
                                      <p:cBhvr>
                                        <p:cTn id="142" dur="500"/>
                                        <p:tgtEl>
                                          <p:spTgt spid="66"/>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wipe(down)">
                                      <p:cBhvr>
                                        <p:cTn id="14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utoUpdateAnimBg="0"/>
      <p:bldP spid="38" grpId="0" autoUpdateAnimBg="0"/>
      <p:bldP spid="43" grpId="0" autoUpdateAnimBg="0"/>
      <p:bldP spid="44" grpId="0" autoUpdateAnimBg="0"/>
      <p:bldP spid="45" grpId="0" autoUpdateAnimBg="0"/>
      <p:bldP spid="47" grpId="0" autoUpdateAnimBg="0"/>
      <p:bldP spid="51" grpId="0" autoUpdateAnimBg="0"/>
      <p:bldP spid="53" grpId="0" autoUpdateAnimBg="0"/>
      <p:bldP spid="54" grpId="0" autoUpdateAnimBg="0"/>
      <p:bldP spid="55" grpId="0" autoUpdateAnimBg="0"/>
      <p:bldP spid="57" grpId="0" autoUpdateAnimBg="0"/>
      <p:bldP spid="59" grpId="0" autoUpdateAnimBg="0"/>
      <p:bldP spid="63" grpId="0" autoUpdateAnimBg="0"/>
      <p:bldP spid="64" grpId="0" autoUpdateAnimBg="0"/>
      <p:bldP spid="6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2" name="Rectangle 5"/>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带注释的语法树 </a:t>
            </a:r>
            <a:endParaRPr lang="en-GB" altLang="zh-CN" dirty="0"/>
          </a:p>
        </p:txBody>
      </p:sp>
      <p:sp>
        <p:nvSpPr>
          <p:cNvPr id="2457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在语法树中，一个结点的</a:t>
            </a:r>
            <a:r>
              <a:rPr lang="zh-CN" altLang="en-US" sz="3086" dirty="0">
                <a:solidFill>
                  <a:srgbClr val="0070C0"/>
                </a:solidFill>
              </a:rPr>
              <a:t>继承属性</a:t>
            </a:r>
            <a:r>
              <a:rPr lang="zh-CN" altLang="en-US" sz="3086" dirty="0">
                <a:solidFill>
                  <a:schemeClr val="tx1">
                    <a:lumMod val="75000"/>
                    <a:lumOff val="25000"/>
                  </a:schemeClr>
                </a:solidFill>
              </a:rPr>
              <a:t>由</a:t>
            </a:r>
            <a:r>
              <a:rPr lang="zh-CN" altLang="en-US" sz="3086" dirty="0">
                <a:solidFill>
                  <a:srgbClr val="CC0000"/>
                </a:solidFill>
              </a:rPr>
              <a:t>其父结点</a:t>
            </a:r>
            <a:r>
              <a:rPr lang="zh-CN" altLang="en-US" sz="3086" dirty="0">
                <a:solidFill>
                  <a:schemeClr val="tx1">
                    <a:lumMod val="75000"/>
                    <a:lumOff val="25000"/>
                  </a:schemeClr>
                </a:solidFill>
              </a:rPr>
              <a:t>、</a:t>
            </a:r>
            <a:r>
              <a:rPr lang="zh-CN" altLang="en-US" sz="3086" dirty="0">
                <a:solidFill>
                  <a:srgbClr val="CC0000"/>
                </a:solidFill>
              </a:rPr>
              <a:t>其兄弟结点</a:t>
            </a:r>
            <a:r>
              <a:rPr lang="zh-CN" altLang="en-US" sz="3086" dirty="0">
                <a:solidFill>
                  <a:schemeClr val="tx1">
                    <a:lumMod val="75000"/>
                    <a:lumOff val="25000"/>
                  </a:schemeClr>
                </a:solidFill>
              </a:rPr>
              <a:t>和</a:t>
            </a:r>
            <a:r>
              <a:rPr lang="zh-CN" altLang="en-US" sz="3086" dirty="0">
                <a:solidFill>
                  <a:srgbClr val="CC0000"/>
                </a:solidFill>
              </a:rPr>
              <a:t>其本身</a:t>
            </a:r>
            <a:r>
              <a:rPr lang="zh-CN" altLang="en-US" sz="3086" dirty="0">
                <a:solidFill>
                  <a:schemeClr val="tx1">
                    <a:lumMod val="75000"/>
                    <a:lumOff val="25000"/>
                  </a:schemeClr>
                </a:solidFill>
              </a:rPr>
              <a:t>的某些属性确定</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用</a:t>
            </a:r>
            <a:r>
              <a:rPr lang="zh-CN" altLang="en-US" sz="3086" dirty="0">
                <a:solidFill>
                  <a:srgbClr val="0070C0"/>
                </a:solidFill>
              </a:rPr>
              <a:t>继承属性</a:t>
            </a:r>
            <a:r>
              <a:rPr lang="zh-CN" altLang="en-US" sz="3086" dirty="0">
                <a:solidFill>
                  <a:schemeClr val="tx1">
                    <a:lumMod val="75000"/>
                    <a:lumOff val="25000"/>
                  </a:schemeClr>
                </a:solidFill>
              </a:rPr>
              <a:t>来表示程序设计语言结构中的上下文依赖关系很方便</a:t>
            </a:r>
          </a:p>
        </p:txBody>
      </p:sp>
      <p:sp>
        <p:nvSpPr>
          <p:cNvPr id="5" name="Rectangle 41"/>
          <p:cNvSpPr txBox="1">
            <a:spLocks noChangeArrowheads="1"/>
          </p:cNvSpPr>
          <p:nvPr/>
        </p:nvSpPr>
        <p:spPr>
          <a:xfrm>
            <a:off x="4537075" y="4044950"/>
            <a:ext cx="5362575" cy="3370263"/>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19050" tIns="119050" rIns="0" bIns="377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fontAlgn="auto">
              <a:lnSpc>
                <a:spcPct val="80000"/>
              </a:lnSpc>
              <a:buClr>
                <a:srgbClr val="4F81BD"/>
              </a:buClr>
              <a:buFont typeface="Wingdings" panose="05000000000000000000" pitchFamily="2" charset="2"/>
              <a:buNone/>
              <a:defRPr/>
            </a:pPr>
            <a:r>
              <a:rPr lang="zh-CN" altLang="en-US" sz="2646" dirty="0">
                <a:solidFill>
                  <a:prstClr val="white"/>
                </a:solidFill>
              </a:rPr>
              <a:t>产 生 式</a:t>
            </a:r>
            <a:r>
              <a:rPr lang="zh-CN" altLang="en-US" sz="2646" dirty="0">
                <a:solidFill>
                  <a:prstClr val="white"/>
                </a:solidFill>
                <a:ea typeface="黑体" panose="02010609060101010101" pitchFamily="49" charset="-122"/>
              </a:rPr>
              <a:t> 	</a:t>
            </a:r>
            <a:r>
              <a:rPr lang="zh-CN" altLang="en-US" sz="2646" dirty="0">
                <a:solidFill>
                  <a:prstClr val="white"/>
                </a:solidFill>
              </a:rPr>
              <a:t>语 义 规 则</a:t>
            </a:r>
            <a:r>
              <a:rPr lang="zh-CN" altLang="en-US" sz="2646" dirty="0">
                <a:solidFill>
                  <a:prstClr val="white"/>
                </a:solidFill>
                <a:ea typeface="黑体" panose="02010609060101010101" pitchFamily="49" charset="-122"/>
              </a:rPr>
              <a:t> </a:t>
            </a:r>
            <a:endParaRPr lang="en-US" altLang="zh-CN" sz="2646" dirty="0">
              <a:solidFill>
                <a:prstClr val="white"/>
              </a:solidFill>
              <a:ea typeface="黑体" panose="02010609060101010101" pitchFamily="49" charset="-122"/>
            </a:endParaRP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D→TL       L.in := </a:t>
            </a:r>
            <a:r>
              <a:rPr lang="en-US" altLang="zh-CN" sz="2646" dirty="0" err="1">
                <a:solidFill>
                  <a:prstClr val="white"/>
                </a:solidFill>
              </a:rPr>
              <a:t>T.type</a:t>
            </a:r>
            <a:r>
              <a:rPr lang="en-US" altLang="zh-CN" sz="2646" dirty="0">
                <a:solidFill>
                  <a:prstClr val="white"/>
                </a:solidFill>
              </a:rPr>
              <a:t>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T→int</a:t>
            </a:r>
            <a:r>
              <a:rPr lang="en-US" altLang="zh-CN" sz="2646" dirty="0">
                <a:solidFill>
                  <a:prstClr val="white"/>
                </a:solidFill>
              </a:rPr>
              <a:t>	      </a:t>
            </a:r>
            <a:r>
              <a:rPr lang="en-US" altLang="zh-CN" sz="2646" dirty="0" err="1">
                <a:solidFill>
                  <a:prstClr val="white"/>
                </a:solidFill>
              </a:rPr>
              <a:t>T.type</a:t>
            </a:r>
            <a:r>
              <a:rPr lang="en-US" altLang="zh-CN" sz="2646" dirty="0">
                <a:solidFill>
                  <a:prstClr val="white"/>
                </a:solidFill>
              </a:rPr>
              <a:t> := integer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T→real</a:t>
            </a:r>
            <a:r>
              <a:rPr lang="en-US" altLang="zh-CN" sz="2646" dirty="0">
                <a:solidFill>
                  <a:prstClr val="white"/>
                </a:solidFill>
              </a:rPr>
              <a:t>     </a:t>
            </a:r>
            <a:r>
              <a:rPr lang="en-US" altLang="zh-CN" sz="2646" dirty="0" err="1">
                <a:solidFill>
                  <a:prstClr val="white"/>
                </a:solidFill>
              </a:rPr>
              <a:t>T.type</a:t>
            </a:r>
            <a:r>
              <a:rPr lang="en-US" altLang="zh-CN" sz="2646" dirty="0">
                <a:solidFill>
                  <a:prstClr val="white"/>
                </a:solidFill>
              </a:rPr>
              <a:t> := real </a:t>
            </a: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L→L</a:t>
            </a:r>
            <a:r>
              <a:rPr lang="en-US" altLang="zh-CN" sz="2646" baseline="-30000" dirty="0">
                <a:solidFill>
                  <a:prstClr val="white"/>
                </a:solidFill>
              </a:rPr>
              <a:t>1</a:t>
            </a:r>
            <a:r>
              <a:rPr lang="en-US" altLang="zh-CN" sz="2646" dirty="0">
                <a:solidFill>
                  <a:prstClr val="white"/>
                </a:solidFill>
              </a:rPr>
              <a:t>, id   L</a:t>
            </a:r>
            <a:r>
              <a:rPr lang="en-US" altLang="zh-CN" sz="2646" baseline="-30000" dirty="0">
                <a:solidFill>
                  <a:prstClr val="white"/>
                </a:solidFill>
              </a:rPr>
              <a:t>1</a:t>
            </a:r>
            <a:r>
              <a:rPr lang="en-US" altLang="zh-CN" sz="2646" dirty="0">
                <a:solidFill>
                  <a:prstClr val="white"/>
                </a:solidFill>
              </a:rPr>
              <a:t>.in :=L.in </a:t>
            </a:r>
          </a:p>
          <a:p>
            <a:pPr algn="just" fontAlgn="auto">
              <a:lnSpc>
                <a:spcPct val="80000"/>
              </a:lnSpc>
              <a:buClr>
                <a:srgbClr val="4F81BD"/>
              </a:buClr>
              <a:buFont typeface="Wingdings" panose="05000000000000000000" pitchFamily="2" charset="2"/>
              <a:buNone/>
              <a:defRPr/>
            </a:pPr>
            <a:r>
              <a:rPr lang="en-US" altLang="zh-CN" sz="2646" dirty="0">
                <a:solidFill>
                  <a:prstClr val="white"/>
                </a:solidFill>
              </a:rPr>
              <a:t>                </a:t>
            </a:r>
            <a:r>
              <a:rPr lang="en-US" altLang="zh-CN" sz="2646" dirty="0" err="1">
                <a:solidFill>
                  <a:prstClr val="white"/>
                </a:solidFill>
              </a:rPr>
              <a:t>addtype</a:t>
            </a:r>
            <a:r>
              <a:rPr lang="en-US" altLang="zh-CN" sz="2646" dirty="0">
                <a:solidFill>
                  <a:prstClr val="white"/>
                </a:solidFill>
              </a:rPr>
              <a:t>(</a:t>
            </a:r>
            <a:r>
              <a:rPr lang="en-US" altLang="zh-CN" sz="2646" dirty="0" err="1">
                <a:solidFill>
                  <a:prstClr val="white"/>
                </a:solidFill>
              </a:rPr>
              <a:t>id.entry</a:t>
            </a:r>
            <a:r>
              <a:rPr lang="en-US" altLang="zh-CN" sz="2646" dirty="0">
                <a:solidFill>
                  <a:prstClr val="white"/>
                </a:solidFill>
              </a:rPr>
              <a:t>, L.in) </a:t>
            </a:r>
          </a:p>
          <a:p>
            <a:pPr algn="just" fontAlgn="auto">
              <a:lnSpc>
                <a:spcPct val="80000"/>
              </a:lnSpc>
              <a:buClr>
                <a:srgbClr val="4F81BD"/>
              </a:buClr>
              <a:buFont typeface="Wingdings" panose="05000000000000000000" pitchFamily="2" charset="2"/>
              <a:buNone/>
              <a:defRPr/>
            </a:pPr>
            <a:r>
              <a:rPr lang="en-US" altLang="zh-CN" sz="2646" dirty="0" err="1">
                <a:solidFill>
                  <a:prstClr val="white"/>
                </a:solidFill>
              </a:rPr>
              <a:t>L→id</a:t>
            </a:r>
            <a:r>
              <a:rPr lang="en-US" altLang="zh-CN" sz="2646" dirty="0">
                <a:solidFill>
                  <a:prstClr val="white"/>
                </a:solidFill>
              </a:rPr>
              <a:t> 	      </a:t>
            </a:r>
            <a:r>
              <a:rPr lang="en-US" altLang="zh-CN" sz="2646" dirty="0" err="1">
                <a:solidFill>
                  <a:prstClr val="white"/>
                </a:solidFill>
              </a:rPr>
              <a:t>addtype</a:t>
            </a:r>
            <a:r>
              <a:rPr lang="en-US" altLang="zh-CN" sz="2646" dirty="0">
                <a:solidFill>
                  <a:prstClr val="white"/>
                </a:solidFill>
              </a:rPr>
              <a:t>(</a:t>
            </a:r>
            <a:r>
              <a:rPr lang="en-US" altLang="zh-CN" sz="2646" dirty="0" err="1">
                <a:solidFill>
                  <a:prstClr val="white"/>
                </a:solidFill>
              </a:rPr>
              <a:t>id.entry</a:t>
            </a:r>
            <a:r>
              <a:rPr lang="en-US" altLang="zh-CN" sz="2646" dirty="0">
                <a:solidFill>
                  <a:prstClr val="white"/>
                </a:solidFill>
              </a:rPr>
              <a:t>, L.in) </a:t>
            </a:r>
            <a:endParaRPr lang="zh-CN" altLang="en-US" sz="2646" dirty="0">
              <a:solidFill>
                <a:prstClr val="white"/>
              </a:solidFill>
            </a:endParaRPr>
          </a:p>
        </p:txBody>
      </p:sp>
      <p:sp>
        <p:nvSpPr>
          <p:cNvPr id="2" name="灯片编号占位符 1">
            <a:extLst>
              <a:ext uri="{FF2B5EF4-FFF2-40B4-BE49-F238E27FC236}">
                <a16:creationId xmlns:a16="http://schemas.microsoft.com/office/drawing/2014/main" id="{A1EACEBA-61B3-F105-0C12-D4CDA58892B3}"/>
              </a:ext>
            </a:extLst>
          </p:cNvPr>
          <p:cNvSpPr>
            <a:spLocks noGrp="1"/>
          </p:cNvSpPr>
          <p:nvPr>
            <p:ph type="sldNum" sz="quarter" idx="12"/>
          </p:nvPr>
        </p:nvSpPr>
        <p:spPr/>
        <p:txBody>
          <a:bodyPr/>
          <a:lstStyle/>
          <a:p>
            <a:pPr>
              <a:defRPr/>
            </a:pPr>
            <a:fld id="{6AF61DD7-7C30-4765-A1C3-B01AB49DDBB1}" type="slidenum">
              <a:rPr lang="en-US" smtClean="0"/>
              <a:pPr>
                <a:defRPr/>
              </a:pPr>
              <a:t>14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wipe(left)">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wipe(left)">
                                      <p:cBhvr>
                                        <p:cTn id="12" dur="500"/>
                                        <p:tgtEl>
                                          <p:spTgt spid="245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带注释的语法树 </a:t>
            </a:r>
          </a:p>
        </p:txBody>
      </p:sp>
      <p:sp>
        <p:nvSpPr>
          <p:cNvPr id="2" name="内容占位符 1"/>
          <p:cNvSpPr>
            <a:spLocks noGrp="1"/>
          </p:cNvSpPr>
          <p:nvPr>
            <p:ph idx="1"/>
          </p:nvPr>
        </p:nvSpPr>
        <p:spPr>
          <a:xfrm>
            <a:off x="422275" y="1930400"/>
            <a:ext cx="8694738" cy="4799013"/>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句子</a:t>
            </a:r>
            <a:r>
              <a:rPr lang="en-US" altLang="zh-CN" sz="3086" dirty="0">
                <a:solidFill>
                  <a:schemeClr val="tx1">
                    <a:lumMod val="75000"/>
                    <a:lumOff val="25000"/>
                  </a:schemeClr>
                </a:solidFill>
              </a:rPr>
              <a:t>real  id</a:t>
            </a:r>
            <a:r>
              <a:rPr lang="en-US" altLang="zh-CN" sz="3086" baseline="-25000" dirty="0">
                <a:solidFill>
                  <a:schemeClr val="tx1">
                    <a:lumMod val="75000"/>
                    <a:lumOff val="25000"/>
                  </a:schemeClr>
                </a:solidFill>
              </a:rPr>
              <a:t>1</a:t>
            </a:r>
            <a:r>
              <a:rPr lang="en-US" altLang="zh-CN" sz="3086" dirty="0">
                <a:solidFill>
                  <a:schemeClr val="tx1">
                    <a:lumMod val="75000"/>
                    <a:lumOff val="25000"/>
                  </a:schemeClr>
                </a:solidFill>
              </a:rPr>
              <a:t>，id</a:t>
            </a:r>
            <a:r>
              <a:rPr lang="en-US" altLang="zh-CN" sz="3086" baseline="-25000" dirty="0">
                <a:solidFill>
                  <a:schemeClr val="tx1">
                    <a:lumMod val="75000"/>
                    <a:lumOff val="25000"/>
                  </a:schemeClr>
                </a:solidFill>
              </a:rPr>
              <a:t>2</a:t>
            </a:r>
            <a:r>
              <a:rPr lang="en-US" altLang="zh-CN" sz="3086" dirty="0">
                <a:solidFill>
                  <a:schemeClr val="tx1">
                    <a:lumMod val="75000"/>
                    <a:lumOff val="25000"/>
                  </a:schemeClr>
                </a:solidFill>
              </a:rPr>
              <a:t>，id</a:t>
            </a:r>
            <a:r>
              <a:rPr lang="en-US" altLang="zh-CN" sz="3086" baseline="-25000" dirty="0">
                <a:solidFill>
                  <a:schemeClr val="tx1">
                    <a:lumMod val="75000"/>
                    <a:lumOff val="25000"/>
                  </a:schemeClr>
                </a:solidFill>
              </a:rPr>
              <a:t>3</a:t>
            </a:r>
            <a:endParaRPr lang="zh-CN" altLang="en-US" sz="3086" baseline="-25000" dirty="0">
              <a:solidFill>
                <a:schemeClr val="tx1">
                  <a:lumMod val="75000"/>
                  <a:lumOff val="25000"/>
                </a:schemeClr>
              </a:solidFill>
            </a:endParaRPr>
          </a:p>
        </p:txBody>
      </p:sp>
      <p:sp>
        <p:nvSpPr>
          <p:cNvPr id="39" name="Rectangle 5"/>
          <p:cNvSpPr>
            <a:spLocks noChangeArrowheads="1"/>
          </p:cNvSpPr>
          <p:nvPr/>
        </p:nvSpPr>
        <p:spPr bwMode="auto">
          <a:xfrm>
            <a:off x="554038" y="6572250"/>
            <a:ext cx="78898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dirty="0">
                <a:solidFill>
                  <a:prstClr val="black"/>
                </a:solidFill>
                <a:latin typeface="微软雅黑" panose="020B0503020204020204" pitchFamily="34" charset="-122"/>
              </a:rPr>
              <a:t>id</a:t>
            </a:r>
            <a:r>
              <a:rPr lang="en-US" altLang="zh-CN" sz="2866" baseline="-25000" dirty="0">
                <a:solidFill>
                  <a:prstClr val="black"/>
                </a:solidFill>
                <a:latin typeface="微软雅黑" panose="020B0503020204020204" pitchFamily="34" charset="-122"/>
              </a:rPr>
              <a:t>1</a:t>
            </a:r>
          </a:p>
        </p:txBody>
      </p:sp>
      <p:sp>
        <p:nvSpPr>
          <p:cNvPr id="1099781" name="Line 6"/>
          <p:cNvSpPr>
            <a:spLocks noChangeShapeType="1"/>
          </p:cNvSpPr>
          <p:nvPr/>
        </p:nvSpPr>
        <p:spPr bwMode="auto">
          <a:xfrm>
            <a:off x="900113" y="6319838"/>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Rectangle 7"/>
          <p:cNvSpPr>
            <a:spLocks noChangeArrowheads="1"/>
          </p:cNvSpPr>
          <p:nvPr/>
        </p:nvSpPr>
        <p:spPr bwMode="auto">
          <a:xfrm>
            <a:off x="-360363" y="5732463"/>
            <a:ext cx="25193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42" name="Rectangle 8"/>
          <p:cNvSpPr>
            <a:spLocks noChangeArrowheads="1"/>
          </p:cNvSpPr>
          <p:nvPr/>
        </p:nvSpPr>
        <p:spPr bwMode="auto">
          <a:xfrm>
            <a:off x="1990725" y="5816600"/>
            <a:ext cx="10080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a:t>
            </a:r>
          </a:p>
        </p:txBody>
      </p:sp>
      <p:sp>
        <p:nvSpPr>
          <p:cNvPr id="43" name="Rectangle 11"/>
          <p:cNvSpPr>
            <a:spLocks noChangeArrowheads="1"/>
          </p:cNvSpPr>
          <p:nvPr/>
        </p:nvSpPr>
        <p:spPr bwMode="auto">
          <a:xfrm>
            <a:off x="2747963" y="5732463"/>
            <a:ext cx="25193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a:solidFill>
                  <a:prstClr val="black"/>
                </a:solidFill>
                <a:latin typeface="微软雅黑" panose="020B0503020204020204" pitchFamily="34" charset="-122"/>
              </a:rPr>
              <a:t>id</a:t>
            </a:r>
            <a:r>
              <a:rPr lang="en-US" altLang="zh-CN" sz="2866" baseline="-25000">
                <a:solidFill>
                  <a:prstClr val="black"/>
                </a:solidFill>
                <a:latin typeface="微软雅黑" panose="020B0503020204020204" pitchFamily="34" charset="-122"/>
              </a:rPr>
              <a:t>2</a:t>
            </a:r>
            <a:endParaRPr kumimoji="1" lang="en-US" altLang="zh-CN" sz="2866">
              <a:solidFill>
                <a:prstClr val="black"/>
              </a:solidFill>
              <a:latin typeface="微软雅黑" panose="020B0503020204020204" pitchFamily="34" charset="-122"/>
            </a:endParaRPr>
          </a:p>
        </p:txBody>
      </p:sp>
      <p:sp>
        <p:nvSpPr>
          <p:cNvPr id="1099785" name="Line 12"/>
          <p:cNvSpPr>
            <a:spLocks noChangeShapeType="1"/>
          </p:cNvSpPr>
          <p:nvPr/>
        </p:nvSpPr>
        <p:spPr bwMode="auto">
          <a:xfrm flipV="1">
            <a:off x="982663" y="5480050"/>
            <a:ext cx="841375"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786" name="Line 13"/>
          <p:cNvSpPr>
            <a:spLocks noChangeShapeType="1"/>
          </p:cNvSpPr>
          <p:nvPr/>
        </p:nvSpPr>
        <p:spPr bwMode="auto">
          <a:xfrm flipV="1">
            <a:off x="2495550" y="5480050"/>
            <a:ext cx="0"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787" name="Line 14"/>
          <p:cNvSpPr>
            <a:spLocks noChangeShapeType="1"/>
          </p:cNvSpPr>
          <p:nvPr/>
        </p:nvSpPr>
        <p:spPr bwMode="auto">
          <a:xfrm>
            <a:off x="2998788" y="5480050"/>
            <a:ext cx="1008062"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Rectangle 15"/>
          <p:cNvSpPr>
            <a:spLocks noChangeArrowheads="1"/>
          </p:cNvSpPr>
          <p:nvPr/>
        </p:nvSpPr>
        <p:spPr bwMode="auto">
          <a:xfrm>
            <a:off x="1150938" y="4892675"/>
            <a:ext cx="20161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48" name="Rectangle 18"/>
          <p:cNvSpPr>
            <a:spLocks noChangeArrowheads="1"/>
          </p:cNvSpPr>
          <p:nvPr/>
        </p:nvSpPr>
        <p:spPr bwMode="auto">
          <a:xfrm>
            <a:off x="3503613" y="4808538"/>
            <a:ext cx="10080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a:t>
            </a:r>
          </a:p>
        </p:txBody>
      </p:sp>
      <p:sp>
        <p:nvSpPr>
          <p:cNvPr id="49" name="Rectangle 23"/>
          <p:cNvSpPr>
            <a:spLocks noChangeArrowheads="1"/>
          </p:cNvSpPr>
          <p:nvPr/>
        </p:nvSpPr>
        <p:spPr bwMode="auto">
          <a:xfrm>
            <a:off x="5654675" y="4892675"/>
            <a:ext cx="9112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866" dirty="0">
                <a:solidFill>
                  <a:prstClr val="black"/>
                </a:solidFill>
                <a:latin typeface="微软雅黑" panose="020B0503020204020204" pitchFamily="34" charset="-122"/>
              </a:rPr>
              <a:t>id</a:t>
            </a:r>
            <a:r>
              <a:rPr lang="en-US" altLang="zh-CN" sz="2866" baseline="-25000" dirty="0">
                <a:solidFill>
                  <a:prstClr val="black"/>
                </a:solidFill>
                <a:latin typeface="微软雅黑" panose="020B0503020204020204" pitchFamily="34" charset="-122"/>
              </a:rPr>
              <a:t>3</a:t>
            </a:r>
            <a:endParaRPr kumimoji="1" lang="en-US" altLang="zh-CN" sz="2866" dirty="0">
              <a:solidFill>
                <a:prstClr val="black"/>
              </a:solidFill>
              <a:latin typeface="微软雅黑" panose="020B0503020204020204" pitchFamily="34" charset="-122"/>
            </a:endParaRPr>
          </a:p>
        </p:txBody>
      </p:sp>
      <p:sp>
        <p:nvSpPr>
          <p:cNvPr id="1099791" name="Line 24"/>
          <p:cNvSpPr>
            <a:spLocks noChangeShapeType="1"/>
          </p:cNvSpPr>
          <p:nvPr/>
        </p:nvSpPr>
        <p:spPr bwMode="auto">
          <a:xfrm flipH="1">
            <a:off x="2243138" y="4556125"/>
            <a:ext cx="1428750"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792" name="Line 25"/>
          <p:cNvSpPr>
            <a:spLocks noChangeShapeType="1"/>
          </p:cNvSpPr>
          <p:nvPr/>
        </p:nvSpPr>
        <p:spPr bwMode="auto">
          <a:xfrm flipV="1">
            <a:off x="4006850" y="4556125"/>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793" name="Line 26"/>
          <p:cNvSpPr>
            <a:spLocks noChangeShapeType="1"/>
          </p:cNvSpPr>
          <p:nvPr/>
        </p:nvSpPr>
        <p:spPr bwMode="auto">
          <a:xfrm>
            <a:off x="4259263" y="4556125"/>
            <a:ext cx="1763712" cy="4206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Rectangle 27"/>
          <p:cNvSpPr>
            <a:spLocks noChangeArrowheads="1"/>
          </p:cNvSpPr>
          <p:nvPr/>
        </p:nvSpPr>
        <p:spPr bwMode="auto">
          <a:xfrm>
            <a:off x="2579688" y="3884613"/>
            <a:ext cx="25193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L</a:t>
            </a:r>
          </a:p>
        </p:txBody>
      </p:sp>
      <p:sp>
        <p:nvSpPr>
          <p:cNvPr id="1099795" name="Line 29"/>
          <p:cNvSpPr>
            <a:spLocks noChangeShapeType="1"/>
          </p:cNvSpPr>
          <p:nvPr/>
        </p:nvSpPr>
        <p:spPr bwMode="auto">
          <a:xfrm flipV="1">
            <a:off x="395288" y="3295650"/>
            <a:ext cx="1679575" cy="673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796" name="Line 30"/>
          <p:cNvSpPr>
            <a:spLocks noChangeShapeType="1"/>
          </p:cNvSpPr>
          <p:nvPr/>
        </p:nvSpPr>
        <p:spPr bwMode="auto">
          <a:xfrm>
            <a:off x="2495550" y="3295650"/>
            <a:ext cx="1427163" cy="6731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Rectangle 32"/>
          <p:cNvSpPr>
            <a:spLocks noChangeArrowheads="1"/>
          </p:cNvSpPr>
          <p:nvPr/>
        </p:nvSpPr>
        <p:spPr bwMode="auto">
          <a:xfrm>
            <a:off x="7938" y="4724400"/>
            <a:ext cx="7334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prstClr val="black"/>
                </a:solidFill>
                <a:latin typeface="微软雅黑" panose="020B0503020204020204" pitchFamily="34" charset="-122"/>
              </a:rPr>
              <a:t>real</a:t>
            </a:r>
          </a:p>
        </p:txBody>
      </p:sp>
      <p:sp>
        <p:nvSpPr>
          <p:cNvPr id="1099798" name="Line 33"/>
          <p:cNvSpPr>
            <a:spLocks noChangeShapeType="1"/>
          </p:cNvSpPr>
          <p:nvPr/>
        </p:nvSpPr>
        <p:spPr bwMode="auto">
          <a:xfrm>
            <a:off x="311150" y="4471988"/>
            <a:ext cx="0" cy="3365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Rectangle 34"/>
          <p:cNvSpPr>
            <a:spLocks noChangeArrowheads="1"/>
          </p:cNvSpPr>
          <p:nvPr/>
        </p:nvSpPr>
        <p:spPr bwMode="auto">
          <a:xfrm>
            <a:off x="142875" y="3884613"/>
            <a:ext cx="25241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T</a:t>
            </a:r>
          </a:p>
        </p:txBody>
      </p:sp>
      <p:sp>
        <p:nvSpPr>
          <p:cNvPr id="59" name="Rectangle 35"/>
          <p:cNvSpPr>
            <a:spLocks noChangeArrowheads="1"/>
          </p:cNvSpPr>
          <p:nvPr/>
        </p:nvSpPr>
        <p:spPr bwMode="auto">
          <a:xfrm>
            <a:off x="1824038" y="2708275"/>
            <a:ext cx="10080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a:solidFill>
                  <a:prstClr val="black"/>
                </a:solidFill>
                <a:latin typeface="微软雅黑" panose="020B0503020204020204" pitchFamily="34" charset="-122"/>
              </a:rPr>
              <a:t>D</a:t>
            </a:r>
          </a:p>
        </p:txBody>
      </p:sp>
      <p:sp>
        <p:nvSpPr>
          <p:cNvPr id="60" name="Rectangle 36"/>
          <p:cNvSpPr>
            <a:spLocks noChangeArrowheads="1"/>
          </p:cNvSpPr>
          <p:nvPr/>
        </p:nvSpPr>
        <p:spPr bwMode="auto">
          <a:xfrm>
            <a:off x="-214313" y="3884613"/>
            <a:ext cx="2689226"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err="1">
                <a:solidFill>
                  <a:srgbClr val="FF3300"/>
                </a:solidFill>
                <a:latin typeface="微软雅黑" panose="020B0503020204020204" pitchFamily="34" charset="-122"/>
              </a:rPr>
              <a:t>T.type</a:t>
            </a:r>
            <a:r>
              <a:rPr kumimoji="1" lang="en-US" altLang="zh-CN" sz="2866" dirty="0">
                <a:solidFill>
                  <a:srgbClr val="FF3300"/>
                </a:solidFill>
                <a:latin typeface="微软雅黑" panose="020B0503020204020204" pitchFamily="34" charset="-122"/>
              </a:rPr>
              <a:t>=real</a:t>
            </a:r>
          </a:p>
        </p:txBody>
      </p:sp>
      <p:sp>
        <p:nvSpPr>
          <p:cNvPr id="61" name="Rectangle 37"/>
          <p:cNvSpPr>
            <a:spLocks noChangeArrowheads="1"/>
          </p:cNvSpPr>
          <p:nvPr/>
        </p:nvSpPr>
        <p:spPr bwMode="auto">
          <a:xfrm>
            <a:off x="3236913" y="3884613"/>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sp>
        <p:nvSpPr>
          <p:cNvPr id="62" name="Rectangle 38"/>
          <p:cNvSpPr>
            <a:spLocks noChangeArrowheads="1"/>
          </p:cNvSpPr>
          <p:nvPr/>
        </p:nvSpPr>
        <p:spPr bwMode="auto">
          <a:xfrm>
            <a:off x="1560513" y="4892675"/>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sp>
        <p:nvSpPr>
          <p:cNvPr id="63" name="Rectangle 39"/>
          <p:cNvSpPr>
            <a:spLocks noChangeArrowheads="1"/>
          </p:cNvSpPr>
          <p:nvPr/>
        </p:nvSpPr>
        <p:spPr bwMode="auto">
          <a:xfrm>
            <a:off x="296863" y="5732463"/>
            <a:ext cx="25209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866" dirty="0">
                <a:solidFill>
                  <a:srgbClr val="FF3300"/>
                </a:solidFill>
                <a:latin typeface="微软雅黑" panose="020B0503020204020204" pitchFamily="34" charset="-122"/>
              </a:rPr>
              <a:t>L.in=real</a:t>
            </a:r>
          </a:p>
        </p:txBody>
      </p:sp>
      <p:graphicFrame>
        <p:nvGraphicFramePr>
          <p:cNvPr id="64" name="Group 85"/>
          <p:cNvGraphicFramePr>
            <a:graphicFrameLocks noGrp="1"/>
          </p:cNvGraphicFramePr>
          <p:nvPr/>
        </p:nvGraphicFramePr>
        <p:xfrm>
          <a:off x="7237413" y="3983038"/>
          <a:ext cx="2565400" cy="2578099"/>
        </p:xfrm>
        <a:graphic>
          <a:graphicData uri="http://schemas.openxmlformats.org/drawingml/2006/table">
            <a:tbl>
              <a:tblPr/>
              <a:tblGrid>
                <a:gridCol w="1282701">
                  <a:extLst>
                    <a:ext uri="{9D8B030D-6E8A-4147-A177-3AD203B41FA5}">
                      <a16:colId xmlns:a16="http://schemas.microsoft.com/office/drawing/2014/main" val="20000"/>
                    </a:ext>
                  </a:extLst>
                </a:gridCol>
                <a:gridCol w="1282699">
                  <a:extLst>
                    <a:ext uri="{9D8B030D-6E8A-4147-A177-3AD203B41FA5}">
                      <a16:colId xmlns:a16="http://schemas.microsoft.com/office/drawing/2014/main" val="20001"/>
                    </a:ext>
                  </a:extLst>
                </a:gridCol>
              </a:tblGrid>
              <a:tr h="5618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zh-CN" sz="2600" b="0" i="0" u="none" strike="noStrike" cap="none" normalizeH="0" baseline="0">
                          <a:ln>
                            <a:noFill/>
                          </a:ln>
                          <a:solidFill>
                            <a:schemeClr val="tx1"/>
                          </a:solidFill>
                          <a:effectLst/>
                          <a:latin typeface="Arial" pitchFamily="34" charset="0"/>
                          <a:ea typeface="微软雅黑" pitchFamily="34" charset="-122"/>
                        </a:rPr>
                        <a:t>name</a:t>
                      </a:r>
                    </a:p>
                  </a:txBody>
                  <a:tcPr marL="100796" marR="100796" marT="50407" marB="50407"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zh-CN" sz="2600" b="0" i="0" u="none" strike="noStrike" cap="none" normalizeH="0" baseline="0">
                          <a:ln>
                            <a:noFill/>
                          </a:ln>
                          <a:solidFill>
                            <a:schemeClr val="tx1"/>
                          </a:solidFill>
                          <a:effectLst/>
                          <a:latin typeface="Arial" pitchFamily="34" charset="0"/>
                          <a:ea typeface="微软雅黑" pitchFamily="34" charset="-122"/>
                        </a:rPr>
                        <a:t>type</a:t>
                      </a:r>
                    </a:p>
                  </a:txBody>
                  <a:tcPr marL="100796" marR="100796" marT="50407" marB="50407"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50406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600" b="0" i="0" u="none" strike="noStrike" cap="none" normalizeH="0" baseline="0">
                          <a:ln>
                            <a:noFill/>
                          </a:ln>
                          <a:solidFill>
                            <a:schemeClr val="tx1"/>
                          </a:solidFill>
                          <a:effectLst/>
                          <a:latin typeface="微软雅黑"/>
                          <a:ea typeface="微软雅黑" pitchFamily="34" charset="-122"/>
                        </a:rPr>
                        <a:t>…</a:t>
                      </a:r>
                      <a:endParaRPr kumimoji="0" lang="en-GB" altLang="zh-CN" sz="2600" b="0"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600" b="0" i="0" u="none" strike="noStrike" cap="none" normalizeH="0" baseline="0">
                          <a:ln>
                            <a:noFill/>
                          </a:ln>
                          <a:solidFill>
                            <a:schemeClr val="tx1"/>
                          </a:solidFill>
                          <a:effectLst/>
                          <a:latin typeface="微软雅黑"/>
                          <a:ea typeface="微软雅黑" pitchFamily="34" charset="-122"/>
                        </a:rPr>
                        <a:t>…</a:t>
                      </a:r>
                      <a:endParaRPr kumimoji="0" lang="en-GB" sz="2600" b="0"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50406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1" i="0" u="none" strike="noStrike" cap="none" normalizeH="0" baseline="-25000">
                        <a:ln>
                          <a:noFill/>
                        </a:ln>
                        <a:solidFill>
                          <a:schemeClr val="tx1"/>
                        </a:solidFill>
                        <a:effectLst/>
                        <a:latin typeface="Times New Roman" pitchFamily="18" charset="0"/>
                        <a:ea typeface="微软雅黑" pitchFamily="34" charset="-122"/>
                      </a:endParaRPr>
                    </a:p>
                  </a:txBody>
                  <a:tcPr marL="100796" marR="100796" marT="50407" marB="50407"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1"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50406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0"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0"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50406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0" i="0" u="none" strike="noStrike" cap="none" normalizeH="0" baseline="0">
                        <a:ln>
                          <a:noFill/>
                        </a:ln>
                        <a:solidFill>
                          <a:schemeClr val="tx1"/>
                        </a:solidFill>
                        <a:effectLst/>
                        <a:latin typeface="Arial" pitchFamily="34" charset="0"/>
                        <a:ea typeface="微软雅黑" pitchFamily="34" charset="-122"/>
                      </a:endParaRPr>
                    </a:p>
                  </a:txBody>
                  <a:tcPr marL="100796" marR="100796" marT="50407" marB="50407"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600" b="0" i="0" u="none" strike="noStrike" cap="none" normalizeH="0" baseline="0" dirty="0">
                        <a:ln>
                          <a:noFill/>
                        </a:ln>
                        <a:solidFill>
                          <a:schemeClr val="tx1"/>
                        </a:solidFill>
                        <a:effectLst/>
                        <a:latin typeface="Arial" pitchFamily="34" charset="0"/>
                        <a:ea typeface="微软雅黑" pitchFamily="34" charset="-122"/>
                      </a:endParaRPr>
                    </a:p>
                  </a:txBody>
                  <a:tcPr marL="100796" marR="100796" marT="50407" marB="50407"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5" name="Text Box 86"/>
          <p:cNvSpPr txBox="1">
            <a:spLocks noChangeArrowheads="1"/>
          </p:cNvSpPr>
          <p:nvPr/>
        </p:nvSpPr>
        <p:spPr bwMode="auto">
          <a:xfrm>
            <a:off x="7554913" y="5043488"/>
            <a:ext cx="58261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latin typeface="Times New Roman" panose="02020603050405020304" pitchFamily="18" charset="0"/>
                <a:ea typeface="宋体" panose="02010600030101010101" pitchFamily="2" charset="-122"/>
              </a:rPr>
              <a:t>id</a:t>
            </a:r>
            <a:r>
              <a:rPr lang="en-US" altLang="zh-CN" sz="2646" b="1" baseline="-25000">
                <a:solidFill>
                  <a:srgbClr val="0033CC"/>
                </a:solidFill>
                <a:latin typeface="Times New Roman" panose="02020603050405020304" pitchFamily="18" charset="0"/>
                <a:ea typeface="宋体" panose="02010600030101010101" pitchFamily="2" charset="-122"/>
              </a:rPr>
              <a:t>3</a:t>
            </a:r>
            <a:endParaRPr lang="en-GB" altLang="zh-CN" sz="2646" b="1" baseline="-25000">
              <a:solidFill>
                <a:srgbClr val="0033CC"/>
              </a:solidFill>
              <a:latin typeface="Times New Roman" panose="02020603050405020304" pitchFamily="18" charset="0"/>
              <a:ea typeface="宋体" panose="02010600030101010101" pitchFamily="2" charset="-122"/>
            </a:endParaRPr>
          </a:p>
        </p:txBody>
      </p:sp>
      <p:sp>
        <p:nvSpPr>
          <p:cNvPr id="66" name="Text Box 87"/>
          <p:cNvSpPr txBox="1">
            <a:spLocks noChangeArrowheads="1"/>
          </p:cNvSpPr>
          <p:nvPr/>
        </p:nvSpPr>
        <p:spPr bwMode="auto">
          <a:xfrm>
            <a:off x="8666163" y="5032375"/>
            <a:ext cx="7889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rPr>
              <a:t>real</a:t>
            </a:r>
            <a:endParaRPr lang="en-GB" altLang="zh-CN" sz="2646" b="1">
              <a:solidFill>
                <a:srgbClr val="0033CC"/>
              </a:solidFill>
              <a:ea typeface="宋体" panose="02010600030101010101" pitchFamily="2" charset="-122"/>
            </a:endParaRPr>
          </a:p>
        </p:txBody>
      </p:sp>
      <p:sp>
        <p:nvSpPr>
          <p:cNvPr id="67" name="Text Box 88"/>
          <p:cNvSpPr txBox="1">
            <a:spLocks noChangeArrowheads="1"/>
          </p:cNvSpPr>
          <p:nvPr/>
        </p:nvSpPr>
        <p:spPr bwMode="auto">
          <a:xfrm>
            <a:off x="7554913" y="5545138"/>
            <a:ext cx="5826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latin typeface="Times New Roman" panose="02020603050405020304" pitchFamily="18" charset="0"/>
                <a:ea typeface="宋体" panose="02010600030101010101" pitchFamily="2" charset="-122"/>
              </a:rPr>
              <a:t>id</a:t>
            </a:r>
            <a:r>
              <a:rPr lang="en-US" altLang="zh-CN" sz="2646" b="1" baseline="-25000">
                <a:solidFill>
                  <a:srgbClr val="0033CC"/>
                </a:solidFill>
                <a:latin typeface="Times New Roman" panose="02020603050405020304" pitchFamily="18" charset="0"/>
                <a:ea typeface="宋体" panose="02010600030101010101" pitchFamily="2" charset="-122"/>
              </a:rPr>
              <a:t>2</a:t>
            </a:r>
            <a:endParaRPr lang="en-GB" altLang="zh-CN" sz="2646" b="1" baseline="-25000">
              <a:solidFill>
                <a:srgbClr val="0033CC"/>
              </a:solidFill>
              <a:latin typeface="Times New Roman" panose="02020603050405020304" pitchFamily="18" charset="0"/>
              <a:ea typeface="宋体" panose="02010600030101010101" pitchFamily="2" charset="-122"/>
            </a:endParaRPr>
          </a:p>
        </p:txBody>
      </p:sp>
      <p:sp>
        <p:nvSpPr>
          <p:cNvPr id="68" name="Text Box 89"/>
          <p:cNvSpPr txBox="1">
            <a:spLocks noChangeArrowheads="1"/>
          </p:cNvSpPr>
          <p:nvPr/>
        </p:nvSpPr>
        <p:spPr bwMode="auto">
          <a:xfrm>
            <a:off x="8666163" y="5532438"/>
            <a:ext cx="7889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rPr>
              <a:t>real</a:t>
            </a:r>
            <a:endParaRPr lang="en-GB" altLang="zh-CN" sz="2646" b="1">
              <a:solidFill>
                <a:srgbClr val="0033CC"/>
              </a:solidFill>
              <a:ea typeface="宋体" panose="02010600030101010101" pitchFamily="2" charset="-122"/>
            </a:endParaRPr>
          </a:p>
        </p:txBody>
      </p:sp>
      <p:sp>
        <p:nvSpPr>
          <p:cNvPr id="69" name="Text Box 90"/>
          <p:cNvSpPr txBox="1">
            <a:spLocks noChangeArrowheads="1"/>
          </p:cNvSpPr>
          <p:nvPr/>
        </p:nvSpPr>
        <p:spPr bwMode="auto">
          <a:xfrm>
            <a:off x="7554913" y="6019800"/>
            <a:ext cx="58261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latin typeface="Times New Roman" panose="02020603050405020304" pitchFamily="18" charset="0"/>
                <a:ea typeface="宋体" panose="02010600030101010101" pitchFamily="2" charset="-122"/>
              </a:rPr>
              <a:t>id</a:t>
            </a:r>
            <a:r>
              <a:rPr lang="en-US" altLang="zh-CN" sz="2646" b="1" baseline="-25000">
                <a:solidFill>
                  <a:srgbClr val="0033CC"/>
                </a:solidFill>
                <a:latin typeface="Times New Roman" panose="02020603050405020304" pitchFamily="18" charset="0"/>
                <a:ea typeface="宋体" panose="02010600030101010101" pitchFamily="2" charset="-122"/>
              </a:rPr>
              <a:t>1</a:t>
            </a:r>
            <a:endParaRPr lang="en-GB" altLang="zh-CN" sz="2646" b="1" baseline="-25000">
              <a:solidFill>
                <a:srgbClr val="0033CC"/>
              </a:solidFill>
              <a:latin typeface="Times New Roman" panose="02020603050405020304" pitchFamily="18" charset="0"/>
              <a:ea typeface="宋体" panose="02010600030101010101" pitchFamily="2" charset="-122"/>
            </a:endParaRPr>
          </a:p>
        </p:txBody>
      </p:sp>
      <p:sp>
        <p:nvSpPr>
          <p:cNvPr id="70" name="Text Box 91"/>
          <p:cNvSpPr txBox="1">
            <a:spLocks noChangeArrowheads="1"/>
          </p:cNvSpPr>
          <p:nvPr/>
        </p:nvSpPr>
        <p:spPr bwMode="auto">
          <a:xfrm>
            <a:off x="8666163" y="6008688"/>
            <a:ext cx="7889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rPr>
              <a:t>real</a:t>
            </a:r>
            <a:endParaRPr lang="en-GB" altLang="zh-CN" sz="2646" b="1">
              <a:solidFill>
                <a:srgbClr val="0033CC"/>
              </a:solidFill>
              <a:ea typeface="宋体" panose="02010600030101010101" pitchFamily="2" charset="-122"/>
            </a:endParaRPr>
          </a:p>
        </p:txBody>
      </p:sp>
      <p:sp>
        <p:nvSpPr>
          <p:cNvPr id="71" name="文本框 70"/>
          <p:cNvSpPr txBox="1"/>
          <p:nvPr/>
        </p:nvSpPr>
        <p:spPr>
          <a:xfrm>
            <a:off x="7896225" y="6630988"/>
            <a:ext cx="1203325" cy="500062"/>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prstClr val="black"/>
                </a:solidFill>
                <a:latin typeface="微软雅黑" panose="020B0503020204020204" pitchFamily="34" charset="-122"/>
                <a:ea typeface="微软雅黑" panose="020B0503020204020204" pitchFamily="34" charset="-122"/>
              </a:rPr>
              <a:t>符号表</a:t>
            </a:r>
          </a:p>
        </p:txBody>
      </p:sp>
      <p:sp>
        <p:nvSpPr>
          <p:cNvPr id="72" name="Rectangle 41"/>
          <p:cNvSpPr txBox="1">
            <a:spLocks noChangeArrowheads="1"/>
          </p:cNvSpPr>
          <p:nvPr/>
        </p:nvSpPr>
        <p:spPr>
          <a:xfrm>
            <a:off x="5267325" y="14288"/>
            <a:ext cx="4813300" cy="32131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lIns="158733" tIns="158733" rIns="0" bIns="50398">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fontAlgn="auto">
              <a:lnSpc>
                <a:spcPct val="80000"/>
              </a:lnSpc>
              <a:buClr>
                <a:srgbClr val="4F81BD"/>
              </a:buClr>
              <a:buFont typeface="Wingdings" panose="05000000000000000000" pitchFamily="2" charset="2"/>
              <a:buNone/>
              <a:defRPr/>
            </a:pPr>
            <a:r>
              <a:rPr lang="zh-CN" altLang="en-US" sz="2425" dirty="0">
                <a:solidFill>
                  <a:prstClr val="white"/>
                </a:solidFill>
              </a:rPr>
              <a:t>产 生 式</a:t>
            </a:r>
            <a:r>
              <a:rPr lang="zh-CN" altLang="en-US" sz="2425" dirty="0">
                <a:solidFill>
                  <a:prstClr val="white"/>
                </a:solidFill>
                <a:ea typeface="黑体" panose="02010609060101010101" pitchFamily="49" charset="-122"/>
              </a:rPr>
              <a:t> 	</a:t>
            </a:r>
            <a:r>
              <a:rPr lang="zh-CN" altLang="en-US" sz="2425" dirty="0">
                <a:solidFill>
                  <a:prstClr val="white"/>
                </a:solidFill>
              </a:rPr>
              <a:t>语 义 规 则</a:t>
            </a:r>
            <a:r>
              <a:rPr lang="zh-CN" altLang="en-US" sz="2425" dirty="0">
                <a:solidFill>
                  <a:prstClr val="white"/>
                </a:solidFill>
                <a:ea typeface="黑体" panose="02010609060101010101" pitchFamily="49" charset="-122"/>
              </a:rPr>
              <a:t> </a:t>
            </a:r>
            <a:endParaRPr lang="en-US" altLang="zh-CN" sz="2425" dirty="0">
              <a:solidFill>
                <a:prstClr val="white"/>
              </a:solidFill>
              <a:ea typeface="黑体" panose="02010609060101010101" pitchFamily="49" charset="-122"/>
            </a:endParaRP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D→TL       L.in := </a:t>
            </a:r>
            <a:r>
              <a:rPr lang="en-US" altLang="zh-CN" sz="2425" dirty="0" err="1">
                <a:solidFill>
                  <a:prstClr val="white"/>
                </a:solidFill>
              </a:rPr>
              <a:t>T.type</a:t>
            </a:r>
            <a:r>
              <a:rPr lang="en-US" altLang="zh-CN" sz="2425" dirty="0">
                <a:solidFill>
                  <a:prstClr val="white"/>
                </a:solidFill>
              </a:rPr>
              <a:t>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T→int</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integer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T→real</a:t>
            </a:r>
            <a:r>
              <a:rPr lang="en-US" altLang="zh-CN" sz="2425" dirty="0">
                <a:solidFill>
                  <a:prstClr val="white"/>
                </a:solidFill>
              </a:rPr>
              <a:t>     </a:t>
            </a:r>
            <a:r>
              <a:rPr lang="en-US" altLang="zh-CN" sz="2425" dirty="0" err="1">
                <a:solidFill>
                  <a:prstClr val="white"/>
                </a:solidFill>
              </a:rPr>
              <a:t>T.type</a:t>
            </a:r>
            <a:r>
              <a:rPr lang="en-US" altLang="zh-CN" sz="2425" dirty="0">
                <a:solidFill>
                  <a:prstClr val="white"/>
                </a:solidFill>
              </a:rPr>
              <a:t> := real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L→L</a:t>
            </a:r>
            <a:r>
              <a:rPr lang="en-US" altLang="zh-CN" sz="2425" baseline="-30000" dirty="0">
                <a:solidFill>
                  <a:prstClr val="white"/>
                </a:solidFill>
              </a:rPr>
              <a:t>1</a:t>
            </a:r>
            <a:r>
              <a:rPr lang="en-US" altLang="zh-CN" sz="2425" dirty="0">
                <a:solidFill>
                  <a:prstClr val="white"/>
                </a:solidFill>
              </a:rPr>
              <a:t>, id   L</a:t>
            </a:r>
            <a:r>
              <a:rPr lang="en-US" altLang="zh-CN" sz="2425" baseline="-30000" dirty="0">
                <a:solidFill>
                  <a:prstClr val="white"/>
                </a:solidFill>
              </a:rPr>
              <a:t>1</a:t>
            </a:r>
            <a:r>
              <a:rPr lang="en-US" altLang="zh-CN" sz="2425" dirty="0">
                <a:solidFill>
                  <a:prstClr val="white"/>
                </a:solidFill>
              </a:rPr>
              <a:t>.in :=L.in </a:t>
            </a:r>
          </a:p>
          <a:p>
            <a:pPr algn="just" fontAlgn="auto">
              <a:lnSpc>
                <a:spcPct val="80000"/>
              </a:lnSpc>
              <a:buClr>
                <a:srgbClr val="4F81BD"/>
              </a:buClr>
              <a:buFont typeface="Wingdings" panose="05000000000000000000" pitchFamily="2" charset="2"/>
              <a:buNone/>
              <a:defRPr/>
            </a:pP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p>
          <a:p>
            <a:pPr algn="just" fontAlgn="auto">
              <a:lnSpc>
                <a:spcPct val="80000"/>
              </a:lnSpc>
              <a:buClr>
                <a:srgbClr val="4F81BD"/>
              </a:buClr>
              <a:buFont typeface="Wingdings" panose="05000000000000000000" pitchFamily="2" charset="2"/>
              <a:buNone/>
              <a:defRPr/>
            </a:pPr>
            <a:r>
              <a:rPr lang="en-US" altLang="zh-CN" sz="2425" dirty="0" err="1">
                <a:solidFill>
                  <a:prstClr val="white"/>
                </a:solidFill>
              </a:rPr>
              <a:t>L→id</a:t>
            </a:r>
            <a:r>
              <a:rPr lang="en-US" altLang="zh-CN" sz="2425" dirty="0">
                <a:solidFill>
                  <a:prstClr val="white"/>
                </a:solidFill>
              </a:rPr>
              <a:t> 	      </a:t>
            </a:r>
            <a:r>
              <a:rPr lang="en-US" altLang="zh-CN" sz="2425" dirty="0" err="1">
                <a:solidFill>
                  <a:prstClr val="white"/>
                </a:solidFill>
              </a:rPr>
              <a:t>addtype</a:t>
            </a:r>
            <a:r>
              <a:rPr lang="en-US" altLang="zh-CN" sz="2425" dirty="0">
                <a:solidFill>
                  <a:prstClr val="white"/>
                </a:solidFill>
              </a:rPr>
              <a:t>(</a:t>
            </a:r>
            <a:r>
              <a:rPr lang="en-US" altLang="zh-CN" sz="2425" dirty="0" err="1">
                <a:solidFill>
                  <a:prstClr val="white"/>
                </a:solidFill>
              </a:rPr>
              <a:t>id.entry</a:t>
            </a:r>
            <a:r>
              <a:rPr lang="en-US" altLang="zh-CN" sz="2425" dirty="0">
                <a:solidFill>
                  <a:prstClr val="white"/>
                </a:solidFill>
              </a:rPr>
              <a:t>, L.in) </a:t>
            </a:r>
            <a:endParaRPr lang="zh-CN" altLang="en-US" sz="2425" dirty="0">
              <a:solidFill>
                <a:prstClr val="white"/>
              </a:solidFill>
            </a:endParaRPr>
          </a:p>
        </p:txBody>
      </p:sp>
      <p:sp>
        <p:nvSpPr>
          <p:cNvPr id="3" name="灯片编号占位符 2">
            <a:extLst>
              <a:ext uri="{FF2B5EF4-FFF2-40B4-BE49-F238E27FC236}">
                <a16:creationId xmlns:a16="http://schemas.microsoft.com/office/drawing/2014/main" id="{F7E3AA10-B031-2542-99EA-F6426A95C49D}"/>
              </a:ext>
            </a:extLst>
          </p:cNvPr>
          <p:cNvSpPr>
            <a:spLocks noGrp="1"/>
          </p:cNvSpPr>
          <p:nvPr>
            <p:ph type="sldNum" sz="quarter" idx="12"/>
          </p:nvPr>
        </p:nvSpPr>
        <p:spPr/>
        <p:txBody>
          <a:bodyPr/>
          <a:lstStyle/>
          <a:p>
            <a:pPr>
              <a:defRPr/>
            </a:pPr>
            <a:fld id="{4F713ABC-1462-453D-A0DD-181DF6FA84CF}" type="slidenum">
              <a:rPr lang="en-US" smtClean="0"/>
              <a:pPr>
                <a:defRPr/>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500"/>
                                        <p:tgtEl>
                                          <p:spTgt spid="6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left)">
                                      <p:cBhvr>
                                        <p:cTn id="18" dur="500"/>
                                        <p:tgtEl>
                                          <p:spTgt spid="6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left)">
                                      <p:cBhvr>
                                        <p:cTn id="23" dur="500"/>
                                        <p:tgtEl>
                                          <p:spTgt spid="6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wipe(left)">
                                      <p:cBhvr>
                                        <p:cTn id="28" dur="500"/>
                                        <p:tgtEl>
                                          <p:spTgt spid="6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left)">
                                      <p:cBhvr>
                                        <p:cTn id="31" dur="500"/>
                                        <p:tgtEl>
                                          <p:spTgt spid="6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wipe(left)">
                                      <p:cBhvr>
                                        <p:cTn id="36" dur="500"/>
                                        <p:tgtEl>
                                          <p:spTgt spid="6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wipe(left)">
                                      <p:cBhvr>
                                        <p:cTn id="41" dur="500"/>
                                        <p:tgtEl>
                                          <p:spTgt spid="67"/>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68"/>
                                        </p:tgtEl>
                                        <p:attrNameLst>
                                          <p:attrName>style.visibility</p:attrName>
                                        </p:attrNameLst>
                                      </p:cBhvr>
                                      <p:to>
                                        <p:strVal val="visible"/>
                                      </p:to>
                                    </p:set>
                                    <p:animEffect transition="in" filter="wipe(left)">
                                      <p:cBhvr>
                                        <p:cTn id="44" dur="500"/>
                                        <p:tgtEl>
                                          <p:spTgt spid="6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wipe(left)">
                                      <p:cBhvr>
                                        <p:cTn id="49" dur="500"/>
                                        <p:tgtEl>
                                          <p:spTgt spid="69"/>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wipe(left)">
                                      <p:cBhvr>
                                        <p:cTn id="5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utoUpdateAnimBg="0"/>
      <p:bldP spid="61" grpId="0" autoUpdateAnimBg="0"/>
      <p:bldP spid="62" grpId="0" autoUpdateAnimBg="0"/>
      <p:bldP spid="63" grpId="0" autoUpdateAnimBg="0"/>
      <p:bldP spid="65" grpId="0"/>
      <p:bldP spid="66" grpId="0"/>
      <p:bldP spid="67" grpId="0"/>
      <p:bldP spid="68" grpId="0"/>
      <p:bldP spid="69" grpId="0"/>
      <p:bldP spid="70" grpId="0"/>
      <p:bldP spid="71"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693738" y="155575"/>
            <a:ext cx="8696325" cy="1460500"/>
          </a:xfrm>
        </p:spPr>
        <p:txBody>
          <a:bodyPr rtlCol="0">
            <a:normAutofit/>
          </a:bodyPr>
          <a:lstStyle/>
          <a:p>
            <a:pPr defTabSz="503972" eaLnBrk="1" fontAlgn="auto" hangingPunct="1">
              <a:spcAft>
                <a:spcPts val="0"/>
              </a:spcAft>
              <a:defRPr/>
            </a:pPr>
            <a:r>
              <a:rPr lang="zh-CN" altLang="en-US" dirty="0"/>
              <a:t>基于属性文法的处理方法 </a:t>
            </a:r>
          </a:p>
        </p:txBody>
      </p:sp>
      <p:sp>
        <p:nvSpPr>
          <p:cNvPr id="27651" name="Rectangle 3"/>
          <p:cNvSpPr>
            <a:spLocks noGrp="1" noChangeArrowheads="1"/>
          </p:cNvSpPr>
          <p:nvPr>
            <p:ph idx="1"/>
          </p:nvPr>
        </p:nvSpPr>
        <p:spPr>
          <a:xfrm>
            <a:off x="707100" y="1214666"/>
            <a:ext cx="8696325" cy="4797425"/>
          </a:xfrm>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2800" dirty="0">
                <a:solidFill>
                  <a:schemeClr val="tx1">
                    <a:lumMod val="75000"/>
                    <a:lumOff val="25000"/>
                  </a:schemeClr>
                </a:solidFill>
              </a:rPr>
              <a:t>语法制导翻译是指在语法分析过程中，</a:t>
            </a:r>
            <a:r>
              <a:rPr lang="zh-CN" altLang="en-US" sz="2800" dirty="0">
                <a:solidFill>
                  <a:srgbClr val="C00000"/>
                </a:solidFill>
              </a:rPr>
              <a:t>完成附加在所使用的产生式上的语义规则描述的动作</a:t>
            </a:r>
            <a:endParaRPr lang="en-US" altLang="zh-CN" sz="2800" dirty="0">
              <a:solidFill>
                <a:srgbClr val="C00000"/>
              </a:solidFill>
            </a:endParaRPr>
          </a:p>
          <a:p>
            <a:pPr marL="377979" indent="-377979" algn="just" defTabSz="503972" eaLnBrk="1" fontAlgn="auto" hangingPunct="1">
              <a:spcBef>
                <a:spcPts val="1102"/>
              </a:spcBef>
              <a:spcAft>
                <a:spcPts val="0"/>
              </a:spcAft>
              <a:buFont typeface="Wingdings 3" charset="2"/>
              <a:buChar char=""/>
              <a:defRPr/>
            </a:pPr>
            <a:r>
              <a:rPr lang="zh-CN" altLang="en-US" sz="2800" dirty="0">
                <a:solidFill>
                  <a:schemeClr val="tx1"/>
                </a:solidFill>
              </a:rPr>
              <a:t>在语法分析的过程中，每当使用一条产生式进行推导或归约时，就执行相应产生式的语义动作</a:t>
            </a:r>
            <a:r>
              <a:rPr lang="en-US" altLang="zh-CN" sz="2800" dirty="0">
                <a:solidFill>
                  <a:schemeClr val="tx1"/>
                </a:solidFill>
              </a:rPr>
              <a:t>, </a:t>
            </a:r>
            <a:r>
              <a:rPr lang="zh-CN" altLang="en-US" sz="2800" dirty="0">
                <a:solidFill>
                  <a:schemeClr val="tx1"/>
                </a:solidFill>
              </a:rPr>
              <a:t>计算树中每个符号的属性，从而实现语义处理。</a:t>
            </a:r>
          </a:p>
          <a:p>
            <a:pPr marL="377979" indent="-377979" algn="just" defTabSz="503972" eaLnBrk="1" fontAlgn="auto" hangingPunct="1">
              <a:spcBef>
                <a:spcPts val="1102"/>
              </a:spcBef>
              <a:spcAft>
                <a:spcPts val="0"/>
              </a:spcAft>
              <a:buFont typeface="Wingdings 3" charset="2"/>
              <a:buChar char=""/>
              <a:defRPr/>
            </a:pPr>
            <a:endParaRPr lang="zh-CN" altLang="en-US" sz="2800" dirty="0">
              <a:solidFill>
                <a:srgbClr val="C00000"/>
              </a:solidFill>
            </a:endParaRPr>
          </a:p>
        </p:txBody>
      </p:sp>
      <p:sp>
        <p:nvSpPr>
          <p:cNvPr id="10" name="Rectangle 4"/>
          <p:cNvSpPr>
            <a:spLocks noChangeArrowheads="1"/>
          </p:cNvSpPr>
          <p:nvPr/>
        </p:nvSpPr>
        <p:spPr bwMode="auto">
          <a:xfrm>
            <a:off x="953162" y="3546703"/>
            <a:ext cx="2098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dirty="0">
                <a:solidFill>
                  <a:srgbClr val="000000"/>
                </a:solidFill>
                <a:latin typeface="Times New Roman" panose="02020603050405020304" pitchFamily="18" charset="0"/>
              </a:rPr>
              <a:t>输入串</a:t>
            </a:r>
          </a:p>
        </p:txBody>
      </p:sp>
      <p:sp>
        <p:nvSpPr>
          <p:cNvPr id="11" name="Rectangle 5"/>
          <p:cNvSpPr>
            <a:spLocks noChangeArrowheads="1"/>
          </p:cNvSpPr>
          <p:nvPr/>
        </p:nvSpPr>
        <p:spPr bwMode="auto">
          <a:xfrm>
            <a:off x="2801012" y="3546703"/>
            <a:ext cx="2098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dirty="0">
                <a:solidFill>
                  <a:srgbClr val="000000"/>
                </a:solidFill>
                <a:latin typeface="Times New Roman" panose="02020603050405020304" pitchFamily="18" charset="0"/>
              </a:rPr>
              <a:t>语法树</a:t>
            </a:r>
          </a:p>
        </p:txBody>
      </p:sp>
      <p:sp>
        <p:nvSpPr>
          <p:cNvPr id="12" name="Rectangle 7"/>
          <p:cNvSpPr>
            <a:spLocks noChangeArrowheads="1"/>
          </p:cNvSpPr>
          <p:nvPr/>
        </p:nvSpPr>
        <p:spPr bwMode="auto">
          <a:xfrm>
            <a:off x="5520400" y="3546703"/>
            <a:ext cx="360838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a:solidFill>
                  <a:srgbClr val="000000"/>
                </a:solidFill>
                <a:latin typeface="Times New Roman" panose="02020603050405020304" pitchFamily="18" charset="0"/>
              </a:rPr>
              <a:t>按照语义规则计算属性</a:t>
            </a:r>
            <a:endParaRPr kumimoji="1" lang="en-US" altLang="zh-CN" sz="2800">
              <a:solidFill>
                <a:srgbClr val="000000"/>
              </a:solidFill>
              <a:latin typeface="Times New Roman" panose="02020603050405020304" pitchFamily="18" charset="0"/>
            </a:endParaRPr>
          </a:p>
        </p:txBody>
      </p:sp>
      <p:sp>
        <p:nvSpPr>
          <p:cNvPr id="13" name="Line 8"/>
          <p:cNvSpPr>
            <a:spLocks noChangeShapeType="1"/>
          </p:cNvSpPr>
          <p:nvPr/>
        </p:nvSpPr>
        <p:spPr bwMode="auto">
          <a:xfrm>
            <a:off x="2632737" y="3881666"/>
            <a:ext cx="587375" cy="3175"/>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9"/>
          <p:cNvSpPr>
            <a:spLocks noChangeShapeType="1"/>
          </p:cNvSpPr>
          <p:nvPr/>
        </p:nvSpPr>
        <p:spPr bwMode="auto">
          <a:xfrm>
            <a:off x="4564725" y="3881666"/>
            <a:ext cx="587375" cy="3175"/>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Rectangle 3"/>
          <p:cNvSpPr txBox="1">
            <a:spLocks noChangeArrowheads="1"/>
          </p:cNvSpPr>
          <p:nvPr/>
        </p:nvSpPr>
        <p:spPr>
          <a:xfrm>
            <a:off x="765027" y="4229867"/>
            <a:ext cx="8639175" cy="2936875"/>
          </a:xfrm>
          <a:prstGeom prst="rect">
            <a:avLst/>
          </a:prstGeom>
        </p:spPr>
        <p:txBody>
          <a:bodyPr>
            <a:normAutofit fontScale="85000" lnSpcReduction="20000"/>
          </a:bodyPr>
          <a:lst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a:lstStyle>
          <a:p>
            <a:pPr algn="just" fontAlgn="auto">
              <a:defRPr/>
            </a:pPr>
            <a:r>
              <a:rPr lang="zh-CN" altLang="en-US" sz="2800" dirty="0"/>
              <a:t>语义规则的计算</a:t>
            </a:r>
          </a:p>
          <a:p>
            <a:pPr lvl="1" algn="just" fontAlgn="auto">
              <a:defRPr/>
            </a:pPr>
            <a:r>
              <a:rPr lang="zh-CN" altLang="en-US" sz="2400" dirty="0"/>
              <a:t>产生代码</a:t>
            </a:r>
          </a:p>
          <a:p>
            <a:pPr lvl="1" algn="just" fontAlgn="auto">
              <a:defRPr/>
            </a:pPr>
            <a:r>
              <a:rPr lang="zh-CN" altLang="en-US" sz="2400" dirty="0"/>
              <a:t>在符号表中存放信息</a:t>
            </a:r>
          </a:p>
          <a:p>
            <a:pPr lvl="1" algn="just" fontAlgn="auto">
              <a:defRPr/>
            </a:pPr>
            <a:r>
              <a:rPr lang="zh-CN" altLang="en-US" sz="2400" dirty="0"/>
              <a:t>给出错误信息</a:t>
            </a:r>
          </a:p>
          <a:p>
            <a:pPr lvl="1" algn="just" fontAlgn="auto">
              <a:defRPr/>
            </a:pPr>
            <a:r>
              <a:rPr lang="zh-CN" altLang="en-US" sz="2400" dirty="0"/>
              <a:t>执行任何其它动作</a:t>
            </a:r>
          </a:p>
          <a:p>
            <a:pPr algn="just" fontAlgn="auto">
              <a:defRPr/>
            </a:pPr>
            <a:r>
              <a:rPr lang="zh-CN" altLang="en-US" sz="2800" dirty="0"/>
              <a:t>对输入串的</a:t>
            </a:r>
            <a:r>
              <a:rPr lang="zh-CN" altLang="en-US" sz="2800" dirty="0">
                <a:solidFill>
                  <a:srgbClr val="C00000"/>
                </a:solidFill>
              </a:rPr>
              <a:t>翻译</a:t>
            </a:r>
            <a:r>
              <a:rPr lang="zh-CN" altLang="en-US" sz="2800" dirty="0"/>
              <a:t>就是根据</a:t>
            </a:r>
            <a:r>
              <a:rPr lang="zh-CN" altLang="en-US" sz="2800" dirty="0">
                <a:solidFill>
                  <a:srgbClr val="C00000"/>
                </a:solidFill>
              </a:rPr>
              <a:t>语义规则</a:t>
            </a:r>
            <a:r>
              <a:rPr lang="zh-CN" altLang="en-US" sz="2800" dirty="0"/>
              <a:t>进行</a:t>
            </a:r>
            <a:r>
              <a:rPr lang="zh-CN" altLang="en-US" sz="2800" dirty="0">
                <a:solidFill>
                  <a:srgbClr val="C00000"/>
                </a:solidFill>
              </a:rPr>
              <a:t>计算</a:t>
            </a:r>
            <a:endParaRPr lang="en-US" altLang="zh-CN" sz="2800" dirty="0">
              <a:solidFill>
                <a:srgbClr val="C00000"/>
              </a:solidFill>
            </a:endParaRPr>
          </a:p>
          <a:p>
            <a:pPr algn="just" fontAlgn="auto">
              <a:defRPr/>
            </a:pPr>
            <a:r>
              <a:rPr lang="zh-CN" altLang="en-US" sz="2800" dirty="0">
                <a:solidFill>
                  <a:srgbClr val="C00000"/>
                </a:solidFill>
              </a:rPr>
              <a:t>由源程序的语法结构驱动的处理方法就是语法制导翻译方法  </a:t>
            </a:r>
            <a:endParaRPr lang="zh-CN" altLang="en-US" sz="1600" dirty="0"/>
          </a:p>
        </p:txBody>
      </p:sp>
      <p:sp>
        <p:nvSpPr>
          <p:cNvPr id="2" name="灯片编号占位符 1">
            <a:extLst>
              <a:ext uri="{FF2B5EF4-FFF2-40B4-BE49-F238E27FC236}">
                <a16:creationId xmlns:a16="http://schemas.microsoft.com/office/drawing/2014/main" id="{E4EE40A7-E148-BB43-4DD1-2BDEBDF54C68}"/>
              </a:ext>
            </a:extLst>
          </p:cNvPr>
          <p:cNvSpPr>
            <a:spLocks noGrp="1"/>
          </p:cNvSpPr>
          <p:nvPr>
            <p:ph type="sldNum" sz="quarter" idx="12"/>
          </p:nvPr>
        </p:nvSpPr>
        <p:spPr/>
        <p:txBody>
          <a:bodyPr/>
          <a:lstStyle/>
          <a:p>
            <a:pPr>
              <a:defRPr/>
            </a:pPr>
            <a:fld id="{7AFBAF98-DCBA-4B62-9F80-12663ABB8F35}" type="slidenum">
              <a:rPr lang="en-US" smtClean="0"/>
              <a:pPr>
                <a:defRPr/>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wipe(left)">
                                      <p:cBhvr>
                                        <p:cTn id="12" dur="500"/>
                                        <p:tgtEl>
                                          <p:spTgt spid="27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xEl>
                                              <p:pRg st="0" end="0"/>
                                            </p:txEl>
                                          </p:spTgt>
                                        </p:tgtEl>
                                        <p:attrNameLst>
                                          <p:attrName>style.visibility</p:attrName>
                                        </p:attrNameLst>
                                      </p:cBhvr>
                                      <p:to>
                                        <p:strVal val="visible"/>
                                      </p:to>
                                    </p:set>
                                    <p:animEffect transition="in" filter="wipe(left)">
                                      <p:cBhvr>
                                        <p:cTn id="42" dur="500"/>
                                        <p:tgtEl>
                                          <p:spTgt spid="9">
                                            <p:txEl>
                                              <p:pRg st="0" end="0"/>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9">
                                            <p:txEl>
                                              <p:pRg st="1" end="1"/>
                                            </p:txEl>
                                          </p:spTgt>
                                        </p:tgtEl>
                                        <p:attrNameLst>
                                          <p:attrName>style.visibility</p:attrName>
                                        </p:attrNameLst>
                                      </p:cBhvr>
                                      <p:to>
                                        <p:strVal val="visible"/>
                                      </p:to>
                                    </p:set>
                                    <p:animEffect transition="in" filter="wipe(left)">
                                      <p:cBhvr>
                                        <p:cTn id="45" dur="500"/>
                                        <p:tgtEl>
                                          <p:spTgt spid="9">
                                            <p:txEl>
                                              <p:pRg st="1" end="1"/>
                                            </p:txEl>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wipe(left)">
                                      <p:cBhvr>
                                        <p:cTn id="48" dur="500"/>
                                        <p:tgtEl>
                                          <p:spTgt spid="9">
                                            <p:txEl>
                                              <p:pRg st="2" end="2"/>
                                            </p:txEl>
                                          </p:spTgt>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Effect transition="in" filter="wipe(left)">
                                      <p:cBhvr>
                                        <p:cTn id="51" dur="500"/>
                                        <p:tgtEl>
                                          <p:spTgt spid="9">
                                            <p:txEl>
                                              <p:pRg st="3" end="3"/>
                                            </p:txEl>
                                          </p:spTgt>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9">
                                            <p:txEl>
                                              <p:pRg st="4" end="4"/>
                                            </p:txEl>
                                          </p:spTgt>
                                        </p:tgtEl>
                                        <p:attrNameLst>
                                          <p:attrName>style.visibility</p:attrName>
                                        </p:attrNameLst>
                                      </p:cBhvr>
                                      <p:to>
                                        <p:strVal val="visible"/>
                                      </p:to>
                                    </p:set>
                                    <p:animEffect transition="in" filter="wipe(left)">
                                      <p:cBhvr>
                                        <p:cTn id="54" dur="500"/>
                                        <p:tgtEl>
                                          <p:spTgt spid="9">
                                            <p:txEl>
                                              <p:pRg st="4" end="4"/>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
                                            <p:txEl>
                                              <p:pRg st="5" end="5"/>
                                            </p:txEl>
                                          </p:spTgt>
                                        </p:tgtEl>
                                        <p:attrNameLst>
                                          <p:attrName>style.visibility</p:attrName>
                                        </p:attrNameLst>
                                      </p:cBhvr>
                                      <p:to>
                                        <p:strVal val="visible"/>
                                      </p:to>
                                    </p:set>
                                    <p:animEffect transition="in" filter="wipe(left)">
                                      <p:cBhvr>
                                        <p:cTn id="59" dur="500"/>
                                        <p:tgtEl>
                                          <p:spTgt spid="9">
                                            <p:txEl>
                                              <p:pRg st="5" end="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9">
                                            <p:txEl>
                                              <p:pRg st="6" end="6"/>
                                            </p:txEl>
                                          </p:spTgt>
                                        </p:tgtEl>
                                        <p:attrNameLst>
                                          <p:attrName>style.visibility</p:attrName>
                                        </p:attrNameLst>
                                      </p:cBhvr>
                                      <p:to>
                                        <p:strVal val="visible"/>
                                      </p:to>
                                    </p:set>
                                    <p:animEffect transition="in" filter="wipe(left)">
                                      <p:cBhvr>
                                        <p:cTn id="64"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10" grpId="0" autoUpdateAnimBg="0"/>
      <p:bldP spid="11" grpId="0" autoUpdateAnimBg="0"/>
      <p:bldP spid="12" grpId="0" autoUpdateAnimBg="0"/>
      <p:bldP spid="13" grpId="0" animBg="1"/>
      <p:bldP spid="14" grpId="0" animBg="1"/>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sz="3307" dirty="0"/>
              <a:t>基于属性文法的处理方法</a:t>
            </a:r>
            <a:r>
              <a:rPr lang="zh-CN" altLang="en-US" dirty="0"/>
              <a:t> </a:t>
            </a:r>
          </a:p>
        </p:txBody>
      </p:sp>
      <p:sp>
        <p:nvSpPr>
          <p:cNvPr id="32772"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依赖图 （</a:t>
            </a:r>
            <a:r>
              <a:rPr lang="en-US" altLang="zh-CN" sz="3086" dirty="0">
                <a:solidFill>
                  <a:schemeClr val="tx1">
                    <a:lumMod val="75000"/>
                    <a:lumOff val="25000"/>
                  </a:schemeClr>
                </a:solidFill>
              </a:rPr>
              <a:t>5.2.1</a:t>
            </a:r>
            <a:r>
              <a:rPr lang="zh-CN" altLang="en-US" sz="3086" dirty="0">
                <a:solidFill>
                  <a:schemeClr val="tx1">
                    <a:lumMod val="75000"/>
                    <a:lumOff val="25000"/>
                  </a:schemeClr>
                </a:solidFill>
              </a:rPr>
              <a:t>小节）、树遍历</a:t>
            </a:r>
          </a:p>
          <a:p>
            <a:pPr marL="377979" indent="-377979" algn="just" defTabSz="503972" eaLnBrk="1" fontAlgn="auto" hangingPunct="1">
              <a:spcBef>
                <a:spcPts val="1102"/>
              </a:spcBef>
              <a:spcAft>
                <a:spcPts val="0"/>
              </a:spcAft>
              <a:buFont typeface="Wingdings 3" charset="2"/>
              <a:buChar char=""/>
              <a:defRPr/>
            </a:pPr>
            <a:r>
              <a:rPr lang="zh-CN" altLang="en-US" sz="3086" dirty="0">
                <a:solidFill>
                  <a:srgbClr val="C00000"/>
                </a:solidFill>
              </a:rPr>
              <a:t>一遍扫描</a:t>
            </a:r>
          </a:p>
        </p:txBody>
      </p:sp>
      <p:sp>
        <p:nvSpPr>
          <p:cNvPr id="4" name="文本框 3"/>
          <p:cNvSpPr txBox="1"/>
          <p:nvPr/>
        </p:nvSpPr>
        <p:spPr>
          <a:xfrm>
            <a:off x="7056438" y="944563"/>
            <a:ext cx="3024187" cy="5670550"/>
          </a:xfrm>
          <a:prstGeom prst="rect">
            <a:avLst/>
          </a:prstGeom>
          <a:noFill/>
        </p:spPr>
        <p:txBody>
          <a:bodyPr/>
          <a:lstStyle/>
          <a:p>
            <a:pPr defTabSz="503972" eaLnBrk="1" fontAlgn="auto" hangingPunct="1">
              <a:spcBef>
                <a:spcPts val="0"/>
              </a:spcBef>
              <a:spcAft>
                <a:spcPts val="0"/>
              </a:spcAft>
              <a:defRPr/>
            </a:pPr>
            <a:endParaRPr lang="zh-CN" altLang="en-US" sz="2646" dirty="0">
              <a:solidFill>
                <a:prstClr val="black"/>
              </a:solidFill>
              <a:latin typeface="Arial" panose="020B0604020202020204"/>
              <a:ea typeface="黑体" panose="02010609060101010101" pitchFamily="49" charset="-122"/>
            </a:endParaRPr>
          </a:p>
        </p:txBody>
      </p:sp>
      <p:sp>
        <p:nvSpPr>
          <p:cNvPr id="5" name="Rectangle 4"/>
          <p:cNvSpPr>
            <a:spLocks noChangeArrowheads="1"/>
          </p:cNvSpPr>
          <p:nvPr/>
        </p:nvSpPr>
        <p:spPr bwMode="auto">
          <a:xfrm>
            <a:off x="897309" y="3149795"/>
            <a:ext cx="2098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a:solidFill>
                  <a:srgbClr val="000000"/>
                </a:solidFill>
                <a:latin typeface="Times New Roman" panose="02020603050405020304" pitchFamily="18" charset="0"/>
              </a:rPr>
              <a:t>输入串</a:t>
            </a:r>
          </a:p>
        </p:txBody>
      </p:sp>
      <p:sp>
        <p:nvSpPr>
          <p:cNvPr id="6" name="Rectangle 5"/>
          <p:cNvSpPr>
            <a:spLocks noChangeArrowheads="1"/>
          </p:cNvSpPr>
          <p:nvPr/>
        </p:nvSpPr>
        <p:spPr bwMode="auto">
          <a:xfrm>
            <a:off x="2745159" y="3149795"/>
            <a:ext cx="2098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dirty="0">
                <a:solidFill>
                  <a:srgbClr val="000000"/>
                </a:solidFill>
                <a:latin typeface="Times New Roman" panose="02020603050405020304" pitchFamily="18" charset="0"/>
              </a:rPr>
              <a:t>语法树</a:t>
            </a:r>
          </a:p>
        </p:txBody>
      </p:sp>
      <p:sp>
        <p:nvSpPr>
          <p:cNvPr id="7" name="Rectangle 7"/>
          <p:cNvSpPr>
            <a:spLocks noChangeArrowheads="1"/>
          </p:cNvSpPr>
          <p:nvPr/>
        </p:nvSpPr>
        <p:spPr bwMode="auto">
          <a:xfrm>
            <a:off x="5464547" y="3149795"/>
            <a:ext cx="360838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lIns="19842" rIns="19842" anchor="ct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spcBef>
                <a:spcPct val="0"/>
              </a:spcBef>
              <a:buClrTx/>
              <a:buSzTx/>
              <a:buFont typeface="Wingdings" panose="05000000000000000000" pitchFamily="2" charset="2"/>
              <a:buNone/>
            </a:pPr>
            <a:r>
              <a:rPr kumimoji="1" lang="zh-CN" altLang="en-US" sz="2800">
                <a:solidFill>
                  <a:srgbClr val="000000"/>
                </a:solidFill>
                <a:latin typeface="Times New Roman" panose="02020603050405020304" pitchFamily="18" charset="0"/>
              </a:rPr>
              <a:t>按照语义规则计算属性</a:t>
            </a:r>
            <a:endParaRPr kumimoji="1" lang="en-US" altLang="zh-CN" sz="2800">
              <a:solidFill>
                <a:srgbClr val="000000"/>
              </a:solidFill>
              <a:latin typeface="Times New Roman" panose="02020603050405020304" pitchFamily="18" charset="0"/>
            </a:endParaRPr>
          </a:p>
        </p:txBody>
      </p:sp>
      <p:sp>
        <p:nvSpPr>
          <p:cNvPr id="8" name="Line 8"/>
          <p:cNvSpPr>
            <a:spLocks noChangeShapeType="1"/>
          </p:cNvSpPr>
          <p:nvPr/>
        </p:nvSpPr>
        <p:spPr bwMode="auto">
          <a:xfrm>
            <a:off x="2576884" y="3484758"/>
            <a:ext cx="587375" cy="3175"/>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p:cNvSpPr>
            <a:spLocks noChangeShapeType="1"/>
          </p:cNvSpPr>
          <p:nvPr/>
        </p:nvSpPr>
        <p:spPr bwMode="auto">
          <a:xfrm>
            <a:off x="4508872" y="3484758"/>
            <a:ext cx="587375" cy="3175"/>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563EDEB5-A243-21DC-F99F-342F4CDAAB3C}"/>
              </a:ext>
            </a:extLst>
          </p:cNvPr>
          <p:cNvSpPr>
            <a:spLocks noGrp="1"/>
          </p:cNvSpPr>
          <p:nvPr>
            <p:ph type="sldNum" sz="quarter" idx="12"/>
          </p:nvPr>
        </p:nvSpPr>
        <p:spPr/>
        <p:txBody>
          <a:bodyPr/>
          <a:lstStyle/>
          <a:p>
            <a:pPr>
              <a:defRPr/>
            </a:pPr>
            <a:fld id="{8DF9D786-BFDF-463F-AAC4-6F3E29BEB9A5}"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一遍扫描</a:t>
            </a:r>
          </a:p>
        </p:txBody>
      </p:sp>
      <p:sp>
        <p:nvSpPr>
          <p:cNvPr id="122883" name="Rectangle 3"/>
          <p:cNvSpPr>
            <a:spLocks noGrp="1" noChangeArrowheads="1"/>
          </p:cNvSpPr>
          <p:nvPr>
            <p:ph idx="1"/>
          </p:nvPr>
        </p:nvSpPr>
        <p:spPr>
          <a:xfrm>
            <a:off x="198683" y="1860550"/>
            <a:ext cx="9431936" cy="4797425"/>
          </a:xfrm>
        </p:spPr>
        <p:txBody>
          <a:bodyPr rtlCol="0">
            <a:normAutofit/>
          </a:bodyPr>
          <a:lstStyle/>
          <a:p>
            <a:pPr marL="377979" indent="-377979" defTabSz="503972" eaLnBrk="1" fontAlgn="auto" hangingPunct="1">
              <a:lnSpc>
                <a:spcPct val="110000"/>
              </a:lnSpc>
              <a:spcBef>
                <a:spcPts val="1102"/>
              </a:spcBef>
              <a:spcAft>
                <a:spcPts val="0"/>
              </a:spcAft>
              <a:buFont typeface="Wingdings 3" charset="2"/>
              <a:buChar char=""/>
              <a:defRPr/>
            </a:pPr>
            <a:r>
              <a:rPr lang="zh-CN" altLang="en-US" sz="2800" dirty="0">
                <a:solidFill>
                  <a:schemeClr val="tx1">
                    <a:lumMod val="75000"/>
                    <a:lumOff val="25000"/>
                  </a:schemeClr>
                </a:solidFill>
              </a:rPr>
              <a:t>在语法分析的同时计算属性值 </a:t>
            </a:r>
          </a:p>
          <a:p>
            <a:pPr marL="818954" lvl="1" indent="-314982" defTabSz="503972" eaLnBrk="1" fontAlgn="auto" hangingPunct="1">
              <a:lnSpc>
                <a:spcPct val="110000"/>
              </a:lnSpc>
              <a:spcBef>
                <a:spcPts val="1102"/>
              </a:spcBef>
              <a:spcAft>
                <a:spcPts val="0"/>
              </a:spcAft>
              <a:buFont typeface="Wingdings 3" charset="2"/>
              <a:buChar char=""/>
              <a:defRPr/>
            </a:pPr>
            <a:r>
              <a:rPr lang="zh-CN" altLang="en-US" sz="2000" dirty="0">
                <a:solidFill>
                  <a:schemeClr val="tx1">
                    <a:lumMod val="75000"/>
                    <a:lumOff val="25000"/>
                  </a:schemeClr>
                </a:solidFill>
              </a:rPr>
              <a:t>所采用的语法分析方法</a:t>
            </a:r>
          </a:p>
          <a:p>
            <a:pPr marL="818954" lvl="1" indent="-314982" defTabSz="503972" eaLnBrk="1" fontAlgn="auto" hangingPunct="1">
              <a:lnSpc>
                <a:spcPct val="110000"/>
              </a:lnSpc>
              <a:spcBef>
                <a:spcPts val="1102"/>
              </a:spcBef>
              <a:spcAft>
                <a:spcPts val="0"/>
              </a:spcAft>
              <a:buFont typeface="Wingdings 3" charset="2"/>
              <a:buChar char=""/>
              <a:defRPr/>
            </a:pPr>
            <a:r>
              <a:rPr lang="zh-CN" altLang="en-US" sz="2000" dirty="0">
                <a:solidFill>
                  <a:schemeClr val="tx1">
                    <a:lumMod val="75000"/>
                    <a:lumOff val="25000"/>
                  </a:schemeClr>
                </a:solidFill>
              </a:rPr>
              <a:t>属性的计算次序</a:t>
            </a:r>
          </a:p>
          <a:p>
            <a:pPr marL="377979" indent="-377979" defTabSz="503972" eaLnBrk="1" fontAlgn="auto" hangingPunct="1">
              <a:lnSpc>
                <a:spcPct val="110000"/>
              </a:lnSpc>
              <a:spcBef>
                <a:spcPts val="1102"/>
              </a:spcBef>
              <a:spcAft>
                <a:spcPts val="0"/>
              </a:spcAft>
              <a:buFont typeface="Wingdings 3" charset="2"/>
              <a:buChar char=""/>
              <a:defRPr/>
            </a:pPr>
            <a:r>
              <a:rPr lang="zh-CN" altLang="en-US" sz="2800" dirty="0">
                <a:solidFill>
                  <a:schemeClr val="tx1">
                    <a:lumMod val="75000"/>
                    <a:lumOff val="25000"/>
                  </a:schemeClr>
                </a:solidFill>
              </a:rPr>
              <a:t>所谓</a:t>
            </a:r>
            <a:r>
              <a:rPr lang="zh-CN" altLang="en-US" sz="2800" dirty="0">
                <a:solidFill>
                  <a:srgbClr val="CC0000"/>
                </a:solidFill>
              </a:rPr>
              <a:t>语法制导翻译法</a:t>
            </a:r>
            <a:r>
              <a:rPr lang="zh-CN" altLang="en-US" sz="2800" dirty="0">
                <a:solidFill>
                  <a:schemeClr val="tx1">
                    <a:lumMod val="75000"/>
                    <a:lumOff val="25000"/>
                  </a:schemeClr>
                </a:solidFill>
              </a:rPr>
              <a:t>，直观上说就是为文法中每个产生式配上一组语义规则，并且在语法分析的同时执行这些语义规则 </a:t>
            </a:r>
          </a:p>
          <a:p>
            <a:pPr marL="377979" indent="-377979" defTabSz="503972" eaLnBrk="1" fontAlgn="auto" hangingPunct="1">
              <a:lnSpc>
                <a:spcPct val="110000"/>
              </a:lnSpc>
              <a:spcBef>
                <a:spcPts val="1102"/>
              </a:spcBef>
              <a:spcAft>
                <a:spcPts val="0"/>
              </a:spcAft>
              <a:buFont typeface="Wingdings 3" charset="2"/>
              <a:buChar char=""/>
              <a:defRPr/>
            </a:pPr>
            <a:r>
              <a:rPr lang="zh-CN" altLang="en-US" sz="2800" dirty="0">
                <a:solidFill>
                  <a:schemeClr val="tx1">
                    <a:lumMod val="75000"/>
                    <a:lumOff val="25000"/>
                  </a:schemeClr>
                </a:solidFill>
              </a:rPr>
              <a:t>语义规则被计算的时机</a:t>
            </a:r>
          </a:p>
          <a:p>
            <a:pPr lvl="1">
              <a:lnSpc>
                <a:spcPct val="110000"/>
              </a:lnSpc>
            </a:pPr>
            <a:r>
              <a:rPr lang="zh-CN" altLang="en-US" sz="2400" dirty="0"/>
              <a:t>自上而下分析，一个产生式匹配输入串成功时</a:t>
            </a:r>
            <a:r>
              <a:rPr lang="en-US" altLang="zh-CN" sz="2400" dirty="0"/>
              <a:t>——</a:t>
            </a:r>
            <a:r>
              <a:rPr lang="en-US" altLang="zh-CN" sz="2400" b="1" dirty="0">
                <a:solidFill>
                  <a:srgbClr val="C00000"/>
                </a:solidFill>
              </a:rPr>
              <a:t>L</a:t>
            </a:r>
            <a:r>
              <a:rPr lang="zh-CN" altLang="en-US" sz="2400" b="1" dirty="0">
                <a:solidFill>
                  <a:srgbClr val="C00000"/>
                </a:solidFill>
              </a:rPr>
              <a:t>属性文法</a:t>
            </a:r>
          </a:p>
          <a:p>
            <a:pPr lvl="1">
              <a:lnSpc>
                <a:spcPct val="110000"/>
              </a:lnSpc>
            </a:pPr>
            <a:r>
              <a:rPr lang="zh-CN" altLang="en-US" sz="2400" dirty="0"/>
              <a:t>自下而上分析，一个产生式被用于进行归约时</a:t>
            </a:r>
            <a:r>
              <a:rPr lang="en-US" altLang="zh-CN" sz="2400" dirty="0"/>
              <a:t>——</a:t>
            </a:r>
            <a:r>
              <a:rPr lang="en-US" altLang="zh-CN" sz="2400" b="1" dirty="0">
                <a:solidFill>
                  <a:srgbClr val="C00000"/>
                </a:solidFill>
              </a:rPr>
              <a:t>S</a:t>
            </a:r>
            <a:r>
              <a:rPr lang="zh-CN" altLang="en-US" sz="2400" b="1" dirty="0">
                <a:solidFill>
                  <a:srgbClr val="C00000"/>
                </a:solidFill>
              </a:rPr>
              <a:t>属性文法 </a:t>
            </a:r>
          </a:p>
        </p:txBody>
      </p:sp>
      <p:sp>
        <p:nvSpPr>
          <p:cNvPr id="2" name="灯片编号占位符 1">
            <a:extLst>
              <a:ext uri="{FF2B5EF4-FFF2-40B4-BE49-F238E27FC236}">
                <a16:creationId xmlns:a16="http://schemas.microsoft.com/office/drawing/2014/main" id="{2EA6A87D-8897-8CD3-4FE7-19019DFE531A}"/>
              </a:ext>
            </a:extLst>
          </p:cNvPr>
          <p:cNvSpPr>
            <a:spLocks noGrp="1"/>
          </p:cNvSpPr>
          <p:nvPr>
            <p:ph type="sldNum" sz="quarter" idx="12"/>
          </p:nvPr>
        </p:nvSpPr>
        <p:spPr/>
        <p:txBody>
          <a:bodyPr/>
          <a:lstStyle/>
          <a:p>
            <a:pPr>
              <a:defRPr/>
            </a:pPr>
            <a:fld id="{1932316F-4800-487E-A91E-C7DA240FAA1E}" type="slidenum">
              <a:rPr lang="en-US" smtClean="0"/>
              <a:pPr>
                <a:defRPr/>
              </a:pPr>
              <a:t>18</a:t>
            </a:fld>
            <a:endParaRPr lang="en-US" dirty="0"/>
          </a:p>
        </p:txBody>
      </p:sp>
      <p:pic>
        <p:nvPicPr>
          <p:cNvPr id="2050" name="图片 1">
            <a:extLst>
              <a:ext uri="{FF2B5EF4-FFF2-40B4-BE49-F238E27FC236}">
                <a16:creationId xmlns:a16="http://schemas.microsoft.com/office/drawing/2014/main" id="{2B07ACF8-C388-9A26-816D-8586DD97A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44" y="1365552"/>
            <a:ext cx="8310013" cy="6046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wipe(left)">
                                      <p:cBhvr>
                                        <p:cTn id="7" dur="500"/>
                                        <p:tgtEl>
                                          <p:spTgt spid="12288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2883">
                                            <p:txEl>
                                              <p:pRg st="1" end="1"/>
                                            </p:txEl>
                                          </p:spTgt>
                                        </p:tgtEl>
                                        <p:attrNameLst>
                                          <p:attrName>style.visibility</p:attrName>
                                        </p:attrNameLst>
                                      </p:cBhvr>
                                      <p:to>
                                        <p:strVal val="visible"/>
                                      </p:to>
                                    </p:set>
                                    <p:animEffect transition="in" filter="wipe(left)">
                                      <p:cBhvr>
                                        <p:cTn id="10" dur="500"/>
                                        <p:tgtEl>
                                          <p:spTgt spid="12288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2883">
                                            <p:txEl>
                                              <p:pRg st="2" end="2"/>
                                            </p:txEl>
                                          </p:spTgt>
                                        </p:tgtEl>
                                        <p:attrNameLst>
                                          <p:attrName>style.visibility</p:attrName>
                                        </p:attrNameLst>
                                      </p:cBhvr>
                                      <p:to>
                                        <p:strVal val="visible"/>
                                      </p:to>
                                    </p:set>
                                    <p:animEffect transition="in" filter="wipe(left)">
                                      <p:cBhvr>
                                        <p:cTn id="13" dur="500"/>
                                        <p:tgtEl>
                                          <p:spTgt spid="12288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2883">
                                            <p:txEl>
                                              <p:pRg st="3" end="3"/>
                                            </p:txEl>
                                          </p:spTgt>
                                        </p:tgtEl>
                                        <p:attrNameLst>
                                          <p:attrName>style.visibility</p:attrName>
                                        </p:attrNameLst>
                                      </p:cBhvr>
                                      <p:to>
                                        <p:strVal val="visible"/>
                                      </p:to>
                                    </p:set>
                                    <p:animEffect transition="in" filter="wipe(left)">
                                      <p:cBhvr>
                                        <p:cTn id="18" dur="500"/>
                                        <p:tgtEl>
                                          <p:spTgt spid="12288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2883">
                                            <p:txEl>
                                              <p:pRg st="4" end="4"/>
                                            </p:txEl>
                                          </p:spTgt>
                                        </p:tgtEl>
                                        <p:attrNameLst>
                                          <p:attrName>style.visibility</p:attrName>
                                        </p:attrNameLst>
                                      </p:cBhvr>
                                      <p:to>
                                        <p:strVal val="visible"/>
                                      </p:to>
                                    </p:set>
                                    <p:animEffect transition="in" filter="wipe(left)">
                                      <p:cBhvr>
                                        <p:cTn id="23" dur="500"/>
                                        <p:tgtEl>
                                          <p:spTgt spid="12288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2050"/>
                                        </p:tgtEl>
                                        <p:attrNameLst>
                                          <p:attrName>style.visibility</p:attrName>
                                        </p:attrNameLst>
                                      </p:cBhvr>
                                      <p:to>
                                        <p:strVal val="visible"/>
                                      </p:to>
                                    </p:set>
                                    <p:animEffect transition="in" filter="barn(inVertical)">
                                      <p:cBhvr>
                                        <p:cTn id="28"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抽象语法树（一种中间代码表示方法） </a:t>
            </a:r>
          </a:p>
        </p:txBody>
      </p:sp>
      <p:sp>
        <p:nvSpPr>
          <p:cNvPr id="12493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rgbClr val="CC0000"/>
                </a:solidFill>
              </a:rPr>
              <a:t>抽象语法树</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Abstract Syntax Tree</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AST)</a:t>
            </a:r>
            <a:r>
              <a:rPr lang="zh-CN" altLang="en-US" sz="3086" dirty="0">
                <a:solidFill>
                  <a:schemeClr val="tx1">
                    <a:lumMod val="75000"/>
                    <a:lumOff val="25000"/>
                  </a:schemeClr>
                </a:solidFill>
              </a:rPr>
              <a:t>，在语法树中去掉那些对翻译不必要的信息，从而获得更有效的源程序中间表示</a:t>
            </a:r>
          </a:p>
        </p:txBody>
      </p:sp>
      <p:grpSp>
        <p:nvGrpSpPr>
          <p:cNvPr id="24" name="Group 11"/>
          <p:cNvGrpSpPr>
            <a:grpSpLocks/>
          </p:cNvGrpSpPr>
          <p:nvPr/>
        </p:nvGrpSpPr>
        <p:grpSpPr bwMode="auto">
          <a:xfrm>
            <a:off x="4902200" y="4732338"/>
            <a:ext cx="4872038" cy="2100262"/>
            <a:chOff x="1440" y="3024"/>
            <a:chExt cx="2784" cy="1200"/>
          </a:xfrm>
        </p:grpSpPr>
        <p:sp>
          <p:nvSpPr>
            <p:cNvPr id="1107985" name="Line 4"/>
            <p:cNvSpPr>
              <a:spLocks noChangeShapeType="1"/>
            </p:cNvSpPr>
            <p:nvPr/>
          </p:nvSpPr>
          <p:spPr bwMode="auto">
            <a:xfrm flipH="1">
              <a:off x="1728" y="3360"/>
              <a:ext cx="1008" cy="48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986" name="Line 5"/>
            <p:cNvSpPr>
              <a:spLocks noChangeShapeType="1"/>
            </p:cNvSpPr>
            <p:nvPr/>
          </p:nvSpPr>
          <p:spPr bwMode="auto">
            <a:xfrm>
              <a:off x="2784" y="3408"/>
              <a:ext cx="0" cy="48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987" name="Line 6"/>
            <p:cNvSpPr>
              <a:spLocks noChangeShapeType="1"/>
            </p:cNvSpPr>
            <p:nvPr/>
          </p:nvSpPr>
          <p:spPr bwMode="auto">
            <a:xfrm>
              <a:off x="2832" y="3371"/>
              <a:ext cx="1056" cy="469"/>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7"/>
            <p:cNvSpPr>
              <a:spLocks noChangeArrowheads="1"/>
            </p:cNvSpPr>
            <p:nvPr/>
          </p:nvSpPr>
          <p:spPr bwMode="auto">
            <a:xfrm>
              <a:off x="1440" y="388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B</a:t>
              </a:r>
            </a:p>
          </p:txBody>
        </p:sp>
        <p:sp>
          <p:nvSpPr>
            <p:cNvPr id="29" name="Rectangle 8"/>
            <p:cNvSpPr>
              <a:spLocks noChangeArrowheads="1"/>
            </p:cNvSpPr>
            <p:nvPr/>
          </p:nvSpPr>
          <p:spPr bwMode="auto">
            <a:xfrm>
              <a:off x="2480" y="3888"/>
              <a:ext cx="6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S</a:t>
              </a:r>
              <a:r>
                <a:rPr lang="en-US" altLang="zh-CN" sz="3086" baseline="-30000" dirty="0">
                  <a:solidFill>
                    <a:prstClr val="black"/>
                  </a:solidFill>
                  <a:latin typeface="微软雅黑" panose="020B0503020204020204" pitchFamily="34" charset="-122"/>
                </a:rPr>
                <a:t>1</a:t>
              </a:r>
            </a:p>
          </p:txBody>
        </p:sp>
        <p:sp>
          <p:nvSpPr>
            <p:cNvPr id="30" name="Rectangle 9"/>
            <p:cNvSpPr>
              <a:spLocks noChangeArrowheads="1"/>
            </p:cNvSpPr>
            <p:nvPr/>
          </p:nvSpPr>
          <p:spPr bwMode="auto">
            <a:xfrm>
              <a:off x="3728" y="3888"/>
              <a:ext cx="4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S</a:t>
              </a:r>
              <a:r>
                <a:rPr lang="en-US" altLang="zh-CN" sz="3086" baseline="-30000" dirty="0">
                  <a:solidFill>
                    <a:prstClr val="black"/>
                  </a:solidFill>
                  <a:latin typeface="微软雅黑" panose="020B0503020204020204" pitchFamily="34" charset="-122"/>
                </a:rPr>
                <a:t>2</a:t>
              </a:r>
            </a:p>
          </p:txBody>
        </p:sp>
        <p:sp>
          <p:nvSpPr>
            <p:cNvPr id="31" name="Rectangle 10"/>
            <p:cNvSpPr>
              <a:spLocks noChangeArrowheads="1"/>
            </p:cNvSpPr>
            <p:nvPr/>
          </p:nvSpPr>
          <p:spPr bwMode="auto">
            <a:xfrm>
              <a:off x="2112" y="3024"/>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err="1">
                  <a:solidFill>
                    <a:prstClr val="black"/>
                  </a:solidFill>
                  <a:latin typeface="微软雅黑" panose="020B0503020204020204" pitchFamily="34" charset="-122"/>
                </a:rPr>
                <a:t>if_then_else</a:t>
              </a:r>
              <a:endParaRPr lang="en-US" altLang="zh-CN" sz="3086" baseline="-30000" dirty="0">
                <a:solidFill>
                  <a:prstClr val="black"/>
                </a:solidFill>
                <a:latin typeface="微软雅黑" panose="020B0503020204020204" pitchFamily="34" charset="-122"/>
              </a:endParaRPr>
            </a:p>
          </p:txBody>
        </p:sp>
      </p:grpSp>
      <p:sp>
        <p:nvSpPr>
          <p:cNvPr id="32" name="Text Box 12"/>
          <p:cNvSpPr txBox="1">
            <a:spLocks noChangeArrowheads="1"/>
          </p:cNvSpPr>
          <p:nvPr/>
        </p:nvSpPr>
        <p:spPr bwMode="auto">
          <a:xfrm>
            <a:off x="5443538" y="3922713"/>
            <a:ext cx="420846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SzTx/>
              <a:buFont typeface="Wingdings" panose="05000000000000000000" pitchFamily="2" charset="2"/>
              <a:buNone/>
              <a:defRPr/>
            </a:pPr>
            <a:r>
              <a:rPr lang="en-US" altLang="zh-CN" sz="3086" dirty="0">
                <a:solidFill>
                  <a:prstClr val="black"/>
                </a:solidFill>
                <a:latin typeface="微软雅黑" panose="020B0503020204020204" pitchFamily="34" charset="-122"/>
              </a:rPr>
              <a:t>if  B  then  S</a:t>
            </a:r>
            <a:r>
              <a:rPr lang="en-US" altLang="zh-CN" sz="3086" baseline="-30000" dirty="0">
                <a:solidFill>
                  <a:prstClr val="black"/>
                </a:solidFill>
                <a:latin typeface="微软雅黑" panose="020B0503020204020204" pitchFamily="34" charset="-122"/>
              </a:rPr>
              <a:t>1</a:t>
            </a:r>
            <a:r>
              <a:rPr lang="en-US" altLang="zh-CN" sz="3086" dirty="0">
                <a:solidFill>
                  <a:prstClr val="black"/>
                </a:solidFill>
                <a:latin typeface="微软雅黑" panose="020B0503020204020204" pitchFamily="34" charset="-122"/>
              </a:rPr>
              <a:t>  else  S</a:t>
            </a:r>
            <a:r>
              <a:rPr lang="en-US" altLang="zh-CN" sz="3086" baseline="-30000" dirty="0">
                <a:solidFill>
                  <a:prstClr val="black"/>
                </a:solidFill>
                <a:latin typeface="微软雅黑" panose="020B0503020204020204" pitchFamily="34" charset="-122"/>
              </a:rPr>
              <a:t>2</a:t>
            </a:r>
          </a:p>
        </p:txBody>
      </p:sp>
      <p:sp>
        <p:nvSpPr>
          <p:cNvPr id="33" name="Text Box 13"/>
          <p:cNvSpPr txBox="1">
            <a:spLocks noChangeArrowheads="1"/>
          </p:cNvSpPr>
          <p:nvPr/>
        </p:nvSpPr>
        <p:spPr bwMode="auto">
          <a:xfrm>
            <a:off x="1555750" y="3919538"/>
            <a:ext cx="14382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Font typeface="Wingdings" panose="05000000000000000000" pitchFamily="2" charset="2"/>
              <a:buNone/>
              <a:defRPr/>
            </a:pPr>
            <a:r>
              <a:rPr kumimoji="1" lang="zh-CN" altLang="en-US" sz="2205"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3*5+4</a:t>
            </a:r>
            <a:endParaRPr lang="en-US" altLang="zh-CN" sz="3086" baseline="-30000" dirty="0">
              <a:solidFill>
                <a:prstClr val="black"/>
              </a:solidFill>
              <a:latin typeface="微软雅黑" panose="020B0503020204020204" pitchFamily="34" charset="-122"/>
            </a:endParaRPr>
          </a:p>
        </p:txBody>
      </p:sp>
      <p:grpSp>
        <p:nvGrpSpPr>
          <p:cNvPr id="34" name="Group 24"/>
          <p:cNvGrpSpPr>
            <a:grpSpLocks/>
          </p:cNvGrpSpPr>
          <p:nvPr/>
        </p:nvGrpSpPr>
        <p:grpSpPr bwMode="auto">
          <a:xfrm>
            <a:off x="160338" y="4448175"/>
            <a:ext cx="4284662" cy="2520950"/>
            <a:chOff x="3072" y="2592"/>
            <a:chExt cx="2448" cy="1440"/>
          </a:xfrm>
        </p:grpSpPr>
        <p:sp>
          <p:nvSpPr>
            <p:cNvPr id="1107976" name="Line 15"/>
            <p:cNvSpPr>
              <a:spLocks noChangeShapeType="1"/>
            </p:cNvSpPr>
            <p:nvPr/>
          </p:nvSpPr>
          <p:spPr bwMode="auto">
            <a:xfrm flipH="1">
              <a:off x="3936" y="2928"/>
              <a:ext cx="480"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977" name="Line 16"/>
            <p:cNvSpPr>
              <a:spLocks noChangeShapeType="1"/>
            </p:cNvSpPr>
            <p:nvPr/>
          </p:nvSpPr>
          <p:spPr bwMode="auto">
            <a:xfrm flipH="1">
              <a:off x="3408" y="3408"/>
              <a:ext cx="432"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978" name="Line 17"/>
            <p:cNvSpPr>
              <a:spLocks noChangeShapeType="1"/>
            </p:cNvSpPr>
            <p:nvPr/>
          </p:nvSpPr>
          <p:spPr bwMode="auto">
            <a:xfrm>
              <a:off x="4608" y="2928"/>
              <a:ext cx="480" cy="28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Rectangle 18"/>
            <p:cNvSpPr>
              <a:spLocks noChangeArrowheads="1"/>
            </p:cNvSpPr>
            <p:nvPr/>
          </p:nvSpPr>
          <p:spPr bwMode="auto">
            <a:xfrm>
              <a:off x="3552" y="321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a:t>
              </a:r>
            </a:p>
          </p:txBody>
        </p:sp>
        <p:sp>
          <p:nvSpPr>
            <p:cNvPr id="39" name="Rectangle 19"/>
            <p:cNvSpPr>
              <a:spLocks noChangeArrowheads="1"/>
            </p:cNvSpPr>
            <p:nvPr/>
          </p:nvSpPr>
          <p:spPr bwMode="auto">
            <a:xfrm>
              <a:off x="4080" y="369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5</a:t>
              </a:r>
              <a:endParaRPr lang="en-US" altLang="zh-CN" sz="3086" baseline="-30000">
                <a:solidFill>
                  <a:prstClr val="black"/>
                </a:solidFill>
                <a:latin typeface="微软雅黑" panose="020B0503020204020204" pitchFamily="34" charset="-122"/>
              </a:endParaRPr>
            </a:p>
          </p:txBody>
        </p:sp>
        <p:sp>
          <p:nvSpPr>
            <p:cNvPr id="40" name="Rectangle 20"/>
            <p:cNvSpPr>
              <a:spLocks noChangeArrowheads="1"/>
            </p:cNvSpPr>
            <p:nvPr/>
          </p:nvSpPr>
          <p:spPr bwMode="auto">
            <a:xfrm>
              <a:off x="4800" y="321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4</a:t>
              </a:r>
              <a:endParaRPr lang="en-US" altLang="zh-CN" sz="3086" baseline="-30000">
                <a:solidFill>
                  <a:prstClr val="black"/>
                </a:solidFill>
                <a:latin typeface="微软雅黑" panose="020B0503020204020204" pitchFamily="34" charset="-122"/>
              </a:endParaRPr>
            </a:p>
          </p:txBody>
        </p:sp>
        <p:sp>
          <p:nvSpPr>
            <p:cNvPr id="41" name="Rectangle 21"/>
            <p:cNvSpPr>
              <a:spLocks noChangeArrowheads="1"/>
            </p:cNvSpPr>
            <p:nvPr/>
          </p:nvSpPr>
          <p:spPr bwMode="auto">
            <a:xfrm>
              <a:off x="3792" y="2592"/>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a:t>
              </a:r>
              <a:endParaRPr lang="en-US" altLang="zh-CN" sz="3086" baseline="-30000">
                <a:solidFill>
                  <a:prstClr val="black"/>
                </a:solidFill>
                <a:latin typeface="微软雅黑" panose="020B0503020204020204" pitchFamily="34" charset="-122"/>
              </a:endParaRPr>
            </a:p>
          </p:txBody>
        </p:sp>
        <p:sp>
          <p:nvSpPr>
            <p:cNvPr id="1107983" name="Line 22"/>
            <p:cNvSpPr>
              <a:spLocks noChangeShapeType="1"/>
            </p:cNvSpPr>
            <p:nvPr/>
          </p:nvSpPr>
          <p:spPr bwMode="auto">
            <a:xfrm>
              <a:off x="3984" y="3408"/>
              <a:ext cx="432"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Rectangle 23"/>
            <p:cNvSpPr>
              <a:spLocks noChangeArrowheads="1"/>
            </p:cNvSpPr>
            <p:nvPr/>
          </p:nvSpPr>
          <p:spPr bwMode="auto">
            <a:xfrm>
              <a:off x="3072" y="369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3</a:t>
              </a:r>
              <a:endParaRPr lang="en-US" altLang="zh-CN" sz="3086" baseline="-30000">
                <a:solidFill>
                  <a:prstClr val="black"/>
                </a:solidFill>
                <a:latin typeface="微软雅黑" panose="020B0503020204020204" pitchFamily="34" charset="-122"/>
              </a:endParaRPr>
            </a:p>
          </p:txBody>
        </p:sp>
      </p:grpSp>
      <p:sp>
        <p:nvSpPr>
          <p:cNvPr id="2" name="灯片编号占位符 1">
            <a:extLst>
              <a:ext uri="{FF2B5EF4-FFF2-40B4-BE49-F238E27FC236}">
                <a16:creationId xmlns:a16="http://schemas.microsoft.com/office/drawing/2014/main" id="{A43A389B-A559-616D-95A6-BB4477457685}"/>
              </a:ext>
            </a:extLst>
          </p:cNvPr>
          <p:cNvSpPr>
            <a:spLocks noGrp="1"/>
          </p:cNvSpPr>
          <p:nvPr>
            <p:ph type="sldNum" sz="quarter" idx="12"/>
          </p:nvPr>
        </p:nvSpPr>
        <p:spPr/>
        <p:txBody>
          <a:bodyPr/>
          <a:lstStyle/>
          <a:p>
            <a:pPr>
              <a:defRPr/>
            </a:pPr>
            <a:fld id="{6157BBD4-D100-43A9-A507-42383E1AEE67}" type="slidenum">
              <a:rPr lang="en-US" smtClean="0"/>
              <a:pPr>
                <a:defRPr/>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wipe(left)">
                                      <p:cBhvr>
                                        <p:cTn id="7" dur="500"/>
                                        <p:tgtEl>
                                          <p:spTgt spid="124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up)">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P spid="32" grpId="0"/>
      <p:bldP spid="3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建立表达式的抽象语法树 </a:t>
            </a:r>
          </a:p>
        </p:txBody>
      </p:sp>
      <p:sp>
        <p:nvSpPr>
          <p:cNvPr id="43011"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mknode</a:t>
            </a:r>
            <a:r>
              <a:rPr lang="en-US" altLang="zh-CN" sz="3086" dirty="0">
                <a:solidFill>
                  <a:srgbClr val="C00000"/>
                </a:solidFill>
              </a:rPr>
              <a:t>(op, left, right) </a:t>
            </a:r>
            <a:r>
              <a:rPr lang="zh-CN" altLang="en-US" sz="3086" dirty="0">
                <a:solidFill>
                  <a:schemeClr val="tx1">
                    <a:lumMod val="75000"/>
                    <a:lumOff val="25000"/>
                  </a:schemeClr>
                </a:solidFill>
              </a:rPr>
              <a:t>建立一个运算符号结点，标号是</a:t>
            </a:r>
            <a:r>
              <a:rPr lang="en-US" altLang="zh-CN" sz="3086" dirty="0">
                <a:solidFill>
                  <a:schemeClr val="tx1">
                    <a:lumMod val="75000"/>
                    <a:lumOff val="25000"/>
                  </a:schemeClr>
                </a:solidFill>
              </a:rPr>
              <a:t>op，</a:t>
            </a:r>
            <a:r>
              <a:rPr lang="zh-CN" altLang="en-US" sz="3086" dirty="0">
                <a:solidFill>
                  <a:schemeClr val="tx1">
                    <a:lumMod val="75000"/>
                    <a:lumOff val="25000"/>
                  </a:schemeClr>
                </a:solidFill>
              </a:rPr>
              <a:t>两个域</a:t>
            </a:r>
            <a:r>
              <a:rPr lang="en-US" altLang="zh-CN" sz="3086" dirty="0">
                <a:solidFill>
                  <a:schemeClr val="tx1">
                    <a:lumMod val="75000"/>
                    <a:lumOff val="25000"/>
                  </a:schemeClr>
                </a:solidFill>
              </a:rPr>
              <a:t>left</a:t>
            </a:r>
            <a:r>
              <a:rPr lang="zh-CN" altLang="en-US" sz="3086" dirty="0">
                <a:solidFill>
                  <a:schemeClr val="tx1">
                    <a:lumMod val="75000"/>
                    <a:lumOff val="25000"/>
                  </a:schemeClr>
                </a:solidFill>
              </a:rPr>
              <a:t>和</a:t>
            </a:r>
            <a:r>
              <a:rPr lang="en-US" altLang="zh-CN" sz="3086" dirty="0">
                <a:solidFill>
                  <a:schemeClr val="tx1">
                    <a:lumMod val="75000"/>
                    <a:lumOff val="25000"/>
                  </a:schemeClr>
                </a:solidFill>
              </a:rPr>
              <a:t>right</a:t>
            </a:r>
            <a:r>
              <a:rPr lang="zh-CN" altLang="en-US" sz="3086" dirty="0">
                <a:solidFill>
                  <a:schemeClr val="tx1">
                    <a:lumMod val="75000"/>
                    <a:lumOff val="25000"/>
                  </a:schemeClr>
                </a:solidFill>
              </a:rPr>
              <a:t>分别指向左子树和右子树</a:t>
            </a:r>
          </a:p>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mkleaf</a:t>
            </a:r>
            <a:r>
              <a:rPr lang="en-US" altLang="zh-CN" sz="3086" dirty="0">
                <a:solidFill>
                  <a:srgbClr val="C00000"/>
                </a:solidFill>
              </a:rPr>
              <a:t>(id, entry) </a:t>
            </a:r>
            <a:r>
              <a:rPr lang="zh-CN" altLang="en-US" sz="3086" dirty="0">
                <a:solidFill>
                  <a:schemeClr val="tx1">
                    <a:lumMod val="75000"/>
                    <a:lumOff val="25000"/>
                  </a:schemeClr>
                </a:solidFill>
              </a:rPr>
              <a:t>建立一个标识符结点，标号为</a:t>
            </a:r>
            <a:r>
              <a:rPr lang="en-US" altLang="zh-CN" sz="3086" dirty="0">
                <a:solidFill>
                  <a:schemeClr val="tx1">
                    <a:lumMod val="75000"/>
                    <a:lumOff val="25000"/>
                  </a:schemeClr>
                </a:solidFill>
              </a:rPr>
              <a:t>id，</a:t>
            </a:r>
            <a:r>
              <a:rPr lang="zh-CN" altLang="en-US" sz="3086" dirty="0">
                <a:solidFill>
                  <a:schemeClr val="tx1">
                    <a:lumMod val="75000"/>
                    <a:lumOff val="25000"/>
                  </a:schemeClr>
                </a:solidFill>
              </a:rPr>
              <a:t>一个域</a:t>
            </a:r>
            <a:r>
              <a:rPr lang="en-US" altLang="zh-CN" sz="3086" dirty="0">
                <a:solidFill>
                  <a:schemeClr val="tx1">
                    <a:lumMod val="75000"/>
                    <a:lumOff val="25000"/>
                  </a:schemeClr>
                </a:solidFill>
              </a:rPr>
              <a:t>entry</a:t>
            </a:r>
            <a:r>
              <a:rPr lang="zh-CN" altLang="en-US" sz="3086" dirty="0">
                <a:solidFill>
                  <a:schemeClr val="tx1">
                    <a:lumMod val="75000"/>
                    <a:lumOff val="25000"/>
                  </a:schemeClr>
                </a:solidFill>
              </a:rPr>
              <a:t>指向标识符在符号表中的入口</a:t>
            </a:r>
          </a:p>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mkleaf</a:t>
            </a:r>
            <a:r>
              <a:rPr lang="en-US" altLang="zh-CN" sz="3086" dirty="0">
                <a:solidFill>
                  <a:srgbClr val="C00000"/>
                </a:solidFill>
              </a:rPr>
              <a:t>(</a:t>
            </a:r>
            <a:r>
              <a:rPr lang="en-US" altLang="zh-CN" sz="3086" dirty="0" err="1">
                <a:solidFill>
                  <a:srgbClr val="C00000"/>
                </a:solidFill>
              </a:rPr>
              <a:t>num</a:t>
            </a:r>
            <a:r>
              <a:rPr lang="en-US" altLang="zh-CN" sz="3086" dirty="0">
                <a:solidFill>
                  <a:srgbClr val="C00000"/>
                </a:solidFill>
              </a:rPr>
              <a:t>, </a:t>
            </a:r>
            <a:r>
              <a:rPr lang="en-US" altLang="zh-CN" sz="3086" dirty="0" err="1">
                <a:solidFill>
                  <a:srgbClr val="C00000"/>
                </a:solidFill>
              </a:rPr>
              <a:t>val</a:t>
            </a:r>
            <a:r>
              <a:rPr lang="en-US" altLang="zh-CN" sz="3086" dirty="0">
                <a:solidFill>
                  <a:srgbClr val="C00000"/>
                </a:solidFill>
              </a:rPr>
              <a:t>) </a:t>
            </a:r>
            <a:r>
              <a:rPr lang="zh-CN" altLang="en-US" sz="3086" dirty="0">
                <a:solidFill>
                  <a:schemeClr val="tx1">
                    <a:lumMod val="75000"/>
                    <a:lumOff val="25000"/>
                  </a:schemeClr>
                </a:solidFill>
              </a:rPr>
              <a:t>建立一个数结点，标号为</a:t>
            </a:r>
            <a:r>
              <a:rPr lang="en-US" altLang="zh-CN" sz="3086" dirty="0" err="1">
                <a:solidFill>
                  <a:schemeClr val="tx1">
                    <a:lumMod val="75000"/>
                    <a:lumOff val="25000"/>
                  </a:schemeClr>
                </a:solidFill>
              </a:rPr>
              <a:t>num</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一个域</a:t>
            </a:r>
            <a:r>
              <a:rPr lang="en-US" altLang="zh-CN" sz="3086" dirty="0" err="1">
                <a:solidFill>
                  <a:schemeClr val="tx1">
                    <a:lumMod val="75000"/>
                    <a:lumOff val="25000"/>
                  </a:schemeClr>
                </a:solidFill>
              </a:rPr>
              <a:t>val</a:t>
            </a:r>
            <a:r>
              <a:rPr lang="zh-CN" altLang="en-US" sz="3086" dirty="0">
                <a:solidFill>
                  <a:schemeClr val="tx1">
                    <a:lumMod val="75000"/>
                    <a:lumOff val="25000"/>
                  </a:schemeClr>
                </a:solidFill>
              </a:rPr>
              <a:t>用于存放数的值</a:t>
            </a:r>
          </a:p>
        </p:txBody>
      </p:sp>
      <p:sp>
        <p:nvSpPr>
          <p:cNvPr id="2" name="灯片编号占位符 1">
            <a:extLst>
              <a:ext uri="{FF2B5EF4-FFF2-40B4-BE49-F238E27FC236}">
                <a16:creationId xmlns:a16="http://schemas.microsoft.com/office/drawing/2014/main" id="{CBC35CF3-96CB-CDC5-6E92-A3F967AA1DFF}"/>
              </a:ext>
            </a:extLst>
          </p:cNvPr>
          <p:cNvSpPr>
            <a:spLocks noGrp="1"/>
          </p:cNvSpPr>
          <p:nvPr>
            <p:ph type="sldNum" sz="quarter" idx="12"/>
          </p:nvPr>
        </p:nvSpPr>
        <p:spPr/>
        <p:txBody>
          <a:bodyPr/>
          <a:lstStyle/>
          <a:p>
            <a:pPr>
              <a:defRPr/>
            </a:pPr>
            <a:fld id="{D49A2853-5077-49F4-9AF9-3103399ECEA5}" type="slidenum">
              <a:rPr lang="en-US" smtClean="0"/>
              <a:pPr>
                <a:defRPr/>
              </a:pPr>
              <a:t>20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left)">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建立抽象语法树的语义规则</a:t>
            </a:r>
          </a:p>
        </p:txBody>
      </p:sp>
      <p:sp>
        <p:nvSpPr>
          <p:cNvPr id="125955"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ea typeface="黑体" panose="02010609060101010101" pitchFamily="49" charset="-122"/>
              </a:rPr>
              <a:t>产 生 式</a:t>
            </a:r>
            <a:r>
              <a:rPr lang="zh-CN" altLang="en-US" sz="3086" dirty="0">
                <a:solidFill>
                  <a:schemeClr val="tx1">
                    <a:lumMod val="75000"/>
                    <a:lumOff val="25000"/>
                  </a:schemeClr>
                </a:solidFill>
              </a:rPr>
              <a:t> 		</a:t>
            </a:r>
            <a:r>
              <a:rPr lang="en-US" altLang="zh-CN" sz="3086" dirty="0">
                <a:solidFill>
                  <a:schemeClr val="tx1">
                    <a:lumMod val="75000"/>
                    <a:lumOff val="25000"/>
                  </a:schemeClr>
                </a:solidFill>
                <a:ea typeface="黑体" panose="02010609060101010101" pitchFamily="49" charset="-122"/>
              </a:rPr>
              <a:t> </a:t>
            </a:r>
            <a:r>
              <a:rPr lang="zh-CN" altLang="en-US" sz="3086" dirty="0">
                <a:solidFill>
                  <a:schemeClr val="tx1">
                    <a:lumMod val="75000"/>
                    <a:lumOff val="25000"/>
                  </a:schemeClr>
                </a:solidFill>
                <a:ea typeface="黑体" panose="02010609060101010101" pitchFamily="49" charset="-122"/>
              </a:rPr>
              <a:t>语 义 规 则</a:t>
            </a:r>
            <a:r>
              <a:rPr lang="zh-CN" altLang="en-US" sz="3086" dirty="0">
                <a:solidFill>
                  <a:schemeClr val="tx1">
                    <a:lumMod val="75000"/>
                    <a:lumOff val="25000"/>
                  </a:schemeClr>
                </a:solidFill>
              </a:rPr>
              <a:t> </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E→E</a:t>
            </a:r>
            <a:r>
              <a:rPr lang="en-US" altLang="zh-CN" sz="3086" baseline="-30000" dirty="0">
                <a:solidFill>
                  <a:schemeClr val="tx1">
                    <a:lumMod val="75000"/>
                    <a:lumOff val="25000"/>
                  </a:schemeClr>
                </a:solidFill>
                <a:latin typeface="+mn-lt"/>
              </a:rPr>
              <a:t>1</a:t>
            </a:r>
            <a:r>
              <a:rPr lang="en-US" altLang="zh-CN" sz="3086" dirty="0">
                <a:solidFill>
                  <a:schemeClr val="tx1">
                    <a:lumMod val="75000"/>
                    <a:lumOff val="25000"/>
                  </a:schemeClr>
                </a:solidFill>
                <a:latin typeface="+mn-lt"/>
              </a:rPr>
              <a:t>+T	</a:t>
            </a:r>
            <a:r>
              <a:rPr lang="en-US" altLang="zh-CN" sz="3086" dirty="0" err="1">
                <a:solidFill>
                  <a:schemeClr val="tx1">
                    <a:lumMod val="75000"/>
                    <a:lumOff val="25000"/>
                  </a:schemeClr>
                </a:solidFill>
                <a:latin typeface="+mn-lt"/>
              </a:rPr>
              <a:t>E.nptr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mknode</a:t>
            </a:r>
            <a:r>
              <a:rPr lang="en-US" altLang="zh-CN" sz="3086" dirty="0">
                <a:solidFill>
                  <a:schemeClr val="tx1">
                    <a:lumMod val="75000"/>
                    <a:lumOff val="25000"/>
                  </a:schemeClr>
                </a:solidFill>
                <a:latin typeface="+mn-lt"/>
              </a:rPr>
              <a:t>(‘+’, E</a:t>
            </a:r>
            <a:r>
              <a:rPr lang="en-US" altLang="zh-CN" sz="3086" baseline="-30000" dirty="0">
                <a:solidFill>
                  <a:schemeClr val="tx1">
                    <a:lumMod val="75000"/>
                    <a:lumOff val="25000"/>
                  </a:schemeClr>
                </a:solidFill>
                <a:latin typeface="+mn-lt"/>
                <a:ea typeface="黑体" panose="02010609060101010101" pitchFamily="49" charset="-122"/>
              </a:rPr>
              <a:t>1</a:t>
            </a:r>
            <a:r>
              <a:rPr lang="en-US" altLang="zh-CN" sz="3086" dirty="0">
                <a:solidFill>
                  <a:schemeClr val="tx1">
                    <a:lumMod val="75000"/>
                    <a:lumOff val="25000"/>
                  </a:schemeClr>
                </a:solidFill>
                <a:latin typeface="+mn-lt"/>
              </a:rPr>
              <a:t>.nptr,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E→E</a:t>
            </a:r>
            <a:r>
              <a:rPr lang="en-US" altLang="zh-CN" sz="3086" baseline="-30000" dirty="0">
                <a:solidFill>
                  <a:schemeClr val="tx1">
                    <a:lumMod val="75000"/>
                    <a:lumOff val="25000"/>
                  </a:schemeClr>
                </a:solidFill>
                <a:latin typeface="+mn-lt"/>
              </a:rPr>
              <a:t>1</a:t>
            </a:r>
            <a:r>
              <a:rPr lang="en-US" altLang="zh-CN" sz="3086" dirty="0">
                <a:solidFill>
                  <a:schemeClr val="tx1">
                    <a:lumMod val="75000"/>
                    <a:lumOff val="25000"/>
                  </a:schemeClr>
                </a:solidFill>
                <a:latin typeface="+mn-lt"/>
              </a:rPr>
              <a:t>-T		</a:t>
            </a:r>
            <a:r>
              <a:rPr lang="en-US" altLang="zh-CN" sz="3086" dirty="0" err="1">
                <a:solidFill>
                  <a:schemeClr val="tx1">
                    <a:lumMod val="75000"/>
                    <a:lumOff val="25000"/>
                  </a:schemeClr>
                </a:solidFill>
                <a:latin typeface="+mn-lt"/>
              </a:rPr>
              <a:t>E.nptr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mknode</a:t>
            </a:r>
            <a:r>
              <a:rPr lang="en-US" altLang="zh-CN" sz="3086" dirty="0">
                <a:solidFill>
                  <a:schemeClr val="tx1">
                    <a:lumMod val="75000"/>
                    <a:lumOff val="25000"/>
                  </a:schemeClr>
                </a:solidFill>
                <a:latin typeface="+mn-lt"/>
              </a:rPr>
              <a:t>(‘-’, E</a:t>
            </a:r>
            <a:r>
              <a:rPr lang="en-US" altLang="zh-CN" sz="3086" baseline="-30000" dirty="0">
                <a:solidFill>
                  <a:schemeClr val="tx1">
                    <a:lumMod val="75000"/>
                    <a:lumOff val="25000"/>
                  </a:schemeClr>
                </a:solidFill>
                <a:latin typeface="+mn-lt"/>
                <a:ea typeface="黑体" panose="02010609060101010101" pitchFamily="49" charset="-122"/>
              </a:rPr>
              <a:t>1</a:t>
            </a:r>
            <a:r>
              <a:rPr lang="en-US" altLang="zh-CN" sz="3086" dirty="0">
                <a:solidFill>
                  <a:schemeClr val="tx1">
                    <a:lumMod val="75000"/>
                    <a:lumOff val="25000"/>
                  </a:schemeClr>
                </a:solidFill>
                <a:latin typeface="+mn-lt"/>
              </a:rPr>
              <a:t>.nptr,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E→T			</a:t>
            </a:r>
            <a:r>
              <a:rPr lang="en-US" altLang="zh-CN" sz="3086" dirty="0" err="1">
                <a:solidFill>
                  <a:schemeClr val="tx1">
                    <a:lumMod val="75000"/>
                    <a:lumOff val="25000"/>
                  </a:schemeClr>
                </a:solidFill>
                <a:latin typeface="+mn-lt"/>
              </a:rPr>
              <a:t>E.nptr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T→ (E)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E.nptr</a:t>
            </a:r>
            <a:r>
              <a:rPr lang="en-US" altLang="zh-CN" sz="3086" dirty="0">
                <a:solidFill>
                  <a:schemeClr val="tx1">
                    <a:lumMod val="75000"/>
                    <a:lumOff val="25000"/>
                  </a:schemeClr>
                </a:solidFill>
                <a:latin typeface="+mn-lt"/>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err="1">
                <a:solidFill>
                  <a:schemeClr val="tx1">
                    <a:lumMod val="75000"/>
                    <a:lumOff val="25000"/>
                  </a:schemeClr>
                </a:solidFill>
                <a:latin typeface="+mn-lt"/>
              </a:rPr>
              <a:t>T→id</a:t>
            </a: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mkleaf</a:t>
            </a:r>
            <a:r>
              <a:rPr lang="en-US" altLang="zh-CN" sz="3086" dirty="0">
                <a:solidFill>
                  <a:schemeClr val="tx1">
                    <a:lumMod val="75000"/>
                    <a:lumOff val="25000"/>
                  </a:schemeClr>
                </a:solidFill>
                <a:latin typeface="+mn-lt"/>
              </a:rPr>
              <a:t> ( id, </a:t>
            </a:r>
            <a:r>
              <a:rPr lang="en-US" altLang="zh-CN" sz="3086" dirty="0" err="1">
                <a:solidFill>
                  <a:schemeClr val="tx1">
                    <a:lumMod val="75000"/>
                    <a:lumOff val="25000"/>
                  </a:schemeClr>
                </a:solidFill>
                <a:latin typeface="+mn-lt"/>
              </a:rPr>
              <a:t>id.entry</a:t>
            </a:r>
            <a:r>
              <a:rPr lang="en-US" altLang="zh-CN" sz="3086" dirty="0">
                <a:solidFill>
                  <a:schemeClr val="tx1">
                    <a:lumMod val="75000"/>
                    <a:lumOff val="25000"/>
                  </a:schemeClr>
                </a:solidFill>
                <a:latin typeface="+mn-lt"/>
              </a:rPr>
              <a:t> ) </a:t>
            </a:r>
          </a:p>
          <a:p>
            <a:pPr marL="377979" indent="-377979" algn="just" defTabSz="503972" eaLnBrk="1" fontAlgn="auto" hangingPunct="1">
              <a:spcBef>
                <a:spcPts val="1102"/>
              </a:spcBef>
              <a:spcAft>
                <a:spcPts val="0"/>
              </a:spcAft>
              <a:buFont typeface="Wingdings" panose="05000000000000000000" pitchFamily="2" charset="2"/>
              <a:buNone/>
              <a:defRPr/>
            </a:pPr>
            <a:r>
              <a:rPr lang="en-US" altLang="zh-CN" sz="3086" dirty="0" err="1">
                <a:solidFill>
                  <a:schemeClr val="tx1">
                    <a:lumMod val="75000"/>
                    <a:lumOff val="25000"/>
                  </a:schemeClr>
                </a:solidFill>
                <a:latin typeface="+mn-lt"/>
              </a:rPr>
              <a:t>T→num</a:t>
            </a: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T.nptr</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mkleaf</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num</a:t>
            </a: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num.val</a:t>
            </a:r>
            <a:r>
              <a:rPr lang="en-US" altLang="zh-CN" sz="3086" dirty="0">
                <a:solidFill>
                  <a:schemeClr val="tx1">
                    <a:lumMod val="75000"/>
                    <a:lumOff val="25000"/>
                  </a:schemeClr>
                </a:solidFill>
                <a:latin typeface="+mn-lt"/>
              </a:rPr>
              <a:t> ) </a:t>
            </a:r>
            <a:endParaRPr lang="zh-CN" altLang="en-US" sz="3086" dirty="0">
              <a:solidFill>
                <a:schemeClr val="tx1">
                  <a:lumMod val="75000"/>
                  <a:lumOff val="25000"/>
                </a:schemeClr>
              </a:solidFill>
              <a:latin typeface="+mn-lt"/>
            </a:endParaRPr>
          </a:p>
        </p:txBody>
      </p:sp>
      <p:sp>
        <p:nvSpPr>
          <p:cNvPr id="2" name="灯片编号占位符 1">
            <a:extLst>
              <a:ext uri="{FF2B5EF4-FFF2-40B4-BE49-F238E27FC236}">
                <a16:creationId xmlns:a16="http://schemas.microsoft.com/office/drawing/2014/main" id="{EEA667B7-154C-2B60-0E76-A973BA066BD4}"/>
              </a:ext>
            </a:extLst>
          </p:cNvPr>
          <p:cNvSpPr>
            <a:spLocks noGrp="1"/>
          </p:cNvSpPr>
          <p:nvPr>
            <p:ph type="sldNum" sz="quarter" idx="12"/>
          </p:nvPr>
        </p:nvSpPr>
        <p:spPr/>
        <p:txBody>
          <a:bodyPr/>
          <a:lstStyle/>
          <a:p>
            <a:pPr>
              <a:defRPr/>
            </a:pPr>
            <a:fld id="{86D51FFC-5F66-4AA6-A994-A98AEDB426C6}" type="slidenum">
              <a:rPr lang="en-US" smtClean="0"/>
              <a:pPr>
                <a:defRPr/>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wipe(left)">
                                      <p:cBhvr>
                                        <p:cTn id="7" dur="500"/>
                                        <p:tgtEl>
                                          <p:spTgt spid="125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wipe(left)">
                                      <p:cBhvr>
                                        <p:cTn id="12" dur="500"/>
                                        <p:tgtEl>
                                          <p:spTgt spid="1259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wipe(left)">
                                      <p:cBhvr>
                                        <p:cTn id="17" dur="500"/>
                                        <p:tgtEl>
                                          <p:spTgt spid="1259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wipe(left)">
                                      <p:cBhvr>
                                        <p:cTn id="22" dur="500"/>
                                        <p:tgtEl>
                                          <p:spTgt spid="1259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Effect transition="in" filter="wipe(left)">
                                      <p:cBhvr>
                                        <p:cTn id="27" dur="500"/>
                                        <p:tgtEl>
                                          <p:spTgt spid="1259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5955">
                                            <p:txEl>
                                              <p:pRg st="5" end="5"/>
                                            </p:txEl>
                                          </p:spTgt>
                                        </p:tgtEl>
                                        <p:attrNameLst>
                                          <p:attrName>style.visibility</p:attrName>
                                        </p:attrNameLst>
                                      </p:cBhvr>
                                      <p:to>
                                        <p:strVal val="visible"/>
                                      </p:to>
                                    </p:set>
                                    <p:animEffect transition="in" filter="wipe(left)">
                                      <p:cBhvr>
                                        <p:cTn id="32" dur="500"/>
                                        <p:tgtEl>
                                          <p:spTgt spid="1259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5955">
                                            <p:txEl>
                                              <p:pRg st="6" end="6"/>
                                            </p:txEl>
                                          </p:spTgt>
                                        </p:tgtEl>
                                        <p:attrNameLst>
                                          <p:attrName>style.visibility</p:attrName>
                                        </p:attrNameLst>
                                      </p:cBhvr>
                                      <p:to>
                                        <p:strVal val="visible"/>
                                      </p:to>
                                    </p:set>
                                    <p:animEffect transition="in" filter="wipe(left)">
                                      <p:cBhvr>
                                        <p:cTn id="37" dur="500"/>
                                        <p:tgtEl>
                                          <p:spTgt spid="1259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5535613" y="6832600"/>
            <a:ext cx="4651375" cy="641350"/>
          </a:xfrm>
        </p:spPr>
        <p:txBody>
          <a:bodyPr rtlCol="0">
            <a:normAutofit/>
          </a:bodyPr>
          <a:lstStyle/>
          <a:p>
            <a:pPr defTabSz="503972" eaLnBrk="1" fontAlgn="auto" hangingPunct="1">
              <a:spcAft>
                <a:spcPts val="0"/>
              </a:spcAft>
              <a:defRPr/>
            </a:pPr>
            <a:r>
              <a:rPr lang="zh-CN" altLang="en-US" sz="3086" dirty="0"/>
              <a:t> </a:t>
            </a:r>
            <a:r>
              <a:rPr lang="en-US" altLang="zh-CN" sz="3086" dirty="0"/>
              <a:t>a－4＋c</a:t>
            </a:r>
            <a:r>
              <a:rPr lang="zh-CN" altLang="en-US" sz="3086" dirty="0"/>
              <a:t>的抽象语法树</a:t>
            </a:r>
          </a:p>
        </p:txBody>
      </p:sp>
      <p:sp>
        <p:nvSpPr>
          <p:cNvPr id="78" name="Rectangle 90"/>
          <p:cNvSpPr>
            <a:spLocks noGrp="1" noChangeArrowheads="1"/>
          </p:cNvSpPr>
          <p:nvPr>
            <p:ph idx="1"/>
          </p:nvPr>
        </p:nvSpPr>
        <p:spPr>
          <a:xfrm>
            <a:off x="3144838" y="-3555"/>
            <a:ext cx="6935787" cy="2074863"/>
          </a:xfrm>
          <a:ln>
            <a:headEnd/>
            <a:tailEnd/>
          </a:ln>
        </p:spPr>
        <p:style>
          <a:lnRef idx="3">
            <a:schemeClr val="lt1"/>
          </a:lnRef>
          <a:fillRef idx="1">
            <a:schemeClr val="accent1"/>
          </a:fillRef>
          <a:effectRef idx="1">
            <a:schemeClr val="accent1"/>
          </a:effectRef>
          <a:fontRef idx="minor">
            <a:schemeClr val="lt1"/>
          </a:fontRef>
        </p:style>
        <p:txBody>
          <a:bodyPr rtlCol="0" anchor="ctr">
            <a:normAutofit/>
          </a:bodyPr>
          <a:lstStyle/>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205" dirty="0"/>
              <a:t>E→E</a:t>
            </a:r>
            <a:r>
              <a:rPr lang="en-US" altLang="zh-CN" sz="2205" baseline="-25000" dirty="0"/>
              <a:t>1</a:t>
            </a:r>
            <a:r>
              <a:rPr lang="en-US" altLang="zh-CN" sz="2205" dirty="0"/>
              <a:t>+T   </a:t>
            </a:r>
            <a:r>
              <a:rPr lang="en-US" altLang="zh-CN" sz="2205" dirty="0" err="1"/>
              <a:t>E.nptr</a:t>
            </a:r>
            <a:r>
              <a:rPr lang="en-US" altLang="zh-CN" sz="2205" dirty="0"/>
              <a:t> := </a:t>
            </a:r>
            <a:r>
              <a:rPr lang="en-US" altLang="zh-CN" sz="2205" dirty="0" err="1"/>
              <a:t>mknode</a:t>
            </a:r>
            <a:r>
              <a:rPr lang="en-US" altLang="zh-CN" sz="2205" dirty="0"/>
              <a:t>( ‘+’, E</a:t>
            </a:r>
            <a:r>
              <a:rPr lang="en-US" altLang="zh-CN" sz="2205" baseline="-25000" dirty="0"/>
              <a:t>1</a:t>
            </a:r>
            <a:r>
              <a:rPr lang="en-US" altLang="zh-CN" sz="2205" dirty="0"/>
              <a:t>.nptr, </a:t>
            </a:r>
            <a:r>
              <a:rPr lang="en-US" altLang="zh-CN" sz="2205" dirty="0" err="1"/>
              <a:t>T.nptr</a:t>
            </a:r>
            <a:r>
              <a:rPr lang="en-US" altLang="zh-CN" sz="2205" dirty="0"/>
              <a:t> )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205" dirty="0"/>
              <a:t>E→E</a:t>
            </a:r>
            <a:r>
              <a:rPr lang="en-US" altLang="zh-CN" sz="2205" baseline="-25000" dirty="0"/>
              <a:t>1</a:t>
            </a:r>
            <a:r>
              <a:rPr lang="en-US" altLang="zh-CN" sz="2205" dirty="0"/>
              <a:t>-T    </a:t>
            </a:r>
            <a:r>
              <a:rPr lang="en-US" altLang="zh-CN" sz="2205" dirty="0" err="1"/>
              <a:t>E.nptr</a:t>
            </a:r>
            <a:r>
              <a:rPr lang="en-US" altLang="zh-CN" sz="2205" dirty="0"/>
              <a:t> := </a:t>
            </a:r>
            <a:r>
              <a:rPr lang="en-US" altLang="zh-CN" sz="2205" dirty="0" err="1"/>
              <a:t>mknode</a:t>
            </a:r>
            <a:r>
              <a:rPr lang="en-US" altLang="zh-CN" sz="2205" dirty="0"/>
              <a:t>( ‘-’, E</a:t>
            </a:r>
            <a:r>
              <a:rPr lang="en-US" altLang="zh-CN" sz="2205" baseline="-25000" dirty="0"/>
              <a:t>1</a:t>
            </a:r>
            <a:r>
              <a:rPr lang="en-US" altLang="zh-CN" sz="2205" dirty="0"/>
              <a:t>.nptr, </a:t>
            </a:r>
            <a:r>
              <a:rPr lang="en-US" altLang="zh-CN" sz="2205" dirty="0" err="1"/>
              <a:t>T.nptr</a:t>
            </a:r>
            <a:r>
              <a:rPr lang="en-US" altLang="zh-CN" sz="2205" dirty="0"/>
              <a:t> )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205" dirty="0"/>
              <a:t>E→T	    </a:t>
            </a:r>
            <a:r>
              <a:rPr lang="en-US" altLang="zh-CN" sz="2205" dirty="0" err="1"/>
              <a:t>E.nptr</a:t>
            </a:r>
            <a:r>
              <a:rPr lang="en-US" altLang="zh-CN" sz="2205" dirty="0"/>
              <a:t> := </a:t>
            </a:r>
            <a:r>
              <a:rPr lang="en-US" altLang="zh-CN" sz="2205" dirty="0" err="1"/>
              <a:t>T.nptr</a:t>
            </a:r>
            <a:r>
              <a:rPr lang="en-US" altLang="zh-CN" sz="2205" dirty="0"/>
              <a:t>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205" dirty="0" err="1"/>
              <a:t>T→id</a:t>
            </a:r>
            <a:r>
              <a:rPr lang="en-US" altLang="zh-CN" sz="2205" dirty="0"/>
              <a:t>	    </a:t>
            </a:r>
            <a:r>
              <a:rPr lang="en-US" altLang="zh-CN" sz="2205" dirty="0" err="1"/>
              <a:t>T.nptr</a:t>
            </a:r>
            <a:r>
              <a:rPr lang="en-US" altLang="zh-CN" sz="2205" dirty="0"/>
              <a:t> := </a:t>
            </a:r>
            <a:r>
              <a:rPr lang="en-US" altLang="zh-CN" sz="2205" dirty="0" err="1"/>
              <a:t>mkleaf</a:t>
            </a:r>
            <a:r>
              <a:rPr lang="en-US" altLang="zh-CN" sz="2205" dirty="0"/>
              <a:t> ( id, </a:t>
            </a:r>
            <a:r>
              <a:rPr lang="en-US" altLang="zh-CN" sz="2205" dirty="0" err="1"/>
              <a:t>id.entry</a:t>
            </a:r>
            <a:r>
              <a:rPr lang="en-US" altLang="zh-CN" sz="2205" dirty="0"/>
              <a:t> )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205" dirty="0" err="1"/>
              <a:t>T→num</a:t>
            </a:r>
            <a:r>
              <a:rPr lang="en-US" altLang="zh-CN" sz="2205" dirty="0"/>
              <a:t>    </a:t>
            </a:r>
            <a:r>
              <a:rPr lang="en-US" altLang="zh-CN" sz="2205" dirty="0" err="1"/>
              <a:t>T.nptr</a:t>
            </a:r>
            <a:r>
              <a:rPr lang="en-US" altLang="zh-CN" sz="2205" dirty="0"/>
              <a:t> := </a:t>
            </a:r>
            <a:r>
              <a:rPr lang="en-US" altLang="zh-CN" sz="2205" dirty="0" err="1"/>
              <a:t>mkleaf</a:t>
            </a:r>
            <a:r>
              <a:rPr lang="en-US" altLang="zh-CN" sz="2205" dirty="0"/>
              <a:t> ( </a:t>
            </a:r>
            <a:r>
              <a:rPr lang="en-US" altLang="zh-CN" sz="2205" dirty="0" err="1"/>
              <a:t>num</a:t>
            </a:r>
            <a:r>
              <a:rPr lang="en-US" altLang="zh-CN" sz="2205" dirty="0"/>
              <a:t>, </a:t>
            </a:r>
            <a:r>
              <a:rPr lang="en-US" altLang="zh-CN" sz="2205" dirty="0" err="1"/>
              <a:t>num.val</a:t>
            </a:r>
            <a:r>
              <a:rPr lang="en-US" altLang="zh-CN" sz="2205" dirty="0"/>
              <a:t> ) </a:t>
            </a:r>
            <a:endParaRPr lang="zh-CN" altLang="en-US" sz="2205" dirty="0"/>
          </a:p>
        </p:txBody>
      </p:sp>
      <p:sp>
        <p:nvSpPr>
          <p:cNvPr id="79" name="Rectangle 22"/>
          <p:cNvSpPr>
            <a:spLocks noChangeArrowheads="1"/>
          </p:cNvSpPr>
          <p:nvPr/>
        </p:nvSpPr>
        <p:spPr bwMode="auto">
          <a:xfrm>
            <a:off x="1900238" y="4105275"/>
            <a:ext cx="4746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4409" dirty="0">
                <a:solidFill>
                  <a:prstClr val="black"/>
                </a:solidFill>
                <a:latin typeface="微软雅黑" panose="020B0503020204020204" pitchFamily="34" charset="-122"/>
              </a:rPr>
              <a:t>-</a:t>
            </a:r>
          </a:p>
        </p:txBody>
      </p:sp>
      <p:sp>
        <p:nvSpPr>
          <p:cNvPr id="80" name="Rectangle 11"/>
          <p:cNvSpPr>
            <a:spLocks noChangeArrowheads="1"/>
          </p:cNvSpPr>
          <p:nvPr/>
        </p:nvSpPr>
        <p:spPr bwMode="auto">
          <a:xfrm>
            <a:off x="3914775" y="1946275"/>
            <a:ext cx="73342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E</a:t>
            </a:r>
            <a:endParaRPr lang="en-US" altLang="zh-CN" sz="3086">
              <a:solidFill>
                <a:srgbClr val="FF3300"/>
              </a:solidFill>
              <a:latin typeface="微软雅黑" panose="020B0503020204020204" pitchFamily="34" charset="-122"/>
            </a:endParaRPr>
          </a:p>
        </p:txBody>
      </p:sp>
      <p:grpSp>
        <p:nvGrpSpPr>
          <p:cNvPr id="81" name="Group 67"/>
          <p:cNvGrpSpPr>
            <a:grpSpLocks/>
          </p:cNvGrpSpPr>
          <p:nvPr/>
        </p:nvGrpSpPr>
        <p:grpSpPr bwMode="auto">
          <a:xfrm>
            <a:off x="71438" y="3954463"/>
            <a:ext cx="1258887" cy="1058862"/>
            <a:chOff x="384" y="2256"/>
            <a:chExt cx="720" cy="605"/>
          </a:xfrm>
        </p:grpSpPr>
        <p:sp>
          <p:nvSpPr>
            <p:cNvPr id="82" name="Rectangle 16"/>
            <p:cNvSpPr>
              <a:spLocks noChangeArrowheads="1"/>
            </p:cNvSpPr>
            <p:nvPr/>
          </p:nvSpPr>
          <p:spPr bwMode="auto">
            <a:xfrm>
              <a:off x="384" y="225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E</a:t>
              </a:r>
            </a:p>
          </p:txBody>
        </p:sp>
        <p:sp>
          <p:nvSpPr>
            <p:cNvPr id="1114188" name="Line 18"/>
            <p:cNvSpPr>
              <a:spLocks noChangeShapeType="1"/>
            </p:cNvSpPr>
            <p:nvPr/>
          </p:nvSpPr>
          <p:spPr bwMode="auto">
            <a:xfrm>
              <a:off x="720" y="2544"/>
              <a:ext cx="0" cy="31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4" name="Group 65"/>
          <p:cNvGrpSpPr>
            <a:grpSpLocks/>
          </p:cNvGrpSpPr>
          <p:nvPr/>
        </p:nvGrpSpPr>
        <p:grpSpPr bwMode="auto">
          <a:xfrm>
            <a:off x="-12700" y="5045075"/>
            <a:ext cx="1258888" cy="1597025"/>
            <a:chOff x="336" y="2880"/>
            <a:chExt cx="720" cy="912"/>
          </a:xfrm>
        </p:grpSpPr>
        <p:sp>
          <p:nvSpPr>
            <p:cNvPr id="85" name="Rectangle 17"/>
            <p:cNvSpPr>
              <a:spLocks noChangeArrowheads="1"/>
            </p:cNvSpPr>
            <p:nvPr/>
          </p:nvSpPr>
          <p:spPr bwMode="auto">
            <a:xfrm>
              <a:off x="624" y="2880"/>
              <a:ext cx="21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T</a:t>
              </a:r>
              <a:endParaRPr lang="en-US" altLang="zh-CN" sz="3086">
                <a:solidFill>
                  <a:srgbClr val="FF3300"/>
                </a:solidFill>
                <a:latin typeface="微软雅黑" panose="020B0503020204020204" pitchFamily="34" charset="-122"/>
              </a:endParaRPr>
            </a:p>
          </p:txBody>
        </p:sp>
        <p:sp>
          <p:nvSpPr>
            <p:cNvPr id="86" name="Rectangle 19"/>
            <p:cNvSpPr>
              <a:spLocks noChangeArrowheads="1"/>
            </p:cNvSpPr>
            <p:nvPr/>
          </p:nvSpPr>
          <p:spPr bwMode="auto">
            <a:xfrm>
              <a:off x="336" y="345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id</a:t>
              </a:r>
            </a:p>
          </p:txBody>
        </p:sp>
        <p:sp>
          <p:nvSpPr>
            <p:cNvPr id="1114186" name="Line 20"/>
            <p:cNvSpPr>
              <a:spLocks noChangeShapeType="1"/>
            </p:cNvSpPr>
            <p:nvPr/>
          </p:nvSpPr>
          <p:spPr bwMode="auto">
            <a:xfrm>
              <a:off x="720" y="3168"/>
              <a:ext cx="0" cy="31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8" name="Group 77"/>
          <p:cNvGrpSpPr>
            <a:grpSpLocks/>
          </p:cNvGrpSpPr>
          <p:nvPr/>
        </p:nvGrpSpPr>
        <p:grpSpPr bwMode="auto">
          <a:xfrm>
            <a:off x="1025525" y="3073400"/>
            <a:ext cx="2581275" cy="1063625"/>
            <a:chOff x="930" y="1661"/>
            <a:chExt cx="1475" cy="608"/>
          </a:xfrm>
        </p:grpSpPr>
        <p:sp>
          <p:nvSpPr>
            <p:cNvPr id="1114180" name="Line 6"/>
            <p:cNvSpPr>
              <a:spLocks noChangeShapeType="1"/>
            </p:cNvSpPr>
            <p:nvPr/>
          </p:nvSpPr>
          <p:spPr bwMode="auto">
            <a:xfrm flipH="1">
              <a:off x="930" y="1933"/>
              <a:ext cx="432" cy="336"/>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Rectangle 8"/>
            <p:cNvSpPr>
              <a:spLocks noChangeArrowheads="1"/>
            </p:cNvSpPr>
            <p:nvPr/>
          </p:nvSpPr>
          <p:spPr bwMode="auto">
            <a:xfrm>
              <a:off x="1292" y="1661"/>
              <a:ext cx="49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E</a:t>
              </a:r>
              <a:endParaRPr lang="en-US" altLang="zh-CN" sz="3086">
                <a:solidFill>
                  <a:srgbClr val="FF3300"/>
                </a:solidFill>
                <a:latin typeface="微软雅黑" panose="020B0503020204020204" pitchFamily="34" charset="-122"/>
              </a:endParaRPr>
            </a:p>
          </p:txBody>
        </p:sp>
        <p:sp>
          <p:nvSpPr>
            <p:cNvPr id="1114182" name="Line 23"/>
            <p:cNvSpPr>
              <a:spLocks noChangeShapeType="1"/>
            </p:cNvSpPr>
            <p:nvPr/>
          </p:nvSpPr>
          <p:spPr bwMode="auto">
            <a:xfrm>
              <a:off x="1873" y="1941"/>
              <a:ext cx="532" cy="26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83" name="Line 21"/>
            <p:cNvSpPr>
              <a:spLocks noChangeShapeType="1"/>
            </p:cNvSpPr>
            <p:nvPr/>
          </p:nvSpPr>
          <p:spPr bwMode="auto">
            <a:xfrm>
              <a:off x="1565" y="1979"/>
              <a:ext cx="0" cy="288"/>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 name="Rectangle 10"/>
          <p:cNvSpPr>
            <a:spLocks noChangeArrowheads="1"/>
          </p:cNvSpPr>
          <p:nvPr/>
        </p:nvSpPr>
        <p:spPr bwMode="auto">
          <a:xfrm>
            <a:off x="7378700" y="3105150"/>
            <a:ext cx="55245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T</a:t>
            </a:r>
            <a:endParaRPr lang="en-US" altLang="zh-CN" sz="3086">
              <a:solidFill>
                <a:srgbClr val="FF3300"/>
              </a:solidFill>
              <a:latin typeface="微软雅黑" panose="020B0503020204020204" pitchFamily="34" charset="-122"/>
            </a:endParaRPr>
          </a:p>
        </p:txBody>
      </p:sp>
      <p:sp>
        <p:nvSpPr>
          <p:cNvPr id="94" name="Rectangle 25"/>
          <p:cNvSpPr>
            <a:spLocks noChangeArrowheads="1"/>
          </p:cNvSpPr>
          <p:nvPr/>
        </p:nvSpPr>
        <p:spPr bwMode="auto">
          <a:xfrm>
            <a:off x="6958013" y="4197350"/>
            <a:ext cx="126047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id</a:t>
            </a:r>
          </a:p>
        </p:txBody>
      </p:sp>
      <p:sp>
        <p:nvSpPr>
          <p:cNvPr id="95" name="Line 26"/>
          <p:cNvSpPr>
            <a:spLocks noChangeShapeType="1"/>
          </p:cNvSpPr>
          <p:nvPr/>
        </p:nvSpPr>
        <p:spPr bwMode="auto">
          <a:xfrm>
            <a:off x="7661275" y="3629025"/>
            <a:ext cx="0" cy="595313"/>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6" name="Group 66"/>
          <p:cNvGrpSpPr>
            <a:grpSpLocks/>
          </p:cNvGrpSpPr>
          <p:nvPr/>
        </p:nvGrpSpPr>
        <p:grpSpPr bwMode="auto">
          <a:xfrm>
            <a:off x="703263" y="5216525"/>
            <a:ext cx="2098675" cy="2416175"/>
            <a:chOff x="748" y="2886"/>
            <a:chExt cx="1200" cy="1380"/>
          </a:xfrm>
        </p:grpSpPr>
        <p:grpSp>
          <p:nvGrpSpPr>
            <p:cNvPr id="1114172" name="Group 61"/>
            <p:cNvGrpSpPr>
              <a:grpSpLocks/>
            </p:cNvGrpSpPr>
            <p:nvPr/>
          </p:nvGrpSpPr>
          <p:grpSpPr bwMode="auto">
            <a:xfrm>
              <a:off x="748" y="3216"/>
              <a:ext cx="1200" cy="1050"/>
              <a:chOff x="748" y="3216"/>
              <a:chExt cx="1200" cy="1050"/>
            </a:xfrm>
          </p:grpSpPr>
          <p:sp>
            <p:nvSpPr>
              <p:cNvPr id="99" name="Rectangle 13"/>
              <p:cNvSpPr>
                <a:spLocks noChangeArrowheads="1"/>
              </p:cNvSpPr>
              <p:nvPr/>
            </p:nvSpPr>
            <p:spPr bwMode="auto">
              <a:xfrm>
                <a:off x="748" y="3930"/>
                <a:ext cx="12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425" dirty="0">
                    <a:solidFill>
                      <a:prstClr val="black"/>
                    </a:solidFill>
                    <a:latin typeface="微软雅黑" panose="020B0503020204020204" pitchFamily="34" charset="-122"/>
                  </a:rPr>
                  <a:t>To entry for a</a:t>
                </a:r>
                <a:endParaRPr lang="en-US" altLang="zh-CN" sz="2425" baseline="-30000" dirty="0">
                  <a:solidFill>
                    <a:prstClr val="black"/>
                  </a:solidFill>
                  <a:latin typeface="微软雅黑" panose="020B0503020204020204" pitchFamily="34" charset="-122"/>
                </a:endParaRPr>
              </a:p>
            </p:txBody>
          </p:sp>
          <p:grpSp>
            <p:nvGrpSpPr>
              <p:cNvPr id="1114175" name="Group 41"/>
              <p:cNvGrpSpPr>
                <a:grpSpLocks/>
              </p:cNvGrpSpPr>
              <p:nvPr/>
            </p:nvGrpSpPr>
            <p:grpSpPr bwMode="auto">
              <a:xfrm>
                <a:off x="864" y="3597"/>
                <a:ext cx="864" cy="288"/>
                <a:chOff x="4176" y="3069"/>
                <a:chExt cx="864" cy="288"/>
              </a:xfrm>
            </p:grpSpPr>
            <p:sp>
              <p:nvSpPr>
                <p:cNvPr id="103" name="Rectangle 42"/>
                <p:cNvSpPr>
                  <a:spLocks noChangeArrowheads="1"/>
                </p:cNvSpPr>
                <p:nvPr/>
              </p:nvSpPr>
              <p:spPr bwMode="auto">
                <a:xfrm>
                  <a:off x="4176" y="3069"/>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id</a:t>
                  </a:r>
                </a:p>
              </p:txBody>
            </p:sp>
            <p:sp>
              <p:nvSpPr>
                <p:cNvPr id="104" name="Rectangle 43"/>
                <p:cNvSpPr>
                  <a:spLocks noChangeArrowheads="1"/>
                </p:cNvSpPr>
                <p:nvPr/>
              </p:nvSpPr>
              <p:spPr bwMode="auto">
                <a:xfrm>
                  <a:off x="4608" y="3069"/>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grpSp>
          <p:sp>
            <p:nvSpPr>
              <p:cNvPr id="1114176" name="Line 56"/>
              <p:cNvSpPr>
                <a:spLocks noChangeShapeType="1"/>
              </p:cNvSpPr>
              <p:nvPr/>
            </p:nvSpPr>
            <p:spPr bwMode="auto">
              <a:xfrm>
                <a:off x="1488" y="3789"/>
                <a:ext cx="0" cy="240"/>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77" name="Line 60"/>
              <p:cNvSpPr>
                <a:spLocks noChangeShapeType="1"/>
              </p:cNvSpPr>
              <p:nvPr/>
            </p:nvSpPr>
            <p:spPr bwMode="auto">
              <a:xfrm>
                <a:off x="1056" y="3216"/>
                <a:ext cx="0" cy="386"/>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8" name="Rectangle 63"/>
            <p:cNvSpPr>
              <a:spLocks noChangeArrowheads="1"/>
            </p:cNvSpPr>
            <p:nvPr/>
          </p:nvSpPr>
          <p:spPr bwMode="auto">
            <a:xfrm>
              <a:off x="793" y="2886"/>
              <a:ext cx="49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srgbClr val="FF3300"/>
                  </a:solidFill>
                  <a:latin typeface="微软雅黑" panose="020B0503020204020204" pitchFamily="34" charset="-122"/>
                </a:rPr>
                <a:t>.nptr</a:t>
              </a:r>
            </a:p>
          </p:txBody>
        </p:sp>
      </p:grpSp>
      <p:grpSp>
        <p:nvGrpSpPr>
          <p:cNvPr id="105" name="Group 88"/>
          <p:cNvGrpSpPr>
            <a:grpSpLocks/>
          </p:cNvGrpSpPr>
          <p:nvPr/>
        </p:nvGrpSpPr>
        <p:grpSpPr bwMode="auto">
          <a:xfrm>
            <a:off x="4359275" y="1882775"/>
            <a:ext cx="2851150" cy="2651125"/>
            <a:chOff x="2835" y="981"/>
            <a:chExt cx="1629" cy="1515"/>
          </a:xfrm>
        </p:grpSpPr>
        <p:sp>
          <p:nvSpPr>
            <p:cNvPr id="1114166" name="Line 15"/>
            <p:cNvSpPr>
              <a:spLocks noChangeShapeType="1"/>
            </p:cNvSpPr>
            <p:nvPr/>
          </p:nvSpPr>
          <p:spPr bwMode="auto">
            <a:xfrm>
              <a:off x="3288" y="1298"/>
              <a:ext cx="0" cy="864"/>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14167" name="Group 50"/>
            <p:cNvGrpSpPr>
              <a:grpSpLocks/>
            </p:cNvGrpSpPr>
            <p:nvPr/>
          </p:nvGrpSpPr>
          <p:grpSpPr bwMode="auto">
            <a:xfrm>
              <a:off x="3168" y="2208"/>
              <a:ext cx="1296" cy="288"/>
              <a:chOff x="1872" y="3456"/>
              <a:chExt cx="1296" cy="288"/>
            </a:xfrm>
          </p:grpSpPr>
          <p:sp>
            <p:nvSpPr>
              <p:cNvPr id="109" name="Rectangle 51"/>
              <p:cNvSpPr>
                <a:spLocks noChangeArrowheads="1"/>
              </p:cNvSpPr>
              <p:nvPr/>
            </p:nvSpPr>
            <p:spPr bwMode="auto">
              <a:xfrm>
                <a:off x="1872"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110" name="Rectangle 52"/>
              <p:cNvSpPr>
                <a:spLocks noChangeArrowheads="1"/>
              </p:cNvSpPr>
              <p:nvPr/>
            </p:nvSpPr>
            <p:spPr bwMode="auto">
              <a:xfrm>
                <a:off x="2304" y="3456"/>
                <a:ext cx="434"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sp>
            <p:nvSpPr>
              <p:cNvPr id="111" name="Rectangle 53"/>
              <p:cNvSpPr>
                <a:spLocks noChangeArrowheads="1"/>
              </p:cNvSpPr>
              <p:nvPr/>
            </p:nvSpPr>
            <p:spPr bwMode="auto">
              <a:xfrm>
                <a:off x="2736"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grpSp>
        <p:sp>
          <p:nvSpPr>
            <p:cNvPr id="108" name="Rectangle 64"/>
            <p:cNvSpPr>
              <a:spLocks noChangeArrowheads="1"/>
            </p:cNvSpPr>
            <p:nvPr/>
          </p:nvSpPr>
          <p:spPr bwMode="auto">
            <a:xfrm>
              <a:off x="2835" y="98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srgbClr val="FF3300"/>
                  </a:solidFill>
                  <a:latin typeface="微软雅黑" panose="020B0503020204020204" pitchFamily="34" charset="-122"/>
                </a:rPr>
                <a:t>.</a:t>
              </a:r>
              <a:r>
                <a:rPr lang="en-US" altLang="zh-CN" sz="3086" dirty="0" err="1">
                  <a:solidFill>
                    <a:srgbClr val="FF3300"/>
                  </a:solidFill>
                  <a:latin typeface="微软雅黑" panose="020B0503020204020204" pitchFamily="34" charset="-122"/>
                </a:rPr>
                <a:t>nptr</a:t>
              </a:r>
              <a:endParaRPr lang="en-US" altLang="zh-CN" sz="3086" dirty="0">
                <a:solidFill>
                  <a:srgbClr val="FF3300"/>
                </a:solidFill>
                <a:latin typeface="微软雅黑" panose="020B0503020204020204" pitchFamily="34" charset="-122"/>
              </a:endParaRPr>
            </a:p>
          </p:txBody>
        </p:sp>
      </p:grpSp>
      <p:grpSp>
        <p:nvGrpSpPr>
          <p:cNvPr id="112" name="Group 70"/>
          <p:cNvGrpSpPr>
            <a:grpSpLocks/>
          </p:cNvGrpSpPr>
          <p:nvPr/>
        </p:nvGrpSpPr>
        <p:grpSpPr bwMode="auto">
          <a:xfrm>
            <a:off x="815975" y="4073525"/>
            <a:ext cx="873125" cy="2373313"/>
            <a:chOff x="808" y="2256"/>
            <a:chExt cx="499" cy="1356"/>
          </a:xfrm>
        </p:grpSpPr>
        <p:sp>
          <p:nvSpPr>
            <p:cNvPr id="113" name="Rectangle 68"/>
            <p:cNvSpPr>
              <a:spLocks noChangeArrowheads="1"/>
            </p:cNvSpPr>
            <p:nvPr/>
          </p:nvSpPr>
          <p:spPr bwMode="auto">
            <a:xfrm>
              <a:off x="808" y="2256"/>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srgbClr val="FF3300"/>
                  </a:solidFill>
                  <a:latin typeface="微软雅黑" panose="020B0503020204020204" pitchFamily="34" charset="-122"/>
                </a:rPr>
                <a:t>.nptr</a:t>
              </a:r>
            </a:p>
          </p:txBody>
        </p:sp>
        <p:sp>
          <p:nvSpPr>
            <p:cNvPr id="1114165" name="Line 69"/>
            <p:cNvSpPr>
              <a:spLocks noChangeShapeType="1"/>
            </p:cNvSpPr>
            <p:nvPr/>
          </p:nvSpPr>
          <p:spPr bwMode="auto">
            <a:xfrm>
              <a:off x="1202" y="2523"/>
              <a:ext cx="0" cy="1089"/>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5" name="Rectangle 24"/>
          <p:cNvSpPr>
            <a:spLocks noChangeArrowheads="1"/>
          </p:cNvSpPr>
          <p:nvPr/>
        </p:nvSpPr>
        <p:spPr bwMode="auto">
          <a:xfrm>
            <a:off x="3598863" y="4029075"/>
            <a:ext cx="442912"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T</a:t>
            </a:r>
            <a:endParaRPr lang="en-US" altLang="zh-CN" sz="3086">
              <a:solidFill>
                <a:srgbClr val="FF3300"/>
              </a:solidFill>
              <a:latin typeface="微软雅黑" panose="020B0503020204020204" pitchFamily="34" charset="-122"/>
            </a:endParaRPr>
          </a:p>
        </p:txBody>
      </p:sp>
      <p:sp>
        <p:nvSpPr>
          <p:cNvPr id="116" name="Rectangle 71"/>
          <p:cNvSpPr>
            <a:spLocks noChangeArrowheads="1"/>
          </p:cNvSpPr>
          <p:nvPr/>
        </p:nvSpPr>
        <p:spPr bwMode="auto">
          <a:xfrm>
            <a:off x="4518025" y="5373688"/>
            <a:ext cx="635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num</a:t>
            </a:r>
          </a:p>
        </p:txBody>
      </p:sp>
      <p:sp>
        <p:nvSpPr>
          <p:cNvPr id="117" name="Line 72"/>
          <p:cNvSpPr>
            <a:spLocks noChangeShapeType="1"/>
          </p:cNvSpPr>
          <p:nvPr/>
        </p:nvSpPr>
        <p:spPr bwMode="auto">
          <a:xfrm>
            <a:off x="3881438" y="4502150"/>
            <a:ext cx="873125" cy="1030288"/>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8" name="Group 76"/>
          <p:cNvGrpSpPr>
            <a:grpSpLocks/>
          </p:cNvGrpSpPr>
          <p:nvPr/>
        </p:nvGrpSpPr>
        <p:grpSpPr bwMode="auto">
          <a:xfrm>
            <a:off x="3598863" y="4052888"/>
            <a:ext cx="1511300" cy="3000375"/>
            <a:chOff x="2400" y="2221"/>
            <a:chExt cx="864" cy="1715"/>
          </a:xfrm>
        </p:grpSpPr>
        <p:grpSp>
          <p:nvGrpSpPr>
            <p:cNvPr id="1114158" name="Group 44"/>
            <p:cNvGrpSpPr>
              <a:grpSpLocks/>
            </p:cNvGrpSpPr>
            <p:nvPr/>
          </p:nvGrpSpPr>
          <p:grpSpPr bwMode="auto">
            <a:xfrm>
              <a:off x="2400" y="3648"/>
              <a:ext cx="864" cy="288"/>
              <a:chOff x="4176" y="3168"/>
              <a:chExt cx="864" cy="288"/>
            </a:xfrm>
          </p:grpSpPr>
          <p:sp>
            <p:nvSpPr>
              <p:cNvPr id="123" name="Rectangle 45"/>
              <p:cNvSpPr>
                <a:spLocks noChangeArrowheads="1"/>
              </p:cNvSpPr>
              <p:nvPr/>
            </p:nvSpPr>
            <p:spPr bwMode="auto">
              <a:xfrm>
                <a:off x="4176"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num</a:t>
                </a:r>
              </a:p>
            </p:txBody>
          </p:sp>
          <p:sp>
            <p:nvSpPr>
              <p:cNvPr id="124" name="Rectangle 46"/>
              <p:cNvSpPr>
                <a:spLocks noChangeArrowheads="1"/>
              </p:cNvSpPr>
              <p:nvPr/>
            </p:nvSpPr>
            <p:spPr bwMode="auto">
              <a:xfrm>
                <a:off x="4608"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4</a:t>
                </a:r>
              </a:p>
            </p:txBody>
          </p:sp>
        </p:grpSp>
        <p:grpSp>
          <p:nvGrpSpPr>
            <p:cNvPr id="1114159" name="Group 75"/>
            <p:cNvGrpSpPr>
              <a:grpSpLocks/>
            </p:cNvGrpSpPr>
            <p:nvPr/>
          </p:nvGrpSpPr>
          <p:grpSpPr bwMode="auto">
            <a:xfrm>
              <a:off x="2588" y="2221"/>
              <a:ext cx="499" cy="1345"/>
              <a:chOff x="2588" y="2221"/>
              <a:chExt cx="499" cy="1345"/>
            </a:xfrm>
          </p:grpSpPr>
          <p:sp>
            <p:nvSpPr>
              <p:cNvPr id="1114160" name="Line 47"/>
              <p:cNvSpPr>
                <a:spLocks noChangeShapeType="1"/>
              </p:cNvSpPr>
              <p:nvPr/>
            </p:nvSpPr>
            <p:spPr bwMode="auto">
              <a:xfrm>
                <a:off x="2832" y="2544"/>
                <a:ext cx="3" cy="1022"/>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Rectangle 74"/>
              <p:cNvSpPr>
                <a:spLocks noChangeArrowheads="1"/>
              </p:cNvSpPr>
              <p:nvPr/>
            </p:nvSpPr>
            <p:spPr bwMode="auto">
              <a:xfrm>
                <a:off x="2588" y="222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srgbClr val="FF3300"/>
                    </a:solidFill>
                    <a:latin typeface="微软雅黑" panose="020B0503020204020204" pitchFamily="34" charset="-122"/>
                  </a:rPr>
                  <a:t>.nptr</a:t>
                </a:r>
              </a:p>
            </p:txBody>
          </p:sp>
        </p:grpSp>
      </p:grpSp>
      <p:grpSp>
        <p:nvGrpSpPr>
          <p:cNvPr id="125" name="Group 79"/>
          <p:cNvGrpSpPr>
            <a:grpSpLocks/>
          </p:cNvGrpSpPr>
          <p:nvPr/>
        </p:nvGrpSpPr>
        <p:grpSpPr bwMode="auto">
          <a:xfrm>
            <a:off x="1835150" y="3073400"/>
            <a:ext cx="2266950" cy="2636838"/>
            <a:chOff x="1392" y="1661"/>
            <a:chExt cx="1296" cy="1507"/>
          </a:xfrm>
        </p:grpSpPr>
        <p:grpSp>
          <p:nvGrpSpPr>
            <p:cNvPr id="1114152" name="Group 35"/>
            <p:cNvGrpSpPr>
              <a:grpSpLocks/>
            </p:cNvGrpSpPr>
            <p:nvPr/>
          </p:nvGrpSpPr>
          <p:grpSpPr bwMode="auto">
            <a:xfrm>
              <a:off x="1392" y="2880"/>
              <a:ext cx="1296" cy="288"/>
              <a:chOff x="1872" y="3456"/>
              <a:chExt cx="1296" cy="288"/>
            </a:xfrm>
          </p:grpSpPr>
          <p:sp>
            <p:nvSpPr>
              <p:cNvPr id="129" name="Rectangle 36"/>
              <p:cNvSpPr>
                <a:spLocks noChangeArrowheads="1"/>
              </p:cNvSpPr>
              <p:nvPr/>
            </p:nvSpPr>
            <p:spPr bwMode="auto">
              <a:xfrm>
                <a:off x="1872"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a:t>
                </a:r>
              </a:p>
            </p:txBody>
          </p:sp>
          <p:sp>
            <p:nvSpPr>
              <p:cNvPr id="130" name="Rectangle 37"/>
              <p:cNvSpPr>
                <a:spLocks noChangeArrowheads="1"/>
              </p:cNvSpPr>
              <p:nvPr/>
            </p:nvSpPr>
            <p:spPr bwMode="auto">
              <a:xfrm>
                <a:off x="2304"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sp>
            <p:nvSpPr>
              <p:cNvPr id="131" name="Rectangle 38"/>
              <p:cNvSpPr>
                <a:spLocks noChangeArrowheads="1"/>
              </p:cNvSpPr>
              <p:nvPr/>
            </p:nvSpPr>
            <p:spPr bwMode="auto">
              <a:xfrm>
                <a:off x="2736"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grpSp>
        <p:sp>
          <p:nvSpPr>
            <p:cNvPr id="1114153" name="Line 40"/>
            <p:cNvSpPr>
              <a:spLocks noChangeShapeType="1"/>
            </p:cNvSpPr>
            <p:nvPr/>
          </p:nvSpPr>
          <p:spPr bwMode="auto">
            <a:xfrm>
              <a:off x="1680" y="2016"/>
              <a:ext cx="0" cy="816"/>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Rectangle 78"/>
            <p:cNvSpPr>
              <a:spLocks noChangeArrowheads="1"/>
            </p:cNvSpPr>
            <p:nvPr/>
          </p:nvSpPr>
          <p:spPr bwMode="auto">
            <a:xfrm>
              <a:off x="1605" y="166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srgbClr val="FF3300"/>
                  </a:solidFill>
                  <a:latin typeface="微软雅黑" panose="020B0503020204020204" pitchFamily="34" charset="-122"/>
                </a:rPr>
                <a:t>.nptr</a:t>
              </a:r>
            </a:p>
          </p:txBody>
        </p:sp>
      </p:grpSp>
      <p:grpSp>
        <p:nvGrpSpPr>
          <p:cNvPr id="132" name="Group 80"/>
          <p:cNvGrpSpPr>
            <a:grpSpLocks/>
          </p:cNvGrpSpPr>
          <p:nvPr/>
        </p:nvGrpSpPr>
        <p:grpSpPr bwMode="auto">
          <a:xfrm>
            <a:off x="1841500" y="5457825"/>
            <a:ext cx="2344738" cy="1008063"/>
            <a:chOff x="1396" y="3024"/>
            <a:chExt cx="1340" cy="576"/>
          </a:xfrm>
        </p:grpSpPr>
        <p:sp>
          <p:nvSpPr>
            <p:cNvPr id="1114150" name="Line 48"/>
            <p:cNvSpPr>
              <a:spLocks noChangeShapeType="1"/>
            </p:cNvSpPr>
            <p:nvPr/>
          </p:nvSpPr>
          <p:spPr bwMode="auto">
            <a:xfrm flipH="1">
              <a:off x="1396" y="3024"/>
              <a:ext cx="668" cy="565"/>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51" name="Line 49"/>
            <p:cNvSpPr>
              <a:spLocks noChangeShapeType="1"/>
            </p:cNvSpPr>
            <p:nvPr/>
          </p:nvSpPr>
          <p:spPr bwMode="auto">
            <a:xfrm>
              <a:off x="2448" y="3024"/>
              <a:ext cx="288" cy="576"/>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5" name="Rectangle 81"/>
          <p:cNvSpPr>
            <a:spLocks noChangeArrowheads="1"/>
          </p:cNvSpPr>
          <p:nvPr/>
        </p:nvSpPr>
        <p:spPr bwMode="auto">
          <a:xfrm>
            <a:off x="4090988" y="3133725"/>
            <a:ext cx="47625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4409" dirty="0">
                <a:solidFill>
                  <a:prstClr val="black"/>
                </a:solidFill>
                <a:latin typeface="微软雅黑" panose="020B0503020204020204" pitchFamily="34" charset="-122"/>
              </a:rPr>
              <a:t>+</a:t>
            </a:r>
          </a:p>
        </p:txBody>
      </p:sp>
      <p:grpSp>
        <p:nvGrpSpPr>
          <p:cNvPr id="136" name="Group 87"/>
          <p:cNvGrpSpPr>
            <a:grpSpLocks/>
          </p:cNvGrpSpPr>
          <p:nvPr/>
        </p:nvGrpSpPr>
        <p:grpSpPr bwMode="auto">
          <a:xfrm>
            <a:off x="2114550" y="2405063"/>
            <a:ext cx="5359400" cy="779462"/>
            <a:chOff x="1488" y="1243"/>
            <a:chExt cx="3063" cy="445"/>
          </a:xfrm>
        </p:grpSpPr>
        <p:sp>
          <p:nvSpPr>
            <p:cNvPr id="1114147" name="Line 5"/>
            <p:cNvSpPr>
              <a:spLocks noChangeShapeType="1"/>
            </p:cNvSpPr>
            <p:nvPr/>
          </p:nvSpPr>
          <p:spPr bwMode="auto">
            <a:xfrm flipH="1">
              <a:off x="1488" y="1248"/>
              <a:ext cx="1165" cy="432"/>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48" name="Line 7"/>
            <p:cNvSpPr>
              <a:spLocks noChangeShapeType="1"/>
            </p:cNvSpPr>
            <p:nvPr/>
          </p:nvSpPr>
          <p:spPr bwMode="auto">
            <a:xfrm>
              <a:off x="3425" y="1243"/>
              <a:ext cx="1126" cy="445"/>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49" name="Line 82"/>
            <p:cNvSpPr>
              <a:spLocks noChangeShapeType="1"/>
            </p:cNvSpPr>
            <p:nvPr/>
          </p:nvSpPr>
          <p:spPr bwMode="auto">
            <a:xfrm>
              <a:off x="2744" y="1298"/>
              <a:ext cx="0" cy="384"/>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0" name="Group 85"/>
          <p:cNvGrpSpPr>
            <a:grpSpLocks/>
          </p:cNvGrpSpPr>
          <p:nvPr/>
        </p:nvGrpSpPr>
        <p:grpSpPr bwMode="auto">
          <a:xfrm>
            <a:off x="7546975" y="3151188"/>
            <a:ext cx="1511300" cy="2559050"/>
            <a:chOff x="4656" y="1706"/>
            <a:chExt cx="864" cy="1462"/>
          </a:xfrm>
        </p:grpSpPr>
        <p:grpSp>
          <p:nvGrpSpPr>
            <p:cNvPr id="1114142" name="Group 39"/>
            <p:cNvGrpSpPr>
              <a:grpSpLocks/>
            </p:cNvGrpSpPr>
            <p:nvPr/>
          </p:nvGrpSpPr>
          <p:grpSpPr bwMode="auto">
            <a:xfrm>
              <a:off x="4656" y="2880"/>
              <a:ext cx="864" cy="288"/>
              <a:chOff x="4176" y="3168"/>
              <a:chExt cx="864" cy="288"/>
            </a:xfrm>
          </p:grpSpPr>
          <p:sp>
            <p:nvSpPr>
              <p:cNvPr id="144" name="Rectangle 27"/>
              <p:cNvSpPr>
                <a:spLocks noChangeArrowheads="1"/>
              </p:cNvSpPr>
              <p:nvPr/>
            </p:nvSpPr>
            <p:spPr bwMode="auto">
              <a:xfrm>
                <a:off x="4176"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rPr>
                  <a:t>id</a:t>
                </a:r>
              </a:p>
            </p:txBody>
          </p:sp>
          <p:sp>
            <p:nvSpPr>
              <p:cNvPr id="145" name="Rectangle 28"/>
              <p:cNvSpPr>
                <a:spLocks noChangeArrowheads="1"/>
              </p:cNvSpPr>
              <p:nvPr/>
            </p:nvSpPr>
            <p:spPr bwMode="auto">
              <a:xfrm>
                <a:off x="4608"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endParaRPr>
              </a:p>
            </p:txBody>
          </p:sp>
        </p:grpSp>
        <p:sp>
          <p:nvSpPr>
            <p:cNvPr id="1114143" name="Line 59"/>
            <p:cNvSpPr>
              <a:spLocks noChangeShapeType="1"/>
            </p:cNvSpPr>
            <p:nvPr/>
          </p:nvSpPr>
          <p:spPr bwMode="auto">
            <a:xfrm>
              <a:off x="5088" y="1968"/>
              <a:ext cx="0" cy="864"/>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Rectangle 84"/>
            <p:cNvSpPr>
              <a:spLocks noChangeArrowheads="1"/>
            </p:cNvSpPr>
            <p:nvPr/>
          </p:nvSpPr>
          <p:spPr bwMode="auto">
            <a:xfrm>
              <a:off x="4785" y="1706"/>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srgbClr val="FF3300"/>
                  </a:solidFill>
                  <a:latin typeface="微软雅黑" panose="020B0503020204020204" pitchFamily="34" charset="-122"/>
                </a:rPr>
                <a:t>.nptr</a:t>
              </a:r>
            </a:p>
          </p:txBody>
        </p:sp>
      </p:grpSp>
      <p:grpSp>
        <p:nvGrpSpPr>
          <p:cNvPr id="146" name="Group 86"/>
          <p:cNvGrpSpPr>
            <a:grpSpLocks/>
          </p:cNvGrpSpPr>
          <p:nvPr/>
        </p:nvGrpSpPr>
        <p:grpSpPr bwMode="auto">
          <a:xfrm>
            <a:off x="7210425" y="5457825"/>
            <a:ext cx="2100263" cy="1176338"/>
            <a:chOff x="4464" y="3024"/>
            <a:chExt cx="1200" cy="672"/>
          </a:xfrm>
        </p:grpSpPr>
        <p:sp>
          <p:nvSpPr>
            <p:cNvPr id="147" name="Rectangle 58"/>
            <p:cNvSpPr>
              <a:spLocks noChangeArrowheads="1"/>
            </p:cNvSpPr>
            <p:nvPr/>
          </p:nvSpPr>
          <p:spPr bwMode="auto">
            <a:xfrm>
              <a:off x="4464" y="3360"/>
              <a:ext cx="12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425">
                  <a:solidFill>
                    <a:prstClr val="black"/>
                  </a:solidFill>
                  <a:latin typeface="微软雅黑" panose="020B0503020204020204" pitchFamily="34" charset="-122"/>
                </a:rPr>
                <a:t>To entry for c</a:t>
              </a:r>
              <a:endParaRPr lang="en-US" altLang="zh-CN" sz="2425" baseline="-30000">
                <a:solidFill>
                  <a:prstClr val="black"/>
                </a:solidFill>
                <a:latin typeface="微软雅黑" panose="020B0503020204020204" pitchFamily="34" charset="-122"/>
              </a:endParaRPr>
            </a:p>
          </p:txBody>
        </p:sp>
        <p:sp>
          <p:nvSpPr>
            <p:cNvPr id="1114141" name="Line 57"/>
            <p:cNvSpPr>
              <a:spLocks noChangeShapeType="1"/>
            </p:cNvSpPr>
            <p:nvPr/>
          </p:nvSpPr>
          <p:spPr bwMode="auto">
            <a:xfrm>
              <a:off x="5280" y="3024"/>
              <a:ext cx="0" cy="336"/>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9" name="Group 89"/>
          <p:cNvGrpSpPr>
            <a:grpSpLocks/>
          </p:cNvGrpSpPr>
          <p:nvPr/>
        </p:nvGrpSpPr>
        <p:grpSpPr bwMode="auto">
          <a:xfrm>
            <a:off x="3346450" y="4281488"/>
            <a:ext cx="4787900" cy="923925"/>
            <a:chOff x="2256" y="2352"/>
            <a:chExt cx="2736" cy="528"/>
          </a:xfrm>
        </p:grpSpPr>
        <p:sp>
          <p:nvSpPr>
            <p:cNvPr id="1114138" name="Line 54"/>
            <p:cNvSpPr>
              <a:spLocks noChangeShapeType="1"/>
            </p:cNvSpPr>
            <p:nvPr/>
          </p:nvSpPr>
          <p:spPr bwMode="auto">
            <a:xfrm flipH="1">
              <a:off x="2256" y="2352"/>
              <a:ext cx="1584" cy="480"/>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139" name="Line 55"/>
            <p:cNvSpPr>
              <a:spLocks noChangeShapeType="1"/>
            </p:cNvSpPr>
            <p:nvPr/>
          </p:nvSpPr>
          <p:spPr bwMode="auto">
            <a:xfrm>
              <a:off x="4224" y="2352"/>
              <a:ext cx="768" cy="528"/>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a:extLst>
              <a:ext uri="{FF2B5EF4-FFF2-40B4-BE49-F238E27FC236}">
                <a16:creationId xmlns:a16="http://schemas.microsoft.com/office/drawing/2014/main" id="{0C2C5976-378B-6919-C456-9E099A119EFB}"/>
              </a:ext>
            </a:extLst>
          </p:cNvPr>
          <p:cNvSpPr>
            <a:spLocks noGrp="1"/>
          </p:cNvSpPr>
          <p:nvPr>
            <p:ph type="sldNum" sz="quarter" idx="12"/>
          </p:nvPr>
        </p:nvSpPr>
        <p:spPr/>
        <p:txBody>
          <a:bodyPr/>
          <a:lstStyle/>
          <a:p>
            <a:pPr>
              <a:defRPr/>
            </a:pPr>
            <a:fld id="{FA568A99-7371-426E-B725-04E566CCF50C}" type="slidenum">
              <a:rPr lang="en-US" smtClean="0"/>
              <a:pPr>
                <a:defRPr/>
              </a:pPr>
              <a:t>22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down)">
                                      <p:cBhvr>
                                        <p:cTn id="7" dur="500"/>
                                        <p:tgtEl>
                                          <p:spTgt spid="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wipe(up)">
                                      <p:cBhvr>
                                        <p:cTn id="12" dur="500"/>
                                        <p:tgtEl>
                                          <p:spTgt spid="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wipe(down)">
                                      <p:cBhvr>
                                        <p:cTn id="17" dur="500"/>
                                        <p:tgtEl>
                                          <p:spTgt spid="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2"/>
                                        </p:tgtEl>
                                        <p:attrNameLst>
                                          <p:attrName>style.visibility</p:attrName>
                                        </p:attrNameLst>
                                      </p:cBhvr>
                                      <p:to>
                                        <p:strVal val="visible"/>
                                      </p:to>
                                    </p:set>
                                    <p:animEffect transition="in" filter="wipe(up)">
                                      <p:cBhvr>
                                        <p:cTn id="22" dur="500"/>
                                        <p:tgtEl>
                                          <p:spTgt spid="1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17"/>
                                        </p:tgtEl>
                                        <p:attrNameLst>
                                          <p:attrName>style.visibility</p:attrName>
                                        </p:attrNameLst>
                                      </p:cBhvr>
                                      <p:to>
                                        <p:strVal val="visible"/>
                                      </p:to>
                                    </p:set>
                                    <p:animEffect transition="in" filter="wipe(right)">
                                      <p:cBhvr>
                                        <p:cTn id="35" dur="500"/>
                                        <p:tgtEl>
                                          <p:spTgt spid="1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1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118"/>
                                        </p:tgtEl>
                                        <p:attrNameLst>
                                          <p:attrName>style.visibility</p:attrName>
                                        </p:attrNameLst>
                                      </p:cBhvr>
                                      <p:to>
                                        <p:strVal val="visible"/>
                                      </p:to>
                                    </p:set>
                                    <p:animEffect transition="in" filter="wipe(up)">
                                      <p:cBhvr>
                                        <p:cTn id="44" dur="500"/>
                                        <p:tgtEl>
                                          <p:spTgt spid="11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88"/>
                                        </p:tgtEl>
                                        <p:attrNameLst>
                                          <p:attrName>style.visibility</p:attrName>
                                        </p:attrNameLst>
                                      </p:cBhvr>
                                      <p:to>
                                        <p:strVal val="visible"/>
                                      </p:to>
                                    </p:set>
                                    <p:animEffect transition="in" filter="wipe(down)">
                                      <p:cBhvr>
                                        <p:cTn id="49" dur="500"/>
                                        <p:tgtEl>
                                          <p:spTgt spid="8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125"/>
                                        </p:tgtEl>
                                        <p:attrNameLst>
                                          <p:attrName>style.visibility</p:attrName>
                                        </p:attrNameLst>
                                      </p:cBhvr>
                                      <p:to>
                                        <p:strVal val="visible"/>
                                      </p:to>
                                    </p:set>
                                    <p:animEffect transition="in" filter="wipe(up)">
                                      <p:cBhvr>
                                        <p:cTn id="54" dur="500"/>
                                        <p:tgtEl>
                                          <p:spTgt spid="12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132"/>
                                        </p:tgtEl>
                                        <p:attrNameLst>
                                          <p:attrName>style.visibility</p:attrName>
                                        </p:attrNameLst>
                                      </p:cBhvr>
                                      <p:to>
                                        <p:strVal val="visible"/>
                                      </p:to>
                                    </p:set>
                                    <p:animEffect transition="in" filter="wipe(up)">
                                      <p:cBhvr>
                                        <p:cTn id="59" dur="500"/>
                                        <p:tgtEl>
                                          <p:spTgt spid="13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35"/>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94"/>
                                        </p:tgtEl>
                                        <p:attrNameLst>
                                          <p:attrName>style.visibility</p:attrName>
                                        </p:attrNameLst>
                                      </p:cBhvr>
                                      <p:to>
                                        <p:strVal val="visible"/>
                                      </p:to>
                                    </p:set>
                                    <p:animEffect transition="in" filter="wipe(down)">
                                      <p:cBhvr>
                                        <p:cTn id="68" dur="500"/>
                                        <p:tgtEl>
                                          <p:spTgt spid="9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wipe(down)">
                                      <p:cBhvr>
                                        <p:cTn id="73" dur="500"/>
                                        <p:tgtEl>
                                          <p:spTgt spid="9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93"/>
                                        </p:tgtEl>
                                        <p:attrNameLst>
                                          <p:attrName>style.visibility</p:attrName>
                                        </p:attrNameLst>
                                      </p:cBhvr>
                                      <p:to>
                                        <p:strVal val="visible"/>
                                      </p:to>
                                    </p:set>
                                    <p:animEffect transition="in" filter="wipe(down)">
                                      <p:cBhvr>
                                        <p:cTn id="78" dur="500"/>
                                        <p:tgtEl>
                                          <p:spTgt spid="9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nodeType="clickEffect">
                                  <p:stCondLst>
                                    <p:cond delay="0"/>
                                  </p:stCondLst>
                                  <p:childTnLst>
                                    <p:set>
                                      <p:cBhvr>
                                        <p:cTn id="82" dur="1" fill="hold">
                                          <p:stCondLst>
                                            <p:cond delay="0"/>
                                          </p:stCondLst>
                                        </p:cTn>
                                        <p:tgtEl>
                                          <p:spTgt spid="140"/>
                                        </p:tgtEl>
                                        <p:attrNameLst>
                                          <p:attrName>style.visibility</p:attrName>
                                        </p:attrNameLst>
                                      </p:cBhvr>
                                      <p:to>
                                        <p:strVal val="visible"/>
                                      </p:to>
                                    </p:set>
                                    <p:animEffect transition="in" filter="wipe(up)">
                                      <p:cBhvr>
                                        <p:cTn id="83" dur="500"/>
                                        <p:tgtEl>
                                          <p:spTgt spid="14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146"/>
                                        </p:tgtEl>
                                        <p:attrNameLst>
                                          <p:attrName>style.visibility</p:attrName>
                                        </p:attrNameLst>
                                      </p:cBhvr>
                                      <p:to>
                                        <p:strVal val="visible"/>
                                      </p:to>
                                    </p:set>
                                    <p:animEffect transition="in" filter="wipe(up)">
                                      <p:cBhvr>
                                        <p:cTn id="88" dur="500"/>
                                        <p:tgtEl>
                                          <p:spTgt spid="14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136"/>
                                        </p:tgtEl>
                                        <p:attrNameLst>
                                          <p:attrName>style.visibility</p:attrName>
                                        </p:attrNameLst>
                                      </p:cBhvr>
                                      <p:to>
                                        <p:strVal val="visible"/>
                                      </p:to>
                                    </p:set>
                                    <p:animEffect transition="in" filter="wipe(down)">
                                      <p:cBhvr>
                                        <p:cTn id="93" dur="500"/>
                                        <p:tgtEl>
                                          <p:spTgt spid="136"/>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80"/>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1" fill="hold" nodeType="clickEffect">
                                  <p:stCondLst>
                                    <p:cond delay="0"/>
                                  </p:stCondLst>
                                  <p:childTnLst>
                                    <p:set>
                                      <p:cBhvr>
                                        <p:cTn id="101" dur="1" fill="hold">
                                          <p:stCondLst>
                                            <p:cond delay="0"/>
                                          </p:stCondLst>
                                        </p:cTn>
                                        <p:tgtEl>
                                          <p:spTgt spid="105"/>
                                        </p:tgtEl>
                                        <p:attrNameLst>
                                          <p:attrName>style.visibility</p:attrName>
                                        </p:attrNameLst>
                                      </p:cBhvr>
                                      <p:to>
                                        <p:strVal val="visible"/>
                                      </p:to>
                                    </p:set>
                                    <p:animEffect transition="in" filter="wipe(up)">
                                      <p:cBhvr>
                                        <p:cTn id="102" dur="500"/>
                                        <p:tgtEl>
                                          <p:spTgt spid="10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nodeType="clickEffect">
                                  <p:stCondLst>
                                    <p:cond delay="0"/>
                                  </p:stCondLst>
                                  <p:childTnLst>
                                    <p:set>
                                      <p:cBhvr>
                                        <p:cTn id="106" dur="1" fill="hold">
                                          <p:stCondLst>
                                            <p:cond delay="0"/>
                                          </p:stCondLst>
                                        </p:cTn>
                                        <p:tgtEl>
                                          <p:spTgt spid="149"/>
                                        </p:tgtEl>
                                        <p:attrNameLst>
                                          <p:attrName>style.visibility</p:attrName>
                                        </p:attrNameLst>
                                      </p:cBhvr>
                                      <p:to>
                                        <p:strVal val="visible"/>
                                      </p:to>
                                    </p:set>
                                    <p:animEffect transition="in" filter="wipe(up)">
                                      <p:cBhvr>
                                        <p:cTn id="107"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93" grpId="0"/>
      <p:bldP spid="94" grpId="0"/>
      <p:bldP spid="95" grpId="0" animBg="1"/>
      <p:bldP spid="115" grpId="0"/>
      <p:bldP spid="116" grpId="0"/>
      <p:bldP spid="117" grpId="0" animBg="1"/>
      <p:bldP spid="135"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en-US" altLang="zh-CN" sz="3307" dirty="0"/>
              <a:t>S-</a:t>
            </a:r>
            <a:r>
              <a:rPr lang="zh-CN" altLang="en-US" sz="3307" dirty="0"/>
              <a:t>属性文法的自下而上计算 </a:t>
            </a:r>
          </a:p>
        </p:txBody>
      </p:sp>
      <p:sp>
        <p:nvSpPr>
          <p:cNvPr id="128003" name="Rectangle 3"/>
          <p:cNvSpPr>
            <a:spLocks noGrp="1" noChangeArrowheads="1"/>
          </p:cNvSpPr>
          <p:nvPr>
            <p:ph idx="1"/>
          </p:nvPr>
        </p:nvSpPr>
        <p:spPr>
          <a:xfrm>
            <a:off x="693738" y="2009775"/>
            <a:ext cx="9026886"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en-US" altLang="zh-CN" sz="3086" dirty="0">
                <a:solidFill>
                  <a:srgbClr val="CC0000"/>
                </a:solidFill>
              </a:rPr>
              <a:t>S-</a:t>
            </a:r>
            <a:r>
              <a:rPr lang="zh-CN" altLang="en-US" sz="3086" dirty="0">
                <a:solidFill>
                  <a:srgbClr val="CC0000"/>
                </a:solidFill>
              </a:rPr>
              <a:t>属性文法</a:t>
            </a:r>
            <a:r>
              <a:rPr lang="zh-CN" altLang="en-US" sz="3086" dirty="0">
                <a:solidFill>
                  <a:schemeClr val="tx1">
                    <a:lumMod val="75000"/>
                    <a:lumOff val="25000"/>
                  </a:schemeClr>
                </a:solidFill>
              </a:rPr>
              <a:t>：只含有综合属性</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在自下而上的分析器分析输入符号串的同时计算</a:t>
            </a:r>
            <a:r>
              <a:rPr lang="zh-CN" altLang="en-US" sz="3086" dirty="0">
                <a:solidFill>
                  <a:srgbClr val="CC0000"/>
                </a:solidFill>
              </a:rPr>
              <a:t>综合属性</a:t>
            </a:r>
            <a:endParaRPr lang="zh-CN" altLang="en-US"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分析栈中保存语法符号、状态和有关的</a:t>
            </a:r>
            <a:r>
              <a:rPr lang="zh-CN" altLang="en-US" sz="2646" dirty="0">
                <a:solidFill>
                  <a:srgbClr val="CC0000"/>
                </a:solidFill>
              </a:rPr>
              <a:t>综合属性</a:t>
            </a:r>
            <a:r>
              <a:rPr lang="zh-CN" altLang="en-US" sz="2646" dirty="0">
                <a:solidFill>
                  <a:schemeClr val="tx1">
                    <a:lumMod val="75000"/>
                    <a:lumOff val="25000"/>
                  </a:schemeClr>
                </a:solidFill>
              </a:rPr>
              <a:t>值</a:t>
            </a:r>
            <a:endParaRPr lang="en-US" altLang="zh-CN" sz="2646" dirty="0">
              <a:solidFill>
                <a:schemeClr val="tx1">
                  <a:lumMod val="75000"/>
                  <a:lumOff val="25000"/>
                </a:schemeClr>
              </a:solidFill>
            </a:endParaRPr>
          </a:p>
          <a:p>
            <a:pPr marL="1260279" lvl="2" indent="-314982" defTabSz="503972" eaLnBrk="1" fontAlgn="auto" hangingPunct="1">
              <a:spcBef>
                <a:spcPts val="1102"/>
              </a:spcBef>
              <a:spcAft>
                <a:spcPts val="0"/>
              </a:spcAft>
              <a:buFont typeface="Wingdings 3" charset="2"/>
              <a:buChar char=""/>
              <a:defRPr/>
            </a:pPr>
            <a:endParaRPr lang="en-US" altLang="zh-CN" sz="22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每当进行归约时，新的语法符号的属性值就由栈中正在归约的产生式右边符号的属性值来计算</a:t>
            </a:r>
          </a:p>
        </p:txBody>
      </p:sp>
      <p:sp>
        <p:nvSpPr>
          <p:cNvPr id="2" name="灯片编号占位符 1">
            <a:extLst>
              <a:ext uri="{FF2B5EF4-FFF2-40B4-BE49-F238E27FC236}">
                <a16:creationId xmlns:a16="http://schemas.microsoft.com/office/drawing/2014/main" id="{2DEE7005-60B5-0102-B758-3482B3925801}"/>
              </a:ext>
            </a:extLst>
          </p:cNvPr>
          <p:cNvSpPr>
            <a:spLocks noGrp="1"/>
          </p:cNvSpPr>
          <p:nvPr>
            <p:ph type="sldNum" sz="quarter" idx="12"/>
          </p:nvPr>
        </p:nvSpPr>
        <p:spPr/>
        <p:txBody>
          <a:bodyPr/>
          <a:lstStyle/>
          <a:p>
            <a:pPr>
              <a:defRPr/>
            </a:pPr>
            <a:fld id="{2CEA3E0E-D468-4B49-8BCE-3BE8585A5A58}" type="slidenum">
              <a:rPr lang="en-US" smtClean="0"/>
              <a:pPr>
                <a:defRPr/>
              </a:pPr>
              <a:t>23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wipe(left)">
                                      <p:cBhvr>
                                        <p:cTn id="7" dur="500"/>
                                        <p:tgtEl>
                                          <p:spTgt spid="1280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wipe(left)">
                                      <p:cBhvr>
                                        <p:cTn id="12" dur="500"/>
                                        <p:tgtEl>
                                          <p:spTgt spid="12800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8003">
                                            <p:txEl>
                                              <p:pRg st="2" end="2"/>
                                            </p:txEl>
                                          </p:spTgt>
                                        </p:tgtEl>
                                        <p:attrNameLst>
                                          <p:attrName>style.visibility</p:attrName>
                                        </p:attrNameLst>
                                      </p:cBhvr>
                                      <p:to>
                                        <p:strVal val="visible"/>
                                      </p:to>
                                    </p:set>
                                    <p:animEffect transition="in" filter="wipe(left)">
                                      <p:cBhvr>
                                        <p:cTn id="15" dur="500"/>
                                        <p:tgtEl>
                                          <p:spTgt spid="12800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8003">
                                            <p:txEl>
                                              <p:pRg st="4" end="4"/>
                                            </p:txEl>
                                          </p:spTgt>
                                        </p:tgtEl>
                                        <p:attrNameLst>
                                          <p:attrName>style.visibility</p:attrName>
                                        </p:attrNameLst>
                                      </p:cBhvr>
                                      <p:to>
                                        <p:strVal val="visible"/>
                                      </p:to>
                                    </p:set>
                                    <p:animEffect transition="in" filter="wipe(left)">
                                      <p:cBhvr>
                                        <p:cTn id="18" dur="500"/>
                                        <p:tgtEl>
                                          <p:spTgt spid="128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rtlCol="0">
            <a:normAutofit/>
          </a:bodyPr>
          <a:lstStyle/>
          <a:p>
            <a:pPr defTabSz="503972" eaLnBrk="1" fontAlgn="auto" hangingPunct="1">
              <a:spcAft>
                <a:spcPts val="0"/>
              </a:spcAft>
              <a:defRPr/>
            </a:pPr>
            <a:r>
              <a:rPr lang="en-US" altLang="zh-CN" sz="3307" dirty="0"/>
              <a:t>S-</a:t>
            </a:r>
            <a:r>
              <a:rPr lang="zh-CN" altLang="en-US" sz="3307" dirty="0"/>
              <a:t>属性文法的自下而上计算</a:t>
            </a:r>
            <a:endParaRPr lang="en-US" altLang="zh-CN" sz="3307" dirty="0"/>
          </a:p>
        </p:txBody>
      </p:sp>
      <p:sp>
        <p:nvSpPr>
          <p:cNvPr id="129027"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在分析栈中增加附加域存放综合属性值 </a:t>
            </a:r>
          </a:p>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假设产生式</a:t>
            </a:r>
            <a:r>
              <a:rPr lang="en-US" altLang="zh-CN" sz="3086" dirty="0">
                <a:solidFill>
                  <a:srgbClr val="CC0000"/>
                </a:solidFill>
              </a:rPr>
              <a:t>A→XYZ</a:t>
            </a:r>
            <a:r>
              <a:rPr lang="zh-CN" altLang="en-US" sz="3086" dirty="0">
                <a:solidFill>
                  <a:schemeClr val="tx1">
                    <a:lumMod val="75000"/>
                    <a:lumOff val="25000"/>
                  </a:schemeClr>
                </a:solidFill>
              </a:rPr>
              <a:t>对应的语义规则为</a:t>
            </a:r>
            <a:r>
              <a:rPr lang="en-US" altLang="zh-CN" sz="3086" dirty="0" err="1">
                <a:solidFill>
                  <a:srgbClr val="0070C0"/>
                </a:solidFill>
              </a:rPr>
              <a:t>A.a</a:t>
            </a:r>
            <a:r>
              <a:rPr lang="en-US" altLang="zh-CN" sz="3086" dirty="0">
                <a:solidFill>
                  <a:srgbClr val="0070C0"/>
                </a:solidFill>
              </a:rPr>
              <a:t>:=f(X.x,Y.y,Z.z)</a:t>
            </a:r>
            <a:endParaRPr lang="zh-CN" altLang="en-US" sz="3086" dirty="0">
              <a:solidFill>
                <a:srgbClr val="0070C0"/>
              </a:solidFill>
            </a:endParaRPr>
          </a:p>
        </p:txBody>
      </p:sp>
      <p:graphicFrame>
        <p:nvGraphicFramePr>
          <p:cNvPr id="20" name="表格 19"/>
          <p:cNvGraphicFramePr>
            <a:graphicFrameLocks noGrp="1"/>
          </p:cNvGraphicFramePr>
          <p:nvPr/>
        </p:nvGraphicFramePr>
        <p:xfrm>
          <a:off x="3059113" y="4310063"/>
          <a:ext cx="3213099" cy="2452686"/>
        </p:xfrm>
        <a:graphic>
          <a:graphicData uri="http://schemas.openxmlformats.org/drawingml/2006/table">
            <a:tbl>
              <a:tblPr bandRow="1">
                <a:tableStyleId>{5C22544A-7EE6-4342-B048-85BDC9FD1C3A}</a:tableStyleId>
              </a:tblPr>
              <a:tblGrid>
                <a:gridCol w="1071033">
                  <a:extLst>
                    <a:ext uri="{9D8B030D-6E8A-4147-A177-3AD203B41FA5}">
                      <a16:colId xmlns:a16="http://schemas.microsoft.com/office/drawing/2014/main" val="20000"/>
                    </a:ext>
                  </a:extLst>
                </a:gridCol>
                <a:gridCol w="1071033">
                  <a:extLst>
                    <a:ext uri="{9D8B030D-6E8A-4147-A177-3AD203B41FA5}">
                      <a16:colId xmlns:a16="http://schemas.microsoft.com/office/drawing/2014/main" val="20001"/>
                    </a:ext>
                  </a:extLst>
                </a:gridCol>
                <a:gridCol w="1071033">
                  <a:extLst>
                    <a:ext uri="{9D8B030D-6E8A-4147-A177-3AD203B41FA5}">
                      <a16:colId xmlns:a16="http://schemas.microsoft.com/office/drawing/2014/main" val="20002"/>
                    </a:ext>
                  </a:extLst>
                </a:gridCol>
              </a:tblGrid>
              <a:tr h="408781">
                <a:tc>
                  <a:txBody>
                    <a:bodyPr/>
                    <a:lstStyle/>
                    <a:p>
                      <a:endParaRPr lang="zh-CN" altLang="en-US" sz="2200" dirty="0"/>
                    </a:p>
                  </a:txBody>
                  <a:tcPr marL="75590" marR="75590" marT="0" marB="0"/>
                </a:tc>
                <a:tc>
                  <a:txBody>
                    <a:bodyPr/>
                    <a:lstStyle/>
                    <a:p>
                      <a:endParaRPr lang="zh-CN" altLang="en-US" sz="2200"/>
                    </a:p>
                  </a:txBody>
                  <a:tcPr marL="75590" marR="75590" marT="0" marB="0"/>
                </a:tc>
                <a:tc>
                  <a:txBody>
                    <a:bodyPr/>
                    <a:lstStyle/>
                    <a:p>
                      <a:endParaRPr lang="zh-CN" altLang="en-US" sz="2200" dirty="0"/>
                    </a:p>
                  </a:txBody>
                  <a:tcPr marL="75590" marR="75590" marT="0" marB="0"/>
                </a:tc>
                <a:extLst>
                  <a:ext uri="{0D108BD9-81ED-4DB2-BD59-A6C34878D82A}">
                    <a16:rowId xmlns:a16="http://schemas.microsoft.com/office/drawing/2014/main" val="10000"/>
                  </a:ext>
                </a:extLst>
              </a:tr>
              <a:tr h="408781">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extLst>
                  <a:ext uri="{0D108BD9-81ED-4DB2-BD59-A6C34878D82A}">
                    <a16:rowId xmlns:a16="http://schemas.microsoft.com/office/drawing/2014/main" val="10001"/>
                  </a:ext>
                </a:extLst>
              </a:tr>
              <a:tr h="408781">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extLst>
                  <a:ext uri="{0D108BD9-81ED-4DB2-BD59-A6C34878D82A}">
                    <a16:rowId xmlns:a16="http://schemas.microsoft.com/office/drawing/2014/main" val="10002"/>
                  </a:ext>
                </a:extLst>
              </a:tr>
              <a:tr h="408781">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tc>
                  <a:txBody>
                    <a:bodyPr/>
                    <a:lstStyle/>
                    <a:p>
                      <a:pPr algn="ctr">
                        <a:lnSpc>
                          <a:spcPct val="100000"/>
                        </a:lnSpc>
                        <a:spcAft>
                          <a:spcPts val="0"/>
                        </a:spcAft>
                      </a:pPr>
                      <a:endParaRPr lang="zh-CN" sz="1200" b="0" dirty="0">
                        <a:effectLst/>
                        <a:latin typeface="+mj-ea"/>
                        <a:ea typeface="+mj-ea"/>
                      </a:endParaRPr>
                    </a:p>
                  </a:txBody>
                  <a:tcPr marL="75590" marR="75590" marT="0" marB="0"/>
                </a:tc>
                <a:extLst>
                  <a:ext uri="{0D108BD9-81ED-4DB2-BD59-A6C34878D82A}">
                    <a16:rowId xmlns:a16="http://schemas.microsoft.com/office/drawing/2014/main" val="10003"/>
                  </a:ext>
                </a:extLst>
              </a:tr>
              <a:tr h="408781">
                <a:tc>
                  <a:txBody>
                    <a:bodyPr/>
                    <a:lstStyle/>
                    <a:p>
                      <a:pPr algn="ctr">
                        <a:lnSpc>
                          <a:spcPct val="100000"/>
                        </a:lnSpc>
                        <a:spcAft>
                          <a:spcPts val="0"/>
                        </a:spcAft>
                      </a:pPr>
                      <a:r>
                        <a:rPr lang="en-US" sz="2600" b="0">
                          <a:effectLst/>
                          <a:latin typeface="+mj-ea"/>
                          <a:ea typeface="+mj-ea"/>
                          <a:sym typeface="MT Extra" panose="05050102010205020202" pitchFamily="18" charset="2"/>
                        </a:rPr>
                        <a:t></a:t>
                      </a:r>
                      <a:endParaRPr lang="zh-CN" sz="1200" b="0">
                        <a:effectLst/>
                        <a:latin typeface="+mj-ea"/>
                        <a:ea typeface="+mj-ea"/>
                      </a:endParaRPr>
                    </a:p>
                  </a:txBody>
                  <a:tcPr marL="75590" marR="75590" marT="0" marB="0"/>
                </a:tc>
                <a:tc>
                  <a:txBody>
                    <a:bodyPr/>
                    <a:lstStyle/>
                    <a:p>
                      <a:pPr algn="ctr">
                        <a:lnSpc>
                          <a:spcPct val="100000"/>
                        </a:lnSpc>
                        <a:spcAft>
                          <a:spcPts val="0"/>
                        </a:spcAft>
                      </a:pPr>
                      <a:r>
                        <a:rPr lang="en-US" sz="2600" b="0" dirty="0">
                          <a:effectLst/>
                          <a:latin typeface="+mj-ea"/>
                          <a:ea typeface="+mj-ea"/>
                          <a:sym typeface="MT Extra" panose="05050102010205020202" pitchFamily="18" charset="2"/>
                        </a:rPr>
                        <a:t></a:t>
                      </a:r>
                      <a:endParaRPr lang="zh-CN" sz="1200" b="0" dirty="0">
                        <a:effectLst/>
                        <a:latin typeface="+mj-ea"/>
                        <a:ea typeface="+mj-ea"/>
                      </a:endParaRPr>
                    </a:p>
                  </a:txBody>
                  <a:tcPr marL="75590" marR="75590" marT="0" marB="0"/>
                </a:tc>
                <a:tc>
                  <a:txBody>
                    <a:bodyPr/>
                    <a:lstStyle/>
                    <a:p>
                      <a:pPr algn="ctr">
                        <a:lnSpc>
                          <a:spcPct val="100000"/>
                        </a:lnSpc>
                        <a:spcAft>
                          <a:spcPts val="0"/>
                        </a:spcAft>
                      </a:pPr>
                      <a:r>
                        <a:rPr lang="en-US" sz="2600" b="0" dirty="0">
                          <a:effectLst/>
                          <a:latin typeface="+mj-ea"/>
                          <a:ea typeface="+mj-ea"/>
                          <a:sym typeface="MT Extra" panose="05050102010205020202" pitchFamily="18" charset="2"/>
                        </a:rPr>
                        <a:t></a:t>
                      </a:r>
                      <a:endParaRPr lang="zh-CN" sz="1200" b="0" dirty="0">
                        <a:effectLst/>
                        <a:latin typeface="+mj-ea"/>
                        <a:ea typeface="+mj-ea"/>
                      </a:endParaRPr>
                    </a:p>
                  </a:txBody>
                  <a:tcPr marL="75590" marR="75590" marT="0" marB="0"/>
                </a:tc>
                <a:extLst>
                  <a:ext uri="{0D108BD9-81ED-4DB2-BD59-A6C34878D82A}">
                    <a16:rowId xmlns:a16="http://schemas.microsoft.com/office/drawing/2014/main" val="10004"/>
                  </a:ext>
                </a:extLst>
              </a:tr>
              <a:tr h="408781">
                <a:tc>
                  <a:txBody>
                    <a:bodyPr/>
                    <a:lstStyle/>
                    <a:p>
                      <a:pPr algn="ctr">
                        <a:lnSpc>
                          <a:spcPct val="100000"/>
                        </a:lnSpc>
                        <a:spcAft>
                          <a:spcPts val="0"/>
                        </a:spcAft>
                      </a:pPr>
                      <a:r>
                        <a:rPr lang="en-US" sz="2600" b="0">
                          <a:effectLst/>
                          <a:latin typeface="+mj-ea"/>
                          <a:ea typeface="+mj-ea"/>
                        </a:rPr>
                        <a:t>S</a:t>
                      </a:r>
                      <a:r>
                        <a:rPr lang="en-US" sz="2600" b="0" baseline="-25000">
                          <a:effectLst/>
                          <a:latin typeface="+mj-ea"/>
                          <a:ea typeface="+mj-ea"/>
                        </a:rPr>
                        <a:t>0</a:t>
                      </a:r>
                      <a:endParaRPr lang="zh-CN" sz="1200" b="0">
                        <a:effectLst/>
                        <a:latin typeface="+mj-ea"/>
                        <a:ea typeface="+mj-ea"/>
                      </a:endParaRPr>
                    </a:p>
                  </a:txBody>
                  <a:tcPr marL="75590" marR="75590" marT="0" marB="0"/>
                </a:tc>
                <a:tc>
                  <a:txBody>
                    <a:bodyPr/>
                    <a:lstStyle/>
                    <a:p>
                      <a:pPr algn="ctr">
                        <a:lnSpc>
                          <a:spcPct val="100000"/>
                        </a:lnSpc>
                        <a:spcAft>
                          <a:spcPts val="0"/>
                        </a:spcAft>
                      </a:pPr>
                      <a:r>
                        <a:rPr lang="zh-CN" sz="2600" b="0" dirty="0">
                          <a:effectLst/>
                          <a:latin typeface="+mj-ea"/>
                          <a:ea typeface="+mj-ea"/>
                        </a:rPr>
                        <a:t>—</a:t>
                      </a:r>
                      <a:endParaRPr lang="zh-CN" sz="1200" b="0" dirty="0">
                        <a:effectLst/>
                        <a:latin typeface="+mj-ea"/>
                        <a:ea typeface="+mj-ea"/>
                      </a:endParaRPr>
                    </a:p>
                  </a:txBody>
                  <a:tcPr marL="75590" marR="75590" marT="0" marB="0"/>
                </a:tc>
                <a:tc>
                  <a:txBody>
                    <a:bodyPr/>
                    <a:lstStyle/>
                    <a:p>
                      <a:pPr algn="ctr">
                        <a:lnSpc>
                          <a:spcPct val="100000"/>
                        </a:lnSpc>
                        <a:spcAft>
                          <a:spcPts val="0"/>
                        </a:spcAft>
                      </a:pPr>
                      <a:r>
                        <a:rPr lang="en-US" sz="2600" b="0" dirty="0">
                          <a:effectLst/>
                          <a:latin typeface="+mj-ea"/>
                          <a:ea typeface="+mj-ea"/>
                        </a:rPr>
                        <a:t>#</a:t>
                      </a:r>
                      <a:endParaRPr lang="zh-CN" sz="1200" b="0" dirty="0">
                        <a:effectLst/>
                        <a:latin typeface="+mj-ea"/>
                        <a:ea typeface="+mj-ea"/>
                      </a:endParaRPr>
                    </a:p>
                  </a:txBody>
                  <a:tcPr marL="75590" marR="75590" marT="0" marB="0"/>
                </a:tc>
                <a:extLst>
                  <a:ext uri="{0D108BD9-81ED-4DB2-BD59-A6C34878D82A}">
                    <a16:rowId xmlns:a16="http://schemas.microsoft.com/office/drawing/2014/main" val="10005"/>
                  </a:ext>
                </a:extLst>
              </a:tr>
            </a:tbl>
          </a:graphicData>
        </a:graphic>
      </p:graphicFrame>
      <p:sp>
        <p:nvSpPr>
          <p:cNvPr id="21" name="任意多边形 20"/>
          <p:cNvSpPr/>
          <p:nvPr/>
        </p:nvSpPr>
        <p:spPr>
          <a:xfrm>
            <a:off x="3059113" y="3781425"/>
            <a:ext cx="3219450" cy="2981325"/>
          </a:xfrm>
          <a:custGeom>
            <a:avLst/>
            <a:gdLst>
              <a:gd name="connsiteX0" fmla="*/ 12700 w 2921000"/>
              <a:gd name="connsiteY0" fmla="*/ 0 h 2705100"/>
              <a:gd name="connsiteX1" fmla="*/ 0 w 2921000"/>
              <a:gd name="connsiteY1" fmla="*/ 2705100 h 2705100"/>
              <a:gd name="connsiteX2" fmla="*/ 2921000 w 2921000"/>
              <a:gd name="connsiteY2" fmla="*/ 2705100 h 2705100"/>
              <a:gd name="connsiteX3" fmla="*/ 2908300 w 2921000"/>
              <a:gd name="connsiteY3" fmla="*/ 12700 h 2705100"/>
            </a:gdLst>
            <a:ahLst/>
            <a:cxnLst>
              <a:cxn ang="0">
                <a:pos x="connsiteX0" y="connsiteY0"/>
              </a:cxn>
              <a:cxn ang="0">
                <a:pos x="connsiteX1" y="connsiteY1"/>
              </a:cxn>
              <a:cxn ang="0">
                <a:pos x="connsiteX2" y="connsiteY2"/>
              </a:cxn>
              <a:cxn ang="0">
                <a:pos x="connsiteX3" y="connsiteY3"/>
              </a:cxn>
            </a:cxnLst>
            <a:rect l="l" t="t" r="r" b="b"/>
            <a:pathLst>
              <a:path w="2921000" h="2705100">
                <a:moveTo>
                  <a:pt x="12700" y="0"/>
                </a:moveTo>
                <a:cubicBezTo>
                  <a:pt x="8467" y="901700"/>
                  <a:pt x="4233" y="1803400"/>
                  <a:pt x="0" y="2705100"/>
                </a:cubicBezTo>
                <a:lnTo>
                  <a:pt x="2921000" y="2705100"/>
                </a:lnTo>
                <a:cubicBezTo>
                  <a:pt x="2916767" y="1807633"/>
                  <a:pt x="2912533" y="910167"/>
                  <a:pt x="2908300" y="127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a:solidFill>
                <a:prstClr val="white"/>
              </a:solidFill>
            </a:endParaRPr>
          </a:p>
        </p:txBody>
      </p:sp>
      <p:grpSp>
        <p:nvGrpSpPr>
          <p:cNvPr id="22" name="组合 21"/>
          <p:cNvGrpSpPr>
            <a:grpSpLocks/>
          </p:cNvGrpSpPr>
          <p:nvPr/>
        </p:nvGrpSpPr>
        <p:grpSpPr bwMode="auto">
          <a:xfrm>
            <a:off x="1658938" y="4597400"/>
            <a:ext cx="1400175" cy="500063"/>
            <a:chOff x="122477" y="4705520"/>
            <a:chExt cx="1270000" cy="453134"/>
          </a:xfrm>
        </p:grpSpPr>
        <p:sp>
          <p:nvSpPr>
            <p:cNvPr id="26" name="文本框 25"/>
            <p:cNvSpPr txBox="1"/>
            <p:nvPr/>
          </p:nvSpPr>
          <p:spPr>
            <a:xfrm>
              <a:off x="122477" y="4705520"/>
              <a:ext cx="794830" cy="453134"/>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TOP</a:t>
              </a:r>
              <a:endParaRPr lang="zh-CN" altLang="en-US" sz="2646" dirty="0">
                <a:solidFill>
                  <a:prstClr val="black"/>
                </a:solidFill>
                <a:latin typeface="Arial" panose="020B0604020202020204"/>
                <a:ea typeface="黑体" panose="02010609060101010101" pitchFamily="49" charset="-122"/>
              </a:endParaRPr>
            </a:p>
          </p:txBody>
        </p:sp>
        <p:cxnSp>
          <p:nvCxnSpPr>
            <p:cNvPr id="31" name="直接箭头连接符 30"/>
            <p:cNvCxnSpPr>
              <a:stCxn id="26" idx="3"/>
            </p:cNvCxnSpPr>
            <p:nvPr/>
          </p:nvCxnSpPr>
          <p:spPr>
            <a:xfrm>
              <a:off x="917307" y="4932806"/>
              <a:ext cx="475170" cy="2877"/>
            </a:xfrm>
            <a:prstGeom prst="straightConnector1">
              <a:avLst/>
            </a:prstGeom>
            <a:ln w="38100" cmpd="sng">
              <a:tailEnd type="stealth" w="lg" len="lg"/>
            </a:ln>
          </p:spPr>
          <p:style>
            <a:lnRef idx="1">
              <a:schemeClr val="accent1"/>
            </a:lnRef>
            <a:fillRef idx="0">
              <a:schemeClr val="accent1"/>
            </a:fillRef>
            <a:effectRef idx="0">
              <a:schemeClr val="accent1"/>
            </a:effectRef>
            <a:fontRef idx="minor">
              <a:schemeClr val="tx1"/>
            </a:fontRef>
          </p:style>
        </p:cxnSp>
      </p:grpSp>
      <p:cxnSp>
        <p:nvCxnSpPr>
          <p:cNvPr id="32" name="直接箭头连接符 31"/>
          <p:cNvCxnSpPr/>
          <p:nvPr/>
        </p:nvCxnSpPr>
        <p:spPr>
          <a:xfrm flipV="1">
            <a:off x="6584950" y="4011613"/>
            <a:ext cx="0" cy="2751137"/>
          </a:xfrm>
          <a:prstGeom prst="straightConnector1">
            <a:avLst/>
          </a:prstGeom>
          <a:ln w="38100" cmpd="sng">
            <a:tailEnd type="stealth" w="lg" len="lg"/>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3095625" y="4662488"/>
            <a:ext cx="3146425" cy="500062"/>
          </a:xfrm>
          <a:prstGeom prst="rect">
            <a:avLst/>
          </a:prstGeom>
          <a:noFill/>
        </p:spPr>
        <p:txBody>
          <a:bodyPr anchor="ctr">
            <a:spAutoFit/>
          </a:bodyPr>
          <a:lstStyle/>
          <a:p>
            <a:pPr algn="ctr" defTabSz="503972" eaLnBrk="1" fontAlgn="auto" hangingPunct="1">
              <a:spcBef>
                <a:spcPts val="0"/>
              </a:spcBef>
              <a:spcAft>
                <a:spcPts val="0"/>
              </a:spcAft>
              <a:defRPr/>
            </a:pPr>
            <a:r>
              <a:rPr lang="en-US" altLang="zh-CN" sz="2646" dirty="0">
                <a:latin typeface="微软雅黑" panose="020B0503020204020204" pitchFamily="34" charset="-122"/>
                <a:ea typeface="黑体" panose="02010609060101010101" pitchFamily="49" charset="-122"/>
              </a:rPr>
              <a:t>S</a:t>
            </a:r>
            <a:r>
              <a:rPr lang="en-US" altLang="zh-CN" sz="2646" baseline="-25000" dirty="0">
                <a:latin typeface="微软雅黑" panose="020B0503020204020204" pitchFamily="34" charset="-122"/>
                <a:ea typeface="微软雅黑" panose="020B0503020204020204" pitchFamily="34" charset="-122"/>
              </a:rPr>
              <a:t>m</a:t>
            </a:r>
            <a:r>
              <a:rPr lang="en-US" altLang="zh-CN" sz="2646" baseline="-25000" dirty="0">
                <a:latin typeface="微软雅黑" panose="020B0503020204020204" pitchFamily="34" charset="-122"/>
                <a:ea typeface="黑体" panose="02010609060101010101" pitchFamily="49" charset="-122"/>
              </a:rPr>
              <a:t>		 </a:t>
            </a:r>
            <a:r>
              <a:rPr lang="en-US" altLang="zh-CN" sz="2646" dirty="0">
                <a:latin typeface="微软雅黑" panose="020B0503020204020204" pitchFamily="34" charset="-122"/>
                <a:ea typeface="黑体" panose="02010609060101010101" pitchFamily="49" charset="-122"/>
              </a:rPr>
              <a:t>Z		 </a:t>
            </a:r>
            <a:r>
              <a:rPr lang="en-US" altLang="zh-CN" sz="2646" dirty="0" err="1">
                <a:latin typeface="微软雅黑" panose="020B0503020204020204" pitchFamily="34" charset="-122"/>
                <a:ea typeface="黑体" panose="02010609060101010101" pitchFamily="49" charset="-122"/>
              </a:rPr>
              <a:t>Z.z</a:t>
            </a:r>
            <a:endParaRPr lang="zh-CN" altLang="en-US" sz="2646" dirty="0">
              <a:solidFill>
                <a:prstClr val="black"/>
              </a:solidFill>
              <a:latin typeface="Arial" panose="020B0604020202020204"/>
              <a:ea typeface="黑体" panose="02010609060101010101" pitchFamily="49" charset="-122"/>
            </a:endParaRPr>
          </a:p>
        </p:txBody>
      </p:sp>
      <p:sp>
        <p:nvSpPr>
          <p:cNvPr id="34" name="文本框 33"/>
          <p:cNvSpPr txBox="1"/>
          <p:nvPr/>
        </p:nvSpPr>
        <p:spPr>
          <a:xfrm>
            <a:off x="3048000" y="5072063"/>
            <a:ext cx="3230563" cy="498475"/>
          </a:xfrm>
          <a:prstGeom prst="rect">
            <a:avLst/>
          </a:prstGeom>
          <a:noFill/>
        </p:spPr>
        <p:txBody>
          <a:bodyPr>
            <a:spAutoFit/>
          </a:bodyPr>
          <a:lstStyle/>
          <a:p>
            <a:pPr algn="ctr" defTabSz="503972" eaLnBrk="1" fontAlgn="auto" hangingPunct="1">
              <a:spcBef>
                <a:spcPts val="0"/>
              </a:spcBef>
              <a:spcAft>
                <a:spcPts val="0"/>
              </a:spcAft>
              <a:defRPr/>
            </a:pPr>
            <a:r>
              <a:rPr lang="en-US" altLang="zh-CN" sz="2646" dirty="0">
                <a:latin typeface="微软雅黑" panose="020B0503020204020204" pitchFamily="34" charset="-122"/>
                <a:ea typeface="黑体" panose="02010609060101010101" pitchFamily="49" charset="-122"/>
              </a:rPr>
              <a:t>S</a:t>
            </a:r>
            <a:r>
              <a:rPr lang="en-US" altLang="zh-CN" sz="2646" baseline="-25000" dirty="0">
                <a:latin typeface="微软雅黑" panose="020B0503020204020204" pitchFamily="34" charset="-122"/>
                <a:ea typeface="微软雅黑" panose="020B0503020204020204" pitchFamily="34" charset="-122"/>
              </a:rPr>
              <a:t>m-1</a:t>
            </a:r>
            <a:r>
              <a:rPr lang="en-US" altLang="zh-CN" sz="2646" baseline="-25000" dirty="0">
                <a:latin typeface="微软雅黑" panose="020B0503020204020204" pitchFamily="34" charset="-122"/>
                <a:ea typeface="黑体" panose="02010609060101010101" pitchFamily="49" charset="-122"/>
              </a:rPr>
              <a:t>	</a:t>
            </a:r>
            <a:r>
              <a:rPr lang="en-US" altLang="zh-CN" sz="2646" dirty="0">
                <a:latin typeface="微软雅黑" panose="020B0503020204020204" pitchFamily="34" charset="-122"/>
                <a:ea typeface="黑体" panose="02010609060101010101" pitchFamily="49" charset="-122"/>
              </a:rPr>
              <a:t>Y		</a:t>
            </a:r>
            <a:r>
              <a:rPr lang="en-US" altLang="zh-CN" sz="2646" dirty="0" err="1">
                <a:latin typeface="微软雅黑" panose="020B0503020204020204" pitchFamily="34" charset="-122"/>
                <a:ea typeface="黑体" panose="02010609060101010101" pitchFamily="49" charset="-122"/>
              </a:rPr>
              <a:t>Y.y</a:t>
            </a:r>
            <a:endParaRPr lang="zh-CN" altLang="en-US" sz="2646" dirty="0">
              <a:solidFill>
                <a:prstClr val="black"/>
              </a:solidFill>
              <a:latin typeface="Arial" panose="020B0604020202020204"/>
              <a:ea typeface="黑体" panose="02010609060101010101" pitchFamily="49" charset="-122"/>
            </a:endParaRPr>
          </a:p>
        </p:txBody>
      </p:sp>
      <p:sp>
        <p:nvSpPr>
          <p:cNvPr id="35" name="文本框 34"/>
          <p:cNvSpPr txBox="1"/>
          <p:nvPr/>
        </p:nvSpPr>
        <p:spPr>
          <a:xfrm>
            <a:off x="3059113" y="5489575"/>
            <a:ext cx="3230562" cy="498475"/>
          </a:xfrm>
          <a:prstGeom prst="rect">
            <a:avLst/>
          </a:prstGeom>
          <a:noFill/>
        </p:spPr>
        <p:txBody>
          <a:bodyPr>
            <a:spAutoFit/>
          </a:bodyPr>
          <a:lstStyle/>
          <a:p>
            <a:pPr algn="ctr" defTabSz="503972" eaLnBrk="1" fontAlgn="auto" hangingPunct="1">
              <a:spcBef>
                <a:spcPts val="0"/>
              </a:spcBef>
              <a:spcAft>
                <a:spcPts val="0"/>
              </a:spcAft>
              <a:defRPr/>
            </a:pPr>
            <a:r>
              <a:rPr lang="en-US" altLang="zh-CN" sz="2646" dirty="0">
                <a:latin typeface="微软雅黑" panose="020B0503020204020204" pitchFamily="34" charset="-122"/>
                <a:ea typeface="黑体" panose="02010609060101010101" pitchFamily="49" charset="-122"/>
              </a:rPr>
              <a:t>S</a:t>
            </a:r>
            <a:r>
              <a:rPr lang="en-US" altLang="zh-CN" sz="2646" baseline="-25000" dirty="0">
                <a:latin typeface="微软雅黑" panose="020B0503020204020204" pitchFamily="34" charset="-122"/>
                <a:ea typeface="微软雅黑" panose="020B0503020204020204" pitchFamily="34" charset="-122"/>
              </a:rPr>
              <a:t>m-2</a:t>
            </a:r>
            <a:r>
              <a:rPr lang="en-US" altLang="zh-CN" sz="2646" baseline="-25000" dirty="0">
                <a:latin typeface="微软雅黑" panose="020B0503020204020204" pitchFamily="34" charset="-122"/>
                <a:ea typeface="黑体" panose="02010609060101010101" pitchFamily="49" charset="-122"/>
              </a:rPr>
              <a:t>	</a:t>
            </a:r>
            <a:r>
              <a:rPr lang="en-US" altLang="zh-CN" sz="2646" dirty="0">
                <a:latin typeface="微软雅黑" panose="020B0503020204020204" pitchFamily="34" charset="-122"/>
                <a:ea typeface="黑体" panose="02010609060101010101" pitchFamily="49" charset="-122"/>
              </a:rPr>
              <a:t>X		</a:t>
            </a:r>
            <a:r>
              <a:rPr lang="en-US" altLang="zh-CN" sz="2646" dirty="0" err="1">
                <a:latin typeface="微软雅黑" panose="020B0503020204020204" pitchFamily="34" charset="-122"/>
                <a:ea typeface="黑体" panose="02010609060101010101" pitchFamily="49" charset="-122"/>
              </a:rPr>
              <a:t>X.x</a:t>
            </a:r>
            <a:endParaRPr lang="zh-CN" altLang="en-US" sz="2646" dirty="0">
              <a:solidFill>
                <a:prstClr val="black"/>
              </a:solidFill>
              <a:latin typeface="Arial" panose="020B0604020202020204"/>
              <a:ea typeface="黑体" panose="02010609060101010101" pitchFamily="49" charset="-122"/>
            </a:endParaRPr>
          </a:p>
        </p:txBody>
      </p:sp>
      <p:sp>
        <p:nvSpPr>
          <p:cNvPr id="36" name="文本框 35"/>
          <p:cNvSpPr txBox="1"/>
          <p:nvPr/>
        </p:nvSpPr>
        <p:spPr>
          <a:xfrm>
            <a:off x="3043238" y="5510213"/>
            <a:ext cx="3232150" cy="500062"/>
          </a:xfrm>
          <a:prstGeom prst="rect">
            <a:avLst/>
          </a:prstGeom>
          <a:noFill/>
        </p:spPr>
        <p:txBody>
          <a:bodyPr>
            <a:spAutoFit/>
          </a:bodyPr>
          <a:lstStyle/>
          <a:p>
            <a:pPr algn="ctr" defTabSz="503972" eaLnBrk="1" fontAlgn="t" hangingPunct="1">
              <a:spcBef>
                <a:spcPts val="0"/>
              </a:spcBef>
              <a:spcAft>
                <a:spcPts val="0"/>
              </a:spcAft>
              <a:defRPr/>
            </a:pPr>
            <a:r>
              <a:rPr lang="en-US" altLang="zh-CN" sz="2646" dirty="0">
                <a:latin typeface="微软雅黑" panose="020B0503020204020204" pitchFamily="34" charset="-122"/>
                <a:ea typeface="微软雅黑" panose="020B0503020204020204" pitchFamily="34" charset="-122"/>
              </a:rPr>
              <a:t>S’</a:t>
            </a:r>
            <a:r>
              <a:rPr lang="en-US" altLang="zh-CN" sz="2646" baseline="-25000" dirty="0">
                <a:latin typeface="微软雅黑" panose="020B0503020204020204" pitchFamily="34" charset="-122"/>
                <a:ea typeface="微软雅黑" panose="020B0503020204020204" pitchFamily="34" charset="-122"/>
              </a:rPr>
              <a:t>	</a:t>
            </a:r>
            <a:r>
              <a:rPr lang="en-US" altLang="zh-CN" sz="2646" dirty="0">
                <a:latin typeface="微软雅黑" panose="020B0503020204020204" pitchFamily="34" charset="-122"/>
                <a:ea typeface="微软雅黑" panose="020B0503020204020204" pitchFamily="34" charset="-122"/>
              </a:rPr>
              <a:t>A		</a:t>
            </a:r>
            <a:r>
              <a:rPr lang="en-US" altLang="zh-CN" sz="2646" dirty="0" err="1">
                <a:latin typeface="微软雅黑" panose="020B0503020204020204" pitchFamily="34" charset="-122"/>
                <a:ea typeface="微软雅黑" panose="020B0503020204020204" pitchFamily="34" charset="-122"/>
              </a:rPr>
              <a:t>A.a</a:t>
            </a:r>
            <a:r>
              <a:rPr lang="en-US" altLang="zh-CN" sz="2646" dirty="0">
                <a:latin typeface="微软雅黑" panose="020B0503020204020204" pitchFamily="34" charset="-122"/>
                <a:ea typeface="微软雅黑" panose="020B0503020204020204" pitchFamily="34" charset="-122"/>
              </a:rPr>
              <a:t>	</a:t>
            </a:r>
            <a:endParaRPr lang="zh-CN" altLang="zh-CN" sz="2646" dirty="0">
              <a:solidFill>
                <a:prstClr val="black"/>
              </a:solidFill>
              <a:latin typeface="微软雅黑" panose="020B0503020204020204" pitchFamily="34" charset="-122"/>
              <a:ea typeface="微软雅黑" panose="020B0503020204020204" pitchFamily="34" charset="-122"/>
            </a:endParaRPr>
          </a:p>
        </p:txBody>
      </p:sp>
      <p:grpSp>
        <p:nvGrpSpPr>
          <p:cNvPr id="37" name="组合 36"/>
          <p:cNvGrpSpPr>
            <a:grpSpLocks/>
          </p:cNvGrpSpPr>
          <p:nvPr/>
        </p:nvGrpSpPr>
        <p:grpSpPr bwMode="auto">
          <a:xfrm>
            <a:off x="1644650" y="5478463"/>
            <a:ext cx="1398588" cy="500062"/>
            <a:chOff x="122477" y="4705520"/>
            <a:chExt cx="1270000" cy="453134"/>
          </a:xfrm>
        </p:grpSpPr>
        <p:sp>
          <p:nvSpPr>
            <p:cNvPr id="38" name="文本框 37"/>
            <p:cNvSpPr txBox="1"/>
            <p:nvPr/>
          </p:nvSpPr>
          <p:spPr>
            <a:xfrm>
              <a:off x="122477" y="4705520"/>
              <a:ext cx="794291" cy="453134"/>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TOP</a:t>
              </a:r>
              <a:endParaRPr lang="zh-CN" altLang="en-US" sz="2646" dirty="0">
                <a:solidFill>
                  <a:prstClr val="black"/>
                </a:solidFill>
                <a:latin typeface="Arial" panose="020B0604020202020204"/>
                <a:ea typeface="黑体" panose="02010609060101010101" pitchFamily="49" charset="-122"/>
              </a:endParaRPr>
            </a:p>
          </p:txBody>
        </p:sp>
        <p:cxnSp>
          <p:nvCxnSpPr>
            <p:cNvPr id="39" name="直接箭头连接符 38"/>
            <p:cNvCxnSpPr>
              <a:stCxn id="38" idx="3"/>
            </p:cNvCxnSpPr>
            <p:nvPr/>
          </p:nvCxnSpPr>
          <p:spPr>
            <a:xfrm>
              <a:off x="916768" y="4932806"/>
              <a:ext cx="475709" cy="2877"/>
            </a:xfrm>
            <a:prstGeom prst="straightConnector1">
              <a:avLst/>
            </a:prstGeom>
            <a:ln w="38100" cmpd="sng">
              <a:tailEnd type="stealth" w="lg" len="lg"/>
            </a:ln>
          </p:spPr>
          <p:style>
            <a:lnRef idx="1">
              <a:schemeClr val="accent1"/>
            </a:lnRef>
            <a:fillRef idx="0">
              <a:schemeClr val="accent1"/>
            </a:fillRef>
            <a:effectRef idx="0">
              <a:schemeClr val="accent1"/>
            </a:effectRef>
            <a:fontRef idx="minor">
              <a:schemeClr val="tx1"/>
            </a:fontRef>
          </p:style>
        </p:cxnSp>
      </p:grpSp>
      <p:sp>
        <p:nvSpPr>
          <p:cNvPr id="40" name="文本框 39"/>
          <p:cNvSpPr txBox="1"/>
          <p:nvPr/>
        </p:nvSpPr>
        <p:spPr>
          <a:xfrm>
            <a:off x="3062288" y="6762750"/>
            <a:ext cx="3230562" cy="500063"/>
          </a:xfrm>
          <a:prstGeom prst="rect">
            <a:avLst/>
          </a:prstGeom>
          <a:noFill/>
        </p:spPr>
        <p:txBody>
          <a:bodyPr>
            <a:spAutoFit/>
          </a:bodyPr>
          <a:lstStyle/>
          <a:p>
            <a:pPr algn="ctr" defTabSz="503972" eaLnBrk="1" fontAlgn="t" hangingPunct="1">
              <a:spcBef>
                <a:spcPts val="0"/>
              </a:spcBef>
              <a:spcAft>
                <a:spcPts val="0"/>
              </a:spcAft>
              <a:defRPr/>
            </a:pPr>
            <a:r>
              <a:rPr lang="zh-CN" altLang="en-US" sz="2646" dirty="0">
                <a:latin typeface="微软雅黑" panose="020B0503020204020204" pitchFamily="34" charset="-122"/>
                <a:ea typeface="微软雅黑" panose="020B0503020204020204" pitchFamily="34" charset="-122"/>
              </a:rPr>
              <a:t>状态</a:t>
            </a:r>
            <a:r>
              <a:rPr lang="en-US" altLang="zh-CN" sz="2646" baseline="-25000" dirty="0">
                <a:latin typeface="微软雅黑" panose="020B0503020204020204" pitchFamily="34" charset="-122"/>
                <a:ea typeface="微软雅黑" panose="020B0503020204020204" pitchFamily="34" charset="-122"/>
              </a:rPr>
              <a:t>	  </a:t>
            </a:r>
            <a:r>
              <a:rPr lang="zh-CN" altLang="en-US" sz="2646" dirty="0">
                <a:latin typeface="微软雅黑" panose="020B0503020204020204" pitchFamily="34" charset="-122"/>
                <a:ea typeface="微软雅黑" panose="020B0503020204020204" pitchFamily="34" charset="-122"/>
              </a:rPr>
              <a:t>符号</a:t>
            </a:r>
            <a:r>
              <a:rPr lang="en-US" altLang="zh-CN" sz="2646" dirty="0">
                <a:latin typeface="微软雅黑" panose="020B0503020204020204" pitchFamily="34" charset="-122"/>
                <a:ea typeface="微软雅黑" panose="020B0503020204020204" pitchFamily="34" charset="-122"/>
              </a:rPr>
              <a:t>     </a:t>
            </a:r>
            <a:r>
              <a:rPr lang="zh-CN" altLang="en-US" sz="2646" dirty="0">
                <a:latin typeface="微软雅黑" panose="020B0503020204020204" pitchFamily="34" charset="-122"/>
                <a:ea typeface="微软雅黑" panose="020B0503020204020204" pitchFamily="34" charset="-122"/>
              </a:rPr>
              <a:t>属性</a:t>
            </a:r>
            <a:r>
              <a:rPr lang="en-US" altLang="zh-CN" sz="2646" dirty="0">
                <a:latin typeface="微软雅黑" panose="020B0503020204020204" pitchFamily="34" charset="-122"/>
                <a:ea typeface="微软雅黑" panose="020B0503020204020204" pitchFamily="34" charset="-122"/>
              </a:rPr>
              <a:t>	</a:t>
            </a:r>
            <a:endParaRPr lang="zh-CN" altLang="zh-CN" sz="2646" dirty="0">
              <a:solidFill>
                <a:prstClr val="black"/>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C639D6B5-C9C9-FD51-E3AA-AB91868F5AC1}"/>
              </a:ext>
            </a:extLst>
          </p:cNvPr>
          <p:cNvSpPr>
            <a:spLocks noGrp="1"/>
          </p:cNvSpPr>
          <p:nvPr>
            <p:ph type="sldNum" sz="quarter" idx="12"/>
          </p:nvPr>
        </p:nvSpPr>
        <p:spPr/>
        <p:txBody>
          <a:bodyPr/>
          <a:lstStyle/>
          <a:p>
            <a:pPr>
              <a:defRPr/>
            </a:pPr>
            <a:fld id="{865BBB3B-6F26-4AE4-A6C5-25D466A7D7E5}" type="slidenum">
              <a:rPr lang="en-US" smtClean="0"/>
              <a:pPr>
                <a:defRPr/>
              </a:pPr>
              <a:t>24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wipe(left)">
                                      <p:cBhvr>
                                        <p:cTn id="7" dur="500"/>
                                        <p:tgtEl>
                                          <p:spTgt spid="129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7">
                                            <p:txEl>
                                              <p:pRg st="1" end="1"/>
                                            </p:txEl>
                                          </p:spTgt>
                                        </p:tgtEl>
                                        <p:attrNameLst>
                                          <p:attrName>style.visibility</p:attrName>
                                        </p:attrNameLst>
                                      </p:cBhvr>
                                      <p:to>
                                        <p:strVal val="visible"/>
                                      </p:to>
                                    </p:set>
                                    <p:animEffect transition="in" filter="wipe(left)">
                                      <p:cBhvr>
                                        <p:cTn id="12" dur="500"/>
                                        <p:tgtEl>
                                          <p:spTgt spid="129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par>
                                <p:cTn id="18" presetID="22" presetClass="entr" presetSubtype="4" fill="hold" grpId="1"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down)">
                                      <p:cBhvr>
                                        <p:cTn id="20" dur="500"/>
                                        <p:tgtEl>
                                          <p:spTgt spid="33"/>
                                        </p:tgtEl>
                                      </p:cBhvr>
                                    </p:animEffect>
                                  </p:childTnLst>
                                </p:cTn>
                              </p:par>
                              <p:par>
                                <p:cTn id="21" presetID="22" presetClass="entr" presetSubtype="4" fill="hold" grpId="1"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down)">
                                      <p:cBhvr>
                                        <p:cTn id="23" dur="500"/>
                                        <p:tgtEl>
                                          <p:spTgt spid="34"/>
                                        </p:tgtEl>
                                      </p:cBhvr>
                                    </p:animEffect>
                                  </p:childTnLst>
                                </p:cTn>
                              </p:par>
                              <p:par>
                                <p:cTn id="24" presetID="22" presetClass="entr" presetSubtype="4" fill="hold" grpId="1"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500"/>
                                        <p:tgtEl>
                                          <p:spTgt spid="35"/>
                                        </p:tgtEl>
                                      </p:cBhvr>
                                    </p:animEffect>
                                  </p:childTnLst>
                                </p:cTn>
                              </p:par>
                              <p:par>
                                <p:cTn id="27" presetID="22" presetClass="entr" presetSubtype="4"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down)">
                                      <p:cBhvr>
                                        <p:cTn id="29" dur="500"/>
                                        <p:tgtEl>
                                          <p:spTgt spid="2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up)">
                                      <p:cBhvr>
                                        <p:cTn id="32" dur="500"/>
                                        <p:tgtEl>
                                          <p:spTgt spid="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xit" presetSubtype="4" fill="hold" nodeType="clickEffect">
                                  <p:stCondLst>
                                    <p:cond delay="0"/>
                                  </p:stCondLst>
                                  <p:childTnLst>
                                    <p:animEffect transition="out" filter="wipe(down)">
                                      <p:cBhvr>
                                        <p:cTn id="46" dur="500"/>
                                        <p:tgtEl>
                                          <p:spTgt spid="22"/>
                                        </p:tgtEl>
                                      </p:cBhvr>
                                    </p:animEffect>
                                    <p:set>
                                      <p:cBhvr>
                                        <p:cTn id="47" dur="1" fill="hold">
                                          <p:stCondLst>
                                            <p:cond delay="499"/>
                                          </p:stCondLst>
                                        </p:cTn>
                                        <p:tgtEl>
                                          <p:spTgt spid="22"/>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xit" presetSubtype="1" fill="hold" grpId="0" nodeType="clickEffect">
                                  <p:stCondLst>
                                    <p:cond delay="0"/>
                                  </p:stCondLst>
                                  <p:childTnLst>
                                    <p:animEffect transition="out" filter="wipe(up)">
                                      <p:cBhvr>
                                        <p:cTn id="51" dur="500"/>
                                        <p:tgtEl>
                                          <p:spTgt spid="33"/>
                                        </p:tgtEl>
                                      </p:cBhvr>
                                    </p:animEffect>
                                    <p:set>
                                      <p:cBhvr>
                                        <p:cTn id="52" dur="1" fill="hold">
                                          <p:stCondLst>
                                            <p:cond delay="499"/>
                                          </p:stCondLst>
                                        </p:cTn>
                                        <p:tgtEl>
                                          <p:spTgt spid="33"/>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xit" presetSubtype="1" fill="hold" grpId="0" nodeType="clickEffect">
                                  <p:stCondLst>
                                    <p:cond delay="0"/>
                                  </p:stCondLst>
                                  <p:childTnLst>
                                    <p:animEffect transition="out" filter="wipe(up)">
                                      <p:cBhvr>
                                        <p:cTn id="56" dur="500"/>
                                        <p:tgtEl>
                                          <p:spTgt spid="34"/>
                                        </p:tgtEl>
                                      </p:cBhvr>
                                    </p:animEffect>
                                    <p:set>
                                      <p:cBhvr>
                                        <p:cTn id="57" dur="1" fill="hold">
                                          <p:stCondLst>
                                            <p:cond delay="499"/>
                                          </p:stCondLst>
                                        </p:cTn>
                                        <p:tgtEl>
                                          <p:spTgt spid="34"/>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xit" presetSubtype="1" fill="hold" grpId="0" nodeType="clickEffect">
                                  <p:stCondLst>
                                    <p:cond delay="0"/>
                                  </p:stCondLst>
                                  <p:childTnLst>
                                    <p:animEffect transition="out" filter="wipe(up)">
                                      <p:cBhvr>
                                        <p:cTn id="61" dur="500"/>
                                        <p:tgtEl>
                                          <p:spTgt spid="35"/>
                                        </p:tgtEl>
                                      </p:cBhvr>
                                    </p:animEffect>
                                    <p:set>
                                      <p:cBhvr>
                                        <p:cTn id="62" dur="1" fill="hold">
                                          <p:stCondLst>
                                            <p:cond delay="499"/>
                                          </p:stCondLst>
                                        </p:cTn>
                                        <p:tgtEl>
                                          <p:spTgt spid="35"/>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up)">
                                      <p:cBhvr>
                                        <p:cTn id="67" dur="500"/>
                                        <p:tgtEl>
                                          <p:spTgt spid="3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left)">
                                      <p:cBhvr>
                                        <p:cTn id="7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P spid="33" grpId="0"/>
      <p:bldP spid="33" grpId="1"/>
      <p:bldP spid="34" grpId="0"/>
      <p:bldP spid="34" grpId="1"/>
      <p:bldP spid="35" grpId="0"/>
      <p:bldP spid="35" grpId="1"/>
      <p:bldP spid="36" grpId="0"/>
      <p:bldP spid="4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en-US" altLang="zh-CN" dirty="0"/>
              <a:t>S-</a:t>
            </a:r>
            <a:r>
              <a:rPr lang="zh-CN" altLang="en-US" dirty="0"/>
              <a:t>属性文法的自下而上计算</a:t>
            </a:r>
          </a:p>
        </p:txBody>
      </p:sp>
      <p:grpSp>
        <p:nvGrpSpPr>
          <p:cNvPr id="1120259" name="组合 10"/>
          <p:cNvGrpSpPr>
            <a:grpSpLocks/>
          </p:cNvGrpSpPr>
          <p:nvPr/>
        </p:nvGrpSpPr>
        <p:grpSpPr bwMode="auto">
          <a:xfrm>
            <a:off x="4935538" y="344488"/>
            <a:ext cx="5145087" cy="3378200"/>
            <a:chOff x="7520591" y="2816196"/>
            <a:chExt cx="4671409" cy="3025447"/>
          </a:xfrm>
        </p:grpSpPr>
        <p:sp>
          <p:nvSpPr>
            <p:cNvPr id="12" name="Rectangle 3"/>
            <p:cNvSpPr txBox="1">
              <a:spLocks noChangeArrowheads="1"/>
            </p:cNvSpPr>
            <p:nvPr/>
          </p:nvSpPr>
          <p:spPr>
            <a:xfrm>
              <a:off x="7520591" y="2816196"/>
              <a:ext cx="1953026"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5597" tIns="37798" rIns="75597" bIns="377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2646" dirty="0">
                  <a:solidFill>
                    <a:prstClr val="white"/>
                  </a:solidFill>
                </a:rPr>
                <a:t>产生式	</a:t>
              </a:r>
            </a:p>
            <a:p>
              <a:pPr fontAlgn="auto">
                <a:spcBef>
                  <a:spcPts val="0"/>
                </a:spcBef>
                <a:buClr>
                  <a:srgbClr val="4F81BD"/>
                </a:buClr>
                <a:buFont typeface="Wingdings 3" charset="2"/>
                <a:buNone/>
                <a:defRPr/>
              </a:pPr>
              <a:r>
                <a:rPr lang="en-US" altLang="zh-CN" sz="2646" dirty="0" err="1">
                  <a:solidFill>
                    <a:prstClr val="white"/>
                  </a:solidFill>
                </a:rPr>
                <a:t>L→En</a:t>
              </a:r>
              <a:r>
                <a:rPr lang="en-US" altLang="zh-CN" sz="2646" dirty="0">
                  <a:solidFill>
                    <a:prstClr val="white"/>
                  </a:solidFill>
                </a:rPr>
                <a:t> </a:t>
              </a:r>
            </a:p>
            <a:p>
              <a:pPr fontAlgn="auto">
                <a:spcBef>
                  <a:spcPts val="0"/>
                </a:spcBef>
                <a:buClr>
                  <a:srgbClr val="4F81BD"/>
                </a:buClr>
                <a:buFont typeface="Wingdings 3" charset="2"/>
                <a:buNone/>
                <a:defRPr/>
              </a:pPr>
              <a:r>
                <a:rPr lang="en-US" altLang="zh-CN" sz="2646" dirty="0">
                  <a:solidFill>
                    <a:prstClr val="white"/>
                  </a:solidFill>
                </a:rPr>
                <a:t>E→E</a:t>
              </a:r>
              <a:r>
                <a:rPr lang="en-US" altLang="zh-CN" sz="2646" baseline="-25000" dirty="0">
                  <a:solidFill>
                    <a:prstClr val="white"/>
                  </a:solidFill>
                </a:rPr>
                <a:t>1</a:t>
              </a:r>
              <a:r>
                <a:rPr lang="en-US" altLang="zh-CN" sz="2646" dirty="0">
                  <a:solidFill>
                    <a:prstClr val="white"/>
                  </a:solidFill>
                </a:rPr>
                <a:t>+T  </a:t>
              </a:r>
            </a:p>
            <a:p>
              <a:pPr fontAlgn="auto">
                <a:spcBef>
                  <a:spcPts val="0"/>
                </a:spcBef>
                <a:buClr>
                  <a:srgbClr val="4F81BD"/>
                </a:buClr>
                <a:buFont typeface="Wingdings 3" charset="2"/>
                <a:buNone/>
                <a:defRPr/>
              </a:pPr>
              <a:r>
                <a:rPr lang="en-US" altLang="zh-CN" sz="2646" dirty="0">
                  <a:solidFill>
                    <a:prstClr val="white"/>
                  </a:solidFill>
                </a:rPr>
                <a:t>E→T</a:t>
              </a:r>
            </a:p>
            <a:p>
              <a:pPr fontAlgn="auto">
                <a:spcBef>
                  <a:spcPts val="0"/>
                </a:spcBef>
                <a:buClr>
                  <a:srgbClr val="4F81BD"/>
                </a:buClr>
                <a:buFont typeface="Wingdings 3" charset="2"/>
                <a:buNone/>
                <a:defRPr/>
              </a:pPr>
              <a:r>
                <a:rPr lang="en-US" altLang="zh-CN" sz="2646" dirty="0">
                  <a:solidFill>
                    <a:prstClr val="white"/>
                  </a:solidFill>
                </a:rPr>
                <a:t>T→T</a:t>
              </a:r>
              <a:r>
                <a:rPr lang="en-US" altLang="zh-CN" sz="2646" baseline="-25000" dirty="0">
                  <a:solidFill>
                    <a:prstClr val="white"/>
                  </a:solidFill>
                </a:rPr>
                <a:t>1</a:t>
              </a:r>
              <a:r>
                <a:rPr lang="en-US" altLang="zh-CN" sz="2646" dirty="0">
                  <a:solidFill>
                    <a:prstClr val="white"/>
                  </a:solidFill>
                </a:rPr>
                <a:t>*F</a:t>
              </a:r>
            </a:p>
            <a:p>
              <a:pPr fontAlgn="auto">
                <a:spcBef>
                  <a:spcPts val="0"/>
                </a:spcBef>
                <a:buClr>
                  <a:srgbClr val="4F81BD"/>
                </a:buClr>
                <a:buFont typeface="Wingdings 3" charset="2"/>
                <a:buNone/>
                <a:defRPr/>
              </a:pPr>
              <a:r>
                <a:rPr lang="en-US" altLang="zh-CN" sz="2646" dirty="0">
                  <a:solidFill>
                    <a:prstClr val="white"/>
                  </a:solidFill>
                </a:rPr>
                <a:t>T→F</a:t>
              </a:r>
            </a:p>
            <a:p>
              <a:pPr fontAlgn="auto">
                <a:spcBef>
                  <a:spcPts val="0"/>
                </a:spcBef>
                <a:buClr>
                  <a:srgbClr val="4F81BD"/>
                </a:buClr>
                <a:buFont typeface="Wingdings 3" charset="2"/>
                <a:buNone/>
                <a:defRPr/>
              </a:pPr>
              <a:r>
                <a:rPr lang="en-US" altLang="zh-CN" sz="2646" dirty="0">
                  <a:solidFill>
                    <a:prstClr val="white"/>
                  </a:solidFill>
                </a:rPr>
                <a:t>F→ (E)</a:t>
              </a:r>
            </a:p>
            <a:p>
              <a:pPr fontAlgn="auto">
                <a:spcBef>
                  <a:spcPts val="0"/>
                </a:spcBef>
                <a:buClr>
                  <a:srgbClr val="4F81BD"/>
                </a:buClr>
                <a:buFont typeface="Wingdings 3" charset="2"/>
                <a:buNone/>
                <a:defRPr/>
              </a:pPr>
              <a:r>
                <a:rPr lang="en-US" altLang="zh-CN" sz="2646" dirty="0" err="1">
                  <a:solidFill>
                    <a:prstClr val="white"/>
                  </a:solidFill>
                </a:rPr>
                <a:t>F→digit</a:t>
              </a:r>
              <a:endParaRPr lang="en-US" altLang="zh-CN" sz="2646" dirty="0">
                <a:solidFill>
                  <a:prstClr val="white"/>
                </a:solidFill>
              </a:endParaRPr>
            </a:p>
            <a:p>
              <a:pPr fontAlgn="auto">
                <a:spcBef>
                  <a:spcPts val="0"/>
                </a:spcBef>
                <a:buClr>
                  <a:srgbClr val="4F81BD"/>
                </a:buClr>
                <a:buFont typeface="Wingdings 3" charset="2"/>
                <a:buNone/>
                <a:defRPr/>
              </a:pPr>
              <a:endParaRPr lang="en-US" altLang="zh-CN" sz="2646" dirty="0">
                <a:solidFill>
                  <a:prstClr val="white"/>
                </a:solidFill>
              </a:endParaRPr>
            </a:p>
          </p:txBody>
        </p:sp>
        <p:sp>
          <p:nvSpPr>
            <p:cNvPr id="13" name="Rectangle 14"/>
            <p:cNvSpPr>
              <a:spLocks noChangeArrowheads="1"/>
            </p:cNvSpPr>
            <p:nvPr/>
          </p:nvSpPr>
          <p:spPr bwMode="auto">
            <a:xfrm>
              <a:off x="9032565" y="2816196"/>
              <a:ext cx="3159435"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2646"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a:solidFill>
                    <a:prstClr val="white"/>
                  </a:solidFill>
                </a:rPr>
                <a:t>print(</a:t>
              </a:r>
              <a:r>
                <a:rPr lang="en-US" altLang="zh-CN" sz="2646" dirty="0" err="1">
                  <a:solidFill>
                    <a:prstClr val="white"/>
                  </a:solidFill>
                </a:rPr>
                <a:t>E.val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E.val</a:t>
              </a:r>
              <a:r>
                <a:rPr lang="en-US" altLang="zh-CN" sz="2646" dirty="0">
                  <a:solidFill>
                    <a:prstClr val="white"/>
                  </a:solidFill>
                </a:rPr>
                <a:t> := E</a:t>
              </a:r>
              <a:r>
                <a:rPr lang="en-US" altLang="zh-CN" sz="2646" baseline="-25000" dirty="0">
                  <a:solidFill>
                    <a:prstClr val="white"/>
                  </a:solidFill>
                </a:rPr>
                <a:t>1</a:t>
              </a:r>
              <a:r>
                <a:rPr lang="en-US" altLang="zh-CN" sz="2646"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E.val</a:t>
              </a:r>
              <a:r>
                <a:rPr lang="en-US" altLang="zh-CN" sz="2646" dirty="0">
                  <a:solidFill>
                    <a:prstClr val="white"/>
                  </a:solidFill>
                </a:rPr>
                <a:t> :=</a:t>
              </a:r>
              <a:r>
                <a:rPr lang="en-US" altLang="zh-CN" sz="2646" dirty="0" err="1">
                  <a:solidFill>
                    <a:prstClr val="white"/>
                  </a:solidFill>
                </a:rPr>
                <a:t>T.val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T.val</a:t>
              </a:r>
              <a:r>
                <a:rPr lang="en-US" altLang="zh-CN" sz="2646" dirty="0">
                  <a:solidFill>
                    <a:prstClr val="white"/>
                  </a:solidFill>
                </a:rPr>
                <a:t> :=T</a:t>
              </a:r>
              <a:r>
                <a:rPr lang="en-US" altLang="zh-CN" sz="2646" baseline="-25000" dirty="0">
                  <a:solidFill>
                    <a:prstClr val="white"/>
                  </a:solidFill>
                </a:rPr>
                <a:t>1</a:t>
              </a:r>
              <a:r>
                <a:rPr lang="en-US" altLang="zh-CN" sz="2646" dirty="0">
                  <a:solidFill>
                    <a:prstClr val="white"/>
                  </a:solidFill>
                </a:rPr>
                <a:t>.val* </a:t>
              </a:r>
              <a:r>
                <a:rPr lang="en-US" altLang="zh-CN" sz="2646" dirty="0" err="1">
                  <a:solidFill>
                    <a:prstClr val="white"/>
                  </a:solidFill>
                </a:rPr>
                <a:t>F.val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T.val</a:t>
              </a:r>
              <a:r>
                <a:rPr lang="en-US" altLang="zh-CN" sz="2646" dirty="0">
                  <a:solidFill>
                    <a:prstClr val="white"/>
                  </a:solidFill>
                </a:rPr>
                <a:t> :=</a:t>
              </a:r>
              <a:r>
                <a:rPr lang="en-US" altLang="zh-CN" sz="2646" dirty="0" err="1">
                  <a:solidFill>
                    <a:prstClr val="white"/>
                  </a:solidFill>
                </a:rPr>
                <a:t>F.val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F.val</a:t>
              </a:r>
              <a:r>
                <a:rPr lang="en-US" altLang="zh-CN" sz="2646" dirty="0">
                  <a:solidFill>
                    <a:prstClr val="white"/>
                  </a:solidFill>
                </a:rPr>
                <a:t> :=</a:t>
              </a:r>
              <a:r>
                <a:rPr lang="en-US" altLang="zh-CN" sz="2646" dirty="0" err="1">
                  <a:solidFill>
                    <a:prstClr val="white"/>
                  </a:solidFill>
                </a:rPr>
                <a:t>E.val</a:t>
              </a:r>
              <a:r>
                <a:rPr lang="en-US" altLang="zh-CN" sz="2646"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646" dirty="0" err="1">
                  <a:solidFill>
                    <a:prstClr val="white"/>
                  </a:solidFill>
                </a:rPr>
                <a:t>F.val</a:t>
              </a:r>
              <a:r>
                <a:rPr lang="en-US" altLang="zh-CN" sz="2646" dirty="0">
                  <a:solidFill>
                    <a:prstClr val="white"/>
                  </a:solidFill>
                </a:rPr>
                <a:t> :=</a:t>
              </a:r>
              <a:r>
                <a:rPr lang="en-US" altLang="zh-CN" sz="2646" dirty="0" err="1">
                  <a:solidFill>
                    <a:prstClr val="white"/>
                  </a:solidFill>
                </a:rPr>
                <a:t>digit.lexval</a:t>
              </a:r>
              <a:endParaRPr lang="en-US" altLang="zh-CN" sz="2646" dirty="0">
                <a:solidFill>
                  <a:prstClr val="white"/>
                </a:solidFill>
              </a:endParaRPr>
            </a:p>
          </p:txBody>
        </p:sp>
      </p:grpSp>
      <p:sp>
        <p:nvSpPr>
          <p:cNvPr id="22" name="Rectangle 3"/>
          <p:cNvSpPr>
            <a:spLocks noGrp="1" noChangeArrowheads="1"/>
          </p:cNvSpPr>
          <p:nvPr>
            <p:ph idx="1"/>
          </p:nvPr>
        </p:nvSpPr>
        <p:spPr>
          <a:xfrm>
            <a:off x="3036888" y="3768725"/>
            <a:ext cx="7043737" cy="3730625"/>
          </a:xfrm>
          <a:ln>
            <a:headEnd/>
            <a:tailEnd/>
          </a:ln>
        </p:spPr>
        <p:style>
          <a:lnRef idx="1">
            <a:schemeClr val="accent5"/>
          </a:lnRef>
          <a:fillRef idx="2">
            <a:schemeClr val="accent5"/>
          </a:fillRef>
          <a:effectRef idx="1">
            <a:schemeClr val="accent5"/>
          </a:effectRef>
          <a:fontRef idx="minor">
            <a:schemeClr val="dk1"/>
          </a:fontRef>
        </p:style>
        <p:txBody>
          <a:bodyPr lIns="39683" tIns="0" rIns="39683" bIns="0" rtlCol="0">
            <a:normAutofit/>
          </a:bodyPr>
          <a:lstStyle/>
          <a:p>
            <a:pPr marL="377979" indent="-377979" defTabSz="503972" eaLnBrk="1" fontAlgn="auto" hangingPunct="1">
              <a:spcBef>
                <a:spcPts val="1102"/>
              </a:spcBef>
              <a:spcAft>
                <a:spcPts val="0"/>
              </a:spcAft>
              <a:buFont typeface="Wingdings" panose="05000000000000000000" pitchFamily="2" charset="2"/>
              <a:buNone/>
              <a:defRPr/>
            </a:pPr>
            <a:r>
              <a:rPr lang="zh-CN" altLang="en-US" sz="2646" dirty="0">
                <a:latin typeface="宋体" panose="02010600030101010101" pitchFamily="2" charset="-122"/>
              </a:rPr>
              <a:t>产生式 	</a:t>
            </a:r>
            <a:r>
              <a:rPr lang="en-US" altLang="zh-CN" sz="2646" dirty="0">
                <a:latin typeface="宋体" panose="02010600030101010101" pitchFamily="2" charset="-122"/>
              </a:rPr>
              <a:t>	</a:t>
            </a:r>
            <a:r>
              <a:rPr lang="zh-CN" altLang="en-US" sz="2646" dirty="0">
                <a:latin typeface="宋体" panose="02010600030101010101" pitchFamily="2" charset="-122"/>
              </a:rPr>
              <a:t>代 码 段</a:t>
            </a:r>
            <a:r>
              <a:rPr lang="zh-CN" altLang="en-US" sz="2646" dirty="0"/>
              <a:t>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err="1"/>
              <a:t>L→En</a:t>
            </a:r>
            <a:r>
              <a:rPr lang="en-US" altLang="zh-CN" sz="2646" dirty="0"/>
              <a:t>		    	print(</a:t>
            </a:r>
            <a:r>
              <a:rPr lang="en-US" altLang="zh-CN" sz="2646" dirty="0" err="1"/>
              <a:t>val</a:t>
            </a:r>
            <a:r>
              <a:rPr lang="en-US" altLang="zh-CN" sz="2646" dirty="0"/>
              <a:t>[top])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a:t>E→E</a:t>
            </a:r>
            <a:r>
              <a:rPr lang="en-US" altLang="zh-CN" sz="2646" baseline="-30000" dirty="0"/>
              <a:t>1</a:t>
            </a:r>
            <a:r>
              <a:rPr lang="en-US" altLang="zh-CN" sz="2646" dirty="0"/>
              <a:t>+T		</a:t>
            </a:r>
            <a:r>
              <a:rPr lang="en-US" altLang="zh-CN" sz="2646" dirty="0" err="1"/>
              <a:t>val</a:t>
            </a:r>
            <a:r>
              <a:rPr lang="en-US" altLang="zh-CN" sz="2646" dirty="0"/>
              <a:t>[</a:t>
            </a:r>
            <a:r>
              <a:rPr lang="en-US" altLang="zh-CN" sz="2646" dirty="0" err="1">
                <a:solidFill>
                  <a:srgbClr val="FF3300"/>
                </a:solidFill>
              </a:rPr>
              <a:t>ntop</a:t>
            </a:r>
            <a:r>
              <a:rPr lang="en-US" altLang="zh-CN" sz="2646" dirty="0"/>
              <a:t>] := </a:t>
            </a:r>
            <a:r>
              <a:rPr lang="en-US" altLang="zh-CN" sz="2646" dirty="0" err="1"/>
              <a:t>val</a:t>
            </a:r>
            <a:r>
              <a:rPr lang="en-US" altLang="zh-CN" sz="2646" dirty="0"/>
              <a:t>[top-2]+</a:t>
            </a:r>
            <a:r>
              <a:rPr lang="en-US" altLang="zh-CN" sz="2646" dirty="0" err="1"/>
              <a:t>val</a:t>
            </a:r>
            <a:r>
              <a:rPr lang="en-US" altLang="zh-CN" sz="2646" dirty="0"/>
              <a:t>[top]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a:t>E→T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a:t>T→T</a:t>
            </a:r>
            <a:r>
              <a:rPr lang="en-US" altLang="zh-CN" sz="2646" baseline="-30000" dirty="0"/>
              <a:t>1</a:t>
            </a:r>
            <a:r>
              <a:rPr lang="en-US" altLang="zh-CN" sz="2646" dirty="0"/>
              <a:t>*F		</a:t>
            </a:r>
            <a:r>
              <a:rPr lang="en-US" altLang="zh-CN" sz="2646" dirty="0" err="1"/>
              <a:t>val</a:t>
            </a:r>
            <a:r>
              <a:rPr lang="en-US" altLang="zh-CN" sz="2646" dirty="0"/>
              <a:t>[</a:t>
            </a:r>
            <a:r>
              <a:rPr lang="en-US" altLang="zh-CN" sz="2646" dirty="0" err="1">
                <a:solidFill>
                  <a:srgbClr val="FF3300"/>
                </a:solidFill>
              </a:rPr>
              <a:t>ntop</a:t>
            </a:r>
            <a:r>
              <a:rPr lang="en-US" altLang="zh-CN" sz="2646" dirty="0"/>
              <a:t>] := </a:t>
            </a:r>
            <a:r>
              <a:rPr lang="en-US" altLang="zh-CN" sz="2646" dirty="0" err="1"/>
              <a:t>val</a:t>
            </a:r>
            <a:r>
              <a:rPr lang="en-US" altLang="zh-CN" sz="2646" dirty="0"/>
              <a:t>[top-2]*</a:t>
            </a:r>
            <a:r>
              <a:rPr lang="en-US" altLang="zh-CN" sz="2646" dirty="0" err="1"/>
              <a:t>val</a:t>
            </a:r>
            <a:r>
              <a:rPr lang="en-US" altLang="zh-CN" sz="2646" dirty="0"/>
              <a:t>[top]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a:t>T→F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a:t>F→ (E)		</a:t>
            </a:r>
            <a:r>
              <a:rPr lang="en-US" altLang="zh-CN" sz="2646" dirty="0" err="1"/>
              <a:t>val</a:t>
            </a:r>
            <a:r>
              <a:rPr lang="en-US" altLang="zh-CN" sz="2646" dirty="0"/>
              <a:t>[</a:t>
            </a:r>
            <a:r>
              <a:rPr lang="en-US" altLang="zh-CN" sz="2646" dirty="0" err="1">
                <a:solidFill>
                  <a:srgbClr val="FF3300"/>
                </a:solidFill>
              </a:rPr>
              <a:t>ntop</a:t>
            </a:r>
            <a:r>
              <a:rPr lang="en-US" altLang="zh-CN" sz="2646" dirty="0"/>
              <a:t>] :=</a:t>
            </a:r>
            <a:r>
              <a:rPr lang="en-US" altLang="zh-CN" sz="2646" dirty="0" err="1"/>
              <a:t>val</a:t>
            </a:r>
            <a:r>
              <a:rPr lang="en-US" altLang="zh-CN" sz="2646" dirty="0"/>
              <a:t>[top-1]</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2646" dirty="0" err="1"/>
              <a:t>F→digit</a:t>
            </a:r>
            <a:r>
              <a:rPr lang="en-US" altLang="zh-CN" sz="2646" dirty="0"/>
              <a:t> 		</a:t>
            </a:r>
            <a:r>
              <a:rPr lang="en-US" altLang="zh-CN" sz="2646" dirty="0" err="1"/>
              <a:t>val</a:t>
            </a:r>
            <a:r>
              <a:rPr lang="en-US" altLang="zh-CN" sz="2646" dirty="0"/>
              <a:t>[</a:t>
            </a:r>
            <a:r>
              <a:rPr lang="en-US" altLang="zh-CN" sz="2646" dirty="0" err="1">
                <a:solidFill>
                  <a:srgbClr val="FF0000"/>
                </a:solidFill>
              </a:rPr>
              <a:t>ntop</a:t>
            </a:r>
            <a:r>
              <a:rPr lang="en-US" altLang="zh-CN" sz="2646" dirty="0"/>
              <a:t>] :=</a:t>
            </a:r>
            <a:r>
              <a:rPr lang="en-US" altLang="zh-CN" sz="2646" dirty="0" err="1"/>
              <a:t>val</a:t>
            </a:r>
            <a:r>
              <a:rPr lang="en-US" altLang="zh-CN" sz="2646" dirty="0"/>
              <a:t>[top]</a:t>
            </a:r>
            <a:endParaRPr lang="zh-CN" altLang="en-US" sz="2646" dirty="0"/>
          </a:p>
        </p:txBody>
      </p:sp>
      <p:graphicFrame>
        <p:nvGraphicFramePr>
          <p:cNvPr id="28" name="表格 27"/>
          <p:cNvGraphicFramePr>
            <a:graphicFrameLocks noGrp="1"/>
          </p:cNvGraphicFramePr>
          <p:nvPr/>
        </p:nvGraphicFramePr>
        <p:xfrm>
          <a:off x="179388" y="2257425"/>
          <a:ext cx="2409825" cy="1839912"/>
        </p:xfrm>
        <a:graphic>
          <a:graphicData uri="http://schemas.openxmlformats.org/drawingml/2006/table">
            <a:tbl>
              <a:tblPr bandRow="1">
                <a:tableStyleId>{5C22544A-7EE6-4342-B048-85BDC9FD1C3A}</a:tableStyleId>
              </a:tblPr>
              <a:tblGrid>
                <a:gridCol w="80327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803275">
                  <a:extLst>
                    <a:ext uri="{9D8B030D-6E8A-4147-A177-3AD203B41FA5}">
                      <a16:colId xmlns:a16="http://schemas.microsoft.com/office/drawing/2014/main" val="20002"/>
                    </a:ext>
                  </a:extLst>
                </a:gridCol>
              </a:tblGrid>
              <a:tr h="306652">
                <a:tc>
                  <a:txBody>
                    <a:bodyPr/>
                    <a:lstStyle/>
                    <a:p>
                      <a:endParaRPr lang="zh-CN" altLang="en-US" sz="1500" dirty="0"/>
                    </a:p>
                  </a:txBody>
                  <a:tcPr marL="56693" marR="56693" marT="0" marB="0"/>
                </a:tc>
                <a:tc>
                  <a:txBody>
                    <a:bodyPr/>
                    <a:lstStyle/>
                    <a:p>
                      <a:endParaRPr lang="zh-CN" altLang="en-US" sz="1500"/>
                    </a:p>
                  </a:txBody>
                  <a:tcPr marL="56693" marR="56693" marT="0" marB="0"/>
                </a:tc>
                <a:tc>
                  <a:txBody>
                    <a:bodyPr/>
                    <a:lstStyle/>
                    <a:p>
                      <a:endParaRPr lang="zh-CN" altLang="en-US" sz="1500" dirty="0"/>
                    </a:p>
                  </a:txBody>
                  <a:tcPr marL="56693" marR="56693" marT="0" marB="0"/>
                </a:tc>
                <a:extLst>
                  <a:ext uri="{0D108BD9-81ED-4DB2-BD59-A6C34878D82A}">
                    <a16:rowId xmlns:a16="http://schemas.microsoft.com/office/drawing/2014/main" val="10000"/>
                  </a:ext>
                </a:extLst>
              </a:tr>
              <a:tr h="306652">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extLst>
                  <a:ext uri="{0D108BD9-81ED-4DB2-BD59-A6C34878D82A}">
                    <a16:rowId xmlns:a16="http://schemas.microsoft.com/office/drawing/2014/main" val="10001"/>
                  </a:ext>
                </a:extLst>
              </a:tr>
              <a:tr h="306652">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extLst>
                  <a:ext uri="{0D108BD9-81ED-4DB2-BD59-A6C34878D82A}">
                    <a16:rowId xmlns:a16="http://schemas.microsoft.com/office/drawing/2014/main" val="10002"/>
                  </a:ext>
                </a:extLst>
              </a:tr>
              <a:tr h="306652">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tc>
                  <a:txBody>
                    <a:bodyPr/>
                    <a:lstStyle/>
                    <a:p>
                      <a:pPr algn="ctr">
                        <a:lnSpc>
                          <a:spcPct val="100000"/>
                        </a:lnSpc>
                        <a:spcAft>
                          <a:spcPts val="0"/>
                        </a:spcAft>
                      </a:pPr>
                      <a:endParaRPr lang="zh-CN" sz="900" b="0" dirty="0">
                        <a:effectLst/>
                        <a:latin typeface="+mj-ea"/>
                        <a:ea typeface="+mj-ea"/>
                      </a:endParaRPr>
                    </a:p>
                  </a:txBody>
                  <a:tcPr marL="56693" marR="56693" marT="0" marB="0"/>
                </a:tc>
                <a:extLst>
                  <a:ext uri="{0D108BD9-81ED-4DB2-BD59-A6C34878D82A}">
                    <a16:rowId xmlns:a16="http://schemas.microsoft.com/office/drawing/2014/main" val="10003"/>
                  </a:ext>
                </a:extLst>
              </a:tr>
              <a:tr h="306652">
                <a:tc>
                  <a:txBody>
                    <a:bodyPr/>
                    <a:lstStyle/>
                    <a:p>
                      <a:pPr algn="ctr">
                        <a:lnSpc>
                          <a:spcPct val="100000"/>
                        </a:lnSpc>
                        <a:spcAft>
                          <a:spcPts val="0"/>
                        </a:spcAft>
                      </a:pPr>
                      <a:r>
                        <a:rPr lang="en-US" sz="2000" b="0">
                          <a:effectLst/>
                          <a:latin typeface="+mj-ea"/>
                          <a:ea typeface="+mj-ea"/>
                          <a:sym typeface="MT Extra" panose="05050102010205020202" pitchFamily="18" charset="2"/>
                        </a:rPr>
                        <a:t></a:t>
                      </a:r>
                      <a:endParaRPr lang="zh-CN" sz="900" b="0">
                        <a:effectLst/>
                        <a:latin typeface="+mj-ea"/>
                        <a:ea typeface="+mj-ea"/>
                      </a:endParaRPr>
                    </a:p>
                  </a:txBody>
                  <a:tcPr marL="56693" marR="56693" marT="0" marB="0"/>
                </a:tc>
                <a:tc>
                  <a:txBody>
                    <a:bodyPr/>
                    <a:lstStyle/>
                    <a:p>
                      <a:pPr algn="ctr">
                        <a:lnSpc>
                          <a:spcPct val="100000"/>
                        </a:lnSpc>
                        <a:spcAft>
                          <a:spcPts val="0"/>
                        </a:spcAft>
                      </a:pPr>
                      <a:r>
                        <a:rPr lang="en-US" sz="2000" b="0" dirty="0">
                          <a:effectLst/>
                          <a:latin typeface="+mj-ea"/>
                          <a:ea typeface="+mj-ea"/>
                          <a:sym typeface="MT Extra" panose="05050102010205020202" pitchFamily="18" charset="2"/>
                        </a:rPr>
                        <a:t></a:t>
                      </a:r>
                      <a:endParaRPr lang="zh-CN" sz="900" b="0" dirty="0">
                        <a:effectLst/>
                        <a:latin typeface="+mj-ea"/>
                        <a:ea typeface="+mj-ea"/>
                      </a:endParaRPr>
                    </a:p>
                  </a:txBody>
                  <a:tcPr marL="56693" marR="56693" marT="0" marB="0"/>
                </a:tc>
                <a:tc>
                  <a:txBody>
                    <a:bodyPr/>
                    <a:lstStyle/>
                    <a:p>
                      <a:pPr algn="ctr">
                        <a:lnSpc>
                          <a:spcPct val="100000"/>
                        </a:lnSpc>
                        <a:spcAft>
                          <a:spcPts val="0"/>
                        </a:spcAft>
                      </a:pPr>
                      <a:r>
                        <a:rPr lang="en-US" sz="2000" b="0" dirty="0">
                          <a:effectLst/>
                          <a:latin typeface="+mj-ea"/>
                          <a:ea typeface="+mj-ea"/>
                          <a:sym typeface="MT Extra" panose="05050102010205020202" pitchFamily="18" charset="2"/>
                        </a:rPr>
                        <a:t></a:t>
                      </a:r>
                      <a:endParaRPr lang="zh-CN" sz="900" b="0" dirty="0">
                        <a:effectLst/>
                        <a:latin typeface="+mj-ea"/>
                        <a:ea typeface="+mj-ea"/>
                      </a:endParaRPr>
                    </a:p>
                  </a:txBody>
                  <a:tcPr marL="56693" marR="56693" marT="0" marB="0"/>
                </a:tc>
                <a:extLst>
                  <a:ext uri="{0D108BD9-81ED-4DB2-BD59-A6C34878D82A}">
                    <a16:rowId xmlns:a16="http://schemas.microsoft.com/office/drawing/2014/main" val="10004"/>
                  </a:ext>
                </a:extLst>
              </a:tr>
              <a:tr h="306652">
                <a:tc>
                  <a:txBody>
                    <a:bodyPr/>
                    <a:lstStyle/>
                    <a:p>
                      <a:pPr algn="ctr">
                        <a:lnSpc>
                          <a:spcPct val="100000"/>
                        </a:lnSpc>
                        <a:spcAft>
                          <a:spcPts val="0"/>
                        </a:spcAft>
                      </a:pPr>
                      <a:r>
                        <a:rPr lang="en-US" sz="2000" b="0">
                          <a:effectLst/>
                          <a:latin typeface="+mj-ea"/>
                          <a:ea typeface="+mj-ea"/>
                        </a:rPr>
                        <a:t>S</a:t>
                      </a:r>
                      <a:r>
                        <a:rPr lang="en-US" sz="2000" b="0" baseline="-25000">
                          <a:effectLst/>
                          <a:latin typeface="+mj-ea"/>
                          <a:ea typeface="+mj-ea"/>
                        </a:rPr>
                        <a:t>0</a:t>
                      </a:r>
                      <a:endParaRPr lang="zh-CN" sz="900" b="0">
                        <a:effectLst/>
                        <a:latin typeface="+mj-ea"/>
                        <a:ea typeface="+mj-ea"/>
                      </a:endParaRPr>
                    </a:p>
                  </a:txBody>
                  <a:tcPr marL="56693" marR="56693" marT="0" marB="0"/>
                </a:tc>
                <a:tc>
                  <a:txBody>
                    <a:bodyPr/>
                    <a:lstStyle/>
                    <a:p>
                      <a:pPr algn="ctr">
                        <a:lnSpc>
                          <a:spcPct val="100000"/>
                        </a:lnSpc>
                        <a:spcAft>
                          <a:spcPts val="0"/>
                        </a:spcAft>
                      </a:pPr>
                      <a:r>
                        <a:rPr lang="zh-CN" sz="2000" b="0">
                          <a:effectLst/>
                          <a:latin typeface="+mj-ea"/>
                          <a:ea typeface="+mj-ea"/>
                        </a:rPr>
                        <a:t>—</a:t>
                      </a:r>
                      <a:endParaRPr lang="zh-CN" sz="900" b="0">
                        <a:effectLst/>
                        <a:latin typeface="+mj-ea"/>
                        <a:ea typeface="+mj-ea"/>
                      </a:endParaRPr>
                    </a:p>
                  </a:txBody>
                  <a:tcPr marL="56693" marR="56693" marT="0" marB="0"/>
                </a:tc>
                <a:tc>
                  <a:txBody>
                    <a:bodyPr/>
                    <a:lstStyle/>
                    <a:p>
                      <a:pPr algn="ctr">
                        <a:lnSpc>
                          <a:spcPct val="100000"/>
                        </a:lnSpc>
                        <a:spcAft>
                          <a:spcPts val="0"/>
                        </a:spcAft>
                      </a:pPr>
                      <a:r>
                        <a:rPr lang="en-US" sz="2000" b="0" dirty="0">
                          <a:effectLst/>
                          <a:latin typeface="+mj-ea"/>
                          <a:ea typeface="+mj-ea"/>
                        </a:rPr>
                        <a:t>#</a:t>
                      </a:r>
                      <a:endParaRPr lang="zh-CN" sz="900" b="0" dirty="0">
                        <a:effectLst/>
                        <a:latin typeface="+mj-ea"/>
                        <a:ea typeface="+mj-ea"/>
                      </a:endParaRPr>
                    </a:p>
                  </a:txBody>
                  <a:tcPr marL="56693" marR="56693" marT="0" marB="0"/>
                </a:tc>
                <a:extLst>
                  <a:ext uri="{0D108BD9-81ED-4DB2-BD59-A6C34878D82A}">
                    <a16:rowId xmlns:a16="http://schemas.microsoft.com/office/drawing/2014/main" val="10005"/>
                  </a:ext>
                </a:extLst>
              </a:tr>
            </a:tbl>
          </a:graphicData>
        </a:graphic>
      </p:graphicFrame>
      <p:sp>
        <p:nvSpPr>
          <p:cNvPr id="29" name="任意多边形 28"/>
          <p:cNvSpPr/>
          <p:nvPr/>
        </p:nvSpPr>
        <p:spPr>
          <a:xfrm>
            <a:off x="179388" y="1860550"/>
            <a:ext cx="2414587" cy="2236788"/>
          </a:xfrm>
          <a:custGeom>
            <a:avLst/>
            <a:gdLst>
              <a:gd name="connsiteX0" fmla="*/ 12700 w 2921000"/>
              <a:gd name="connsiteY0" fmla="*/ 0 h 2705100"/>
              <a:gd name="connsiteX1" fmla="*/ 0 w 2921000"/>
              <a:gd name="connsiteY1" fmla="*/ 2705100 h 2705100"/>
              <a:gd name="connsiteX2" fmla="*/ 2921000 w 2921000"/>
              <a:gd name="connsiteY2" fmla="*/ 2705100 h 2705100"/>
              <a:gd name="connsiteX3" fmla="*/ 2908300 w 2921000"/>
              <a:gd name="connsiteY3" fmla="*/ 12700 h 2705100"/>
            </a:gdLst>
            <a:ahLst/>
            <a:cxnLst>
              <a:cxn ang="0">
                <a:pos x="connsiteX0" y="connsiteY0"/>
              </a:cxn>
              <a:cxn ang="0">
                <a:pos x="connsiteX1" y="connsiteY1"/>
              </a:cxn>
              <a:cxn ang="0">
                <a:pos x="connsiteX2" y="connsiteY2"/>
              </a:cxn>
              <a:cxn ang="0">
                <a:pos x="connsiteX3" y="connsiteY3"/>
              </a:cxn>
            </a:cxnLst>
            <a:rect l="l" t="t" r="r" b="b"/>
            <a:pathLst>
              <a:path w="2921000" h="2705100">
                <a:moveTo>
                  <a:pt x="12700" y="0"/>
                </a:moveTo>
                <a:cubicBezTo>
                  <a:pt x="8467" y="901700"/>
                  <a:pt x="4233" y="1803400"/>
                  <a:pt x="0" y="2705100"/>
                </a:cubicBezTo>
                <a:lnTo>
                  <a:pt x="2921000" y="2705100"/>
                </a:lnTo>
                <a:cubicBezTo>
                  <a:pt x="2916767" y="1807633"/>
                  <a:pt x="2912533" y="910167"/>
                  <a:pt x="2908300" y="127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cxnSp>
        <p:nvCxnSpPr>
          <p:cNvPr id="30" name="直接箭头连接符 29"/>
          <p:cNvCxnSpPr/>
          <p:nvPr/>
        </p:nvCxnSpPr>
        <p:spPr>
          <a:xfrm flipV="1">
            <a:off x="2824163" y="2033588"/>
            <a:ext cx="0" cy="2063750"/>
          </a:xfrm>
          <a:prstGeom prst="straightConnector1">
            <a:avLst/>
          </a:prstGeom>
          <a:ln w="38100" cmpd="sng">
            <a:tailEnd type="stealth" w="lg" len="lg"/>
          </a:ln>
        </p:spPr>
        <p:style>
          <a:lnRef idx="1">
            <a:schemeClr val="accent1"/>
          </a:lnRef>
          <a:fillRef idx="0">
            <a:schemeClr val="accent1"/>
          </a:fillRef>
          <a:effectRef idx="0">
            <a:schemeClr val="accent1"/>
          </a:effectRef>
          <a:fontRef idx="minor">
            <a:schemeClr val="tx1"/>
          </a:fontRef>
        </p:style>
      </p:cxnSp>
      <p:sp>
        <p:nvSpPr>
          <p:cNvPr id="31" name="文本框 30"/>
          <p:cNvSpPr txBox="1">
            <a:spLocks noChangeArrowheads="1"/>
          </p:cNvSpPr>
          <p:nvPr/>
        </p:nvSpPr>
        <p:spPr bwMode="auto">
          <a:xfrm>
            <a:off x="187325" y="4097338"/>
            <a:ext cx="2424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fontAlgn="t" hangingPunct="1">
              <a:spcBef>
                <a:spcPct val="0"/>
              </a:spcBef>
              <a:buClrTx/>
              <a:buSzTx/>
              <a:buFontTx/>
              <a:buNone/>
            </a:pPr>
            <a:r>
              <a:rPr lang="zh-CN" altLang="en-US" sz="1800">
                <a:solidFill>
                  <a:srgbClr val="000000"/>
                </a:solidFill>
              </a:rPr>
              <a:t>状态    符号</a:t>
            </a:r>
            <a:r>
              <a:rPr lang="en-US" altLang="zh-CN" sz="1800">
                <a:solidFill>
                  <a:srgbClr val="000000"/>
                </a:solidFill>
              </a:rPr>
              <a:t>   </a:t>
            </a:r>
            <a:r>
              <a:rPr lang="zh-CN" altLang="en-US" sz="1800">
                <a:solidFill>
                  <a:srgbClr val="000000"/>
                </a:solidFill>
              </a:rPr>
              <a:t>属性</a:t>
            </a:r>
            <a:endParaRPr lang="zh-CN" altLang="zh-CN" sz="1800">
              <a:solidFill>
                <a:srgbClr val="000000"/>
              </a:solidFill>
            </a:endParaRPr>
          </a:p>
        </p:txBody>
      </p:sp>
      <p:sp>
        <p:nvSpPr>
          <p:cNvPr id="3" name="灯片编号占位符 2">
            <a:extLst>
              <a:ext uri="{FF2B5EF4-FFF2-40B4-BE49-F238E27FC236}">
                <a16:creationId xmlns:a16="http://schemas.microsoft.com/office/drawing/2014/main" id="{AC496E74-1634-72F9-A0AF-D75E9DC1A9C6}"/>
              </a:ext>
            </a:extLst>
          </p:cNvPr>
          <p:cNvSpPr>
            <a:spLocks noGrp="1"/>
          </p:cNvSpPr>
          <p:nvPr>
            <p:ph type="sldNum" sz="quarter" idx="12"/>
          </p:nvPr>
        </p:nvSpPr>
        <p:spPr/>
        <p:txBody>
          <a:bodyPr/>
          <a:lstStyle/>
          <a:p>
            <a:pPr>
              <a:defRPr/>
            </a:pPr>
            <a:fld id="{8A2661FE-E2D7-40B7-B271-653B59B0B73F}" type="slidenum">
              <a:rPr lang="en-US" smtClean="0"/>
              <a:pPr>
                <a:defRPr/>
              </a:pPr>
              <a:t>25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par>
                                <p:cTn id="8" presetID="22" presetClass="entr" presetSubtype="4"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down)">
                                      <p:cBhvr>
                                        <p:cTn id="10" dur="500"/>
                                        <p:tgtEl>
                                          <p:spTgt spid="29"/>
                                        </p:tgtEl>
                                      </p:cBhvr>
                                    </p:animEffect>
                                  </p:childTnLst>
                                </p:cTn>
                              </p:par>
                              <p:par>
                                <p:cTn id="11" presetID="22" presetClass="entr" presetSubtype="4"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500"/>
                                        <p:tgtEl>
                                          <p:spTgt spid="3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500"/>
                                        <p:tgtEl>
                                          <p:spTgt spid="3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
                                            <p:bg/>
                                          </p:spTgt>
                                        </p:tgtEl>
                                        <p:attrNameLst>
                                          <p:attrName>style.visibility</p:attrName>
                                        </p:attrNameLst>
                                      </p:cBhvr>
                                      <p:to>
                                        <p:strVal val="visible"/>
                                      </p:to>
                                    </p:set>
                                    <p:animEffect transition="in" filter="wipe(left)">
                                      <p:cBhvr>
                                        <p:cTn id="21" dur="500"/>
                                        <p:tgtEl>
                                          <p:spTgt spid="22">
                                            <p:bg/>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
                                            <p:txEl>
                                              <p:pRg st="0" end="0"/>
                                            </p:txEl>
                                          </p:spTgt>
                                        </p:tgtEl>
                                        <p:attrNameLst>
                                          <p:attrName>style.visibility</p:attrName>
                                        </p:attrNameLst>
                                      </p:cBhvr>
                                      <p:to>
                                        <p:strVal val="visible"/>
                                      </p:to>
                                    </p:set>
                                    <p:animEffect transition="in" filter="wipe(left)">
                                      <p:cBhvr>
                                        <p:cTn id="26" dur="500"/>
                                        <p:tgtEl>
                                          <p:spTgt spid="22">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
                                            <p:txEl>
                                              <p:pRg st="1" end="1"/>
                                            </p:txEl>
                                          </p:spTgt>
                                        </p:tgtEl>
                                        <p:attrNameLst>
                                          <p:attrName>style.visibility</p:attrName>
                                        </p:attrNameLst>
                                      </p:cBhvr>
                                      <p:to>
                                        <p:strVal val="visible"/>
                                      </p:to>
                                    </p:set>
                                    <p:animEffect transition="in" filter="wipe(left)">
                                      <p:cBhvr>
                                        <p:cTn id="31" dur="500"/>
                                        <p:tgtEl>
                                          <p:spTgt spid="22">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2">
                                            <p:txEl>
                                              <p:pRg st="2" end="2"/>
                                            </p:txEl>
                                          </p:spTgt>
                                        </p:tgtEl>
                                        <p:attrNameLst>
                                          <p:attrName>style.visibility</p:attrName>
                                        </p:attrNameLst>
                                      </p:cBhvr>
                                      <p:to>
                                        <p:strVal val="visible"/>
                                      </p:to>
                                    </p:set>
                                    <p:animEffect transition="in" filter="wipe(left)">
                                      <p:cBhvr>
                                        <p:cTn id="36" dur="500"/>
                                        <p:tgtEl>
                                          <p:spTgt spid="22">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
                                            <p:txEl>
                                              <p:pRg st="3" end="3"/>
                                            </p:txEl>
                                          </p:spTgt>
                                        </p:tgtEl>
                                        <p:attrNameLst>
                                          <p:attrName>style.visibility</p:attrName>
                                        </p:attrNameLst>
                                      </p:cBhvr>
                                      <p:to>
                                        <p:strVal val="visible"/>
                                      </p:to>
                                    </p:set>
                                    <p:animEffect transition="in" filter="wipe(left)">
                                      <p:cBhvr>
                                        <p:cTn id="41" dur="500"/>
                                        <p:tgtEl>
                                          <p:spTgt spid="22">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
                                            <p:txEl>
                                              <p:pRg st="4" end="4"/>
                                            </p:txEl>
                                          </p:spTgt>
                                        </p:tgtEl>
                                        <p:attrNameLst>
                                          <p:attrName>style.visibility</p:attrName>
                                        </p:attrNameLst>
                                      </p:cBhvr>
                                      <p:to>
                                        <p:strVal val="visible"/>
                                      </p:to>
                                    </p:set>
                                    <p:animEffect transition="in" filter="wipe(left)">
                                      <p:cBhvr>
                                        <p:cTn id="46" dur="500"/>
                                        <p:tgtEl>
                                          <p:spTgt spid="22">
                                            <p:txEl>
                                              <p:pRg st="4" end="4"/>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
                                            <p:txEl>
                                              <p:pRg st="5" end="5"/>
                                            </p:txEl>
                                          </p:spTgt>
                                        </p:tgtEl>
                                        <p:attrNameLst>
                                          <p:attrName>style.visibility</p:attrName>
                                        </p:attrNameLst>
                                      </p:cBhvr>
                                      <p:to>
                                        <p:strVal val="visible"/>
                                      </p:to>
                                    </p:set>
                                    <p:animEffect transition="in" filter="wipe(left)">
                                      <p:cBhvr>
                                        <p:cTn id="51" dur="500"/>
                                        <p:tgtEl>
                                          <p:spTgt spid="22">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
                                            <p:txEl>
                                              <p:pRg st="6" end="6"/>
                                            </p:txEl>
                                          </p:spTgt>
                                        </p:tgtEl>
                                        <p:attrNameLst>
                                          <p:attrName>style.visibility</p:attrName>
                                        </p:attrNameLst>
                                      </p:cBhvr>
                                      <p:to>
                                        <p:strVal val="visible"/>
                                      </p:to>
                                    </p:set>
                                    <p:animEffect transition="in" filter="wipe(left)">
                                      <p:cBhvr>
                                        <p:cTn id="56" dur="500"/>
                                        <p:tgtEl>
                                          <p:spTgt spid="22">
                                            <p:txEl>
                                              <p:pRg st="6" end="6"/>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
                                            <p:txEl>
                                              <p:pRg st="7" end="7"/>
                                            </p:txEl>
                                          </p:spTgt>
                                        </p:tgtEl>
                                        <p:attrNameLst>
                                          <p:attrName>style.visibility</p:attrName>
                                        </p:attrNameLst>
                                      </p:cBhvr>
                                      <p:to>
                                        <p:strVal val="visible"/>
                                      </p:to>
                                    </p:set>
                                    <p:animEffect transition="in" filter="wipe(left)">
                                      <p:cBhvr>
                                        <p:cTn id="61" dur="500"/>
                                        <p:tgtEl>
                                          <p:spTgt spid="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nimBg="1"/>
      <p:bldP spid="3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表格 19"/>
          <p:cNvGraphicFramePr>
            <a:graphicFrameLocks noGrp="1"/>
          </p:cNvGraphicFramePr>
          <p:nvPr>
            <p:extLst>
              <p:ext uri="{D42A27DB-BD31-4B8C-83A1-F6EECF244321}">
                <p14:modId xmlns:p14="http://schemas.microsoft.com/office/powerpoint/2010/main" val="2587806593"/>
              </p:ext>
            </p:extLst>
          </p:nvPr>
        </p:nvGraphicFramePr>
        <p:xfrm>
          <a:off x="5189538" y="1860550"/>
          <a:ext cx="4816476" cy="5316536"/>
        </p:xfrm>
        <a:graphic>
          <a:graphicData uri="http://schemas.openxmlformats.org/drawingml/2006/table">
            <a:tbl>
              <a:tblPr firstRow="1" firstCol="1">
                <a:tableStyleId>{5C22544A-7EE6-4342-B048-85BDC9FD1C3A}</a:tableStyleId>
              </a:tblPr>
              <a:tblGrid>
                <a:gridCol w="630027">
                  <a:extLst>
                    <a:ext uri="{9D8B030D-6E8A-4147-A177-3AD203B41FA5}">
                      <a16:colId xmlns:a16="http://schemas.microsoft.com/office/drawing/2014/main" val="20000"/>
                    </a:ext>
                  </a:extLst>
                </a:gridCol>
                <a:gridCol w="911116">
                  <a:extLst>
                    <a:ext uri="{9D8B030D-6E8A-4147-A177-3AD203B41FA5}">
                      <a16:colId xmlns:a16="http://schemas.microsoft.com/office/drawing/2014/main" val="20001"/>
                    </a:ext>
                  </a:extLst>
                </a:gridCol>
                <a:gridCol w="1046814">
                  <a:extLst>
                    <a:ext uri="{9D8B030D-6E8A-4147-A177-3AD203B41FA5}">
                      <a16:colId xmlns:a16="http://schemas.microsoft.com/office/drawing/2014/main" val="20002"/>
                    </a:ext>
                  </a:extLst>
                </a:gridCol>
                <a:gridCol w="1111818">
                  <a:extLst>
                    <a:ext uri="{9D8B030D-6E8A-4147-A177-3AD203B41FA5}">
                      <a16:colId xmlns:a16="http://schemas.microsoft.com/office/drawing/2014/main" val="20003"/>
                    </a:ext>
                  </a:extLst>
                </a:gridCol>
                <a:gridCol w="1116701">
                  <a:extLst>
                    <a:ext uri="{9D8B030D-6E8A-4147-A177-3AD203B41FA5}">
                      <a16:colId xmlns:a16="http://schemas.microsoft.com/office/drawing/2014/main" val="20004"/>
                    </a:ext>
                  </a:extLst>
                </a:gridCol>
              </a:tblGrid>
              <a:tr h="312552">
                <a:tc>
                  <a:txBody>
                    <a:bodyPr/>
                    <a:lstStyle/>
                    <a:p>
                      <a:pPr algn="ctr" rtl="0" fontAlgn="ctr"/>
                      <a:r>
                        <a:rPr lang="zh-CN" altLang="en-US" sz="2000" b="0" u="none" strike="noStrike" dirty="0">
                          <a:effectLst/>
                          <a:latin typeface="+mj-ea"/>
                          <a:ea typeface="+mj-ea"/>
                        </a:rPr>
                        <a:t>步骤</a:t>
                      </a:r>
                      <a:endParaRPr lang="zh-CN" altLang="en-US" sz="2000" b="0" i="0" u="none" strike="noStrike" dirty="0">
                        <a:solidFill>
                          <a:schemeClr val="bg1"/>
                        </a:solidFill>
                        <a:effectLst/>
                        <a:latin typeface="+mj-ea"/>
                        <a:ea typeface="+mj-ea"/>
                      </a:endParaRPr>
                    </a:p>
                  </a:txBody>
                  <a:tcPr marL="7679" marR="7679" marT="7680" marB="0" anchor="ct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2000" b="0" u="none" strike="noStrike" kern="1200" dirty="0">
                          <a:solidFill>
                            <a:schemeClr val="lt1"/>
                          </a:solidFill>
                          <a:effectLst/>
                          <a:latin typeface="+mj-ea"/>
                          <a:ea typeface="+mn-ea"/>
                          <a:cs typeface="+mn-cs"/>
                        </a:rPr>
                        <a:t>状态栈</a:t>
                      </a:r>
                    </a:p>
                  </a:txBody>
                  <a:tcPr marL="7679" marR="7679" marT="7680" marB="0"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zh-CN" altLang="en-US" sz="2000" b="0" u="none" strike="noStrike" kern="1200" dirty="0">
                          <a:solidFill>
                            <a:schemeClr val="lt1"/>
                          </a:solidFill>
                          <a:effectLst/>
                          <a:latin typeface="+mj-ea"/>
                          <a:ea typeface="+mn-ea"/>
                          <a:cs typeface="+mn-cs"/>
                        </a:rPr>
                        <a:t>符号栈</a:t>
                      </a:r>
                      <a:endParaRPr lang="zh-CN" altLang="en-US" sz="2000" b="0" i="0" u="none" strike="noStrike" kern="1200" dirty="0">
                        <a:solidFill>
                          <a:srgbClr val="000000"/>
                        </a:solidFill>
                        <a:effectLst/>
                        <a:latin typeface="+mj-ea"/>
                        <a:ea typeface="+mn-ea"/>
                        <a:cs typeface="+mn-cs"/>
                      </a:endParaRPr>
                    </a:p>
                  </a:txBody>
                  <a:tcPr marL="7679" marR="7679" marT="7680" marB="0" anchor="ctr"/>
                </a:tc>
                <a:tc>
                  <a:txBody>
                    <a:bodyPr/>
                    <a:lstStyle/>
                    <a:p>
                      <a:pPr algn="ctr" rtl="0" fontAlgn="ctr"/>
                      <a:r>
                        <a:rPr lang="zh-CN" altLang="en-US" sz="2000" b="0" u="none" strike="noStrike" kern="1200" dirty="0">
                          <a:solidFill>
                            <a:schemeClr val="lt1"/>
                          </a:solidFill>
                          <a:effectLst/>
                          <a:latin typeface="+mj-ea"/>
                          <a:ea typeface="+mn-ea"/>
                          <a:cs typeface="+mn-cs"/>
                        </a:rPr>
                        <a:t>属性</a:t>
                      </a:r>
                      <a:r>
                        <a:rPr lang="en-US" altLang="zh-CN" sz="2000" b="0" u="none" strike="noStrike" kern="1200" dirty="0">
                          <a:solidFill>
                            <a:schemeClr val="lt1"/>
                          </a:solidFill>
                          <a:effectLst/>
                          <a:latin typeface="+mj-ea"/>
                          <a:ea typeface="+mn-ea"/>
                          <a:cs typeface="+mn-cs"/>
                        </a:rPr>
                        <a:t>(</a:t>
                      </a:r>
                      <a:r>
                        <a:rPr lang="en-US" altLang="zh-CN" sz="2000" b="0" u="none" strike="noStrike" kern="1200" dirty="0" err="1">
                          <a:solidFill>
                            <a:schemeClr val="lt1"/>
                          </a:solidFill>
                          <a:effectLst/>
                          <a:latin typeface="+mj-ea"/>
                          <a:ea typeface="+mn-ea"/>
                          <a:cs typeface="+mn-cs"/>
                        </a:rPr>
                        <a:t>val</a:t>
                      </a:r>
                      <a:r>
                        <a:rPr lang="en-US" altLang="zh-CN" sz="2000" b="0" u="none" strike="noStrike" kern="1200" dirty="0">
                          <a:solidFill>
                            <a:schemeClr val="lt1"/>
                          </a:solidFill>
                          <a:effectLst/>
                          <a:latin typeface="+mj-ea"/>
                          <a:ea typeface="+mn-ea"/>
                          <a:cs typeface="+mn-cs"/>
                        </a:rPr>
                        <a:t>)</a:t>
                      </a:r>
                      <a:endParaRPr lang="zh-CN" altLang="en-US" sz="2000" b="0" i="0" u="none" strike="noStrike" dirty="0">
                        <a:solidFill>
                          <a:srgbClr val="000000"/>
                        </a:solidFill>
                        <a:effectLst/>
                        <a:latin typeface="+mj-ea"/>
                        <a:ea typeface="+mj-ea"/>
                      </a:endParaRPr>
                    </a:p>
                  </a:txBody>
                  <a:tcPr marL="7679" marR="7679" marT="7680" marB="0" anchor="ctr"/>
                </a:tc>
                <a:tc>
                  <a:txBody>
                    <a:bodyPr/>
                    <a:lstStyle/>
                    <a:p>
                      <a:pPr algn="ctr" rtl="0" fontAlgn="ctr"/>
                      <a:r>
                        <a:rPr lang="zh-CN" altLang="en-US" sz="2000" b="0" u="none" strike="noStrike" kern="1200" dirty="0">
                          <a:solidFill>
                            <a:schemeClr val="lt1"/>
                          </a:solidFill>
                          <a:effectLst/>
                          <a:latin typeface="+mj-ea"/>
                          <a:ea typeface="+mn-ea"/>
                          <a:cs typeface="+mn-cs"/>
                        </a:rPr>
                        <a:t>输入串</a:t>
                      </a:r>
                      <a:endParaRPr lang="zh-CN" altLang="en-US" sz="2000" b="0" i="0" u="none" strike="noStrike" kern="1200" dirty="0">
                        <a:solidFill>
                          <a:srgbClr val="000000"/>
                        </a:solidFill>
                        <a:effectLst/>
                        <a:latin typeface="+mj-ea"/>
                        <a:ea typeface="+mn-ea"/>
                        <a:cs typeface="+mn-cs"/>
                      </a:endParaRPr>
                    </a:p>
                  </a:txBody>
                  <a:tcPr marL="7679" marR="7679" marT="7680" marB="0" anchor="ctr"/>
                </a:tc>
                <a:extLst>
                  <a:ext uri="{0D108BD9-81ED-4DB2-BD59-A6C34878D82A}">
                    <a16:rowId xmlns:a16="http://schemas.microsoft.com/office/drawing/2014/main" val="10000"/>
                  </a:ext>
                </a:extLst>
              </a:tr>
              <a:tr h="312749">
                <a:tc>
                  <a:txBody>
                    <a:bodyPr/>
                    <a:lstStyle/>
                    <a:p>
                      <a:pPr algn="ctr" rtl="0" fontAlgn="ctr"/>
                      <a:r>
                        <a:rPr lang="en-US" altLang="zh-CN" sz="2000" u="none" strike="noStrike" dirty="0">
                          <a:effectLst/>
                          <a:latin typeface="+mj-ea"/>
                          <a:ea typeface="+mj-ea"/>
                        </a:rPr>
                        <a:t>0</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3*5+4n</a:t>
                      </a:r>
                    </a:p>
                  </a:txBody>
                  <a:tcPr marL="7876" marR="7876" marT="7877" marB="0" anchor="ctr"/>
                </a:tc>
                <a:extLst>
                  <a:ext uri="{0D108BD9-81ED-4DB2-BD59-A6C34878D82A}">
                    <a16:rowId xmlns:a16="http://schemas.microsoft.com/office/drawing/2014/main" val="10001"/>
                  </a:ext>
                </a:extLst>
              </a:tr>
              <a:tr h="312749">
                <a:tc>
                  <a:txBody>
                    <a:bodyPr/>
                    <a:lstStyle/>
                    <a:p>
                      <a:pPr algn="ctr" rtl="0" fontAlgn="ctr"/>
                      <a:r>
                        <a:rPr lang="en-US" altLang="zh-CN" sz="2000" u="none" strike="noStrike" dirty="0">
                          <a:effectLst/>
                          <a:latin typeface="+mj-ea"/>
                          <a:ea typeface="+mj-ea"/>
                        </a:rPr>
                        <a:t>1</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05</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a:t>
                      </a:r>
                    </a:p>
                  </a:txBody>
                  <a:tcPr marL="7876" marR="7876" marT="7877" marB="0" anchor="ctr"/>
                </a:tc>
                <a:tc>
                  <a:txBody>
                    <a:bodyPr/>
                    <a:lstStyle/>
                    <a:p>
                      <a:pPr algn="l" fontAlgn="ctr"/>
                      <a:r>
                        <a:rPr lang="en-US" sz="2000" b="0" i="0" u="none" strike="noStrike">
                          <a:solidFill>
                            <a:srgbClr val="000000"/>
                          </a:solidFill>
                          <a:effectLst/>
                          <a:latin typeface="+mj-ea"/>
                          <a:ea typeface="+mj-ea"/>
                        </a:rPr>
                        <a:t>*5+4n</a:t>
                      </a:r>
                    </a:p>
                  </a:txBody>
                  <a:tcPr marL="7876" marR="7876" marT="7877" marB="0" anchor="ctr"/>
                </a:tc>
                <a:extLst>
                  <a:ext uri="{0D108BD9-81ED-4DB2-BD59-A6C34878D82A}">
                    <a16:rowId xmlns:a16="http://schemas.microsoft.com/office/drawing/2014/main" val="10002"/>
                  </a:ext>
                </a:extLst>
              </a:tr>
              <a:tr h="312749">
                <a:tc>
                  <a:txBody>
                    <a:bodyPr/>
                    <a:lstStyle/>
                    <a:p>
                      <a:pPr algn="ctr" rtl="0" fontAlgn="ctr"/>
                      <a:r>
                        <a:rPr lang="en-US" altLang="zh-CN" sz="2000" u="none" strike="noStrike" dirty="0">
                          <a:effectLst/>
                          <a:latin typeface="+mj-ea"/>
                          <a:ea typeface="+mj-ea"/>
                        </a:rPr>
                        <a:t>2</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03</a:t>
                      </a:r>
                    </a:p>
                  </a:txBody>
                  <a:tcPr marL="7876" marR="7876" marT="7877" marB="0" anchor="ctr"/>
                </a:tc>
                <a:tc>
                  <a:txBody>
                    <a:bodyPr/>
                    <a:lstStyle/>
                    <a:p>
                      <a:pPr algn="l" fontAlgn="ctr"/>
                      <a:r>
                        <a:rPr lang="en-US" sz="2000" b="0" i="0" u="none" strike="noStrike">
                          <a:solidFill>
                            <a:srgbClr val="000000"/>
                          </a:solidFill>
                          <a:effectLst/>
                          <a:latin typeface="+mj-ea"/>
                          <a:ea typeface="+mj-ea"/>
                        </a:rPr>
                        <a:t>#F</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a:t>
                      </a:r>
                    </a:p>
                  </a:txBody>
                  <a:tcPr marL="7876" marR="7876" marT="7877" marB="0" anchor="ctr"/>
                </a:tc>
                <a:tc>
                  <a:txBody>
                    <a:bodyPr/>
                    <a:lstStyle/>
                    <a:p>
                      <a:pPr algn="l" fontAlgn="ctr"/>
                      <a:r>
                        <a:rPr lang="en-US" sz="2000" b="0" i="0" u="none" strike="noStrike">
                          <a:solidFill>
                            <a:srgbClr val="000000"/>
                          </a:solidFill>
                          <a:effectLst/>
                          <a:latin typeface="+mj-ea"/>
                          <a:ea typeface="+mj-ea"/>
                        </a:rPr>
                        <a:t>*5+4n</a:t>
                      </a:r>
                    </a:p>
                  </a:txBody>
                  <a:tcPr marL="7876" marR="7876" marT="7877" marB="0" anchor="ctr"/>
                </a:tc>
                <a:extLst>
                  <a:ext uri="{0D108BD9-81ED-4DB2-BD59-A6C34878D82A}">
                    <a16:rowId xmlns:a16="http://schemas.microsoft.com/office/drawing/2014/main" val="10003"/>
                  </a:ext>
                </a:extLst>
              </a:tr>
              <a:tr h="312749">
                <a:tc>
                  <a:txBody>
                    <a:bodyPr/>
                    <a:lstStyle/>
                    <a:p>
                      <a:pPr algn="ctr" rtl="0" fontAlgn="ctr"/>
                      <a:r>
                        <a:rPr lang="en-US" altLang="zh-CN" sz="2000" u="none" strike="noStrike" dirty="0">
                          <a:effectLst/>
                          <a:latin typeface="+mj-ea"/>
                          <a:ea typeface="+mj-ea"/>
                        </a:rPr>
                        <a:t>3</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02</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#T</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a:t>
                      </a:r>
                    </a:p>
                  </a:txBody>
                  <a:tcPr marL="7876" marR="7876" marT="7877" marB="0" anchor="ctr"/>
                </a:tc>
                <a:tc>
                  <a:txBody>
                    <a:bodyPr/>
                    <a:lstStyle/>
                    <a:p>
                      <a:pPr algn="l" fontAlgn="ctr"/>
                      <a:r>
                        <a:rPr lang="en-US" sz="2000" b="0" i="0" u="none" strike="noStrike">
                          <a:solidFill>
                            <a:srgbClr val="000000"/>
                          </a:solidFill>
                          <a:effectLst/>
                          <a:latin typeface="+mj-ea"/>
                          <a:ea typeface="+mj-ea"/>
                        </a:rPr>
                        <a:t>*5+4n</a:t>
                      </a:r>
                    </a:p>
                  </a:txBody>
                  <a:tcPr marL="7876" marR="7876" marT="7877" marB="0" anchor="ctr"/>
                </a:tc>
                <a:extLst>
                  <a:ext uri="{0D108BD9-81ED-4DB2-BD59-A6C34878D82A}">
                    <a16:rowId xmlns:a16="http://schemas.microsoft.com/office/drawing/2014/main" val="10004"/>
                  </a:ext>
                </a:extLst>
              </a:tr>
              <a:tr h="312749">
                <a:tc>
                  <a:txBody>
                    <a:bodyPr/>
                    <a:lstStyle/>
                    <a:p>
                      <a:pPr algn="ctr" rtl="0" fontAlgn="ctr"/>
                      <a:r>
                        <a:rPr lang="en-US" altLang="zh-CN" sz="2000" u="none" strike="noStrike" dirty="0">
                          <a:effectLst/>
                          <a:latin typeface="+mj-ea"/>
                          <a:ea typeface="+mj-ea"/>
                        </a:rPr>
                        <a:t>4</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027</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#T*</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a:t>
                      </a:r>
                    </a:p>
                  </a:txBody>
                  <a:tcPr marL="7876" marR="7876" marT="7877" marB="0" anchor="ctr"/>
                </a:tc>
                <a:tc>
                  <a:txBody>
                    <a:bodyPr/>
                    <a:lstStyle/>
                    <a:p>
                      <a:pPr algn="l" fontAlgn="ctr"/>
                      <a:r>
                        <a:rPr lang="en-US" sz="2000" b="0" i="0" u="none" strike="noStrike">
                          <a:solidFill>
                            <a:srgbClr val="000000"/>
                          </a:solidFill>
                          <a:effectLst/>
                          <a:latin typeface="+mj-ea"/>
                          <a:ea typeface="+mj-ea"/>
                        </a:rPr>
                        <a:t>5+4n</a:t>
                      </a:r>
                    </a:p>
                  </a:txBody>
                  <a:tcPr marL="7876" marR="7876" marT="7877" marB="0" anchor="ctr"/>
                </a:tc>
                <a:extLst>
                  <a:ext uri="{0D108BD9-81ED-4DB2-BD59-A6C34878D82A}">
                    <a16:rowId xmlns:a16="http://schemas.microsoft.com/office/drawing/2014/main" val="10005"/>
                  </a:ext>
                </a:extLst>
              </a:tr>
              <a:tr h="312749">
                <a:tc>
                  <a:txBody>
                    <a:bodyPr/>
                    <a:lstStyle/>
                    <a:p>
                      <a:pPr algn="ctr" rtl="0" fontAlgn="ctr"/>
                      <a:r>
                        <a:rPr lang="en-US" altLang="zh-CN" sz="2000" u="none" strike="noStrike" dirty="0">
                          <a:effectLst/>
                          <a:latin typeface="+mj-ea"/>
                          <a:ea typeface="+mj-ea"/>
                        </a:rPr>
                        <a:t>5</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0275</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#T*5</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-3-5</a:t>
                      </a:r>
                    </a:p>
                  </a:txBody>
                  <a:tcPr marL="7876" marR="7876" marT="7877" marB="0" anchor="ctr"/>
                </a:tc>
                <a:tc>
                  <a:txBody>
                    <a:bodyPr/>
                    <a:lstStyle/>
                    <a:p>
                      <a:pPr algn="l" fontAlgn="ctr"/>
                      <a:r>
                        <a:rPr lang="en-US" sz="2000" b="0" i="0" u="none" strike="noStrike">
                          <a:solidFill>
                            <a:srgbClr val="000000"/>
                          </a:solidFill>
                          <a:effectLst/>
                          <a:latin typeface="+mj-ea"/>
                          <a:ea typeface="+mj-ea"/>
                        </a:rPr>
                        <a:t>+4n</a:t>
                      </a:r>
                    </a:p>
                  </a:txBody>
                  <a:tcPr marL="7876" marR="7876" marT="7877" marB="0" anchor="ctr"/>
                </a:tc>
                <a:extLst>
                  <a:ext uri="{0D108BD9-81ED-4DB2-BD59-A6C34878D82A}">
                    <a16:rowId xmlns:a16="http://schemas.microsoft.com/office/drawing/2014/main" val="10006"/>
                  </a:ext>
                </a:extLst>
              </a:tr>
              <a:tr h="312749">
                <a:tc>
                  <a:txBody>
                    <a:bodyPr/>
                    <a:lstStyle/>
                    <a:p>
                      <a:pPr algn="ctr" rtl="0" fontAlgn="ctr"/>
                      <a:r>
                        <a:rPr lang="en-US" altLang="zh-CN" sz="2000" u="none" strike="noStrike" dirty="0">
                          <a:effectLst/>
                          <a:latin typeface="+mj-ea"/>
                          <a:ea typeface="+mj-ea"/>
                        </a:rPr>
                        <a:t>6</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027</a:t>
                      </a:r>
                      <a:r>
                        <a:rPr lang="en-US" altLang="zh-CN" sz="2000" b="0" i="0" u="sng" strike="noStrike" dirty="0">
                          <a:solidFill>
                            <a:srgbClr val="000000"/>
                          </a:solidFill>
                          <a:effectLst/>
                          <a:latin typeface="+mj-ea"/>
                          <a:ea typeface="+mj-ea"/>
                        </a:rPr>
                        <a:t>10</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#T*F</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-3-5</a:t>
                      </a:r>
                    </a:p>
                  </a:txBody>
                  <a:tcPr marL="7876" marR="7876" marT="7877" marB="0" anchor="ctr"/>
                </a:tc>
                <a:tc>
                  <a:txBody>
                    <a:bodyPr/>
                    <a:lstStyle/>
                    <a:p>
                      <a:pPr algn="l" fontAlgn="ctr"/>
                      <a:r>
                        <a:rPr lang="en-US" sz="2000" b="0" i="0" u="none" strike="noStrike">
                          <a:solidFill>
                            <a:srgbClr val="000000"/>
                          </a:solidFill>
                          <a:effectLst/>
                          <a:latin typeface="+mj-ea"/>
                          <a:ea typeface="+mj-ea"/>
                        </a:rPr>
                        <a:t>+4n</a:t>
                      </a:r>
                    </a:p>
                  </a:txBody>
                  <a:tcPr marL="7876" marR="7876" marT="7877" marB="0" anchor="ctr"/>
                </a:tc>
                <a:extLst>
                  <a:ext uri="{0D108BD9-81ED-4DB2-BD59-A6C34878D82A}">
                    <a16:rowId xmlns:a16="http://schemas.microsoft.com/office/drawing/2014/main" val="10007"/>
                  </a:ext>
                </a:extLst>
              </a:tr>
              <a:tr h="312749">
                <a:tc>
                  <a:txBody>
                    <a:bodyPr/>
                    <a:lstStyle/>
                    <a:p>
                      <a:pPr algn="ctr" rtl="0" fontAlgn="ctr"/>
                      <a:r>
                        <a:rPr lang="en-US" altLang="zh-CN" sz="2000" u="none" strike="noStrike" dirty="0">
                          <a:effectLst/>
                          <a:latin typeface="+mj-ea"/>
                          <a:ea typeface="+mj-ea"/>
                        </a:rPr>
                        <a:t>7</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02</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#T</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a:t>
                      </a:r>
                    </a:p>
                  </a:txBody>
                  <a:tcPr marL="7876" marR="7876" marT="7877" marB="0" anchor="ctr"/>
                </a:tc>
                <a:tc>
                  <a:txBody>
                    <a:bodyPr/>
                    <a:lstStyle/>
                    <a:p>
                      <a:pPr algn="l" fontAlgn="ctr"/>
                      <a:r>
                        <a:rPr lang="en-US" sz="2000" b="0" i="0" u="none" strike="noStrike">
                          <a:solidFill>
                            <a:srgbClr val="000000"/>
                          </a:solidFill>
                          <a:effectLst/>
                          <a:latin typeface="+mj-ea"/>
                          <a:ea typeface="+mj-ea"/>
                        </a:rPr>
                        <a:t>+4n</a:t>
                      </a:r>
                    </a:p>
                  </a:txBody>
                  <a:tcPr marL="7876" marR="7876" marT="7877" marB="0" anchor="ctr"/>
                </a:tc>
                <a:extLst>
                  <a:ext uri="{0D108BD9-81ED-4DB2-BD59-A6C34878D82A}">
                    <a16:rowId xmlns:a16="http://schemas.microsoft.com/office/drawing/2014/main" val="10008"/>
                  </a:ext>
                </a:extLst>
              </a:tr>
              <a:tr h="312749">
                <a:tc>
                  <a:txBody>
                    <a:bodyPr/>
                    <a:lstStyle/>
                    <a:p>
                      <a:pPr algn="ctr" rtl="0" fontAlgn="ctr"/>
                      <a:r>
                        <a:rPr lang="en-US" altLang="zh-CN" sz="2000" u="none" strike="noStrike" dirty="0">
                          <a:effectLst/>
                          <a:latin typeface="+mj-ea"/>
                          <a:ea typeface="+mj-ea"/>
                        </a:rPr>
                        <a:t>8</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#E</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a:t>
                      </a:r>
                    </a:p>
                  </a:txBody>
                  <a:tcPr marL="7876" marR="7876" marT="7877" marB="0" anchor="ctr"/>
                </a:tc>
                <a:tc>
                  <a:txBody>
                    <a:bodyPr/>
                    <a:lstStyle/>
                    <a:p>
                      <a:pPr algn="l" fontAlgn="ctr"/>
                      <a:r>
                        <a:rPr lang="en-US" sz="2000" b="0" i="0" u="none" strike="noStrike">
                          <a:solidFill>
                            <a:srgbClr val="000000"/>
                          </a:solidFill>
                          <a:effectLst/>
                          <a:latin typeface="+mj-ea"/>
                          <a:ea typeface="+mj-ea"/>
                        </a:rPr>
                        <a:t>+4n</a:t>
                      </a:r>
                    </a:p>
                  </a:txBody>
                  <a:tcPr marL="7876" marR="7876" marT="7877" marB="0" anchor="ctr"/>
                </a:tc>
                <a:extLst>
                  <a:ext uri="{0D108BD9-81ED-4DB2-BD59-A6C34878D82A}">
                    <a16:rowId xmlns:a16="http://schemas.microsoft.com/office/drawing/2014/main" val="10009"/>
                  </a:ext>
                </a:extLst>
              </a:tr>
              <a:tr h="312749">
                <a:tc>
                  <a:txBody>
                    <a:bodyPr/>
                    <a:lstStyle/>
                    <a:p>
                      <a:pPr algn="ctr" rtl="0" fontAlgn="ctr"/>
                      <a:r>
                        <a:rPr lang="en-US" altLang="zh-CN" sz="2000" u="none" strike="noStrike" dirty="0">
                          <a:effectLst/>
                          <a:latin typeface="+mj-ea"/>
                          <a:ea typeface="+mj-ea"/>
                        </a:rPr>
                        <a:t>9</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016</a:t>
                      </a:r>
                    </a:p>
                  </a:txBody>
                  <a:tcPr marL="7876" marR="7876" marT="7877" marB="0" anchor="ctr"/>
                </a:tc>
                <a:tc>
                  <a:txBody>
                    <a:bodyPr/>
                    <a:lstStyle/>
                    <a:p>
                      <a:pPr algn="l" fontAlgn="ctr"/>
                      <a:r>
                        <a:rPr lang="en-US" sz="2000" b="0" i="0" u="none" strike="noStrike">
                          <a:solidFill>
                            <a:srgbClr val="000000"/>
                          </a:solidFill>
                          <a:effectLst/>
                          <a:latin typeface="+mj-ea"/>
                          <a:ea typeface="+mj-ea"/>
                        </a:rPr>
                        <a:t>#E+</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a:t>
                      </a:r>
                    </a:p>
                  </a:txBody>
                  <a:tcPr marL="7876" marR="7876" marT="7877" marB="0" anchor="ctr"/>
                </a:tc>
                <a:tc>
                  <a:txBody>
                    <a:bodyPr/>
                    <a:lstStyle/>
                    <a:p>
                      <a:pPr algn="l" fontAlgn="ctr"/>
                      <a:r>
                        <a:rPr lang="en-US" sz="2000" b="0" i="0" u="none" strike="noStrike">
                          <a:solidFill>
                            <a:srgbClr val="000000"/>
                          </a:solidFill>
                          <a:effectLst/>
                          <a:latin typeface="+mj-ea"/>
                          <a:ea typeface="+mj-ea"/>
                        </a:rPr>
                        <a:t>4n</a:t>
                      </a:r>
                    </a:p>
                  </a:txBody>
                  <a:tcPr marL="7876" marR="7876" marT="7877" marB="0" anchor="ctr"/>
                </a:tc>
                <a:extLst>
                  <a:ext uri="{0D108BD9-81ED-4DB2-BD59-A6C34878D82A}">
                    <a16:rowId xmlns:a16="http://schemas.microsoft.com/office/drawing/2014/main" val="10010"/>
                  </a:ext>
                </a:extLst>
              </a:tr>
              <a:tr h="312749">
                <a:tc>
                  <a:txBody>
                    <a:bodyPr/>
                    <a:lstStyle/>
                    <a:p>
                      <a:pPr algn="ctr" rtl="0" fontAlgn="ctr"/>
                      <a:r>
                        <a:rPr lang="en-US" altLang="zh-CN" sz="2000" u="none" strike="noStrike" dirty="0">
                          <a:effectLst/>
                          <a:latin typeface="+mj-ea"/>
                          <a:ea typeface="+mj-ea"/>
                        </a:rPr>
                        <a:t>10</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0165</a:t>
                      </a:r>
                    </a:p>
                  </a:txBody>
                  <a:tcPr marL="7876" marR="7876" marT="7877" marB="0" anchor="ctr"/>
                </a:tc>
                <a:tc>
                  <a:txBody>
                    <a:bodyPr/>
                    <a:lstStyle/>
                    <a:p>
                      <a:pPr algn="l" fontAlgn="ctr"/>
                      <a:r>
                        <a:rPr lang="en-US" sz="2000" b="0" i="0" u="none" strike="noStrike">
                          <a:solidFill>
                            <a:srgbClr val="000000"/>
                          </a:solidFill>
                          <a:effectLst/>
                          <a:latin typeface="+mj-ea"/>
                          <a:ea typeface="+mj-ea"/>
                        </a:rPr>
                        <a:t>#E+4</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-15-4</a:t>
                      </a:r>
                    </a:p>
                  </a:txBody>
                  <a:tcPr marL="7876" marR="7876" marT="7877" marB="0" anchor="ctr"/>
                </a:tc>
                <a:tc>
                  <a:txBody>
                    <a:bodyPr/>
                    <a:lstStyle/>
                    <a:p>
                      <a:pPr algn="l" fontAlgn="ctr"/>
                      <a:r>
                        <a:rPr lang="en-US" sz="2000" b="0" i="0" u="none" strike="noStrike">
                          <a:solidFill>
                            <a:srgbClr val="000000"/>
                          </a:solidFill>
                          <a:effectLst/>
                          <a:latin typeface="+mj-ea"/>
                          <a:ea typeface="+mj-ea"/>
                        </a:rPr>
                        <a:t>n</a:t>
                      </a:r>
                    </a:p>
                  </a:txBody>
                  <a:tcPr marL="7876" marR="7876" marT="7877" marB="0" anchor="ctr"/>
                </a:tc>
                <a:extLst>
                  <a:ext uri="{0D108BD9-81ED-4DB2-BD59-A6C34878D82A}">
                    <a16:rowId xmlns:a16="http://schemas.microsoft.com/office/drawing/2014/main" val="10011"/>
                  </a:ext>
                </a:extLst>
              </a:tr>
              <a:tr h="312749">
                <a:tc>
                  <a:txBody>
                    <a:bodyPr/>
                    <a:lstStyle/>
                    <a:p>
                      <a:pPr algn="ctr" rtl="0" fontAlgn="ctr"/>
                      <a:r>
                        <a:rPr lang="en-US" altLang="zh-CN" sz="2000" u="none" strike="noStrike" dirty="0">
                          <a:effectLst/>
                          <a:latin typeface="+mj-ea"/>
                          <a:ea typeface="+mj-ea"/>
                        </a:rPr>
                        <a:t>11</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0163</a:t>
                      </a:r>
                    </a:p>
                  </a:txBody>
                  <a:tcPr marL="7876" marR="7876" marT="7877" marB="0" anchor="ctr"/>
                </a:tc>
                <a:tc>
                  <a:txBody>
                    <a:bodyPr/>
                    <a:lstStyle/>
                    <a:p>
                      <a:pPr algn="l" fontAlgn="ctr"/>
                      <a:r>
                        <a:rPr lang="en-US" sz="2000" b="0" i="0" u="none" strike="noStrike">
                          <a:solidFill>
                            <a:srgbClr val="000000"/>
                          </a:solidFill>
                          <a:effectLst/>
                          <a:latin typeface="+mj-ea"/>
                          <a:ea typeface="+mj-ea"/>
                        </a:rPr>
                        <a:t>#E+F</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-15-4</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n</a:t>
                      </a:r>
                    </a:p>
                  </a:txBody>
                  <a:tcPr marL="7876" marR="7876" marT="7877" marB="0" anchor="ctr"/>
                </a:tc>
                <a:extLst>
                  <a:ext uri="{0D108BD9-81ED-4DB2-BD59-A6C34878D82A}">
                    <a16:rowId xmlns:a16="http://schemas.microsoft.com/office/drawing/2014/main" val="10012"/>
                  </a:ext>
                </a:extLst>
              </a:tr>
              <a:tr h="312749">
                <a:tc>
                  <a:txBody>
                    <a:bodyPr/>
                    <a:lstStyle/>
                    <a:p>
                      <a:pPr algn="ctr" rtl="0" fontAlgn="ctr"/>
                      <a:r>
                        <a:rPr lang="en-US" altLang="zh-CN" sz="2000" u="none" strike="noStrike" dirty="0">
                          <a:effectLst/>
                          <a:latin typeface="+mj-ea"/>
                          <a:ea typeface="+mj-ea"/>
                        </a:rPr>
                        <a:t>11</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0169</a:t>
                      </a:r>
                    </a:p>
                  </a:txBody>
                  <a:tcPr marL="7876" marR="7876" marT="7877" marB="0" anchor="ctr"/>
                </a:tc>
                <a:tc>
                  <a:txBody>
                    <a:bodyPr/>
                    <a:lstStyle/>
                    <a:p>
                      <a:pPr algn="l" fontAlgn="ctr"/>
                      <a:r>
                        <a:rPr lang="en-US" sz="2000" b="0" i="0" u="none" strike="noStrike">
                          <a:solidFill>
                            <a:srgbClr val="000000"/>
                          </a:solidFill>
                          <a:effectLst/>
                          <a:latin typeface="+mj-ea"/>
                          <a:ea typeface="+mj-ea"/>
                        </a:rPr>
                        <a:t>#E+T</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-15-4</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n</a:t>
                      </a:r>
                    </a:p>
                  </a:txBody>
                  <a:tcPr marL="7876" marR="7876" marT="7877" marB="0" anchor="ctr"/>
                </a:tc>
                <a:extLst>
                  <a:ext uri="{0D108BD9-81ED-4DB2-BD59-A6C34878D82A}">
                    <a16:rowId xmlns:a16="http://schemas.microsoft.com/office/drawing/2014/main" val="10013"/>
                  </a:ext>
                </a:extLst>
              </a:tr>
              <a:tr h="312749">
                <a:tc>
                  <a:txBody>
                    <a:bodyPr/>
                    <a:lstStyle/>
                    <a:p>
                      <a:pPr algn="ctr" rtl="0" fontAlgn="ctr"/>
                      <a:r>
                        <a:rPr lang="en-US" altLang="zh-CN" sz="2000" u="none" strike="noStrike" dirty="0">
                          <a:effectLst/>
                          <a:latin typeface="+mj-ea"/>
                          <a:ea typeface="+mj-ea"/>
                        </a:rPr>
                        <a:t>12</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r>
                        <a:rPr lang="en-US" altLang="zh-CN" sz="2000" b="0" i="0" u="none" strike="noStrike" dirty="0">
                          <a:solidFill>
                            <a:srgbClr val="000000"/>
                          </a:solidFill>
                          <a:effectLst/>
                          <a:latin typeface="+mj-ea"/>
                          <a:ea typeface="+mj-ea"/>
                        </a:rPr>
                        <a:t>01</a:t>
                      </a:r>
                    </a:p>
                  </a:txBody>
                  <a:tcPr marL="7876" marR="7876" marT="7877" marB="0" anchor="ctr"/>
                </a:tc>
                <a:tc>
                  <a:txBody>
                    <a:bodyPr/>
                    <a:lstStyle/>
                    <a:p>
                      <a:pPr algn="l" fontAlgn="ctr"/>
                      <a:r>
                        <a:rPr lang="en-US" sz="2000" b="0" i="0" u="none" strike="noStrike">
                          <a:solidFill>
                            <a:srgbClr val="000000"/>
                          </a:solidFill>
                          <a:effectLst/>
                          <a:latin typeface="+mj-ea"/>
                          <a:ea typeface="+mj-ea"/>
                        </a:rPr>
                        <a:t>#E</a:t>
                      </a:r>
                    </a:p>
                  </a:txBody>
                  <a:tcPr marL="7876" marR="7876" marT="7877" marB="0" anchor="ctr"/>
                </a:tc>
                <a:tc>
                  <a:txBody>
                    <a:bodyPr/>
                    <a:lstStyle/>
                    <a:p>
                      <a:pPr algn="l" fontAlgn="ctr"/>
                      <a:r>
                        <a:rPr lang="en-US" altLang="zh-CN" sz="2000" b="0" i="0" u="none" strike="noStrike" dirty="0">
                          <a:solidFill>
                            <a:srgbClr val="000000"/>
                          </a:solidFill>
                          <a:effectLst/>
                          <a:latin typeface="+mj-ea"/>
                          <a:ea typeface="+mj-ea"/>
                        </a:rPr>
                        <a:t>-19</a:t>
                      </a:r>
                    </a:p>
                  </a:txBody>
                  <a:tcPr marL="7876" marR="7876" marT="7877" marB="0" anchor="ctr"/>
                </a:tc>
                <a:tc>
                  <a:txBody>
                    <a:bodyPr/>
                    <a:lstStyle/>
                    <a:p>
                      <a:pPr algn="l" fontAlgn="ctr"/>
                      <a:r>
                        <a:rPr lang="en-US" sz="2000" b="0" i="0" u="none" strike="noStrike" dirty="0">
                          <a:solidFill>
                            <a:srgbClr val="000000"/>
                          </a:solidFill>
                          <a:effectLst/>
                          <a:latin typeface="+mj-ea"/>
                          <a:ea typeface="+mj-ea"/>
                        </a:rPr>
                        <a:t>n</a:t>
                      </a:r>
                    </a:p>
                  </a:txBody>
                  <a:tcPr marL="7876" marR="7876" marT="7877" marB="0" anchor="ctr"/>
                </a:tc>
                <a:extLst>
                  <a:ext uri="{0D108BD9-81ED-4DB2-BD59-A6C34878D82A}">
                    <a16:rowId xmlns:a16="http://schemas.microsoft.com/office/drawing/2014/main" val="10014"/>
                  </a:ext>
                </a:extLst>
              </a:tr>
              <a:tr h="312749">
                <a:tc>
                  <a:txBody>
                    <a:bodyPr/>
                    <a:lstStyle/>
                    <a:p>
                      <a:pPr algn="ctr" rtl="0" fontAlgn="ctr"/>
                      <a:r>
                        <a:rPr lang="en-US" altLang="zh-CN" sz="2000" u="none" strike="noStrike" dirty="0">
                          <a:effectLst/>
                          <a:latin typeface="+mj-ea"/>
                          <a:ea typeface="+mj-ea"/>
                        </a:rPr>
                        <a:t>13</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endParaRPr lang="zh-CN" altLang="en-US" sz="2000" b="0" i="0" u="none" strike="noStrike">
                        <a:solidFill>
                          <a:srgbClr val="000000"/>
                        </a:solidFill>
                        <a:effectLst/>
                        <a:latin typeface="+mj-ea"/>
                        <a:ea typeface="+mj-ea"/>
                      </a:endParaRPr>
                    </a:p>
                  </a:txBody>
                  <a:tcPr marL="7876" marR="7876" marT="7877" marB="0" anchor="ctr"/>
                </a:tc>
                <a:tc>
                  <a:txBody>
                    <a:bodyPr/>
                    <a:lstStyle/>
                    <a:p>
                      <a:pPr algn="l" fontAlgn="ctr"/>
                      <a:r>
                        <a:rPr lang="en-US" sz="2000" b="0" i="0" u="none" strike="noStrike">
                          <a:solidFill>
                            <a:srgbClr val="000000"/>
                          </a:solidFill>
                          <a:effectLst/>
                          <a:latin typeface="+mj-ea"/>
                          <a:ea typeface="+mj-ea"/>
                        </a:rPr>
                        <a:t>#En</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-19-</a:t>
                      </a:r>
                    </a:p>
                  </a:txBody>
                  <a:tcPr marL="7876" marR="7876" marT="7877" marB="0" anchor="ctr"/>
                </a:tc>
                <a:tc>
                  <a:txBody>
                    <a:bodyPr/>
                    <a:lstStyle/>
                    <a:p>
                      <a:pPr algn="l" fontAlgn="ctr"/>
                      <a:endParaRPr lang="zh-CN" altLang="en-US" sz="2000" b="0" i="0" u="none" strike="noStrike" dirty="0">
                        <a:solidFill>
                          <a:srgbClr val="000000"/>
                        </a:solidFill>
                        <a:effectLst/>
                        <a:latin typeface="+mj-ea"/>
                        <a:ea typeface="+mj-ea"/>
                      </a:endParaRPr>
                    </a:p>
                  </a:txBody>
                  <a:tcPr marL="7876" marR="7876" marT="7877" marB="0" anchor="ctr"/>
                </a:tc>
                <a:extLst>
                  <a:ext uri="{0D108BD9-81ED-4DB2-BD59-A6C34878D82A}">
                    <a16:rowId xmlns:a16="http://schemas.microsoft.com/office/drawing/2014/main" val="10015"/>
                  </a:ext>
                </a:extLst>
              </a:tr>
              <a:tr h="312749">
                <a:tc>
                  <a:txBody>
                    <a:bodyPr/>
                    <a:lstStyle/>
                    <a:p>
                      <a:pPr algn="ctr" rtl="0" fontAlgn="ctr"/>
                      <a:r>
                        <a:rPr lang="en-US" altLang="zh-CN" sz="2000" u="none" strike="noStrike" dirty="0">
                          <a:effectLst/>
                          <a:latin typeface="+mj-ea"/>
                          <a:ea typeface="+mj-ea"/>
                        </a:rPr>
                        <a:t>14</a:t>
                      </a:r>
                      <a:endParaRPr lang="en-US" altLang="zh-CN" sz="2000" b="0" i="0" u="none" strike="noStrike" dirty="0">
                        <a:solidFill>
                          <a:schemeClr val="bg1"/>
                        </a:solidFill>
                        <a:effectLst/>
                        <a:latin typeface="+mj-ea"/>
                        <a:ea typeface="+mj-ea"/>
                      </a:endParaRPr>
                    </a:p>
                  </a:txBody>
                  <a:tcPr marL="7679" marR="7679" marT="7680" marB="0" anchor="ctr"/>
                </a:tc>
                <a:tc>
                  <a:txBody>
                    <a:bodyPr/>
                    <a:lstStyle/>
                    <a:p>
                      <a:pPr algn="l" fontAlgn="ctr"/>
                      <a:endParaRPr lang="zh-CN" altLang="en-US" sz="2000" b="0" i="0" u="none" strike="noStrike" dirty="0">
                        <a:solidFill>
                          <a:srgbClr val="000000"/>
                        </a:solidFill>
                        <a:effectLst/>
                        <a:latin typeface="+mj-ea"/>
                        <a:ea typeface="+mj-ea"/>
                      </a:endParaRPr>
                    </a:p>
                  </a:txBody>
                  <a:tcPr marL="7876" marR="7876" marT="7877" marB="0" anchor="ctr"/>
                </a:tc>
                <a:tc>
                  <a:txBody>
                    <a:bodyPr/>
                    <a:lstStyle/>
                    <a:p>
                      <a:pPr algn="l" fontAlgn="ctr"/>
                      <a:r>
                        <a:rPr lang="en-US" sz="2000" b="0" i="0" u="none" strike="noStrike" dirty="0">
                          <a:solidFill>
                            <a:srgbClr val="000000"/>
                          </a:solidFill>
                          <a:effectLst/>
                          <a:latin typeface="+mj-ea"/>
                          <a:ea typeface="+mj-ea"/>
                        </a:rPr>
                        <a:t>#L</a:t>
                      </a:r>
                    </a:p>
                  </a:txBody>
                  <a:tcPr marL="7876" marR="7876" marT="7877" marB="0" anchor="ctr"/>
                </a:tc>
                <a:tc>
                  <a:txBody>
                    <a:bodyPr/>
                    <a:lstStyle/>
                    <a:p>
                      <a:pPr algn="l" fontAlgn="ctr"/>
                      <a:r>
                        <a:rPr lang="en-US" altLang="zh-CN" sz="2000" b="0" i="0" u="none" strike="noStrike">
                          <a:solidFill>
                            <a:srgbClr val="000000"/>
                          </a:solidFill>
                          <a:effectLst/>
                          <a:latin typeface="+mj-ea"/>
                          <a:ea typeface="+mj-ea"/>
                        </a:rPr>
                        <a:t>-19</a:t>
                      </a:r>
                    </a:p>
                  </a:txBody>
                  <a:tcPr marL="7876" marR="7876" marT="7877" marB="0" anchor="ctr"/>
                </a:tc>
                <a:tc>
                  <a:txBody>
                    <a:bodyPr/>
                    <a:lstStyle/>
                    <a:p>
                      <a:pPr algn="l" fontAlgn="ctr"/>
                      <a:r>
                        <a:rPr lang="en-US" altLang="zh-CN" sz="2000" b="0" i="0" u="none" strike="noStrike" dirty="0" err="1">
                          <a:solidFill>
                            <a:srgbClr val="000000"/>
                          </a:solidFill>
                          <a:effectLst/>
                          <a:latin typeface="+mj-ea"/>
                          <a:ea typeface="+mj-ea"/>
                        </a:rPr>
                        <a:t>L→En</a:t>
                      </a:r>
                      <a:r>
                        <a:rPr lang="en-US" altLang="zh-CN" sz="2000" b="0" i="0" u="none" strike="noStrike" dirty="0">
                          <a:solidFill>
                            <a:srgbClr val="000000"/>
                          </a:solidFill>
                          <a:effectLst/>
                          <a:latin typeface="+mj-ea"/>
                          <a:ea typeface="+mj-ea"/>
                        </a:rPr>
                        <a:t> </a:t>
                      </a:r>
                    </a:p>
                  </a:txBody>
                  <a:tcPr marL="7876" marR="7876" marT="7877" marB="0" anchor="ctr"/>
                </a:tc>
                <a:extLst>
                  <a:ext uri="{0D108BD9-81ED-4DB2-BD59-A6C34878D82A}">
                    <a16:rowId xmlns:a16="http://schemas.microsoft.com/office/drawing/2014/main" val="10016"/>
                  </a:ext>
                </a:extLst>
              </a:tr>
            </a:tbl>
          </a:graphicData>
        </a:graphic>
      </p:graphicFrame>
      <p:sp>
        <p:nvSpPr>
          <p:cNvPr id="2" name="标题 1"/>
          <p:cNvSpPr>
            <a:spLocks noGrp="1"/>
          </p:cNvSpPr>
          <p:nvPr>
            <p:ph type="title"/>
          </p:nvPr>
        </p:nvSpPr>
        <p:spPr>
          <a:xfrm>
            <a:off x="360363" y="-269875"/>
            <a:ext cx="8694737" cy="1460500"/>
          </a:xfrm>
        </p:spPr>
        <p:txBody>
          <a:bodyPr rtlCol="0">
            <a:normAutofit/>
          </a:bodyPr>
          <a:lstStyle/>
          <a:p>
            <a:pPr defTabSz="503972" eaLnBrk="1" fontAlgn="auto" hangingPunct="1">
              <a:spcAft>
                <a:spcPts val="0"/>
              </a:spcAft>
              <a:defRPr/>
            </a:pPr>
            <a:r>
              <a:rPr lang="en-US" altLang="zh-CN" dirty="0"/>
              <a:t>S-</a:t>
            </a:r>
            <a:r>
              <a:rPr lang="zh-CN" altLang="en-US" dirty="0"/>
              <a:t>属性文法的分析过程</a:t>
            </a:r>
          </a:p>
        </p:txBody>
      </p:sp>
      <p:sp>
        <p:nvSpPr>
          <p:cNvPr id="3" name="内容占位符 2"/>
          <p:cNvSpPr>
            <a:spLocks noGrp="1"/>
          </p:cNvSpPr>
          <p:nvPr>
            <p:ph idx="1"/>
          </p:nvPr>
        </p:nvSpPr>
        <p:spPr>
          <a:xfrm>
            <a:off x="560388" y="758825"/>
            <a:ext cx="8694737"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句子</a:t>
            </a:r>
            <a:r>
              <a:rPr lang="en-US" altLang="zh-CN" sz="3086" dirty="0">
                <a:solidFill>
                  <a:schemeClr val="tx1">
                    <a:lumMod val="75000"/>
                    <a:lumOff val="25000"/>
                  </a:schemeClr>
                </a:solidFill>
              </a:rPr>
              <a:t>3*5+4n</a:t>
            </a:r>
            <a:endParaRPr lang="zh-CN" altLang="en-US" sz="3086" dirty="0">
              <a:solidFill>
                <a:schemeClr val="tx1">
                  <a:lumMod val="75000"/>
                  <a:lumOff val="25000"/>
                </a:schemeClr>
              </a:solidFill>
            </a:endParaRPr>
          </a:p>
        </p:txBody>
      </p:sp>
      <p:sp>
        <p:nvSpPr>
          <p:cNvPr id="22" name="矩形 21"/>
          <p:cNvSpPr/>
          <p:nvPr/>
        </p:nvSpPr>
        <p:spPr>
          <a:xfrm>
            <a:off x="5167313" y="2185988"/>
            <a:ext cx="4848225" cy="328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dirty="0">
              <a:solidFill>
                <a:prstClr val="white"/>
              </a:solidFill>
            </a:endParaRPr>
          </a:p>
        </p:txBody>
      </p:sp>
      <p:sp>
        <p:nvSpPr>
          <p:cNvPr id="39" name="矩形 38"/>
          <p:cNvSpPr/>
          <p:nvPr/>
        </p:nvSpPr>
        <p:spPr>
          <a:xfrm>
            <a:off x="5173663" y="2478088"/>
            <a:ext cx="4848225" cy="312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0" name="矩形 39"/>
          <p:cNvSpPr/>
          <p:nvPr/>
        </p:nvSpPr>
        <p:spPr>
          <a:xfrm>
            <a:off x="5167313" y="2803525"/>
            <a:ext cx="4848225"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1" name="矩形 40"/>
          <p:cNvSpPr/>
          <p:nvPr/>
        </p:nvSpPr>
        <p:spPr>
          <a:xfrm>
            <a:off x="5167313" y="3108325"/>
            <a:ext cx="4848225"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2" name="矩形 41"/>
          <p:cNvSpPr/>
          <p:nvPr/>
        </p:nvSpPr>
        <p:spPr>
          <a:xfrm>
            <a:off x="5167313" y="3421063"/>
            <a:ext cx="4848225" cy="311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3" name="矩形 42"/>
          <p:cNvSpPr/>
          <p:nvPr/>
        </p:nvSpPr>
        <p:spPr>
          <a:xfrm>
            <a:off x="5167313" y="3732213"/>
            <a:ext cx="4848225" cy="312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4" name="矩形 43"/>
          <p:cNvSpPr/>
          <p:nvPr/>
        </p:nvSpPr>
        <p:spPr>
          <a:xfrm>
            <a:off x="5167313" y="4044950"/>
            <a:ext cx="4848225"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5" name="矩形 44"/>
          <p:cNvSpPr/>
          <p:nvPr/>
        </p:nvSpPr>
        <p:spPr>
          <a:xfrm>
            <a:off x="5167313" y="4348163"/>
            <a:ext cx="4848225" cy="312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6" name="矩形 45"/>
          <p:cNvSpPr/>
          <p:nvPr/>
        </p:nvSpPr>
        <p:spPr>
          <a:xfrm>
            <a:off x="5167313" y="4660900"/>
            <a:ext cx="4848225"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7" name="矩形 46"/>
          <p:cNvSpPr/>
          <p:nvPr/>
        </p:nvSpPr>
        <p:spPr>
          <a:xfrm>
            <a:off x="5167313" y="4973638"/>
            <a:ext cx="4848225" cy="312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8" name="矩形 47"/>
          <p:cNvSpPr/>
          <p:nvPr/>
        </p:nvSpPr>
        <p:spPr>
          <a:xfrm>
            <a:off x="5167313" y="5275263"/>
            <a:ext cx="4848225" cy="312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49" name="矩形 48"/>
          <p:cNvSpPr/>
          <p:nvPr/>
        </p:nvSpPr>
        <p:spPr>
          <a:xfrm>
            <a:off x="5167313" y="5575300"/>
            <a:ext cx="4848225" cy="351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50" name="矩形 49"/>
          <p:cNvSpPr/>
          <p:nvPr/>
        </p:nvSpPr>
        <p:spPr>
          <a:xfrm>
            <a:off x="5154613" y="5908675"/>
            <a:ext cx="4849812"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51" name="矩形 50"/>
          <p:cNvSpPr/>
          <p:nvPr/>
        </p:nvSpPr>
        <p:spPr>
          <a:xfrm>
            <a:off x="5167313" y="6197600"/>
            <a:ext cx="4848225" cy="31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52" name="矩形 51"/>
          <p:cNvSpPr/>
          <p:nvPr/>
        </p:nvSpPr>
        <p:spPr>
          <a:xfrm>
            <a:off x="5173663" y="6516688"/>
            <a:ext cx="4848225" cy="361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53" name="矩形 52"/>
          <p:cNvSpPr/>
          <p:nvPr/>
        </p:nvSpPr>
        <p:spPr>
          <a:xfrm>
            <a:off x="5142417" y="6846054"/>
            <a:ext cx="4848225" cy="3540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defRPr/>
            </a:pPr>
            <a:endParaRPr lang="zh-CN" altLang="en-US" sz="1488">
              <a:solidFill>
                <a:prstClr val="white"/>
              </a:solidFill>
            </a:endParaRPr>
          </a:p>
        </p:txBody>
      </p:sp>
      <p:sp>
        <p:nvSpPr>
          <p:cNvPr id="55" name="Rectangle 4"/>
          <p:cNvSpPr>
            <a:spLocks noChangeArrowheads="1"/>
          </p:cNvSpPr>
          <p:nvPr/>
        </p:nvSpPr>
        <p:spPr bwMode="auto">
          <a:xfrm>
            <a:off x="42863" y="1298575"/>
            <a:ext cx="5037137" cy="259873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
                <a:srgbClr val="EEECE1"/>
              </a:buClr>
              <a:buFont typeface="Wingdings" panose="05000000000000000000" pitchFamily="2" charset="2"/>
              <a:buNone/>
              <a:defRPr/>
            </a:pPr>
            <a:r>
              <a:rPr lang="zh-CN" altLang="en-US" sz="1984" dirty="0">
                <a:solidFill>
                  <a:prstClr val="white"/>
                </a:solidFill>
                <a:latin typeface="宋体" panose="02010600030101010101" pitchFamily="2" charset="-122"/>
              </a:rPr>
              <a:t>产生式 		代 码 段</a:t>
            </a:r>
            <a:r>
              <a:rPr lang="zh-CN" altLang="en-US" sz="1984" dirty="0">
                <a:solidFill>
                  <a:prstClr val="white"/>
                </a:solidFill>
              </a:rPr>
              <a:t>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err="1">
                <a:solidFill>
                  <a:prstClr val="white"/>
                </a:solidFill>
              </a:rPr>
              <a:t>L→En</a:t>
            </a:r>
            <a:r>
              <a:rPr lang="en-US" altLang="zh-CN" sz="1984" dirty="0">
                <a:solidFill>
                  <a:prstClr val="white"/>
                </a:solidFill>
              </a:rPr>
              <a:t>		print(</a:t>
            </a:r>
            <a:r>
              <a:rPr lang="en-US" altLang="zh-CN" sz="1984" dirty="0" err="1">
                <a:solidFill>
                  <a:prstClr val="white"/>
                </a:solidFill>
              </a:rPr>
              <a:t>val</a:t>
            </a:r>
            <a:r>
              <a:rPr lang="en-US" altLang="zh-CN" sz="1984" dirty="0">
                <a:solidFill>
                  <a:prstClr val="white"/>
                </a:solidFill>
              </a:rPr>
              <a:t>[top])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1)E→E</a:t>
            </a:r>
            <a:r>
              <a:rPr lang="en-US" altLang="zh-CN" sz="1984" baseline="-30000" dirty="0">
                <a:solidFill>
                  <a:prstClr val="white"/>
                </a:solidFill>
              </a:rPr>
              <a:t>1</a:t>
            </a:r>
            <a:r>
              <a:rPr lang="en-US" altLang="zh-CN" sz="1984" dirty="0">
                <a:solidFill>
                  <a:prstClr val="white"/>
                </a:solidFill>
              </a:rPr>
              <a:t>+T	</a:t>
            </a:r>
            <a:r>
              <a:rPr lang="en-US" altLang="zh-CN" sz="1984" dirty="0" err="1">
                <a:solidFill>
                  <a:prstClr val="white"/>
                </a:solidFill>
              </a:rPr>
              <a:t>val</a:t>
            </a:r>
            <a:r>
              <a:rPr lang="en-US" altLang="zh-CN" sz="1984" dirty="0">
                <a:solidFill>
                  <a:prstClr val="white"/>
                </a:solidFill>
              </a:rPr>
              <a:t>[</a:t>
            </a:r>
            <a:r>
              <a:rPr lang="en-US" altLang="zh-CN" sz="1984" dirty="0" err="1">
                <a:solidFill>
                  <a:prstClr val="white"/>
                </a:solidFill>
              </a:rPr>
              <a:t>ntop</a:t>
            </a:r>
            <a:r>
              <a:rPr lang="en-US" altLang="zh-CN" sz="1984" dirty="0">
                <a:solidFill>
                  <a:prstClr val="white"/>
                </a:solidFill>
              </a:rPr>
              <a:t>] := </a:t>
            </a:r>
            <a:r>
              <a:rPr lang="en-US" altLang="zh-CN" sz="1984" dirty="0" err="1">
                <a:solidFill>
                  <a:prstClr val="white"/>
                </a:solidFill>
              </a:rPr>
              <a:t>val</a:t>
            </a:r>
            <a:r>
              <a:rPr lang="en-US" altLang="zh-CN" sz="1984" dirty="0">
                <a:solidFill>
                  <a:prstClr val="white"/>
                </a:solidFill>
              </a:rPr>
              <a:t>[top-2]+</a:t>
            </a:r>
            <a:r>
              <a:rPr lang="en-US" altLang="zh-CN" sz="1984" dirty="0" err="1">
                <a:solidFill>
                  <a:prstClr val="white"/>
                </a:solidFill>
              </a:rPr>
              <a:t>val</a:t>
            </a:r>
            <a:r>
              <a:rPr lang="en-US" altLang="zh-CN" sz="1984" dirty="0">
                <a:solidFill>
                  <a:prstClr val="white"/>
                </a:solidFill>
              </a:rPr>
              <a:t>[top]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2)E→T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3)T→T</a:t>
            </a:r>
            <a:r>
              <a:rPr lang="en-US" altLang="zh-CN" sz="1984" baseline="-30000" dirty="0">
                <a:solidFill>
                  <a:prstClr val="white"/>
                </a:solidFill>
              </a:rPr>
              <a:t>1</a:t>
            </a:r>
            <a:r>
              <a:rPr lang="en-US" altLang="zh-CN" sz="1984" dirty="0">
                <a:solidFill>
                  <a:prstClr val="white"/>
                </a:solidFill>
              </a:rPr>
              <a:t>*F	</a:t>
            </a:r>
            <a:r>
              <a:rPr lang="en-US" altLang="zh-CN" sz="1984" dirty="0" err="1">
                <a:solidFill>
                  <a:prstClr val="white"/>
                </a:solidFill>
              </a:rPr>
              <a:t>val</a:t>
            </a:r>
            <a:r>
              <a:rPr lang="en-US" altLang="zh-CN" sz="1984" dirty="0">
                <a:solidFill>
                  <a:prstClr val="white"/>
                </a:solidFill>
              </a:rPr>
              <a:t>[</a:t>
            </a:r>
            <a:r>
              <a:rPr lang="en-US" altLang="zh-CN" sz="1984" dirty="0" err="1">
                <a:solidFill>
                  <a:prstClr val="white"/>
                </a:solidFill>
              </a:rPr>
              <a:t>ntop</a:t>
            </a:r>
            <a:r>
              <a:rPr lang="en-US" altLang="zh-CN" sz="1984" dirty="0">
                <a:solidFill>
                  <a:prstClr val="white"/>
                </a:solidFill>
              </a:rPr>
              <a:t>] := </a:t>
            </a:r>
            <a:r>
              <a:rPr lang="en-US" altLang="zh-CN" sz="1984" dirty="0" err="1">
                <a:solidFill>
                  <a:prstClr val="white"/>
                </a:solidFill>
              </a:rPr>
              <a:t>val</a:t>
            </a:r>
            <a:r>
              <a:rPr lang="en-US" altLang="zh-CN" sz="1984" dirty="0">
                <a:solidFill>
                  <a:prstClr val="white"/>
                </a:solidFill>
              </a:rPr>
              <a:t>[top-2]*</a:t>
            </a:r>
            <a:r>
              <a:rPr lang="en-US" altLang="zh-CN" sz="1984" dirty="0" err="1">
                <a:solidFill>
                  <a:prstClr val="white"/>
                </a:solidFill>
              </a:rPr>
              <a:t>val</a:t>
            </a:r>
            <a:r>
              <a:rPr lang="en-US" altLang="zh-CN" sz="1984" dirty="0">
                <a:solidFill>
                  <a:prstClr val="white"/>
                </a:solidFill>
              </a:rPr>
              <a:t>[top]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4)T→F			</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5)F→ (E)	</a:t>
            </a:r>
            <a:r>
              <a:rPr lang="en-US" altLang="zh-CN" sz="1984" dirty="0" err="1">
                <a:solidFill>
                  <a:prstClr val="white"/>
                </a:solidFill>
              </a:rPr>
              <a:t>val</a:t>
            </a:r>
            <a:r>
              <a:rPr lang="en-US" altLang="zh-CN" sz="1984" dirty="0">
                <a:solidFill>
                  <a:prstClr val="white"/>
                </a:solidFill>
              </a:rPr>
              <a:t>[</a:t>
            </a:r>
            <a:r>
              <a:rPr lang="en-US" altLang="zh-CN" sz="1984" dirty="0" err="1">
                <a:solidFill>
                  <a:prstClr val="white"/>
                </a:solidFill>
              </a:rPr>
              <a:t>ntop</a:t>
            </a:r>
            <a:r>
              <a:rPr lang="en-US" altLang="zh-CN" sz="1984" dirty="0">
                <a:solidFill>
                  <a:prstClr val="white"/>
                </a:solidFill>
              </a:rPr>
              <a:t>] :=</a:t>
            </a:r>
            <a:r>
              <a:rPr lang="en-US" altLang="zh-CN" sz="1984" dirty="0" err="1">
                <a:solidFill>
                  <a:prstClr val="white"/>
                </a:solidFill>
              </a:rPr>
              <a:t>val</a:t>
            </a:r>
            <a:r>
              <a:rPr lang="en-US" altLang="zh-CN" sz="1984" dirty="0">
                <a:solidFill>
                  <a:prstClr val="white"/>
                </a:solidFill>
              </a:rPr>
              <a:t>[top-1]</a:t>
            </a:r>
          </a:p>
          <a:p>
            <a:pPr defTabSz="503972" eaLnBrk="1" fontAlgn="auto" hangingPunct="1">
              <a:spcBef>
                <a:spcPct val="0"/>
              </a:spcBef>
              <a:spcAft>
                <a:spcPts val="0"/>
              </a:spcAft>
              <a:buClr>
                <a:srgbClr val="EEECE1"/>
              </a:buClr>
              <a:buFont typeface="Wingdings" panose="05000000000000000000" pitchFamily="2" charset="2"/>
              <a:buNone/>
              <a:defRPr/>
            </a:pPr>
            <a:r>
              <a:rPr lang="en-US" altLang="zh-CN" sz="1984" dirty="0">
                <a:solidFill>
                  <a:prstClr val="white"/>
                </a:solidFill>
              </a:rPr>
              <a:t>6)</a:t>
            </a:r>
            <a:r>
              <a:rPr lang="en-US" altLang="zh-CN" sz="1984" dirty="0" err="1">
                <a:solidFill>
                  <a:prstClr val="white"/>
                </a:solidFill>
              </a:rPr>
              <a:t>F→digit</a:t>
            </a:r>
            <a:r>
              <a:rPr lang="en-US" altLang="zh-CN" sz="1984" dirty="0">
                <a:solidFill>
                  <a:prstClr val="white"/>
                </a:solidFill>
              </a:rPr>
              <a:t> 	</a:t>
            </a:r>
            <a:r>
              <a:rPr lang="en-US" altLang="zh-CN" sz="1984" dirty="0" err="1">
                <a:solidFill>
                  <a:prstClr val="white"/>
                </a:solidFill>
              </a:rPr>
              <a:t>val</a:t>
            </a:r>
            <a:r>
              <a:rPr lang="en-US" altLang="zh-CN" sz="1984" dirty="0">
                <a:solidFill>
                  <a:prstClr val="white"/>
                </a:solidFill>
              </a:rPr>
              <a:t>[</a:t>
            </a:r>
            <a:r>
              <a:rPr lang="en-US" altLang="zh-CN" sz="1984" dirty="0" err="1">
                <a:solidFill>
                  <a:prstClr val="white"/>
                </a:solidFill>
              </a:rPr>
              <a:t>ntop</a:t>
            </a:r>
            <a:r>
              <a:rPr lang="en-US" altLang="zh-CN" sz="1984" dirty="0">
                <a:solidFill>
                  <a:prstClr val="white"/>
                </a:solidFill>
              </a:rPr>
              <a:t>] :=</a:t>
            </a:r>
            <a:r>
              <a:rPr lang="en-US" altLang="zh-CN" sz="1984" dirty="0" err="1">
                <a:solidFill>
                  <a:prstClr val="white"/>
                </a:solidFill>
              </a:rPr>
              <a:t>val</a:t>
            </a:r>
            <a:r>
              <a:rPr lang="en-US" altLang="zh-CN" sz="1984" dirty="0">
                <a:solidFill>
                  <a:prstClr val="white"/>
                </a:solidFill>
              </a:rPr>
              <a:t>[top]	</a:t>
            </a:r>
            <a:endParaRPr lang="zh-CN" altLang="en-US" sz="1984" dirty="0">
              <a:solidFill>
                <a:prstClr val="white"/>
              </a:solidFill>
            </a:endParaRPr>
          </a:p>
        </p:txBody>
      </p:sp>
      <p:pic>
        <p:nvPicPr>
          <p:cNvPr id="1122435" name="图片 2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800" y="3786188"/>
            <a:ext cx="50292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2436" name="组合 23"/>
          <p:cNvGrpSpPr>
            <a:grpSpLocks/>
          </p:cNvGrpSpPr>
          <p:nvPr/>
        </p:nvGrpSpPr>
        <p:grpSpPr bwMode="auto">
          <a:xfrm>
            <a:off x="5403850" y="61913"/>
            <a:ext cx="4611688" cy="1792287"/>
            <a:chOff x="7520591" y="2816196"/>
            <a:chExt cx="4671409" cy="3025447"/>
          </a:xfrm>
        </p:grpSpPr>
        <p:sp>
          <p:nvSpPr>
            <p:cNvPr id="25" name="Rectangle 3"/>
            <p:cNvSpPr txBox="1">
              <a:spLocks noChangeArrowheads="1"/>
            </p:cNvSpPr>
            <p:nvPr/>
          </p:nvSpPr>
          <p:spPr>
            <a:xfrm>
              <a:off x="7520591" y="2816196"/>
              <a:ext cx="1952182"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5597" tIns="37798" rIns="75597" bIns="37798"/>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spcBef>
                  <a:spcPts val="0"/>
                </a:spcBef>
                <a:buClr>
                  <a:srgbClr val="4F81BD"/>
                </a:buClr>
                <a:buFont typeface="Wingdings 3" charset="2"/>
                <a:buNone/>
                <a:defRPr/>
              </a:pPr>
              <a:r>
                <a:rPr lang="zh-CN" altLang="en-US" sz="1400" dirty="0">
                  <a:solidFill>
                    <a:prstClr val="white"/>
                  </a:solidFill>
                </a:rPr>
                <a:t>产生式	</a:t>
              </a:r>
            </a:p>
            <a:p>
              <a:pPr fontAlgn="auto">
                <a:spcBef>
                  <a:spcPts val="0"/>
                </a:spcBef>
                <a:buClr>
                  <a:srgbClr val="4F81BD"/>
                </a:buClr>
                <a:buFont typeface="Wingdings 3" charset="2"/>
                <a:buNone/>
                <a:defRPr/>
              </a:pPr>
              <a:r>
                <a:rPr lang="en-US" altLang="zh-CN" sz="1400" dirty="0" err="1">
                  <a:solidFill>
                    <a:prstClr val="white"/>
                  </a:solidFill>
                </a:rPr>
                <a:t>L→En</a:t>
              </a:r>
              <a:r>
                <a:rPr lang="en-US" altLang="zh-CN" sz="1400" dirty="0">
                  <a:solidFill>
                    <a:prstClr val="white"/>
                  </a:solidFill>
                </a:rPr>
                <a:t> </a:t>
              </a:r>
            </a:p>
            <a:p>
              <a:pPr fontAlgn="auto">
                <a:spcBef>
                  <a:spcPts val="0"/>
                </a:spcBef>
                <a:buClr>
                  <a:srgbClr val="4F81BD"/>
                </a:buClr>
                <a:buFont typeface="Wingdings 3" charset="2"/>
                <a:buNone/>
                <a:defRPr/>
              </a:pPr>
              <a:r>
                <a:rPr lang="en-US" altLang="zh-CN" sz="1400" dirty="0">
                  <a:solidFill>
                    <a:prstClr val="white"/>
                  </a:solidFill>
                </a:rPr>
                <a:t>E→E</a:t>
              </a:r>
              <a:r>
                <a:rPr lang="en-US" altLang="zh-CN" sz="1400" baseline="-25000" dirty="0">
                  <a:solidFill>
                    <a:prstClr val="white"/>
                  </a:solidFill>
                </a:rPr>
                <a:t>1</a:t>
              </a:r>
              <a:r>
                <a:rPr lang="en-US" altLang="zh-CN" sz="1400" dirty="0">
                  <a:solidFill>
                    <a:prstClr val="white"/>
                  </a:solidFill>
                </a:rPr>
                <a:t>+T  </a:t>
              </a:r>
            </a:p>
            <a:p>
              <a:pPr fontAlgn="auto">
                <a:spcBef>
                  <a:spcPts val="0"/>
                </a:spcBef>
                <a:buClr>
                  <a:srgbClr val="4F81BD"/>
                </a:buClr>
                <a:buFont typeface="Wingdings 3" charset="2"/>
                <a:buNone/>
                <a:defRPr/>
              </a:pPr>
              <a:r>
                <a:rPr lang="en-US" altLang="zh-CN" sz="1400" dirty="0">
                  <a:solidFill>
                    <a:prstClr val="white"/>
                  </a:solidFill>
                </a:rPr>
                <a:t>E→T</a:t>
              </a:r>
            </a:p>
            <a:p>
              <a:pPr fontAlgn="auto">
                <a:spcBef>
                  <a:spcPts val="0"/>
                </a:spcBef>
                <a:buClr>
                  <a:srgbClr val="4F81BD"/>
                </a:buClr>
                <a:buFont typeface="Wingdings 3" charset="2"/>
                <a:buNone/>
                <a:defRPr/>
              </a:pPr>
              <a:r>
                <a:rPr lang="en-US" altLang="zh-CN" sz="1400" dirty="0">
                  <a:solidFill>
                    <a:prstClr val="white"/>
                  </a:solidFill>
                </a:rPr>
                <a:t>T→T</a:t>
              </a:r>
              <a:r>
                <a:rPr lang="en-US" altLang="zh-CN" sz="1400" baseline="-25000" dirty="0">
                  <a:solidFill>
                    <a:prstClr val="white"/>
                  </a:solidFill>
                </a:rPr>
                <a:t>1</a:t>
              </a:r>
              <a:r>
                <a:rPr lang="en-US" altLang="zh-CN" sz="1400" dirty="0">
                  <a:solidFill>
                    <a:prstClr val="white"/>
                  </a:solidFill>
                </a:rPr>
                <a:t>*F</a:t>
              </a:r>
            </a:p>
            <a:p>
              <a:pPr fontAlgn="auto">
                <a:spcBef>
                  <a:spcPts val="0"/>
                </a:spcBef>
                <a:buClr>
                  <a:srgbClr val="4F81BD"/>
                </a:buClr>
                <a:buFont typeface="Wingdings 3" charset="2"/>
                <a:buNone/>
                <a:defRPr/>
              </a:pPr>
              <a:r>
                <a:rPr lang="en-US" altLang="zh-CN" sz="1400" dirty="0">
                  <a:solidFill>
                    <a:prstClr val="white"/>
                  </a:solidFill>
                </a:rPr>
                <a:t>T→F</a:t>
              </a:r>
            </a:p>
            <a:p>
              <a:pPr fontAlgn="auto">
                <a:spcBef>
                  <a:spcPts val="0"/>
                </a:spcBef>
                <a:buClr>
                  <a:srgbClr val="4F81BD"/>
                </a:buClr>
                <a:buFont typeface="Wingdings 3" charset="2"/>
                <a:buNone/>
                <a:defRPr/>
              </a:pPr>
              <a:r>
                <a:rPr lang="en-US" altLang="zh-CN" sz="1400" dirty="0">
                  <a:solidFill>
                    <a:prstClr val="white"/>
                  </a:solidFill>
                </a:rPr>
                <a:t>F→ (E)</a:t>
              </a:r>
            </a:p>
            <a:p>
              <a:pPr fontAlgn="auto">
                <a:spcBef>
                  <a:spcPts val="0"/>
                </a:spcBef>
                <a:buClr>
                  <a:srgbClr val="4F81BD"/>
                </a:buClr>
                <a:buFont typeface="Wingdings 3" charset="2"/>
                <a:buNone/>
                <a:defRPr/>
              </a:pPr>
              <a:r>
                <a:rPr lang="en-US" altLang="zh-CN" sz="1400" dirty="0" err="1">
                  <a:solidFill>
                    <a:prstClr val="white"/>
                  </a:solidFill>
                </a:rPr>
                <a:t>F→digit</a:t>
              </a:r>
              <a:endParaRPr lang="en-US" altLang="zh-CN" sz="1400" dirty="0">
                <a:solidFill>
                  <a:prstClr val="white"/>
                </a:solidFill>
              </a:endParaRPr>
            </a:p>
            <a:p>
              <a:pPr fontAlgn="auto">
                <a:spcBef>
                  <a:spcPts val="0"/>
                </a:spcBef>
                <a:buClr>
                  <a:srgbClr val="4F81BD"/>
                </a:buClr>
                <a:buFont typeface="Wingdings 3" charset="2"/>
                <a:buNone/>
                <a:defRPr/>
              </a:pPr>
              <a:endParaRPr lang="en-US" altLang="zh-CN" sz="1400" dirty="0">
                <a:solidFill>
                  <a:prstClr val="white"/>
                </a:solidFill>
              </a:endParaRPr>
            </a:p>
          </p:txBody>
        </p:sp>
        <p:sp>
          <p:nvSpPr>
            <p:cNvPr id="26" name="Rectangle 14"/>
            <p:cNvSpPr>
              <a:spLocks noChangeArrowheads="1"/>
            </p:cNvSpPr>
            <p:nvPr/>
          </p:nvSpPr>
          <p:spPr bwMode="auto">
            <a:xfrm>
              <a:off x="9032166" y="2816196"/>
              <a:ext cx="3159834"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zh-CN" altLang="en-US" sz="1400" dirty="0">
                  <a:solidFill>
                    <a:prstClr val="white"/>
                  </a:solidFill>
                </a:rPr>
                <a:t>语  义  规  则</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a:solidFill>
                    <a:prstClr val="white"/>
                  </a:solidFill>
                </a:rPr>
                <a:t>print(</a:t>
              </a:r>
              <a:r>
                <a:rPr lang="en-US" altLang="zh-CN" sz="1400" dirty="0" err="1">
                  <a:solidFill>
                    <a:prstClr val="white"/>
                  </a:solidFill>
                </a:rPr>
                <a:t>E.val</a:t>
              </a:r>
              <a:r>
                <a:rPr lang="en-US" altLang="zh-CN" sz="1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E.val</a:t>
              </a:r>
              <a:r>
                <a:rPr lang="en-US" altLang="zh-CN" sz="1400" dirty="0">
                  <a:solidFill>
                    <a:prstClr val="white"/>
                  </a:solidFill>
                </a:rPr>
                <a:t> := E</a:t>
              </a:r>
              <a:r>
                <a:rPr lang="en-US" altLang="zh-CN" sz="1400" baseline="-25000" dirty="0">
                  <a:solidFill>
                    <a:prstClr val="white"/>
                  </a:solidFill>
                </a:rPr>
                <a:t>1</a:t>
              </a:r>
              <a:r>
                <a:rPr lang="en-US" altLang="zh-CN" sz="1400" dirty="0">
                  <a:solidFill>
                    <a:prstClr val="white"/>
                  </a:solidFill>
                </a:rPr>
                <a:t>.val+T.val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E.val</a:t>
              </a:r>
              <a:r>
                <a:rPr lang="en-US" altLang="zh-CN" sz="1400" dirty="0">
                  <a:solidFill>
                    <a:prstClr val="white"/>
                  </a:solidFill>
                </a:rPr>
                <a:t> :=</a:t>
              </a:r>
              <a:r>
                <a:rPr lang="en-US" altLang="zh-CN" sz="1400" dirty="0" err="1">
                  <a:solidFill>
                    <a:prstClr val="white"/>
                  </a:solidFill>
                </a:rPr>
                <a:t>T.val</a:t>
              </a:r>
              <a:r>
                <a:rPr lang="en-US" altLang="zh-CN" sz="1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T.val</a:t>
              </a:r>
              <a:r>
                <a:rPr lang="en-US" altLang="zh-CN" sz="1400" dirty="0">
                  <a:solidFill>
                    <a:prstClr val="white"/>
                  </a:solidFill>
                </a:rPr>
                <a:t> :=T</a:t>
              </a:r>
              <a:r>
                <a:rPr lang="en-US" altLang="zh-CN" sz="1400" baseline="-25000" dirty="0">
                  <a:solidFill>
                    <a:prstClr val="white"/>
                  </a:solidFill>
                </a:rPr>
                <a:t>1</a:t>
              </a:r>
              <a:r>
                <a:rPr lang="en-US" altLang="zh-CN" sz="1400" dirty="0">
                  <a:solidFill>
                    <a:prstClr val="white"/>
                  </a:solidFill>
                </a:rPr>
                <a:t>.val* </a:t>
              </a:r>
              <a:r>
                <a:rPr lang="en-US" altLang="zh-CN" sz="1400" dirty="0" err="1">
                  <a:solidFill>
                    <a:prstClr val="white"/>
                  </a:solidFill>
                </a:rPr>
                <a:t>F.val</a:t>
              </a:r>
              <a:r>
                <a:rPr lang="en-US" altLang="zh-CN" sz="1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T.val</a:t>
              </a:r>
              <a:r>
                <a:rPr lang="en-US" altLang="zh-CN" sz="1400" dirty="0">
                  <a:solidFill>
                    <a:prstClr val="white"/>
                  </a:solidFill>
                </a:rPr>
                <a:t> :=</a:t>
              </a:r>
              <a:r>
                <a:rPr lang="en-US" altLang="zh-CN" sz="1400" dirty="0" err="1">
                  <a:solidFill>
                    <a:prstClr val="white"/>
                  </a:solidFill>
                </a:rPr>
                <a:t>F.val</a:t>
              </a:r>
              <a:r>
                <a:rPr lang="en-US" altLang="zh-CN" sz="1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F.val</a:t>
              </a:r>
              <a:r>
                <a:rPr lang="en-US" altLang="zh-CN" sz="1400" dirty="0">
                  <a:solidFill>
                    <a:prstClr val="white"/>
                  </a:solidFill>
                </a:rPr>
                <a:t> :=</a:t>
              </a:r>
              <a:r>
                <a:rPr lang="en-US" altLang="zh-CN" sz="1400" dirty="0" err="1">
                  <a:solidFill>
                    <a:prstClr val="white"/>
                  </a:solidFill>
                </a:rPr>
                <a:t>E.val</a:t>
              </a:r>
              <a:r>
                <a:rPr lang="en-US" altLang="zh-CN" sz="1400" dirty="0">
                  <a:solidFill>
                    <a:prstClr val="white"/>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1400" dirty="0" err="1">
                  <a:solidFill>
                    <a:prstClr val="white"/>
                  </a:solidFill>
                </a:rPr>
                <a:t>F.val</a:t>
              </a:r>
              <a:r>
                <a:rPr lang="en-US" altLang="zh-CN" sz="1400" dirty="0">
                  <a:solidFill>
                    <a:prstClr val="white"/>
                  </a:solidFill>
                </a:rPr>
                <a:t> :=</a:t>
              </a:r>
              <a:r>
                <a:rPr lang="en-US" altLang="zh-CN" sz="1400" dirty="0" err="1">
                  <a:solidFill>
                    <a:prstClr val="white"/>
                  </a:solidFill>
                </a:rPr>
                <a:t>digit.lexval</a:t>
              </a:r>
              <a:endParaRPr lang="en-US" altLang="zh-CN" sz="1400" dirty="0">
                <a:solidFill>
                  <a:prstClr val="white"/>
                </a:solidFill>
              </a:endParaRPr>
            </a:p>
          </p:txBody>
        </p:sp>
      </p:grpSp>
      <p:sp>
        <p:nvSpPr>
          <p:cNvPr id="4" name="灯片编号占位符 3">
            <a:extLst>
              <a:ext uri="{FF2B5EF4-FFF2-40B4-BE49-F238E27FC236}">
                <a16:creationId xmlns:a16="http://schemas.microsoft.com/office/drawing/2014/main" id="{8B021F1C-35DC-B6C6-C810-905C3E0B6D86}"/>
              </a:ext>
            </a:extLst>
          </p:cNvPr>
          <p:cNvSpPr>
            <a:spLocks noGrp="1"/>
          </p:cNvSpPr>
          <p:nvPr>
            <p:ph type="sldNum" sz="quarter" idx="12"/>
          </p:nvPr>
        </p:nvSpPr>
        <p:spPr/>
        <p:txBody>
          <a:bodyPr/>
          <a:lstStyle/>
          <a:p>
            <a:pPr>
              <a:defRPr/>
            </a:pPr>
            <a:fld id="{9E650875-CDC7-4681-B2DB-5EC763C7F013}" type="slidenum">
              <a:rPr lang="en-US" smtClean="0"/>
              <a:pPr>
                <a:defRPr/>
              </a:pPr>
              <a:t>26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xit" presetSubtype="8" fill="hold" grpId="0" nodeType="clickEffect">
                                  <p:stCondLst>
                                    <p:cond delay="0"/>
                                  </p:stCondLst>
                                  <p:childTnLst>
                                    <p:animEffect transition="out" filter="wipe(left)">
                                      <p:cBhvr>
                                        <p:cTn id="10" dur="500"/>
                                        <p:tgtEl>
                                          <p:spTgt spid="22"/>
                                        </p:tgtEl>
                                      </p:cBhvr>
                                    </p:animEffect>
                                    <p:set>
                                      <p:cBhvr>
                                        <p:cTn id="11" dur="1" fill="hold">
                                          <p:stCondLst>
                                            <p:cond delay="499"/>
                                          </p:stCondLst>
                                        </p:cTn>
                                        <p:tgtEl>
                                          <p:spTgt spid="2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xit" presetSubtype="8" fill="hold" grpId="0" nodeType="clickEffect">
                                  <p:stCondLst>
                                    <p:cond delay="0"/>
                                  </p:stCondLst>
                                  <p:childTnLst>
                                    <p:animEffect transition="out" filter="wipe(left)">
                                      <p:cBhvr>
                                        <p:cTn id="15" dur="500"/>
                                        <p:tgtEl>
                                          <p:spTgt spid="39"/>
                                        </p:tgtEl>
                                      </p:cBhvr>
                                    </p:animEffect>
                                    <p:set>
                                      <p:cBhvr>
                                        <p:cTn id="16" dur="1" fill="hold">
                                          <p:stCondLst>
                                            <p:cond delay="499"/>
                                          </p:stCondLst>
                                        </p:cTn>
                                        <p:tgtEl>
                                          <p:spTgt spid="39"/>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xit" presetSubtype="8" fill="hold" grpId="0" nodeType="clickEffect">
                                  <p:stCondLst>
                                    <p:cond delay="0"/>
                                  </p:stCondLst>
                                  <p:childTnLst>
                                    <p:animEffect transition="out" filter="wipe(left)">
                                      <p:cBhvr>
                                        <p:cTn id="20" dur="500"/>
                                        <p:tgtEl>
                                          <p:spTgt spid="40"/>
                                        </p:tgtEl>
                                      </p:cBhvr>
                                    </p:animEffect>
                                    <p:set>
                                      <p:cBhvr>
                                        <p:cTn id="21" dur="1" fill="hold">
                                          <p:stCondLst>
                                            <p:cond delay="499"/>
                                          </p:stCondLst>
                                        </p:cTn>
                                        <p:tgtEl>
                                          <p:spTgt spid="40"/>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xit" presetSubtype="8" fill="hold" grpId="0" nodeType="clickEffect">
                                  <p:stCondLst>
                                    <p:cond delay="0"/>
                                  </p:stCondLst>
                                  <p:childTnLst>
                                    <p:animEffect transition="out" filter="wipe(left)">
                                      <p:cBhvr>
                                        <p:cTn id="25" dur="500"/>
                                        <p:tgtEl>
                                          <p:spTgt spid="41"/>
                                        </p:tgtEl>
                                      </p:cBhvr>
                                    </p:animEffect>
                                    <p:set>
                                      <p:cBhvr>
                                        <p:cTn id="26" dur="1" fill="hold">
                                          <p:stCondLst>
                                            <p:cond delay="499"/>
                                          </p:stCondLst>
                                        </p:cTn>
                                        <p:tgtEl>
                                          <p:spTgt spid="41"/>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xit" presetSubtype="8" fill="hold" grpId="0" nodeType="clickEffect">
                                  <p:stCondLst>
                                    <p:cond delay="0"/>
                                  </p:stCondLst>
                                  <p:childTnLst>
                                    <p:animEffect transition="out" filter="wipe(left)">
                                      <p:cBhvr>
                                        <p:cTn id="30" dur="500"/>
                                        <p:tgtEl>
                                          <p:spTgt spid="42"/>
                                        </p:tgtEl>
                                      </p:cBhvr>
                                    </p:animEffect>
                                    <p:set>
                                      <p:cBhvr>
                                        <p:cTn id="31" dur="1" fill="hold">
                                          <p:stCondLst>
                                            <p:cond delay="499"/>
                                          </p:stCondLst>
                                        </p:cTn>
                                        <p:tgtEl>
                                          <p:spTgt spid="42"/>
                                        </p:tgtEl>
                                        <p:attrNameLst>
                                          <p:attrName>style.visibility</p:attrName>
                                        </p:attrNameLst>
                                      </p:cBhvr>
                                      <p:to>
                                        <p:strVal val="hidden"/>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xit" presetSubtype="8" fill="hold" grpId="0" nodeType="clickEffect">
                                  <p:stCondLst>
                                    <p:cond delay="0"/>
                                  </p:stCondLst>
                                  <p:childTnLst>
                                    <p:animEffect transition="out" filter="wipe(left)">
                                      <p:cBhvr>
                                        <p:cTn id="35" dur="500"/>
                                        <p:tgtEl>
                                          <p:spTgt spid="43"/>
                                        </p:tgtEl>
                                      </p:cBhvr>
                                    </p:animEffect>
                                    <p:set>
                                      <p:cBhvr>
                                        <p:cTn id="36" dur="1" fill="hold">
                                          <p:stCondLst>
                                            <p:cond delay="499"/>
                                          </p:stCondLst>
                                        </p:cTn>
                                        <p:tgtEl>
                                          <p:spTgt spid="43"/>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xit" presetSubtype="8" fill="hold" grpId="0" nodeType="clickEffect">
                                  <p:stCondLst>
                                    <p:cond delay="0"/>
                                  </p:stCondLst>
                                  <p:childTnLst>
                                    <p:animEffect transition="out" filter="wipe(left)">
                                      <p:cBhvr>
                                        <p:cTn id="40" dur="500"/>
                                        <p:tgtEl>
                                          <p:spTgt spid="44"/>
                                        </p:tgtEl>
                                      </p:cBhvr>
                                    </p:animEffect>
                                    <p:set>
                                      <p:cBhvr>
                                        <p:cTn id="41" dur="1" fill="hold">
                                          <p:stCondLst>
                                            <p:cond delay="499"/>
                                          </p:stCondLst>
                                        </p:cTn>
                                        <p:tgtEl>
                                          <p:spTgt spid="44"/>
                                        </p:tgtEl>
                                        <p:attrNameLst>
                                          <p:attrName>style.visibility</p:attrName>
                                        </p:attrNameLst>
                                      </p:cBhvr>
                                      <p:to>
                                        <p:strVal val="hidden"/>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xit" presetSubtype="8" fill="hold" grpId="0" nodeType="clickEffect">
                                  <p:stCondLst>
                                    <p:cond delay="0"/>
                                  </p:stCondLst>
                                  <p:childTnLst>
                                    <p:animEffect transition="out" filter="wipe(left)">
                                      <p:cBhvr>
                                        <p:cTn id="45" dur="500"/>
                                        <p:tgtEl>
                                          <p:spTgt spid="45"/>
                                        </p:tgtEl>
                                      </p:cBhvr>
                                    </p:animEffect>
                                    <p:set>
                                      <p:cBhvr>
                                        <p:cTn id="46" dur="1" fill="hold">
                                          <p:stCondLst>
                                            <p:cond delay="499"/>
                                          </p:stCondLst>
                                        </p:cTn>
                                        <p:tgtEl>
                                          <p:spTgt spid="45"/>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xit" presetSubtype="8" fill="hold" grpId="0" nodeType="clickEffect">
                                  <p:stCondLst>
                                    <p:cond delay="0"/>
                                  </p:stCondLst>
                                  <p:childTnLst>
                                    <p:animEffect transition="out" filter="wipe(left)">
                                      <p:cBhvr>
                                        <p:cTn id="50" dur="500"/>
                                        <p:tgtEl>
                                          <p:spTgt spid="46"/>
                                        </p:tgtEl>
                                      </p:cBhvr>
                                    </p:animEffect>
                                    <p:set>
                                      <p:cBhvr>
                                        <p:cTn id="51" dur="1" fill="hold">
                                          <p:stCondLst>
                                            <p:cond delay="499"/>
                                          </p:stCondLst>
                                        </p:cTn>
                                        <p:tgtEl>
                                          <p:spTgt spid="46"/>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xit" presetSubtype="8" fill="hold" grpId="0" nodeType="clickEffect">
                                  <p:stCondLst>
                                    <p:cond delay="0"/>
                                  </p:stCondLst>
                                  <p:childTnLst>
                                    <p:animEffect transition="out" filter="wipe(left)">
                                      <p:cBhvr>
                                        <p:cTn id="55" dur="500"/>
                                        <p:tgtEl>
                                          <p:spTgt spid="47"/>
                                        </p:tgtEl>
                                      </p:cBhvr>
                                    </p:animEffect>
                                    <p:set>
                                      <p:cBhvr>
                                        <p:cTn id="56" dur="1" fill="hold">
                                          <p:stCondLst>
                                            <p:cond delay="499"/>
                                          </p:stCondLst>
                                        </p:cTn>
                                        <p:tgtEl>
                                          <p:spTgt spid="47"/>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xit" presetSubtype="8" fill="hold" grpId="0" nodeType="clickEffect">
                                  <p:stCondLst>
                                    <p:cond delay="0"/>
                                  </p:stCondLst>
                                  <p:childTnLst>
                                    <p:animEffect transition="out" filter="wipe(left)">
                                      <p:cBhvr>
                                        <p:cTn id="60" dur="500"/>
                                        <p:tgtEl>
                                          <p:spTgt spid="48"/>
                                        </p:tgtEl>
                                      </p:cBhvr>
                                    </p:animEffect>
                                    <p:set>
                                      <p:cBhvr>
                                        <p:cTn id="61" dur="1" fill="hold">
                                          <p:stCondLst>
                                            <p:cond delay="499"/>
                                          </p:stCondLst>
                                        </p:cTn>
                                        <p:tgtEl>
                                          <p:spTgt spid="48"/>
                                        </p:tgtEl>
                                        <p:attrNameLst>
                                          <p:attrName>style.visibility</p:attrName>
                                        </p:attrNameLst>
                                      </p:cBhvr>
                                      <p:to>
                                        <p:strVal val="hidden"/>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xit" presetSubtype="8" fill="hold" grpId="0" nodeType="clickEffect">
                                  <p:stCondLst>
                                    <p:cond delay="0"/>
                                  </p:stCondLst>
                                  <p:childTnLst>
                                    <p:animEffect transition="out" filter="wipe(left)">
                                      <p:cBhvr>
                                        <p:cTn id="65" dur="500"/>
                                        <p:tgtEl>
                                          <p:spTgt spid="49"/>
                                        </p:tgtEl>
                                      </p:cBhvr>
                                    </p:animEffect>
                                    <p:set>
                                      <p:cBhvr>
                                        <p:cTn id="66" dur="1" fill="hold">
                                          <p:stCondLst>
                                            <p:cond delay="499"/>
                                          </p:stCondLst>
                                        </p:cTn>
                                        <p:tgtEl>
                                          <p:spTgt spid="49"/>
                                        </p:tgtEl>
                                        <p:attrNameLst>
                                          <p:attrName>style.visibility</p:attrName>
                                        </p:attrNameLst>
                                      </p:cBhvr>
                                      <p:to>
                                        <p:strVal val="hidden"/>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xit" presetSubtype="8" fill="hold" grpId="0" nodeType="clickEffect">
                                  <p:stCondLst>
                                    <p:cond delay="0"/>
                                  </p:stCondLst>
                                  <p:childTnLst>
                                    <p:animEffect transition="out" filter="wipe(left)">
                                      <p:cBhvr>
                                        <p:cTn id="70" dur="500"/>
                                        <p:tgtEl>
                                          <p:spTgt spid="50"/>
                                        </p:tgtEl>
                                      </p:cBhvr>
                                    </p:animEffect>
                                    <p:set>
                                      <p:cBhvr>
                                        <p:cTn id="71" dur="1" fill="hold">
                                          <p:stCondLst>
                                            <p:cond delay="499"/>
                                          </p:stCondLst>
                                        </p:cTn>
                                        <p:tgtEl>
                                          <p:spTgt spid="50"/>
                                        </p:tgtEl>
                                        <p:attrNameLst>
                                          <p:attrName>style.visibility</p:attrName>
                                        </p:attrNameLst>
                                      </p:cBhvr>
                                      <p:to>
                                        <p:strVal val="hidden"/>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xit" presetSubtype="8" fill="hold" grpId="0" nodeType="clickEffect">
                                  <p:stCondLst>
                                    <p:cond delay="0"/>
                                  </p:stCondLst>
                                  <p:childTnLst>
                                    <p:animEffect transition="out" filter="wipe(left)">
                                      <p:cBhvr>
                                        <p:cTn id="75" dur="500"/>
                                        <p:tgtEl>
                                          <p:spTgt spid="51"/>
                                        </p:tgtEl>
                                      </p:cBhvr>
                                    </p:animEffect>
                                    <p:set>
                                      <p:cBhvr>
                                        <p:cTn id="76" dur="1" fill="hold">
                                          <p:stCondLst>
                                            <p:cond delay="499"/>
                                          </p:stCondLst>
                                        </p:cTn>
                                        <p:tgtEl>
                                          <p:spTgt spid="51"/>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xit" presetSubtype="8" fill="hold" grpId="0" nodeType="clickEffect">
                                  <p:stCondLst>
                                    <p:cond delay="0"/>
                                  </p:stCondLst>
                                  <p:childTnLst>
                                    <p:animEffect transition="out" filter="wipe(left)">
                                      <p:cBhvr>
                                        <p:cTn id="80" dur="500"/>
                                        <p:tgtEl>
                                          <p:spTgt spid="52"/>
                                        </p:tgtEl>
                                      </p:cBhvr>
                                    </p:animEffect>
                                    <p:set>
                                      <p:cBhvr>
                                        <p:cTn id="81" dur="1" fill="hold">
                                          <p:stCondLst>
                                            <p:cond delay="499"/>
                                          </p:stCondLst>
                                        </p:cTn>
                                        <p:tgtEl>
                                          <p:spTgt spid="52"/>
                                        </p:tgtEl>
                                        <p:attrNameLst>
                                          <p:attrName>style.visibility</p:attrName>
                                        </p:attrNameLst>
                                      </p:cBhvr>
                                      <p:to>
                                        <p:strVal val="hidden"/>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xit" presetSubtype="8" fill="hold" grpId="0" nodeType="clickEffect">
                                  <p:stCondLst>
                                    <p:cond delay="0"/>
                                  </p:stCondLst>
                                  <p:childTnLst>
                                    <p:animEffect transition="out" filter="wipe(left)">
                                      <p:cBhvr>
                                        <p:cTn id="85" dur="500"/>
                                        <p:tgtEl>
                                          <p:spTgt spid="53"/>
                                        </p:tgtEl>
                                      </p:cBhvr>
                                    </p:animEffect>
                                    <p:set>
                                      <p:cBhvr>
                                        <p:cTn id="86"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一遍扫描的处理方法 </a:t>
            </a:r>
          </a:p>
        </p:txBody>
      </p:sp>
      <p:sp>
        <p:nvSpPr>
          <p:cNvPr id="76804" name="Rectangle 3"/>
          <p:cNvSpPr>
            <a:spLocks noGrp="1" noChangeArrowheads="1"/>
          </p:cNvSpPr>
          <p:nvPr>
            <p:ph idx="1"/>
          </p:nvPr>
        </p:nvSpPr>
        <p:spPr/>
        <p:txBody>
          <a:bodyPr rtlCol="0">
            <a:normAutofit/>
          </a:bodyPr>
          <a:lstStyle/>
          <a:p>
            <a:pPr marL="377979" indent="-377979" defTabSz="503972" eaLnBrk="1" fontAlgn="auto" hangingPunct="1">
              <a:lnSpc>
                <a:spcPct val="110000"/>
              </a:lnSpc>
              <a:spcBef>
                <a:spcPts val="1102"/>
              </a:spcBef>
              <a:spcAft>
                <a:spcPts val="0"/>
              </a:spcAft>
              <a:buFont typeface="Wingdings 3" charset="2"/>
              <a:buChar char=""/>
              <a:defRPr/>
            </a:pPr>
            <a:r>
              <a:rPr lang="zh-CN" altLang="en-US" sz="3086" dirty="0">
                <a:solidFill>
                  <a:schemeClr val="tx1">
                    <a:lumMod val="75000"/>
                    <a:lumOff val="25000"/>
                  </a:schemeClr>
                </a:solidFill>
              </a:rPr>
              <a:t>在语法分析的同时计算属性值 </a:t>
            </a:r>
          </a:p>
          <a:p>
            <a:pPr marL="818954" lvl="1" indent="-314982" defTabSz="503972" eaLnBrk="1" fontAlgn="auto" hangingPunct="1">
              <a:lnSpc>
                <a:spcPct val="110000"/>
              </a:lnSpc>
              <a:spcBef>
                <a:spcPts val="1102"/>
              </a:spcBef>
              <a:spcAft>
                <a:spcPts val="0"/>
              </a:spcAft>
              <a:buFont typeface="Wingdings 3" charset="2"/>
              <a:buChar char=""/>
              <a:defRPr/>
            </a:pPr>
            <a:r>
              <a:rPr lang="zh-CN" altLang="en-US" sz="2646" dirty="0">
                <a:solidFill>
                  <a:schemeClr val="tx1">
                    <a:lumMod val="75000"/>
                    <a:lumOff val="25000"/>
                  </a:schemeClr>
                </a:solidFill>
              </a:rPr>
              <a:t>所采用的语法分析方法</a:t>
            </a:r>
          </a:p>
          <a:p>
            <a:pPr marL="818954" lvl="1" indent="-314982" defTabSz="503972" eaLnBrk="1" fontAlgn="auto" hangingPunct="1">
              <a:lnSpc>
                <a:spcPct val="110000"/>
              </a:lnSpc>
              <a:spcBef>
                <a:spcPts val="1102"/>
              </a:spcBef>
              <a:spcAft>
                <a:spcPts val="0"/>
              </a:spcAft>
              <a:buFont typeface="Wingdings 3" charset="2"/>
              <a:buChar char=""/>
              <a:defRPr/>
            </a:pPr>
            <a:r>
              <a:rPr lang="zh-CN" altLang="en-US" sz="2646" dirty="0">
                <a:solidFill>
                  <a:schemeClr val="tx1">
                    <a:lumMod val="75000"/>
                    <a:lumOff val="25000"/>
                  </a:schemeClr>
                </a:solidFill>
              </a:rPr>
              <a:t>属性的计算次序</a:t>
            </a: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S－</a:t>
            </a:r>
            <a:r>
              <a:rPr lang="zh-CN" altLang="en-US" sz="3086" dirty="0">
                <a:solidFill>
                  <a:schemeClr val="tx1">
                    <a:lumMod val="75000"/>
                    <a:lumOff val="25000"/>
                  </a:schemeClr>
                </a:solidFill>
              </a:rPr>
              <a:t>属性文法适合一遍扫描的自下而上分析 </a:t>
            </a:r>
          </a:p>
          <a:p>
            <a:pPr marL="377979" indent="-377979" defTabSz="503972" eaLnBrk="1" fontAlgn="auto" hangingPunct="1">
              <a:spcBef>
                <a:spcPts val="1102"/>
              </a:spcBef>
              <a:spcAft>
                <a:spcPts val="0"/>
              </a:spcAft>
              <a:buFont typeface="Wingdings 3" charset="2"/>
              <a:buChar char=""/>
              <a:defRPr/>
            </a:pPr>
            <a:r>
              <a:rPr lang="en-US" altLang="zh-CN" sz="3086" dirty="0">
                <a:solidFill>
                  <a:srgbClr val="CC0000"/>
                </a:solidFill>
              </a:rPr>
              <a:t>L－</a:t>
            </a:r>
            <a:r>
              <a:rPr lang="zh-CN" altLang="en-US" sz="3086" dirty="0">
                <a:solidFill>
                  <a:srgbClr val="CC0000"/>
                </a:solidFill>
              </a:rPr>
              <a:t>属性文法</a:t>
            </a:r>
            <a:r>
              <a:rPr lang="zh-CN" altLang="en-US" sz="3086" dirty="0">
                <a:solidFill>
                  <a:schemeClr val="tx1">
                    <a:lumMod val="75000"/>
                    <a:lumOff val="25000"/>
                  </a:schemeClr>
                </a:solidFill>
              </a:rPr>
              <a:t>适合一遍扫描的自上而下分析</a:t>
            </a:r>
          </a:p>
        </p:txBody>
      </p:sp>
      <p:sp>
        <p:nvSpPr>
          <p:cNvPr id="2" name="灯片编号占位符 1">
            <a:extLst>
              <a:ext uri="{FF2B5EF4-FFF2-40B4-BE49-F238E27FC236}">
                <a16:creationId xmlns:a16="http://schemas.microsoft.com/office/drawing/2014/main" id="{6A138E7C-2CFF-422E-BB32-CD38EF851379}"/>
              </a:ext>
            </a:extLst>
          </p:cNvPr>
          <p:cNvSpPr>
            <a:spLocks noGrp="1"/>
          </p:cNvSpPr>
          <p:nvPr>
            <p:ph type="sldNum" sz="quarter" idx="12"/>
          </p:nvPr>
        </p:nvSpPr>
        <p:spPr/>
        <p:txBody>
          <a:bodyPr/>
          <a:lstStyle/>
          <a:p>
            <a:pPr>
              <a:defRPr/>
            </a:pPr>
            <a:fld id="{13B0DD08-E1C9-4302-B6B8-009EEA704565}" type="slidenum">
              <a:rPr lang="en-US" smtClean="0"/>
              <a:pPr>
                <a:defRPr/>
              </a:pPr>
              <a:t>27</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4">
                                            <p:txEl>
                                              <p:pRg st="0" end="0"/>
                                            </p:txEl>
                                          </p:spTgt>
                                        </p:tgtEl>
                                        <p:attrNameLst>
                                          <p:attrName>style.visibility</p:attrName>
                                        </p:attrNameLst>
                                      </p:cBhvr>
                                      <p:to>
                                        <p:strVal val="visible"/>
                                      </p:to>
                                    </p:set>
                                    <p:animEffect transition="in" filter="wipe(left)">
                                      <p:cBhvr>
                                        <p:cTn id="7" dur="500"/>
                                        <p:tgtEl>
                                          <p:spTgt spid="76804">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6804">
                                            <p:txEl>
                                              <p:pRg st="1" end="1"/>
                                            </p:txEl>
                                          </p:spTgt>
                                        </p:tgtEl>
                                        <p:attrNameLst>
                                          <p:attrName>style.visibility</p:attrName>
                                        </p:attrNameLst>
                                      </p:cBhvr>
                                      <p:to>
                                        <p:strVal val="visible"/>
                                      </p:to>
                                    </p:set>
                                    <p:animEffect transition="in" filter="wipe(left)">
                                      <p:cBhvr>
                                        <p:cTn id="10" dur="500"/>
                                        <p:tgtEl>
                                          <p:spTgt spid="76804">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6804">
                                            <p:txEl>
                                              <p:pRg st="2" end="2"/>
                                            </p:txEl>
                                          </p:spTgt>
                                        </p:tgtEl>
                                        <p:attrNameLst>
                                          <p:attrName>style.visibility</p:attrName>
                                        </p:attrNameLst>
                                      </p:cBhvr>
                                      <p:to>
                                        <p:strVal val="visible"/>
                                      </p:to>
                                    </p:set>
                                    <p:animEffect transition="in" filter="wipe(left)">
                                      <p:cBhvr>
                                        <p:cTn id="13" dur="500"/>
                                        <p:tgtEl>
                                          <p:spTgt spid="76804">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6804">
                                            <p:txEl>
                                              <p:pRg st="3" end="3"/>
                                            </p:txEl>
                                          </p:spTgt>
                                        </p:tgtEl>
                                        <p:attrNameLst>
                                          <p:attrName>style.visibility</p:attrName>
                                        </p:attrNameLst>
                                      </p:cBhvr>
                                      <p:to>
                                        <p:strVal val="visible"/>
                                      </p:to>
                                    </p:set>
                                    <p:animEffect transition="in" filter="wipe(left)">
                                      <p:cBhvr>
                                        <p:cTn id="18" dur="500"/>
                                        <p:tgtEl>
                                          <p:spTgt spid="76804">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6804">
                                            <p:txEl>
                                              <p:pRg st="4" end="4"/>
                                            </p:txEl>
                                          </p:spTgt>
                                        </p:tgtEl>
                                        <p:attrNameLst>
                                          <p:attrName>style.visibility</p:attrName>
                                        </p:attrNameLst>
                                      </p:cBhvr>
                                      <p:to>
                                        <p:strVal val="visible"/>
                                      </p:to>
                                    </p:set>
                                    <p:animEffect transition="in" filter="wipe(left)">
                                      <p:cBhvr>
                                        <p:cTn id="23" dur="500"/>
                                        <p:tgtEl>
                                          <p:spTgt spid="7680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en-US" altLang="zh-CN" dirty="0"/>
              <a:t>L-</a:t>
            </a:r>
            <a:r>
              <a:rPr lang="zh-CN" altLang="en-US" dirty="0"/>
              <a:t>属性文法和自顶向下翻译 </a:t>
            </a:r>
          </a:p>
        </p:txBody>
      </p:sp>
      <p:sp>
        <p:nvSpPr>
          <p:cNvPr id="133123"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按照深度优先遍历语法树，计算所有属性值</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与</a:t>
            </a:r>
            <a:r>
              <a:rPr lang="en-US" altLang="zh-CN" sz="3086" dirty="0">
                <a:solidFill>
                  <a:schemeClr val="tx1">
                    <a:lumMod val="75000"/>
                    <a:lumOff val="25000"/>
                  </a:schemeClr>
                </a:solidFill>
              </a:rPr>
              <a:t>LL(1) </a:t>
            </a:r>
            <a:r>
              <a:rPr lang="zh-CN" altLang="en-US" sz="3086" dirty="0">
                <a:solidFill>
                  <a:schemeClr val="tx1">
                    <a:lumMod val="75000"/>
                    <a:lumOff val="25000"/>
                  </a:schemeClr>
                </a:solidFill>
              </a:rPr>
              <a:t>自上而下分析方法结合</a:t>
            </a:r>
            <a:endParaRPr lang="en-US" altLang="zh-CN"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深度优先建立语法树</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按照语义规则计算属性</a:t>
            </a:r>
          </a:p>
        </p:txBody>
      </p:sp>
      <p:sp>
        <p:nvSpPr>
          <p:cNvPr id="2" name="矩形 1"/>
          <p:cNvSpPr/>
          <p:nvPr/>
        </p:nvSpPr>
        <p:spPr>
          <a:xfrm>
            <a:off x="2892425" y="5310188"/>
            <a:ext cx="4300538" cy="90011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4000" dirty="0"/>
              <a:t>教材</a:t>
            </a:r>
            <a:r>
              <a:rPr lang="en-US" altLang="zh-CN" sz="4000" dirty="0"/>
              <a:t>5.4,5.5</a:t>
            </a:r>
            <a:r>
              <a:rPr lang="zh-CN" altLang="en-US" sz="4000" dirty="0"/>
              <a:t>小节</a:t>
            </a:r>
          </a:p>
        </p:txBody>
      </p:sp>
      <p:sp>
        <p:nvSpPr>
          <p:cNvPr id="3" name="灯片编号占位符 2">
            <a:extLst>
              <a:ext uri="{FF2B5EF4-FFF2-40B4-BE49-F238E27FC236}">
                <a16:creationId xmlns:a16="http://schemas.microsoft.com/office/drawing/2014/main" id="{D851E86C-8428-8152-CD37-A53FC363B1B2}"/>
              </a:ext>
            </a:extLst>
          </p:cNvPr>
          <p:cNvSpPr>
            <a:spLocks noGrp="1"/>
          </p:cNvSpPr>
          <p:nvPr>
            <p:ph type="sldNum" sz="quarter" idx="12"/>
          </p:nvPr>
        </p:nvSpPr>
        <p:spPr/>
        <p:txBody>
          <a:bodyPr/>
          <a:lstStyle/>
          <a:p>
            <a:pPr>
              <a:defRPr/>
            </a:pPr>
            <a:fld id="{A30185BA-B009-4C46-8500-4542A34EA2EA}" type="slidenum">
              <a:rPr lang="en-US" smtClean="0"/>
              <a:pPr>
                <a:defRPr/>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wipe(left)">
                                      <p:cBhvr>
                                        <p:cTn id="7" dur="500"/>
                                        <p:tgtEl>
                                          <p:spTgt spid="133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3">
                                            <p:txEl>
                                              <p:pRg st="1" end="1"/>
                                            </p:txEl>
                                          </p:spTgt>
                                        </p:tgtEl>
                                        <p:attrNameLst>
                                          <p:attrName>style.visibility</p:attrName>
                                        </p:attrNameLst>
                                      </p:cBhvr>
                                      <p:to>
                                        <p:strVal val="visible"/>
                                      </p:to>
                                    </p:set>
                                    <p:animEffect transition="in" filter="wipe(left)">
                                      <p:cBhvr>
                                        <p:cTn id="12" dur="500"/>
                                        <p:tgtEl>
                                          <p:spTgt spid="13312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3123">
                                            <p:txEl>
                                              <p:pRg st="2" end="2"/>
                                            </p:txEl>
                                          </p:spTgt>
                                        </p:tgtEl>
                                        <p:attrNameLst>
                                          <p:attrName>style.visibility</p:attrName>
                                        </p:attrNameLst>
                                      </p:cBhvr>
                                      <p:to>
                                        <p:strVal val="visible"/>
                                      </p:to>
                                    </p:set>
                                    <p:animEffect transition="in" filter="wipe(left)">
                                      <p:cBhvr>
                                        <p:cTn id="15" dur="500"/>
                                        <p:tgtEl>
                                          <p:spTgt spid="13312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33123">
                                            <p:txEl>
                                              <p:pRg st="3" end="3"/>
                                            </p:txEl>
                                          </p:spTgt>
                                        </p:tgtEl>
                                        <p:attrNameLst>
                                          <p:attrName>style.visibility</p:attrName>
                                        </p:attrNameLst>
                                      </p:cBhvr>
                                      <p:to>
                                        <p:strVal val="visible"/>
                                      </p:to>
                                    </p:set>
                                    <p:animEffect transition="in" filter="wipe(left)">
                                      <p:cBhvr>
                                        <p:cTn id="18" dur="500"/>
                                        <p:tgtEl>
                                          <p:spTgt spid="13312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4213" y="71438"/>
            <a:ext cx="8696325" cy="1460500"/>
          </a:xfrm>
        </p:spPr>
        <p:txBody>
          <a:bodyPr rtlCol="0">
            <a:normAutofit/>
          </a:bodyPr>
          <a:lstStyle/>
          <a:p>
            <a:pPr defTabSz="503972" eaLnBrk="1" fontAlgn="auto" hangingPunct="1">
              <a:spcAft>
                <a:spcPts val="0"/>
              </a:spcAft>
              <a:defRPr/>
            </a:pPr>
            <a:r>
              <a:rPr lang="zh-CN" altLang="en-US" dirty="0"/>
              <a:t>语义分析和中间代码生成</a:t>
            </a:r>
          </a:p>
        </p:txBody>
      </p:sp>
      <p:sp>
        <p:nvSpPr>
          <p:cNvPr id="3" name="内容占位符 2"/>
          <p:cNvSpPr>
            <a:spLocks noGrp="1"/>
          </p:cNvSpPr>
          <p:nvPr>
            <p:ph idx="1"/>
          </p:nvPr>
        </p:nvSpPr>
        <p:spPr>
          <a:xfrm>
            <a:off x="684213" y="1349375"/>
            <a:ext cx="8696325"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静态语义检查</a:t>
            </a:r>
            <a:endParaRPr lang="en-US" altLang="zh-CN"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类型检查（如操作数类型应相容）</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控制流检查（保证控制语句有合法的转向点、        </a:t>
            </a:r>
            <a:r>
              <a:rPr lang="en-US" altLang="zh-CN" sz="2646" dirty="0" err="1">
                <a:solidFill>
                  <a:schemeClr val="tx1">
                    <a:lumMod val="75000"/>
                    <a:lumOff val="25000"/>
                  </a:schemeClr>
                </a:solidFill>
              </a:rPr>
              <a:t>goto</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转入循环内部、</a:t>
            </a:r>
            <a:r>
              <a:rPr lang="en-US" altLang="zh-CN" sz="2646" dirty="0">
                <a:solidFill>
                  <a:schemeClr val="tx1">
                    <a:lumMod val="75000"/>
                    <a:lumOff val="25000"/>
                  </a:schemeClr>
                </a:solidFill>
              </a:rPr>
              <a:t>break</a:t>
            </a:r>
            <a:r>
              <a:rPr lang="zh-CN" altLang="en-US" sz="2646" dirty="0">
                <a:solidFill>
                  <a:schemeClr val="tx1">
                    <a:lumMod val="75000"/>
                    <a:lumOff val="25000"/>
                  </a:schemeClr>
                </a:solidFill>
              </a:rPr>
              <a:t>语句的循环语句）</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一致性检查（多次声明标识符、数组维数是否正确、       在同一作用域中标识符说明次数、</a:t>
            </a:r>
            <a:r>
              <a:rPr lang="en-US" altLang="zh-CN" sz="2646" dirty="0">
                <a:solidFill>
                  <a:schemeClr val="tx1">
                    <a:lumMod val="75000"/>
                    <a:lumOff val="25000"/>
                  </a:schemeClr>
                </a:solidFill>
              </a:rPr>
              <a:t>case</a:t>
            </a:r>
            <a:r>
              <a:rPr lang="zh-CN" altLang="en-US" sz="2646" dirty="0">
                <a:solidFill>
                  <a:schemeClr val="tx1">
                    <a:lumMod val="75000"/>
                    <a:lumOff val="25000"/>
                  </a:schemeClr>
                </a:solidFill>
              </a:rPr>
              <a:t>常量不能相同等）</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相关名字检查（一个名字只能表示一个对象）</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名字的作用域分析</a:t>
            </a:r>
          </a:p>
        </p:txBody>
      </p:sp>
      <p:sp>
        <p:nvSpPr>
          <p:cNvPr id="4" name="矩形 3"/>
          <p:cNvSpPr/>
          <p:nvPr/>
        </p:nvSpPr>
        <p:spPr>
          <a:xfrm>
            <a:off x="350838" y="6146800"/>
            <a:ext cx="1709737" cy="1081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语法分析器</a:t>
            </a:r>
          </a:p>
        </p:txBody>
      </p:sp>
      <p:sp>
        <p:nvSpPr>
          <p:cNvPr id="5" name="矩形 4"/>
          <p:cNvSpPr/>
          <p:nvPr/>
        </p:nvSpPr>
        <p:spPr>
          <a:xfrm>
            <a:off x="2825750" y="6146800"/>
            <a:ext cx="1709738" cy="1081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静态检查器</a:t>
            </a:r>
          </a:p>
        </p:txBody>
      </p:sp>
      <p:sp>
        <p:nvSpPr>
          <p:cNvPr id="6" name="矩形 5"/>
          <p:cNvSpPr/>
          <p:nvPr/>
        </p:nvSpPr>
        <p:spPr>
          <a:xfrm>
            <a:off x="5400675" y="6146800"/>
            <a:ext cx="1709738" cy="1081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中间代码产生器</a:t>
            </a:r>
          </a:p>
        </p:txBody>
      </p:sp>
      <p:cxnSp>
        <p:nvCxnSpPr>
          <p:cNvPr id="8" name="直接箭头连接符 7"/>
          <p:cNvCxnSpPr>
            <a:stCxn id="4" idx="3"/>
            <a:endCxn id="5" idx="1"/>
          </p:cNvCxnSpPr>
          <p:nvPr/>
        </p:nvCxnSpPr>
        <p:spPr>
          <a:xfrm>
            <a:off x="2060575" y="6688138"/>
            <a:ext cx="765175" cy="0"/>
          </a:xfrm>
          <a:prstGeom prst="straightConnector1">
            <a:avLst/>
          </a:prstGeom>
          <a:ln w="539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3"/>
            <a:endCxn id="6" idx="1"/>
          </p:cNvCxnSpPr>
          <p:nvPr/>
        </p:nvCxnSpPr>
        <p:spPr>
          <a:xfrm>
            <a:off x="4535488" y="6688138"/>
            <a:ext cx="865187" cy="0"/>
          </a:xfrm>
          <a:prstGeom prst="straightConnector1">
            <a:avLst/>
          </a:prstGeom>
          <a:ln w="539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7110413" y="6688138"/>
            <a:ext cx="865187" cy="0"/>
          </a:xfrm>
          <a:prstGeom prst="straightConnector1">
            <a:avLst/>
          </a:prstGeom>
          <a:ln w="539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a:spLocks noChangeArrowheads="1"/>
          </p:cNvSpPr>
          <p:nvPr/>
        </p:nvSpPr>
        <p:spPr bwMode="auto">
          <a:xfrm>
            <a:off x="8043863" y="6426200"/>
            <a:ext cx="16414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a:t>中间代码</a:t>
            </a:r>
          </a:p>
        </p:txBody>
      </p:sp>
      <p:sp>
        <p:nvSpPr>
          <p:cNvPr id="7" name="灯片编号占位符 6">
            <a:extLst>
              <a:ext uri="{FF2B5EF4-FFF2-40B4-BE49-F238E27FC236}">
                <a16:creationId xmlns:a16="http://schemas.microsoft.com/office/drawing/2014/main" id="{481048BE-A2BD-20ED-3BE4-671EE11BD413}"/>
              </a:ext>
            </a:extLst>
          </p:cNvPr>
          <p:cNvSpPr>
            <a:spLocks noGrp="1"/>
          </p:cNvSpPr>
          <p:nvPr>
            <p:ph type="sldNum" sz="quarter" idx="12"/>
          </p:nvPr>
        </p:nvSpPr>
        <p:spPr/>
        <p:txBody>
          <a:bodyPr/>
          <a:lstStyle/>
          <a:p>
            <a:pPr>
              <a:defRPr/>
            </a:pPr>
            <a:fld id="{A30185BA-B009-4C46-8500-4542A34EA2EA}" type="slidenum">
              <a:rPr lang="en-US" smtClean="0"/>
              <a:pPr>
                <a:defRPr/>
              </a:pPr>
              <a:t>29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rtlCol="0">
            <a:normAutofit/>
          </a:bodyPr>
          <a:lstStyle/>
          <a:p>
            <a:pPr defTabSz="503972" eaLnBrk="1" fontAlgn="auto" hangingPunct="1">
              <a:spcAft>
                <a:spcPts val="0"/>
              </a:spcAft>
              <a:defRPr/>
            </a:pPr>
            <a:r>
              <a:rPr lang="zh-CN" altLang="en-US" dirty="0"/>
              <a:t>中间语言的特点和作用</a:t>
            </a:r>
          </a:p>
        </p:txBody>
      </p:sp>
      <p:sp>
        <p:nvSpPr>
          <p:cNvPr id="10649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特点</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独立于机器</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复杂性界于源语言和目标语言之间</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引入中间语言的优点</a:t>
            </a:r>
          </a:p>
          <a:p>
            <a:pPr marL="818954" lvl="1" indent="-314982" algn="just"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使编译程序的结构在逻辑上更为简单明确 </a:t>
            </a:r>
          </a:p>
          <a:p>
            <a:pPr marL="818954" lvl="1" indent="-314982" algn="just"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便于进行与机器无关的代码优化工作 </a:t>
            </a:r>
          </a:p>
          <a:p>
            <a:pPr marL="818954" lvl="1" indent="-314982" algn="just"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易于移植</a:t>
            </a:r>
          </a:p>
        </p:txBody>
      </p:sp>
      <p:grpSp>
        <p:nvGrpSpPr>
          <p:cNvPr id="2" name="组合 1"/>
          <p:cNvGrpSpPr>
            <a:grpSpLocks/>
          </p:cNvGrpSpPr>
          <p:nvPr/>
        </p:nvGrpSpPr>
        <p:grpSpPr bwMode="auto">
          <a:xfrm>
            <a:off x="760413" y="6007100"/>
            <a:ext cx="7575550" cy="923925"/>
            <a:chOff x="688830" y="5449348"/>
            <a:chExt cx="6873190" cy="838200"/>
          </a:xfrm>
        </p:grpSpPr>
        <p:grpSp>
          <p:nvGrpSpPr>
            <p:cNvPr id="1130502" name="Group 12"/>
            <p:cNvGrpSpPr>
              <a:grpSpLocks/>
            </p:cNvGrpSpPr>
            <p:nvPr/>
          </p:nvGrpSpPr>
          <p:grpSpPr bwMode="auto">
            <a:xfrm>
              <a:off x="688830" y="5677948"/>
              <a:ext cx="6873190" cy="609600"/>
              <a:chOff x="765" y="1104"/>
              <a:chExt cx="3782" cy="384"/>
            </a:xfrm>
          </p:grpSpPr>
          <p:sp>
            <p:nvSpPr>
              <p:cNvPr id="24" name="Rectangle 5"/>
              <p:cNvSpPr>
                <a:spLocks noChangeArrowheads="1"/>
              </p:cNvSpPr>
              <p:nvPr/>
            </p:nvSpPr>
            <p:spPr bwMode="auto">
              <a:xfrm>
                <a:off x="765" y="1104"/>
                <a:ext cx="852" cy="384"/>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ts val="0"/>
                  </a:spcBef>
                  <a:spcAft>
                    <a:spcPts val="0"/>
                  </a:spcAft>
                  <a:defRPr/>
                </a:pPr>
                <a:r>
                  <a:rPr kumimoji="1" lang="zh-CN" altLang="en-US" sz="2646" dirty="0">
                    <a:solidFill>
                      <a:prstClr val="white"/>
                    </a:solidFill>
                    <a:latin typeface="微软雅黑" panose="020B0503020204020204" pitchFamily="34" charset="-122"/>
                  </a:rPr>
                  <a:t>源语言</a:t>
                </a:r>
              </a:p>
            </p:txBody>
          </p:sp>
          <p:sp>
            <p:nvSpPr>
              <p:cNvPr id="25" name="Rectangle 6"/>
              <p:cNvSpPr>
                <a:spLocks noChangeArrowheads="1"/>
              </p:cNvSpPr>
              <p:nvPr/>
            </p:nvSpPr>
            <p:spPr bwMode="auto">
              <a:xfrm>
                <a:off x="2230" y="1104"/>
                <a:ext cx="854" cy="384"/>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ts val="0"/>
                  </a:spcBef>
                  <a:spcAft>
                    <a:spcPts val="0"/>
                  </a:spcAft>
                  <a:defRPr/>
                </a:pPr>
                <a:r>
                  <a:rPr kumimoji="1" lang="zh-CN" altLang="en-US" sz="2646">
                    <a:solidFill>
                      <a:prstClr val="white"/>
                    </a:solidFill>
                    <a:latin typeface="微软雅黑" panose="020B0503020204020204" pitchFamily="34" charset="-122"/>
                  </a:rPr>
                  <a:t>中间语言</a:t>
                </a:r>
              </a:p>
            </p:txBody>
          </p:sp>
          <p:sp>
            <p:nvSpPr>
              <p:cNvPr id="26" name="Rectangle 7"/>
              <p:cNvSpPr>
                <a:spLocks noChangeArrowheads="1"/>
              </p:cNvSpPr>
              <p:nvPr/>
            </p:nvSpPr>
            <p:spPr bwMode="auto">
              <a:xfrm>
                <a:off x="3695" y="1104"/>
                <a:ext cx="852" cy="384"/>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ts val="0"/>
                  </a:spcBef>
                  <a:spcAft>
                    <a:spcPts val="0"/>
                  </a:spcAft>
                  <a:defRPr/>
                </a:pPr>
                <a:r>
                  <a:rPr kumimoji="1" lang="zh-CN" altLang="en-US" sz="2646" dirty="0">
                    <a:solidFill>
                      <a:prstClr val="white"/>
                    </a:solidFill>
                    <a:latin typeface="微软雅黑" panose="020B0503020204020204" pitchFamily="34" charset="-122"/>
                  </a:rPr>
                  <a:t>目标语言</a:t>
                </a:r>
              </a:p>
            </p:txBody>
          </p:sp>
          <p:sp>
            <p:nvSpPr>
              <p:cNvPr id="27" name="Line 8"/>
              <p:cNvSpPr>
                <a:spLocks noChangeShapeType="1"/>
              </p:cNvSpPr>
              <p:nvPr/>
            </p:nvSpPr>
            <p:spPr bwMode="auto">
              <a:xfrm>
                <a:off x="1632" y="1297"/>
                <a:ext cx="594" cy="0"/>
              </a:xfrm>
              <a:prstGeom prst="line">
                <a:avLst/>
              </a:prstGeom>
              <a:ln>
                <a:headEnd type="none" w="lg" len="lg"/>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eaLnBrk="1" fontAlgn="auto" hangingPunct="1">
                  <a:spcBef>
                    <a:spcPts val="0"/>
                  </a:spcBef>
                  <a:spcAft>
                    <a:spcPts val="0"/>
                  </a:spcAft>
                  <a:defRPr/>
                </a:pPr>
                <a:endParaRPr lang="zh-CN" altLang="en-US" sz="2646">
                  <a:solidFill>
                    <a:prstClr val="black"/>
                  </a:solidFill>
                </a:endParaRPr>
              </a:p>
            </p:txBody>
          </p:sp>
          <p:sp>
            <p:nvSpPr>
              <p:cNvPr id="28" name="Line 9"/>
              <p:cNvSpPr>
                <a:spLocks noChangeShapeType="1"/>
              </p:cNvSpPr>
              <p:nvPr/>
            </p:nvSpPr>
            <p:spPr bwMode="auto">
              <a:xfrm>
                <a:off x="3088" y="1297"/>
                <a:ext cx="594" cy="0"/>
              </a:xfrm>
              <a:prstGeom prst="line">
                <a:avLst/>
              </a:prstGeom>
              <a:ln>
                <a:headEnd type="none" w="lg" len="lg"/>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eaLnBrk="1" fontAlgn="auto" hangingPunct="1">
                  <a:spcBef>
                    <a:spcPts val="0"/>
                  </a:spcBef>
                  <a:spcAft>
                    <a:spcPts val="0"/>
                  </a:spcAft>
                  <a:defRPr/>
                </a:pPr>
                <a:endParaRPr lang="zh-CN" altLang="en-US" sz="2646">
                  <a:solidFill>
                    <a:prstClr val="black"/>
                  </a:solidFill>
                </a:endParaRPr>
              </a:p>
            </p:txBody>
          </p:sp>
        </p:grpSp>
        <p:sp>
          <p:nvSpPr>
            <p:cNvPr id="29" name="Rectangle 10"/>
            <p:cNvSpPr>
              <a:spLocks noChangeArrowheads="1"/>
            </p:cNvSpPr>
            <p:nvPr/>
          </p:nvSpPr>
          <p:spPr bwMode="auto">
            <a:xfrm>
              <a:off x="2149311" y="5449348"/>
              <a:ext cx="1309247" cy="53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ts val="0"/>
                </a:spcBef>
                <a:spcAft>
                  <a:spcPts val="0"/>
                </a:spcAft>
                <a:defRPr/>
              </a:pPr>
              <a:r>
                <a:rPr kumimoji="1" lang="zh-CN" altLang="en-US" sz="2646" dirty="0">
                  <a:solidFill>
                    <a:prstClr val="black"/>
                  </a:solidFill>
                  <a:latin typeface="微软雅黑" panose="020B0503020204020204" pitchFamily="34" charset="-122"/>
                </a:rPr>
                <a:t>前端</a:t>
              </a:r>
            </a:p>
          </p:txBody>
        </p:sp>
        <p:sp>
          <p:nvSpPr>
            <p:cNvPr id="30" name="Rectangle 11"/>
            <p:cNvSpPr>
              <a:spLocks noChangeArrowheads="1"/>
            </p:cNvSpPr>
            <p:nvPr/>
          </p:nvSpPr>
          <p:spPr bwMode="auto">
            <a:xfrm>
              <a:off x="4796612" y="5459430"/>
              <a:ext cx="1307807" cy="53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nchor="ct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ts val="0"/>
                </a:spcBef>
                <a:spcAft>
                  <a:spcPts val="0"/>
                </a:spcAft>
                <a:defRPr/>
              </a:pPr>
              <a:r>
                <a:rPr kumimoji="1" lang="zh-CN" altLang="en-US" sz="2646" dirty="0">
                  <a:solidFill>
                    <a:prstClr val="black"/>
                  </a:solidFill>
                  <a:latin typeface="微软雅黑" panose="020B0503020204020204" pitchFamily="34" charset="-122"/>
                </a:rPr>
                <a:t>后端</a:t>
              </a:r>
            </a:p>
          </p:txBody>
        </p:sp>
      </p:grpSp>
      <p:sp>
        <p:nvSpPr>
          <p:cNvPr id="31" name="内容占位符 6"/>
          <p:cNvSpPr txBox="1">
            <a:spLocks/>
          </p:cNvSpPr>
          <p:nvPr/>
        </p:nvSpPr>
        <p:spPr>
          <a:xfrm>
            <a:off x="7288213" y="893763"/>
            <a:ext cx="2376487" cy="1562100"/>
          </a:xfrm>
          <a:prstGeom prst="rect">
            <a:avLst/>
          </a:prstGeom>
        </p:spPr>
        <p:style>
          <a:lnRef idx="1">
            <a:schemeClr val="accent6"/>
          </a:lnRef>
          <a:fillRef idx="2">
            <a:schemeClr val="accent6"/>
          </a:fillRef>
          <a:effectRef idx="1">
            <a:schemeClr val="accent6"/>
          </a:effectRef>
          <a:fontRef idx="minor">
            <a:schemeClr val="dk1"/>
          </a:fontRef>
        </p:style>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fontAlgn="auto">
              <a:buClr>
                <a:srgbClr val="4F81BD"/>
              </a:buClr>
              <a:defRPr/>
            </a:pPr>
            <a:r>
              <a:rPr lang="zh-CN" altLang="en-US" sz="3086">
                <a:solidFill>
                  <a:prstClr val="black"/>
                </a:solidFill>
                <a:latin typeface="微软雅黑" panose="020B0503020204020204" pitchFamily="34" charset="-122"/>
                <a:ea typeface="微软雅黑" panose="020B0503020204020204" pitchFamily="34" charset="-122"/>
              </a:rPr>
              <a:t>计算思维</a:t>
            </a:r>
          </a:p>
          <a:p>
            <a:pPr lvl="1" fontAlgn="auto">
              <a:buClr>
                <a:srgbClr val="4F81BD"/>
              </a:buClr>
              <a:defRPr/>
            </a:pPr>
            <a:r>
              <a:rPr lang="zh-CN" altLang="en-US" sz="2646">
                <a:solidFill>
                  <a:prstClr val="black"/>
                </a:solidFill>
                <a:latin typeface="微软雅黑" panose="020B0503020204020204" pitchFamily="34" charset="-122"/>
                <a:ea typeface="微软雅黑" panose="020B0503020204020204" pitchFamily="34" charset="-122"/>
              </a:rPr>
              <a:t>分解</a:t>
            </a:r>
          </a:p>
          <a:p>
            <a:pPr lvl="1" fontAlgn="auto">
              <a:buClr>
                <a:srgbClr val="4F81BD"/>
              </a:buClr>
              <a:defRPr/>
            </a:pPr>
            <a:r>
              <a:rPr lang="zh-CN" altLang="en-US" sz="2646">
                <a:solidFill>
                  <a:prstClr val="black"/>
                </a:solidFill>
                <a:latin typeface="微软雅黑" panose="020B0503020204020204" pitchFamily="34" charset="-122"/>
                <a:ea typeface="微软雅黑" panose="020B0503020204020204" pitchFamily="34" charset="-122"/>
              </a:rPr>
              <a:t>权衡</a:t>
            </a:r>
            <a:endParaRPr lang="zh-CN" altLang="en-US" sz="2646"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E58136C-D977-8F3B-E998-17B0C4956219}"/>
              </a:ext>
            </a:extLst>
          </p:cNvPr>
          <p:cNvSpPr>
            <a:spLocks noGrp="1"/>
          </p:cNvSpPr>
          <p:nvPr>
            <p:ph type="sldNum" sz="quarter" idx="12"/>
          </p:nvPr>
        </p:nvSpPr>
        <p:spPr/>
        <p:txBody>
          <a:bodyPr/>
          <a:lstStyle/>
          <a:p>
            <a:pPr>
              <a:defRPr/>
            </a:pPr>
            <a:fld id="{36551FD9-24FA-41EF-A1A2-39F4409BE8A9}" type="slidenum">
              <a:rPr lang="en-US" smtClean="0"/>
              <a:pPr>
                <a:defRPr/>
              </a:pPr>
              <a:t>30</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left)">
                                      <p:cBhvr>
                                        <p:cTn id="7" dur="500"/>
                                        <p:tgtEl>
                                          <p:spTgt spid="10649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6499">
                                            <p:txEl>
                                              <p:pRg st="1" end="1"/>
                                            </p:txEl>
                                          </p:spTgt>
                                        </p:tgtEl>
                                        <p:attrNameLst>
                                          <p:attrName>style.visibility</p:attrName>
                                        </p:attrNameLst>
                                      </p:cBhvr>
                                      <p:to>
                                        <p:strVal val="visible"/>
                                      </p:to>
                                    </p:set>
                                    <p:animEffect transition="in" filter="wipe(left)">
                                      <p:cBhvr>
                                        <p:cTn id="10" dur="500"/>
                                        <p:tgtEl>
                                          <p:spTgt spid="10649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6499">
                                            <p:txEl>
                                              <p:pRg st="2" end="2"/>
                                            </p:txEl>
                                          </p:spTgt>
                                        </p:tgtEl>
                                        <p:attrNameLst>
                                          <p:attrName>style.visibility</p:attrName>
                                        </p:attrNameLst>
                                      </p:cBhvr>
                                      <p:to>
                                        <p:strVal val="visible"/>
                                      </p:to>
                                    </p:set>
                                    <p:animEffect transition="in" filter="wipe(left)">
                                      <p:cBhvr>
                                        <p:cTn id="13" dur="500"/>
                                        <p:tgtEl>
                                          <p:spTgt spid="10649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6499">
                                            <p:txEl>
                                              <p:pRg st="3" end="3"/>
                                            </p:txEl>
                                          </p:spTgt>
                                        </p:tgtEl>
                                        <p:attrNameLst>
                                          <p:attrName>style.visibility</p:attrName>
                                        </p:attrNameLst>
                                      </p:cBhvr>
                                      <p:to>
                                        <p:strVal val="visible"/>
                                      </p:to>
                                    </p:set>
                                    <p:animEffect transition="in" filter="wipe(left)">
                                      <p:cBhvr>
                                        <p:cTn id="18" dur="500"/>
                                        <p:tgtEl>
                                          <p:spTgt spid="1064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6499">
                                            <p:txEl>
                                              <p:pRg st="4" end="4"/>
                                            </p:txEl>
                                          </p:spTgt>
                                        </p:tgtEl>
                                        <p:attrNameLst>
                                          <p:attrName>style.visibility</p:attrName>
                                        </p:attrNameLst>
                                      </p:cBhvr>
                                      <p:to>
                                        <p:strVal val="visible"/>
                                      </p:to>
                                    </p:set>
                                    <p:animEffect transition="in" filter="wipe(left)">
                                      <p:cBhvr>
                                        <p:cTn id="23" dur="500"/>
                                        <p:tgtEl>
                                          <p:spTgt spid="106499">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6499">
                                            <p:txEl>
                                              <p:pRg st="5" end="5"/>
                                            </p:txEl>
                                          </p:spTgt>
                                        </p:tgtEl>
                                        <p:attrNameLst>
                                          <p:attrName>style.visibility</p:attrName>
                                        </p:attrNameLst>
                                      </p:cBhvr>
                                      <p:to>
                                        <p:strVal val="visible"/>
                                      </p:to>
                                    </p:set>
                                    <p:animEffect transition="in" filter="wipe(left)">
                                      <p:cBhvr>
                                        <p:cTn id="33" dur="500"/>
                                        <p:tgtEl>
                                          <p:spTgt spid="106499">
                                            <p:txEl>
                                              <p:pRg st="5" end="5"/>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6499">
                                            <p:txEl>
                                              <p:pRg st="6" end="6"/>
                                            </p:txEl>
                                          </p:spTgt>
                                        </p:tgtEl>
                                        <p:attrNameLst>
                                          <p:attrName>style.visibility</p:attrName>
                                        </p:attrNameLst>
                                      </p:cBhvr>
                                      <p:to>
                                        <p:strVal val="visible"/>
                                      </p:to>
                                    </p:set>
                                    <p:animEffect transition="in" filter="wipe(left)">
                                      <p:cBhvr>
                                        <p:cTn id="38" dur="500"/>
                                        <p:tgtEl>
                                          <p:spTgt spid="106499">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P spid="31"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常用的中间语言</a:t>
            </a:r>
          </a:p>
        </p:txBody>
      </p:sp>
      <p:sp>
        <p:nvSpPr>
          <p:cNvPr id="921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后缀式，</a:t>
            </a:r>
            <a:r>
              <a:rPr lang="zh-CN" altLang="en-US" sz="3086" dirty="0">
                <a:solidFill>
                  <a:srgbClr val="C00000"/>
                </a:solidFill>
              </a:rPr>
              <a:t>逆波兰表示</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图表示： </a:t>
            </a:r>
            <a:r>
              <a:rPr lang="zh-CN" altLang="en-US" sz="3086" dirty="0">
                <a:solidFill>
                  <a:srgbClr val="C00000"/>
                </a:solidFill>
              </a:rPr>
              <a:t>抽象语法树</a:t>
            </a:r>
            <a:r>
              <a:rPr lang="en-US" altLang="zh-CN" sz="3086" dirty="0">
                <a:solidFill>
                  <a:srgbClr val="C00000"/>
                </a:solidFill>
              </a:rPr>
              <a:t>(AST)</a:t>
            </a:r>
            <a:r>
              <a:rPr lang="zh-CN" altLang="en-US" sz="3086" dirty="0">
                <a:solidFill>
                  <a:srgbClr val="C00000"/>
                </a:solidFill>
              </a:rPr>
              <a:t>、</a:t>
            </a:r>
            <a:r>
              <a:rPr lang="zh-CN" altLang="zh-CN" sz="3086" dirty="0">
                <a:solidFill>
                  <a:srgbClr val="C00000"/>
                </a:solidFill>
              </a:rPr>
              <a:t>有向无环图</a:t>
            </a:r>
            <a:r>
              <a:rPr lang="en-US" altLang="zh-CN" sz="3086" dirty="0">
                <a:solidFill>
                  <a:srgbClr val="C00000"/>
                </a:solidFill>
              </a:rPr>
              <a:t>(DAG)</a:t>
            </a:r>
          </a:p>
          <a:p>
            <a:pPr marL="377979" indent="-377979" defTabSz="503972" eaLnBrk="1" fontAlgn="auto" hangingPunct="1">
              <a:spcBef>
                <a:spcPts val="1102"/>
              </a:spcBef>
              <a:spcAft>
                <a:spcPts val="0"/>
              </a:spcAft>
              <a:buFont typeface="Wingdings 3" charset="2"/>
              <a:buChar char=""/>
              <a:defRPr/>
            </a:pPr>
            <a:r>
              <a:rPr lang="zh-CN" altLang="en-US" sz="3086" dirty="0">
                <a:solidFill>
                  <a:srgbClr val="C00000"/>
                </a:solidFill>
              </a:rPr>
              <a:t>三地址代码</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三元式</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四元式</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间接三元式</a:t>
            </a:r>
          </a:p>
        </p:txBody>
      </p:sp>
      <p:sp>
        <p:nvSpPr>
          <p:cNvPr id="2" name="灯片编号占位符 1">
            <a:extLst>
              <a:ext uri="{FF2B5EF4-FFF2-40B4-BE49-F238E27FC236}">
                <a16:creationId xmlns:a16="http://schemas.microsoft.com/office/drawing/2014/main" id="{8FDD2DFF-F641-0D4B-4479-F2E788AC5B70}"/>
              </a:ext>
            </a:extLst>
          </p:cNvPr>
          <p:cNvSpPr>
            <a:spLocks noGrp="1"/>
          </p:cNvSpPr>
          <p:nvPr>
            <p:ph type="sldNum" sz="quarter" idx="12"/>
          </p:nvPr>
        </p:nvSpPr>
        <p:spPr/>
        <p:txBody>
          <a:bodyPr/>
          <a:lstStyle/>
          <a:p>
            <a:pPr>
              <a:defRPr/>
            </a:pPr>
            <a:fld id="{8E502000-2068-4A68-AA0E-21506044FDD4}" type="slidenum">
              <a:rPr lang="en-US" smtClean="0"/>
              <a:pPr>
                <a:defRPr/>
              </a:pPr>
              <a:t>31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left)">
                                      <p:cBhvr>
                                        <p:cTn id="17" dur="500"/>
                                        <p:tgtEl>
                                          <p:spTgt spid="9219">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9219">
                                            <p:txEl>
                                              <p:pRg st="3" end="3"/>
                                            </p:txEl>
                                          </p:spTgt>
                                        </p:tgtEl>
                                        <p:attrNameLst>
                                          <p:attrName>style.visibility</p:attrName>
                                        </p:attrNameLst>
                                      </p:cBhvr>
                                      <p:to>
                                        <p:strVal val="visible"/>
                                      </p:to>
                                    </p:set>
                                    <p:animEffect transition="in" filter="wipe(left)">
                                      <p:cBhvr>
                                        <p:cTn id="20" dur="500"/>
                                        <p:tgtEl>
                                          <p:spTgt spid="9219">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wipe(left)">
                                      <p:cBhvr>
                                        <p:cTn id="23" dur="500"/>
                                        <p:tgtEl>
                                          <p:spTgt spid="921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219">
                                            <p:txEl>
                                              <p:pRg st="5" end="5"/>
                                            </p:txEl>
                                          </p:spTgt>
                                        </p:tgtEl>
                                        <p:attrNameLst>
                                          <p:attrName>style.visibility</p:attrName>
                                        </p:attrNameLst>
                                      </p:cBhvr>
                                      <p:to>
                                        <p:strVal val="visible"/>
                                      </p:to>
                                    </p:set>
                                    <p:animEffect transition="in" filter="wipe(left)">
                                      <p:cBhvr>
                                        <p:cTn id="26"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后缀式 </a:t>
            </a:r>
          </a:p>
        </p:txBody>
      </p:sp>
      <p:sp>
        <p:nvSpPr>
          <p:cNvPr id="18435"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2480" dirty="0">
                <a:solidFill>
                  <a:srgbClr val="CC0000"/>
                </a:solidFill>
              </a:rPr>
              <a:t>后缀式</a:t>
            </a:r>
            <a:r>
              <a:rPr lang="zh-CN" altLang="en-US" sz="2480" dirty="0">
                <a:solidFill>
                  <a:schemeClr val="tx1">
                    <a:lumMod val="75000"/>
                    <a:lumOff val="25000"/>
                  </a:schemeClr>
                </a:solidFill>
              </a:rPr>
              <a:t>表示法：</a:t>
            </a:r>
            <a:r>
              <a:rPr lang="en-US" altLang="zh-CN" sz="2480" dirty="0" err="1">
                <a:solidFill>
                  <a:schemeClr val="tx1">
                    <a:lumMod val="75000"/>
                    <a:lumOff val="25000"/>
                  </a:schemeClr>
                </a:solidFill>
              </a:rPr>
              <a:t>Lukasiewicz</a:t>
            </a:r>
            <a:r>
              <a:rPr lang="zh-CN" altLang="en-US" sz="2480" dirty="0">
                <a:solidFill>
                  <a:schemeClr val="tx1">
                    <a:lumMod val="75000"/>
                    <a:lumOff val="25000"/>
                  </a:schemeClr>
                </a:solidFill>
              </a:rPr>
              <a:t>发明的一种表示表达式的方法，又称</a:t>
            </a:r>
            <a:r>
              <a:rPr lang="zh-CN" altLang="en-US" sz="2480" dirty="0">
                <a:solidFill>
                  <a:srgbClr val="CC0000"/>
                </a:solidFill>
              </a:rPr>
              <a:t>逆波兰</a:t>
            </a:r>
            <a:r>
              <a:rPr lang="zh-CN" altLang="en-US" sz="2480" dirty="0">
                <a:solidFill>
                  <a:schemeClr val="tx1">
                    <a:lumMod val="75000"/>
                    <a:lumOff val="25000"/>
                  </a:schemeClr>
                </a:solidFill>
              </a:rPr>
              <a:t>表示法。</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一个表达式</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的后缀形式可以如下定义</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如果</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是一个变量或常量，则</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的后缀式是</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自身。</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如果</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是</a:t>
            </a:r>
            <a:r>
              <a:rPr lang="en-US" altLang="zh-CN" sz="2646" dirty="0">
                <a:solidFill>
                  <a:srgbClr val="003399"/>
                </a:solidFill>
              </a:rPr>
              <a:t>E</a:t>
            </a:r>
            <a:r>
              <a:rPr lang="en-US" altLang="zh-CN" sz="2646" baseline="-25000" dirty="0">
                <a:solidFill>
                  <a:srgbClr val="003399"/>
                </a:solidFill>
              </a:rPr>
              <a:t>1</a:t>
            </a:r>
            <a:r>
              <a:rPr lang="en-US" altLang="zh-CN" sz="2646" dirty="0">
                <a:solidFill>
                  <a:srgbClr val="003399"/>
                </a:solidFill>
              </a:rPr>
              <a:t> op E</a:t>
            </a:r>
            <a:r>
              <a:rPr lang="en-US" altLang="zh-CN" sz="2646" baseline="-25000" dirty="0">
                <a:solidFill>
                  <a:srgbClr val="003399"/>
                </a:solidFill>
              </a:rPr>
              <a:t>2</a:t>
            </a:r>
            <a:r>
              <a:rPr lang="zh-CN" altLang="en-US" sz="2646" dirty="0">
                <a:solidFill>
                  <a:schemeClr val="tx1">
                    <a:lumMod val="75000"/>
                    <a:lumOff val="25000"/>
                  </a:schemeClr>
                </a:solidFill>
              </a:rPr>
              <a:t>形式的表达式，其中</a:t>
            </a:r>
            <a:r>
              <a:rPr lang="en-US" altLang="zh-CN" sz="2646" dirty="0">
                <a:solidFill>
                  <a:schemeClr val="tx1">
                    <a:lumMod val="75000"/>
                    <a:lumOff val="25000"/>
                  </a:schemeClr>
                </a:solidFill>
              </a:rPr>
              <a:t>op</a:t>
            </a:r>
            <a:r>
              <a:rPr lang="zh-CN" altLang="en-US" sz="2646" dirty="0">
                <a:solidFill>
                  <a:schemeClr val="tx1">
                    <a:lumMod val="75000"/>
                    <a:lumOff val="25000"/>
                  </a:schemeClr>
                </a:solidFill>
              </a:rPr>
              <a:t>是任何二元操作符，则</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的后缀式为</a:t>
            </a:r>
            <a:r>
              <a:rPr lang="en-US" altLang="zh-CN" sz="2646" dirty="0">
                <a:solidFill>
                  <a:srgbClr val="CC0000"/>
                </a:solidFill>
              </a:rPr>
              <a:t>E</a:t>
            </a:r>
            <a:r>
              <a:rPr lang="en-US" altLang="zh-CN" sz="2646" baseline="-25000" dirty="0">
                <a:solidFill>
                  <a:srgbClr val="CC0000"/>
                </a:solidFill>
              </a:rPr>
              <a:t>1</a:t>
            </a:r>
            <a:r>
              <a:rPr lang="en-US" altLang="zh-CN" sz="2646" dirty="0">
                <a:solidFill>
                  <a:srgbClr val="CC0000"/>
                </a:solidFill>
                <a:sym typeface="Symbol" panose="05050102010706020507" pitchFamily="18" charset="2"/>
              </a:rPr>
              <a:t> </a:t>
            </a:r>
            <a:r>
              <a:rPr lang="en-US" altLang="zh-CN" sz="2646" dirty="0">
                <a:solidFill>
                  <a:srgbClr val="CC0000"/>
                </a:solidFill>
              </a:rPr>
              <a:t>E</a:t>
            </a:r>
            <a:r>
              <a:rPr lang="en-US" altLang="zh-CN" sz="2646" baseline="-25000" dirty="0">
                <a:solidFill>
                  <a:srgbClr val="CC0000"/>
                </a:solidFill>
              </a:rPr>
              <a:t>2</a:t>
            </a:r>
            <a:r>
              <a:rPr lang="en-US" altLang="zh-CN" sz="2646" dirty="0">
                <a:solidFill>
                  <a:srgbClr val="CC0000"/>
                </a:solidFill>
                <a:sym typeface="Symbol" panose="05050102010706020507" pitchFamily="18" charset="2"/>
              </a:rPr>
              <a:t> </a:t>
            </a:r>
            <a:r>
              <a:rPr lang="en-US" altLang="zh-CN" sz="2646" dirty="0">
                <a:solidFill>
                  <a:srgbClr val="CC0000"/>
                </a:solidFill>
              </a:rPr>
              <a:t>op</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其中</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1</a:t>
            </a:r>
            <a:r>
              <a:rPr lang="en-US" altLang="zh-CN" sz="2646" dirty="0">
                <a:solidFill>
                  <a:schemeClr val="tx1">
                    <a:lumMod val="75000"/>
                    <a:lumOff val="25000"/>
                  </a:schemeClr>
                </a:solidFill>
                <a:sym typeface="Symbol" panose="05050102010706020507" pitchFamily="18" charset="2"/>
              </a:rPr>
              <a:t> </a:t>
            </a:r>
            <a:r>
              <a:rPr lang="zh-CN" altLang="en-US" sz="2646" dirty="0">
                <a:solidFill>
                  <a:schemeClr val="tx1">
                    <a:lumMod val="75000"/>
                    <a:lumOff val="25000"/>
                  </a:schemeClr>
                </a:solidFill>
              </a:rPr>
              <a:t>和</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2</a:t>
            </a:r>
            <a:r>
              <a:rPr lang="en-US" altLang="zh-CN" sz="2646" dirty="0">
                <a:solidFill>
                  <a:schemeClr val="tx1">
                    <a:lumMod val="75000"/>
                    <a:lumOff val="25000"/>
                  </a:schemeClr>
                </a:solidFill>
                <a:sym typeface="Symbol" panose="05050102010706020507" pitchFamily="18" charset="2"/>
              </a:rPr>
              <a:t> </a:t>
            </a:r>
            <a:r>
              <a:rPr lang="zh-CN" altLang="en-US" sz="2646" dirty="0">
                <a:solidFill>
                  <a:schemeClr val="tx1">
                    <a:lumMod val="75000"/>
                    <a:lumOff val="25000"/>
                  </a:schemeClr>
                </a:solidFill>
              </a:rPr>
              <a:t>分别为</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1</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和</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2</a:t>
            </a:r>
            <a:r>
              <a:rPr lang="zh-CN" altLang="en-US" sz="2646" dirty="0">
                <a:solidFill>
                  <a:schemeClr val="tx1">
                    <a:lumMod val="75000"/>
                    <a:lumOff val="25000"/>
                  </a:schemeClr>
                </a:solidFill>
              </a:rPr>
              <a:t>的后缀式。</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如果</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是(</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1</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形式的表达式，则</a:t>
            </a:r>
            <a:r>
              <a:rPr lang="en-US" altLang="zh-CN" sz="2646" dirty="0">
                <a:solidFill>
                  <a:schemeClr val="tx1">
                    <a:lumMod val="75000"/>
                    <a:lumOff val="25000"/>
                  </a:schemeClr>
                </a:solidFill>
              </a:rPr>
              <a:t>E</a:t>
            </a:r>
            <a:r>
              <a:rPr lang="en-US" altLang="zh-CN" sz="2646" baseline="-25000" dirty="0">
                <a:solidFill>
                  <a:schemeClr val="tx1">
                    <a:lumMod val="75000"/>
                    <a:lumOff val="25000"/>
                  </a:schemeClr>
                </a:solidFill>
              </a:rPr>
              <a:t>1</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的后缀式就是</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的后缀式。</a:t>
            </a:r>
          </a:p>
        </p:txBody>
      </p:sp>
      <p:sp>
        <p:nvSpPr>
          <p:cNvPr id="4" name="文本框 3"/>
          <p:cNvSpPr txBox="1"/>
          <p:nvPr/>
        </p:nvSpPr>
        <p:spPr>
          <a:xfrm>
            <a:off x="7056438" y="944563"/>
            <a:ext cx="3024187" cy="5670550"/>
          </a:xfrm>
          <a:prstGeom prst="rect">
            <a:avLst/>
          </a:prstGeom>
          <a:noFill/>
        </p:spPr>
        <p:txBody>
          <a:bodyPr/>
          <a:lstStyle/>
          <a:p>
            <a:pPr defTabSz="503972" eaLnBrk="1" fontAlgn="auto" hangingPunct="1">
              <a:spcBef>
                <a:spcPts val="0"/>
              </a:spcBef>
              <a:spcAft>
                <a:spcPts val="0"/>
              </a:spcAft>
              <a:defRPr/>
            </a:pPr>
            <a:endParaRPr lang="zh-CN" altLang="en-US" sz="3638" dirty="0">
              <a:solidFill>
                <a:srgbClr val="FF0000"/>
              </a:solidFill>
              <a:latin typeface="微软雅黑" panose="020B0503020204020204" pitchFamily="34" charset="-122"/>
              <a:ea typeface="黑体" panose="02010609060101010101" pitchFamily="49" charset="-122"/>
            </a:endParaRPr>
          </a:p>
        </p:txBody>
      </p:sp>
      <p:sp>
        <p:nvSpPr>
          <p:cNvPr id="2" name="灯片编号占位符 1">
            <a:extLst>
              <a:ext uri="{FF2B5EF4-FFF2-40B4-BE49-F238E27FC236}">
                <a16:creationId xmlns:a16="http://schemas.microsoft.com/office/drawing/2014/main" id="{D1B417FA-0D94-142C-6DEA-BAD80B002108}"/>
              </a:ext>
            </a:extLst>
          </p:cNvPr>
          <p:cNvSpPr>
            <a:spLocks noGrp="1"/>
          </p:cNvSpPr>
          <p:nvPr>
            <p:ph type="sldNum" sz="quarter" idx="12"/>
          </p:nvPr>
        </p:nvSpPr>
        <p:spPr/>
        <p:txBody>
          <a:bodyPr/>
          <a:lstStyle/>
          <a:p>
            <a:pPr>
              <a:defRPr/>
            </a:pPr>
            <a:fld id="{6927B5A7-F057-4266-A517-257C6C7AD889}" type="slidenum">
              <a:rPr lang="en-US" smtClean="0"/>
              <a:pPr>
                <a:defRPr/>
              </a:pPr>
              <a:t>32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wipe(left)">
                                      <p:cBhvr>
                                        <p:cTn id="15" dur="500"/>
                                        <p:tgtEl>
                                          <p:spTgt spid="1843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435">
                                            <p:txEl>
                                              <p:pRg st="3" end="3"/>
                                            </p:txEl>
                                          </p:spTgt>
                                        </p:tgtEl>
                                        <p:attrNameLst>
                                          <p:attrName>style.visibility</p:attrName>
                                        </p:attrNameLst>
                                      </p:cBhvr>
                                      <p:to>
                                        <p:strVal val="visible"/>
                                      </p:to>
                                    </p:set>
                                    <p:animEffect transition="in" filter="wipe(left)">
                                      <p:cBhvr>
                                        <p:cTn id="18" dur="500"/>
                                        <p:tgtEl>
                                          <p:spTgt spid="18435">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8435">
                                            <p:txEl>
                                              <p:pRg st="4" end="4"/>
                                            </p:txEl>
                                          </p:spTgt>
                                        </p:tgtEl>
                                        <p:attrNameLst>
                                          <p:attrName>style.visibility</p:attrName>
                                        </p:attrNameLst>
                                      </p:cBhvr>
                                      <p:to>
                                        <p:strVal val="visible"/>
                                      </p:to>
                                    </p:set>
                                    <p:animEffect transition="in" filter="wipe(left)">
                                      <p:cBhvr>
                                        <p:cTn id="21" dur="500"/>
                                        <p:tgtEl>
                                          <p:spTgt spid="18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后缀式</a:t>
            </a:r>
            <a:endParaRPr lang="en-GB" altLang="zh-CN"/>
          </a:p>
        </p:txBody>
      </p:sp>
      <p:sp>
        <p:nvSpPr>
          <p:cNvPr id="20488" name="Rectangle 8"/>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后缀式表示法不用括号</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只要知道每个算符的目数，对于后缀式，不论从哪一端进行扫描，都能对它进行</a:t>
            </a:r>
            <a:r>
              <a:rPr lang="en-GB" altLang="zh-CN" sz="2646" dirty="0" err="1">
                <a:solidFill>
                  <a:schemeClr val="tx1">
                    <a:lumMod val="75000"/>
                    <a:lumOff val="25000"/>
                  </a:schemeClr>
                </a:solidFill>
              </a:rPr>
              <a:t>无歧义地</a:t>
            </a:r>
            <a:r>
              <a:rPr lang="zh-CN" altLang="en-US" sz="2646" dirty="0">
                <a:solidFill>
                  <a:schemeClr val="tx1">
                    <a:lumMod val="75000"/>
                    <a:lumOff val="25000"/>
                  </a:schemeClr>
                </a:solidFill>
              </a:rPr>
              <a:t>分解。</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后缀式的计算</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用一个栈实现</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自左至右扫描后缀式，每碰到运算量就把它推进栈。每碰到</a:t>
            </a:r>
            <a:r>
              <a:rPr lang="en-US" altLang="zh-CN" sz="2646" dirty="0">
                <a:solidFill>
                  <a:schemeClr val="tx1">
                    <a:lumMod val="75000"/>
                    <a:lumOff val="25000"/>
                  </a:schemeClr>
                </a:solidFill>
              </a:rPr>
              <a:t>k</a:t>
            </a:r>
            <a:r>
              <a:rPr lang="zh-CN" altLang="en-US" sz="2646" dirty="0">
                <a:solidFill>
                  <a:schemeClr val="tx1">
                    <a:lumMod val="75000"/>
                    <a:lumOff val="25000"/>
                  </a:schemeClr>
                </a:solidFill>
              </a:rPr>
              <a:t>目运算符就把它作用于栈顶的</a:t>
            </a:r>
            <a:r>
              <a:rPr lang="en-US" altLang="zh-CN" sz="2646" dirty="0">
                <a:solidFill>
                  <a:schemeClr val="tx1">
                    <a:lumMod val="75000"/>
                    <a:lumOff val="25000"/>
                  </a:schemeClr>
                </a:solidFill>
              </a:rPr>
              <a:t>k</a:t>
            </a:r>
            <a:r>
              <a:rPr lang="zh-CN" altLang="en-US" sz="2646" dirty="0">
                <a:solidFill>
                  <a:schemeClr val="tx1">
                    <a:lumMod val="75000"/>
                    <a:lumOff val="25000"/>
                  </a:schemeClr>
                </a:solidFill>
              </a:rPr>
              <a:t>个项，并用运算结果代替这</a:t>
            </a:r>
            <a:r>
              <a:rPr lang="en-US" altLang="zh-CN" sz="2646" dirty="0">
                <a:solidFill>
                  <a:schemeClr val="tx1">
                    <a:lumMod val="75000"/>
                    <a:lumOff val="25000"/>
                  </a:schemeClr>
                </a:solidFill>
              </a:rPr>
              <a:t>k</a:t>
            </a:r>
            <a:r>
              <a:rPr lang="zh-CN" altLang="en-US" sz="2646" dirty="0">
                <a:solidFill>
                  <a:schemeClr val="tx1">
                    <a:lumMod val="75000"/>
                    <a:lumOff val="25000"/>
                  </a:schemeClr>
                </a:solidFill>
              </a:rPr>
              <a:t>个项。</a:t>
            </a:r>
          </a:p>
        </p:txBody>
      </p:sp>
      <p:sp>
        <p:nvSpPr>
          <p:cNvPr id="2" name="灯片编号占位符 1">
            <a:extLst>
              <a:ext uri="{FF2B5EF4-FFF2-40B4-BE49-F238E27FC236}">
                <a16:creationId xmlns:a16="http://schemas.microsoft.com/office/drawing/2014/main" id="{3E29148C-36B5-1BF9-38F8-EAA9D907A04D}"/>
              </a:ext>
            </a:extLst>
          </p:cNvPr>
          <p:cNvSpPr>
            <a:spLocks noGrp="1"/>
          </p:cNvSpPr>
          <p:nvPr>
            <p:ph type="sldNum" sz="quarter" idx="12"/>
          </p:nvPr>
        </p:nvSpPr>
        <p:spPr/>
        <p:txBody>
          <a:bodyPr/>
          <a:lstStyle/>
          <a:p>
            <a:pPr>
              <a:defRPr/>
            </a:pPr>
            <a:fld id="{6663F8F8-E35A-45C7-88C1-F4D357AF64C1}" type="slidenum">
              <a:rPr lang="en-US" smtClean="0"/>
              <a:pPr>
                <a:defRPr/>
              </a:pPr>
              <a:t>33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8">
                                            <p:txEl>
                                              <p:pRg st="0" end="0"/>
                                            </p:txEl>
                                          </p:spTgt>
                                        </p:tgtEl>
                                        <p:attrNameLst>
                                          <p:attrName>style.visibility</p:attrName>
                                        </p:attrNameLst>
                                      </p:cBhvr>
                                      <p:to>
                                        <p:strVal val="visible"/>
                                      </p:to>
                                    </p:set>
                                    <p:animEffect transition="in" filter="wipe(left)">
                                      <p:cBhvr>
                                        <p:cTn id="7" dur="500"/>
                                        <p:tgtEl>
                                          <p:spTgt spid="2048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488">
                                            <p:txEl>
                                              <p:pRg st="1" end="1"/>
                                            </p:txEl>
                                          </p:spTgt>
                                        </p:tgtEl>
                                        <p:attrNameLst>
                                          <p:attrName>style.visibility</p:attrName>
                                        </p:attrNameLst>
                                      </p:cBhvr>
                                      <p:to>
                                        <p:strVal val="visible"/>
                                      </p:to>
                                    </p:set>
                                    <p:animEffect transition="in" filter="wipe(left)">
                                      <p:cBhvr>
                                        <p:cTn id="10" dur="500"/>
                                        <p:tgtEl>
                                          <p:spTgt spid="20488">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0488">
                                            <p:txEl>
                                              <p:pRg st="2" end="2"/>
                                            </p:txEl>
                                          </p:spTgt>
                                        </p:tgtEl>
                                        <p:attrNameLst>
                                          <p:attrName>style.visibility</p:attrName>
                                        </p:attrNameLst>
                                      </p:cBhvr>
                                      <p:to>
                                        <p:strVal val="visible"/>
                                      </p:to>
                                    </p:set>
                                    <p:animEffect transition="in" filter="wipe(left)">
                                      <p:cBhvr>
                                        <p:cTn id="15" dur="500"/>
                                        <p:tgtEl>
                                          <p:spTgt spid="20488">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488">
                                            <p:txEl>
                                              <p:pRg st="3" end="3"/>
                                            </p:txEl>
                                          </p:spTgt>
                                        </p:tgtEl>
                                        <p:attrNameLst>
                                          <p:attrName>style.visibility</p:attrName>
                                        </p:attrNameLst>
                                      </p:cBhvr>
                                      <p:to>
                                        <p:strVal val="visible"/>
                                      </p:to>
                                    </p:set>
                                    <p:animEffect transition="in" filter="wipe(left)">
                                      <p:cBhvr>
                                        <p:cTn id="18" dur="500"/>
                                        <p:tgtEl>
                                          <p:spTgt spid="20488">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488">
                                            <p:txEl>
                                              <p:pRg st="4" end="4"/>
                                            </p:txEl>
                                          </p:spTgt>
                                        </p:tgtEl>
                                        <p:attrNameLst>
                                          <p:attrName>style.visibility</p:attrName>
                                        </p:attrNameLst>
                                      </p:cBhvr>
                                      <p:to>
                                        <p:strVal val="visible"/>
                                      </p:to>
                                    </p:set>
                                    <p:animEffect transition="in" filter="wipe(left)">
                                      <p:cBhvr>
                                        <p:cTn id="21" dur="500"/>
                                        <p:tgtEl>
                                          <p:spTgt spid="2048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将表达式翻译成后缀式的属性文法</a:t>
            </a:r>
          </a:p>
        </p:txBody>
      </p:sp>
      <p:sp>
        <p:nvSpPr>
          <p:cNvPr id="10" name="内容占位符 1"/>
          <p:cNvSpPr>
            <a:spLocks noGrp="1"/>
          </p:cNvSpPr>
          <p:nvPr>
            <p:ph idx="1"/>
          </p:nvPr>
        </p:nvSpPr>
        <p:spPr>
          <a:xfrm>
            <a:off x="747713" y="4410075"/>
            <a:ext cx="8562975" cy="2249488"/>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en-US" altLang="zh-CN" sz="2646" dirty="0" err="1">
                <a:solidFill>
                  <a:schemeClr val="tx1">
                    <a:lumMod val="75000"/>
                    <a:lumOff val="25000"/>
                  </a:schemeClr>
                </a:solidFill>
              </a:rPr>
              <a:t>E.code</a:t>
            </a:r>
            <a:r>
              <a:rPr lang="zh-CN" altLang="en-US" sz="2646" dirty="0">
                <a:solidFill>
                  <a:schemeClr val="tx1">
                    <a:lumMod val="75000"/>
                    <a:lumOff val="25000"/>
                  </a:schemeClr>
                </a:solidFill>
              </a:rPr>
              <a:t>表示</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后缀形式</a:t>
            </a:r>
          </a:p>
          <a:p>
            <a:pPr marL="377979" indent="-377979"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op</a:t>
            </a:r>
            <a:r>
              <a:rPr lang="zh-CN" altLang="en-US" sz="2646" dirty="0">
                <a:solidFill>
                  <a:schemeClr val="tx1">
                    <a:lumMod val="75000"/>
                    <a:lumOff val="25000"/>
                  </a:schemeClr>
                </a:solidFill>
              </a:rPr>
              <a:t>表示任意二元操作符</a:t>
            </a:r>
          </a:p>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表示后缀形式的连接</a:t>
            </a:r>
          </a:p>
          <a:p>
            <a:pPr marL="377979" indent="-377979" defTabSz="503972" eaLnBrk="1" fontAlgn="auto" hangingPunct="1">
              <a:spcBef>
                <a:spcPts val="1102"/>
              </a:spcBef>
              <a:spcAft>
                <a:spcPts val="0"/>
              </a:spcAft>
              <a:buFont typeface="Wingdings 3" charset="2"/>
              <a:buChar char=""/>
              <a:defRPr/>
            </a:pPr>
            <a:endParaRPr lang="zh-CN" altLang="en-US" sz="2646" dirty="0">
              <a:solidFill>
                <a:schemeClr val="tx1">
                  <a:lumMod val="75000"/>
                  <a:lumOff val="25000"/>
                </a:schemeClr>
              </a:solidFill>
            </a:endParaRPr>
          </a:p>
        </p:txBody>
      </p:sp>
      <p:sp>
        <p:nvSpPr>
          <p:cNvPr id="11" name="Rectangle 4"/>
          <p:cNvSpPr>
            <a:spLocks noChangeArrowheads="1"/>
          </p:cNvSpPr>
          <p:nvPr/>
        </p:nvSpPr>
        <p:spPr bwMode="auto">
          <a:xfrm>
            <a:off x="747713" y="2225675"/>
            <a:ext cx="2198687" cy="1957388"/>
          </a:xfrm>
          <a:prstGeom prst="rect">
            <a:avLst/>
          </a:prstGeom>
          <a:ln>
            <a:noFill/>
          </a:ln>
        </p:spPr>
        <p:style>
          <a:lnRef idx="3">
            <a:schemeClr val="lt1"/>
          </a:lnRef>
          <a:fillRef idx="1">
            <a:schemeClr val="accent1"/>
          </a:fillRef>
          <a:effectRef idx="1">
            <a:schemeClr val="accent1"/>
          </a:effectRef>
          <a:fontRef idx="minor">
            <a:schemeClr val="lt1"/>
          </a:fontRef>
        </p:style>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646" dirty="0">
                <a:solidFill>
                  <a:prstClr val="white"/>
                </a:solidFill>
                <a:latin typeface="微软雅黑" panose="020B0503020204020204" pitchFamily="34" charset="-122"/>
              </a:rPr>
              <a:t>产生式</a:t>
            </a:r>
          </a:p>
          <a:p>
            <a:pPr defTabSz="503972" eaLnBrk="1" fontAlgn="auto" hangingPunct="1">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rPr>
              <a:t>E→E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op E</a:t>
            </a:r>
            <a:r>
              <a:rPr lang="en-US" altLang="zh-CN" sz="2646" baseline="-25000" dirty="0">
                <a:solidFill>
                  <a:prstClr val="white"/>
                </a:solidFill>
                <a:latin typeface="微软雅黑" panose="020B0503020204020204" pitchFamily="34" charset="-122"/>
              </a:rPr>
              <a:t>2</a:t>
            </a:r>
          </a:p>
          <a:p>
            <a:pPr defTabSz="503972" eaLnBrk="1" fontAlgn="auto" hangingPunct="1">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rPr>
              <a:t>E→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a:t>
            </a:r>
          </a:p>
          <a:p>
            <a:pPr defTabSz="503972" eaLnBrk="1" fontAlgn="auto" hangingPunct="1">
              <a:spcAft>
                <a:spcPts val="0"/>
              </a:spcAft>
              <a:buClrTx/>
              <a:buSzTx/>
              <a:buFont typeface="Wingdings" panose="05000000000000000000" pitchFamily="2" charset="2"/>
              <a:buNone/>
              <a:defRPr/>
            </a:pPr>
            <a:r>
              <a:rPr lang="en-US" altLang="zh-CN" sz="2646" dirty="0" err="1">
                <a:solidFill>
                  <a:prstClr val="white"/>
                </a:solidFill>
                <a:latin typeface="微软雅黑" panose="020B0503020204020204" pitchFamily="34" charset="-122"/>
              </a:rPr>
              <a:t>E→id</a:t>
            </a:r>
            <a:endParaRPr lang="zh-CN" altLang="en-US" sz="2646" dirty="0">
              <a:solidFill>
                <a:prstClr val="white"/>
              </a:solidFill>
              <a:latin typeface="微软雅黑" panose="020B0503020204020204" pitchFamily="34" charset="-122"/>
            </a:endParaRPr>
          </a:p>
        </p:txBody>
      </p:sp>
      <p:sp>
        <p:nvSpPr>
          <p:cNvPr id="12" name="Rectangle 5"/>
          <p:cNvSpPr>
            <a:spLocks noChangeArrowheads="1"/>
          </p:cNvSpPr>
          <p:nvPr/>
        </p:nvSpPr>
        <p:spPr bwMode="auto">
          <a:xfrm>
            <a:off x="2946400" y="2225675"/>
            <a:ext cx="5360988" cy="1957388"/>
          </a:xfrm>
          <a:prstGeom prst="rect">
            <a:avLst/>
          </a:prstGeom>
          <a:ln>
            <a:noFill/>
          </a:ln>
        </p:spPr>
        <p:style>
          <a:lnRef idx="3">
            <a:schemeClr val="lt1"/>
          </a:lnRef>
          <a:fillRef idx="1">
            <a:schemeClr val="accent1"/>
          </a:fillRef>
          <a:effectRef idx="1">
            <a:schemeClr val="accent1"/>
          </a:effectRef>
          <a:fontRef idx="minor">
            <a:schemeClr val="lt1"/>
          </a:fontRef>
        </p:style>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646" dirty="0">
                <a:solidFill>
                  <a:prstClr val="white"/>
                </a:solidFill>
                <a:latin typeface="微软雅黑" panose="020B0503020204020204" pitchFamily="34" charset="-122"/>
              </a:rPr>
              <a:t>		语义规则</a:t>
            </a:r>
          </a:p>
          <a:p>
            <a:pPr defTabSz="503972" eaLnBrk="1" fontAlgn="auto" hangingPunct="1">
              <a:spcAft>
                <a:spcPts val="0"/>
              </a:spcAft>
              <a:buClrTx/>
              <a:buSzTx/>
              <a:buFont typeface="Wingdings" panose="05000000000000000000" pitchFamily="2" charset="2"/>
              <a:buNone/>
              <a:defRPr/>
            </a:pP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.code || E</a:t>
            </a:r>
            <a:r>
              <a:rPr lang="en-US" altLang="zh-CN" sz="2646" baseline="-25000" dirty="0">
                <a:solidFill>
                  <a:prstClr val="white"/>
                </a:solidFill>
                <a:latin typeface="微软雅黑" panose="020B0503020204020204" pitchFamily="34" charset="-122"/>
              </a:rPr>
              <a:t>2</a:t>
            </a:r>
            <a:r>
              <a:rPr lang="en-US" altLang="zh-CN" sz="2646" dirty="0">
                <a:solidFill>
                  <a:prstClr val="white"/>
                </a:solidFill>
                <a:latin typeface="微软雅黑" panose="020B0503020204020204" pitchFamily="34" charset="-122"/>
              </a:rPr>
              <a:t>.code || op</a:t>
            </a:r>
          </a:p>
          <a:p>
            <a:pPr defTabSz="503972" eaLnBrk="1" fontAlgn="auto" hangingPunct="1">
              <a:spcAft>
                <a:spcPts val="0"/>
              </a:spcAft>
              <a:buClrTx/>
              <a:buSzTx/>
              <a:buFont typeface="Wingdings" panose="05000000000000000000" pitchFamily="2" charset="2"/>
              <a:buNone/>
              <a:defRPr/>
            </a:pP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.code</a:t>
            </a:r>
          </a:p>
          <a:p>
            <a:pPr defTabSz="503972" eaLnBrk="1" fontAlgn="auto" hangingPunct="1">
              <a:spcAft>
                <a:spcPts val="0"/>
              </a:spcAft>
              <a:buClrTx/>
              <a:buSzTx/>
              <a:buFont typeface="Wingdings" panose="05000000000000000000" pitchFamily="2" charset="2"/>
              <a:buNone/>
              <a:defRPr/>
            </a:pP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id</a:t>
            </a:r>
            <a:endParaRPr lang="zh-CN" altLang="en-US" sz="2646" dirty="0">
              <a:solidFill>
                <a:prstClr val="white"/>
              </a:solidFill>
              <a:latin typeface="微软雅黑" panose="020B0503020204020204" pitchFamily="34" charset="-122"/>
            </a:endParaRPr>
          </a:p>
        </p:txBody>
      </p:sp>
      <p:sp>
        <p:nvSpPr>
          <p:cNvPr id="2" name="灯片编号占位符 1">
            <a:extLst>
              <a:ext uri="{FF2B5EF4-FFF2-40B4-BE49-F238E27FC236}">
                <a16:creationId xmlns:a16="http://schemas.microsoft.com/office/drawing/2014/main" id="{5AC67C41-FA37-75EF-EBBB-DDF0010EEBD5}"/>
              </a:ext>
            </a:extLst>
          </p:cNvPr>
          <p:cNvSpPr>
            <a:spLocks noGrp="1"/>
          </p:cNvSpPr>
          <p:nvPr>
            <p:ph type="sldNum" sz="quarter" idx="12"/>
          </p:nvPr>
        </p:nvSpPr>
        <p:spPr/>
        <p:txBody>
          <a:bodyPr/>
          <a:lstStyle/>
          <a:p>
            <a:pPr>
              <a:defRPr/>
            </a:pPr>
            <a:fld id="{11D498DC-3644-4431-A122-80EB6EF90518}" type="slidenum">
              <a:rPr lang="en-US" smtClean="0"/>
              <a:pPr>
                <a:defRPr/>
              </a:pPr>
              <a:t>34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wipe(left)">
                                      <p:cBhvr>
                                        <p:cTn id="22" dur="500"/>
                                        <p:tgtEl>
                                          <p:spTgt spid="10">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animEffect transition="in" filter="wipe(left)">
                                      <p:cBhvr>
                                        <p:cTn id="2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normAutofit/>
          </a:bodyPr>
          <a:lstStyle/>
          <a:p>
            <a:pPr defTabSz="503972" eaLnBrk="1" fontAlgn="auto" hangingPunct="1">
              <a:spcAft>
                <a:spcPts val="0"/>
              </a:spcAft>
              <a:defRPr/>
            </a:pPr>
            <a:r>
              <a:rPr lang="zh-CN" altLang="en-US" dirty="0"/>
              <a:t>中缀表达式翻译成后缀式的翻译模式</a:t>
            </a:r>
          </a:p>
        </p:txBody>
      </p:sp>
      <p:sp>
        <p:nvSpPr>
          <p:cNvPr id="24579" name="Rectangle 3"/>
          <p:cNvSpPr>
            <a:spLocks noGrp="1" noChangeArrowheads="1"/>
          </p:cNvSpPr>
          <p:nvPr>
            <p:ph idx="1"/>
          </p:nvPr>
        </p:nvSpPr>
        <p:spPr>
          <a:xfrm>
            <a:off x="675102" y="1839464"/>
            <a:ext cx="8696325" cy="4797425"/>
          </a:xfrm>
        </p:spPr>
        <p:txBody>
          <a:bodyPr rtlCol="0">
            <a:normAutofit/>
          </a:bodyPr>
          <a:lstStyle/>
          <a:p>
            <a:pPr marL="377979" indent="-377979" defTabSz="503972" eaLnBrk="1" fontAlgn="auto" hangingPunct="1">
              <a:spcBef>
                <a:spcPct val="0"/>
              </a:spcBef>
              <a:spcAft>
                <a:spcPts val="0"/>
              </a:spcAft>
              <a:buFont typeface="Wingdings 3" charset="2"/>
              <a:buChar char=""/>
              <a:defRPr/>
            </a:pPr>
            <a:r>
              <a:rPr lang="zh-CN" altLang="en-US" sz="3086" dirty="0">
                <a:solidFill>
                  <a:schemeClr val="tx1">
                    <a:lumMod val="75000"/>
                    <a:lumOff val="25000"/>
                  </a:schemeClr>
                </a:solidFill>
              </a:rPr>
              <a:t>数组</a:t>
            </a:r>
            <a:r>
              <a:rPr lang="en-US" altLang="zh-CN" sz="3086" dirty="0">
                <a:solidFill>
                  <a:schemeClr val="tx1">
                    <a:lumMod val="75000"/>
                    <a:lumOff val="25000"/>
                  </a:schemeClr>
                </a:solidFill>
              </a:rPr>
              <a:t>POST</a:t>
            </a:r>
            <a:r>
              <a:rPr lang="zh-CN" altLang="en-US" sz="3086" dirty="0">
                <a:solidFill>
                  <a:schemeClr val="tx1">
                    <a:lumMod val="75000"/>
                    <a:lumOff val="25000"/>
                  </a:schemeClr>
                </a:solidFill>
              </a:rPr>
              <a:t>存放后缀式：</a:t>
            </a:r>
            <a:r>
              <a:rPr lang="en-US" altLang="zh-CN" sz="3086" dirty="0">
                <a:solidFill>
                  <a:schemeClr val="tx1">
                    <a:lumMod val="75000"/>
                    <a:lumOff val="25000"/>
                  </a:schemeClr>
                </a:solidFill>
              </a:rPr>
              <a:t>k</a:t>
            </a:r>
            <a:r>
              <a:rPr lang="zh-CN" altLang="en-US" sz="3086" dirty="0">
                <a:solidFill>
                  <a:schemeClr val="tx1">
                    <a:lumMod val="75000"/>
                    <a:lumOff val="25000"/>
                  </a:schemeClr>
                </a:solidFill>
              </a:rPr>
              <a:t>为下标，初值为1</a:t>
            </a:r>
            <a:r>
              <a:rPr lang="zh-CN" altLang="zh-CN" sz="3086" dirty="0">
                <a:solidFill>
                  <a:schemeClr val="tx1">
                    <a:lumMod val="75000"/>
                    <a:lumOff val="25000"/>
                  </a:schemeClr>
                </a:solidFill>
              </a:rPr>
              <a:t>	</a:t>
            </a:r>
            <a:endParaRPr lang="zh-CN" altLang="en-US" sz="3086" dirty="0">
              <a:solidFill>
                <a:schemeClr val="tx1">
                  <a:lumMod val="75000"/>
                  <a:lumOff val="25000"/>
                </a:schemeClr>
              </a:solidFill>
            </a:endParaRPr>
          </a:p>
        </p:txBody>
      </p:sp>
      <p:sp>
        <p:nvSpPr>
          <p:cNvPr id="24587" name="Rectangle 11"/>
          <p:cNvSpPr>
            <a:spLocks noChangeArrowheads="1"/>
          </p:cNvSpPr>
          <p:nvPr/>
        </p:nvSpPr>
        <p:spPr bwMode="auto">
          <a:xfrm>
            <a:off x="5484315" y="6903545"/>
            <a:ext cx="528638" cy="59531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2646" dirty="0">
                <a:solidFill>
                  <a:prstClr val="black"/>
                </a:solidFill>
                <a:ea typeface="宋体" panose="02010600030101010101" pitchFamily="2" charset="-122"/>
              </a:rPr>
              <a:t>a</a:t>
            </a:r>
          </a:p>
        </p:txBody>
      </p:sp>
      <p:sp>
        <p:nvSpPr>
          <p:cNvPr id="24588" name="Rectangle 12"/>
          <p:cNvSpPr>
            <a:spLocks noChangeArrowheads="1"/>
          </p:cNvSpPr>
          <p:nvPr/>
        </p:nvSpPr>
        <p:spPr bwMode="auto">
          <a:xfrm>
            <a:off x="6014540" y="6903545"/>
            <a:ext cx="527050" cy="59531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b</a:t>
            </a:r>
          </a:p>
        </p:txBody>
      </p:sp>
      <p:sp>
        <p:nvSpPr>
          <p:cNvPr id="24589" name="Rectangle 13"/>
          <p:cNvSpPr>
            <a:spLocks noChangeArrowheads="1"/>
          </p:cNvSpPr>
          <p:nvPr/>
        </p:nvSpPr>
        <p:spPr bwMode="auto">
          <a:xfrm>
            <a:off x="6535240" y="6903545"/>
            <a:ext cx="527050" cy="59531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2646" dirty="0">
                <a:solidFill>
                  <a:prstClr val="black"/>
                </a:solidFill>
                <a:ea typeface="宋体" panose="02010600030101010101" pitchFamily="2" charset="-122"/>
              </a:rPr>
              <a:t>+</a:t>
            </a:r>
          </a:p>
        </p:txBody>
      </p:sp>
      <p:sp>
        <p:nvSpPr>
          <p:cNvPr id="24590" name="Rectangle 14"/>
          <p:cNvSpPr>
            <a:spLocks noChangeArrowheads="1"/>
          </p:cNvSpPr>
          <p:nvPr/>
        </p:nvSpPr>
        <p:spPr bwMode="auto">
          <a:xfrm>
            <a:off x="7060703" y="6903545"/>
            <a:ext cx="527050" cy="59531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2646" dirty="0">
                <a:solidFill>
                  <a:prstClr val="black"/>
                </a:solidFill>
                <a:ea typeface="宋体" panose="02010600030101010101" pitchFamily="2" charset="-122"/>
              </a:rPr>
              <a:t>c</a:t>
            </a:r>
          </a:p>
        </p:txBody>
      </p:sp>
      <p:sp>
        <p:nvSpPr>
          <p:cNvPr id="24591" name="Rectangle 15"/>
          <p:cNvSpPr>
            <a:spLocks noChangeArrowheads="1"/>
          </p:cNvSpPr>
          <p:nvPr/>
        </p:nvSpPr>
        <p:spPr bwMode="auto">
          <a:xfrm>
            <a:off x="7586165" y="6903545"/>
            <a:ext cx="527050" cy="59531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GB" altLang="zh-CN" sz="2646" dirty="0">
                <a:solidFill>
                  <a:prstClr val="black"/>
                </a:solidFill>
                <a:ea typeface="宋体" panose="02010600030101010101" pitchFamily="2" charset="-122"/>
              </a:rPr>
              <a:t>+</a:t>
            </a:r>
          </a:p>
        </p:txBody>
      </p:sp>
      <p:sp>
        <p:nvSpPr>
          <p:cNvPr id="24592" name="Rectangle 16"/>
          <p:cNvSpPr>
            <a:spLocks noChangeAspect="1" noChangeArrowheads="1"/>
          </p:cNvSpPr>
          <p:nvPr/>
        </p:nvSpPr>
        <p:spPr bwMode="auto">
          <a:xfrm>
            <a:off x="8132265" y="6903545"/>
            <a:ext cx="4762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a:t>
            </a:r>
            <a:endParaRPr lang="en-GB" altLang="zh-CN" sz="2646" dirty="0">
              <a:solidFill>
                <a:prstClr val="black"/>
              </a:solidFill>
              <a:ea typeface="宋体" panose="02010600030101010101" pitchFamily="2" charset="-122"/>
            </a:endParaRPr>
          </a:p>
        </p:txBody>
      </p:sp>
      <p:sp>
        <p:nvSpPr>
          <p:cNvPr id="15" name="Rectangle 5"/>
          <p:cNvSpPr>
            <a:spLocks noChangeArrowheads="1"/>
          </p:cNvSpPr>
          <p:nvPr/>
        </p:nvSpPr>
        <p:spPr bwMode="auto">
          <a:xfrm>
            <a:off x="1170402" y="2533201"/>
            <a:ext cx="7754937" cy="1888097"/>
          </a:xfrm>
          <a:prstGeom prst="rect">
            <a:avLst/>
          </a:prstGeom>
          <a:ln>
            <a:noFill/>
          </a:ln>
        </p:spPr>
        <p:style>
          <a:lnRef idx="3">
            <a:schemeClr val="lt1"/>
          </a:lnRef>
          <a:fillRef idx="1">
            <a:schemeClr val="accent1"/>
          </a:fillRef>
          <a:effectRef idx="1">
            <a:schemeClr val="accent1"/>
          </a:effectRef>
          <a:fontRef idx="minor">
            <a:schemeClr val="lt1"/>
          </a:fontRef>
        </p:style>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496"/>
              </a:spcBef>
              <a:spcAft>
                <a:spcPts val="0"/>
              </a:spcAft>
              <a:buClrTx/>
              <a:buSzTx/>
              <a:buFont typeface="Wingdings" panose="05000000000000000000" pitchFamily="2" charset="2"/>
              <a:buNone/>
              <a:defRPr/>
            </a:pPr>
            <a:r>
              <a:rPr lang="zh-CN" altLang="en-US" sz="2646" dirty="0">
                <a:solidFill>
                  <a:prstClr val="white"/>
                </a:solidFill>
                <a:latin typeface="微软雅黑" panose="020B0503020204020204" pitchFamily="34" charset="-122"/>
              </a:rPr>
              <a:t>产生式		语义规则</a:t>
            </a:r>
          </a:p>
          <a:p>
            <a:pPr defTabSz="503972" eaLnBrk="1" fontAlgn="auto" hangingPunct="1">
              <a:spcBef>
                <a:spcPts val="496"/>
              </a:spcBef>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rPr>
              <a:t>E→E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op E</a:t>
            </a:r>
            <a:r>
              <a:rPr lang="en-US" altLang="zh-CN" sz="2646" baseline="-25000" dirty="0">
                <a:solidFill>
                  <a:prstClr val="white"/>
                </a:solidFill>
                <a:latin typeface="微软雅黑" panose="020B0503020204020204" pitchFamily="34" charset="-122"/>
              </a:rPr>
              <a:t>2</a:t>
            </a:r>
            <a:r>
              <a:rPr lang="en-US" altLang="zh-CN" sz="2646" baseline="30000" dirty="0">
                <a:solidFill>
                  <a:prstClr val="white"/>
                </a:solidFill>
                <a:latin typeface="微软雅黑" panose="020B0503020204020204" pitchFamily="34" charset="-122"/>
              </a:rPr>
              <a:t>	</a:t>
            </a: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.code || E</a:t>
            </a:r>
            <a:r>
              <a:rPr lang="en-US" altLang="zh-CN" sz="2646" baseline="-25000" dirty="0">
                <a:solidFill>
                  <a:prstClr val="white"/>
                </a:solidFill>
                <a:latin typeface="微软雅黑" panose="020B0503020204020204" pitchFamily="34" charset="-122"/>
              </a:rPr>
              <a:t>2</a:t>
            </a:r>
            <a:r>
              <a:rPr lang="en-US" altLang="zh-CN" sz="2646" dirty="0">
                <a:solidFill>
                  <a:prstClr val="white"/>
                </a:solidFill>
                <a:latin typeface="微软雅黑" panose="020B0503020204020204" pitchFamily="34" charset="-122"/>
              </a:rPr>
              <a:t>.code || op</a:t>
            </a:r>
          </a:p>
          <a:p>
            <a:pPr defTabSz="503972" eaLnBrk="1" fontAlgn="auto" hangingPunct="1">
              <a:spcBef>
                <a:spcPts val="496"/>
              </a:spcBef>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rPr>
              <a:t>E→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		</a:t>
            </a: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.code</a:t>
            </a:r>
          </a:p>
          <a:p>
            <a:pPr defTabSz="503972" eaLnBrk="1" fontAlgn="auto" hangingPunct="1">
              <a:spcBef>
                <a:spcPts val="496"/>
              </a:spcBef>
              <a:spcAft>
                <a:spcPts val="0"/>
              </a:spcAft>
              <a:buClrTx/>
              <a:buSzTx/>
              <a:buFont typeface="Wingdings" panose="05000000000000000000" pitchFamily="2" charset="2"/>
              <a:buNone/>
              <a:defRPr/>
            </a:pPr>
            <a:r>
              <a:rPr lang="en-US" altLang="zh-CN" sz="2646" dirty="0" err="1">
                <a:solidFill>
                  <a:prstClr val="white"/>
                </a:solidFill>
                <a:latin typeface="微软雅黑" panose="020B0503020204020204" pitchFamily="34" charset="-122"/>
              </a:rPr>
              <a:t>E→id</a:t>
            </a:r>
            <a:r>
              <a:rPr lang="en-US" altLang="zh-CN" sz="2646" dirty="0">
                <a:solidFill>
                  <a:prstClr val="white"/>
                </a:solidFill>
                <a:latin typeface="微软雅黑" panose="020B0503020204020204" pitchFamily="34" charset="-122"/>
              </a:rPr>
              <a:t>			</a:t>
            </a:r>
            <a:r>
              <a:rPr lang="en-US" altLang="zh-CN" sz="2646" dirty="0" err="1">
                <a:solidFill>
                  <a:prstClr val="white"/>
                </a:solidFill>
                <a:latin typeface="微软雅黑" panose="020B0503020204020204" pitchFamily="34" charset="-122"/>
              </a:rPr>
              <a:t>E.code</a:t>
            </a:r>
            <a:r>
              <a:rPr lang="en-US" altLang="zh-CN" sz="2646" dirty="0">
                <a:solidFill>
                  <a:prstClr val="white"/>
                </a:solidFill>
                <a:latin typeface="微软雅黑" panose="020B0503020204020204" pitchFamily="34" charset="-122"/>
              </a:rPr>
              <a:t> := id</a:t>
            </a:r>
            <a:endParaRPr lang="zh-CN" altLang="en-US" sz="2646" dirty="0">
              <a:solidFill>
                <a:prstClr val="white"/>
              </a:solidFill>
              <a:latin typeface="微软雅黑" panose="020B0503020204020204" pitchFamily="34" charset="-122"/>
            </a:endParaRPr>
          </a:p>
        </p:txBody>
      </p:sp>
      <p:sp>
        <p:nvSpPr>
          <p:cNvPr id="16" name="Rectangle 5"/>
          <p:cNvSpPr>
            <a:spLocks noChangeArrowheads="1"/>
          </p:cNvSpPr>
          <p:nvPr/>
        </p:nvSpPr>
        <p:spPr bwMode="auto">
          <a:xfrm>
            <a:off x="1145795" y="4546108"/>
            <a:ext cx="7754937" cy="1917700"/>
          </a:xfrm>
          <a:prstGeom prst="rect">
            <a:avLst/>
          </a:prstGeom>
          <a:ln>
            <a:noFill/>
          </a:ln>
        </p:spPr>
        <p:style>
          <a:lnRef idx="3">
            <a:schemeClr val="lt1"/>
          </a:lnRef>
          <a:fillRef idx="1">
            <a:schemeClr val="accent1"/>
          </a:fillRef>
          <a:effectRef idx="1">
            <a:schemeClr val="accent1"/>
          </a:effectRef>
          <a:fontRef idx="minor">
            <a:schemeClr val="lt1"/>
          </a:fontRef>
        </p:style>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just" defTabSz="503972" eaLnBrk="1" fontAlgn="auto" hangingPunct="1">
              <a:spcBef>
                <a:spcPts val="496"/>
              </a:spcBef>
              <a:spcAft>
                <a:spcPts val="0"/>
              </a:spcAft>
              <a:buClr>
                <a:srgbClr val="EEECE1"/>
              </a:buClr>
              <a:buFont typeface="Wingdings" panose="05000000000000000000" pitchFamily="2" charset="2"/>
              <a:buNone/>
              <a:defRPr/>
            </a:pPr>
            <a:r>
              <a:rPr lang="zh-CN" altLang="en-US" sz="2646" dirty="0">
                <a:solidFill>
                  <a:prstClr val="white"/>
                </a:solidFill>
              </a:rPr>
              <a:t>产生式		程序段</a:t>
            </a:r>
          </a:p>
          <a:p>
            <a:pPr defTabSz="503972" eaLnBrk="1" fontAlgn="auto" hangingPunct="1">
              <a:spcBef>
                <a:spcPts val="496"/>
              </a:spcBef>
              <a:spcAft>
                <a:spcPts val="0"/>
              </a:spcAft>
              <a:buClr>
                <a:srgbClr val="EEECE1"/>
              </a:buClr>
              <a:buFont typeface="Wingdings" panose="05000000000000000000" pitchFamily="2" charset="2"/>
              <a:buNone/>
              <a:defRPr/>
            </a:pPr>
            <a:r>
              <a:rPr lang="en-US" altLang="zh-CN" sz="2646" dirty="0">
                <a:solidFill>
                  <a:prstClr val="white"/>
                </a:solidFill>
                <a:latin typeface="微软雅黑" panose="020B0503020204020204" pitchFamily="34" charset="-122"/>
              </a:rPr>
              <a:t>E→E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op E</a:t>
            </a:r>
            <a:r>
              <a:rPr lang="en-US" altLang="zh-CN" sz="2646" baseline="-25000" dirty="0">
                <a:solidFill>
                  <a:prstClr val="white"/>
                </a:solidFill>
                <a:latin typeface="微软雅黑" panose="020B0503020204020204" pitchFamily="34" charset="-122"/>
              </a:rPr>
              <a:t>2 </a:t>
            </a:r>
            <a:r>
              <a:rPr lang="en-US" altLang="zh-CN" sz="2646" baseline="30000" dirty="0">
                <a:solidFill>
                  <a:prstClr val="white"/>
                </a:solidFill>
              </a:rPr>
              <a:t>	</a:t>
            </a:r>
            <a:r>
              <a:rPr lang="en-US" altLang="zh-CN" sz="2646" dirty="0">
                <a:solidFill>
                  <a:prstClr val="white"/>
                </a:solidFill>
              </a:rPr>
              <a:t>{ POST[k]:=op; k:=k+1 }</a:t>
            </a:r>
          </a:p>
          <a:p>
            <a:pPr defTabSz="503972" eaLnBrk="1" fontAlgn="auto" hangingPunct="1">
              <a:spcBef>
                <a:spcPts val="496"/>
              </a:spcBef>
              <a:spcAft>
                <a:spcPts val="0"/>
              </a:spcAft>
              <a:buClr>
                <a:srgbClr val="EEECE1"/>
              </a:buClr>
              <a:buFont typeface="Wingdings" panose="05000000000000000000" pitchFamily="2" charset="2"/>
              <a:buNone/>
              <a:defRPr/>
            </a:pPr>
            <a:r>
              <a:rPr lang="en-US" altLang="zh-CN" sz="2646" dirty="0">
                <a:solidFill>
                  <a:prstClr val="white"/>
                </a:solidFill>
                <a:latin typeface="微软雅黑" panose="020B0503020204020204" pitchFamily="34" charset="-122"/>
              </a:rPr>
              <a:t>E→ (E</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 </a:t>
            </a:r>
            <a:r>
              <a:rPr lang="en-US" altLang="zh-CN" sz="2646" dirty="0">
                <a:solidFill>
                  <a:prstClr val="white"/>
                </a:solidFill>
              </a:rPr>
              <a:t>		{ }</a:t>
            </a:r>
          </a:p>
          <a:p>
            <a:pPr defTabSz="503972" eaLnBrk="1" fontAlgn="auto" hangingPunct="1">
              <a:spcBef>
                <a:spcPts val="496"/>
              </a:spcBef>
              <a:spcAft>
                <a:spcPts val="0"/>
              </a:spcAft>
              <a:buClr>
                <a:srgbClr val="EEECE1"/>
              </a:buClr>
              <a:buFont typeface="Wingdings" panose="05000000000000000000" pitchFamily="2" charset="2"/>
              <a:buNone/>
              <a:defRPr/>
            </a:pPr>
            <a:r>
              <a:rPr lang="en-US" altLang="zh-CN" sz="2646" dirty="0" err="1">
                <a:solidFill>
                  <a:prstClr val="white"/>
                </a:solidFill>
              </a:rPr>
              <a:t>E→id</a:t>
            </a:r>
            <a:r>
              <a:rPr lang="en-US" altLang="zh-CN" sz="2646" dirty="0">
                <a:solidFill>
                  <a:prstClr val="white"/>
                </a:solidFill>
              </a:rPr>
              <a:t>			{ POST[k]:=id; k:=k+1 }</a:t>
            </a:r>
          </a:p>
        </p:txBody>
      </p:sp>
      <p:sp>
        <p:nvSpPr>
          <p:cNvPr id="5" name="文本框 4"/>
          <p:cNvSpPr txBox="1"/>
          <p:nvPr/>
        </p:nvSpPr>
        <p:spPr>
          <a:xfrm>
            <a:off x="871040" y="6971808"/>
            <a:ext cx="3640138"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微软雅黑" panose="020B0503020204020204" pitchFamily="34" charset="-122"/>
                <a:ea typeface="微软雅黑" panose="020B0503020204020204" pitchFamily="34" charset="-122"/>
              </a:rPr>
              <a:t>a+b+c</a:t>
            </a:r>
            <a:r>
              <a:rPr lang="zh-CN" altLang="en-US" sz="2646" dirty="0">
                <a:solidFill>
                  <a:prstClr val="black"/>
                </a:solidFill>
                <a:latin typeface="微软雅黑" panose="020B0503020204020204" pitchFamily="34" charset="-122"/>
                <a:ea typeface="微软雅黑" panose="020B0503020204020204" pitchFamily="34" charset="-122"/>
              </a:rPr>
              <a:t>的分析和翻译：</a:t>
            </a:r>
          </a:p>
        </p:txBody>
      </p:sp>
      <p:grpSp>
        <p:nvGrpSpPr>
          <p:cNvPr id="12" name="组合 11"/>
          <p:cNvGrpSpPr>
            <a:grpSpLocks/>
          </p:cNvGrpSpPr>
          <p:nvPr/>
        </p:nvGrpSpPr>
        <p:grpSpPr bwMode="auto">
          <a:xfrm>
            <a:off x="4301628" y="6463808"/>
            <a:ext cx="4481512" cy="1068387"/>
            <a:chOff x="6367156" y="3309612"/>
            <a:chExt cx="5420173" cy="1292909"/>
          </a:xfrm>
        </p:grpSpPr>
        <p:sp>
          <p:nvSpPr>
            <p:cNvPr id="4" name="文本框 3"/>
            <p:cNvSpPr txBox="1">
              <a:spLocks noChangeAspect="1"/>
            </p:cNvSpPr>
            <p:nvPr/>
          </p:nvSpPr>
          <p:spPr>
            <a:xfrm>
              <a:off x="7924279" y="3309612"/>
              <a:ext cx="2968327" cy="603230"/>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1    2    3   4   5</a:t>
              </a:r>
              <a:endParaRPr lang="zh-CN" altLang="en-US" sz="2646" dirty="0">
                <a:solidFill>
                  <a:prstClr val="black"/>
                </a:solidFill>
                <a:latin typeface="Arial" panose="020B0604020202020204"/>
                <a:ea typeface="黑体" panose="02010609060101010101" pitchFamily="49" charset="-122"/>
              </a:endParaRPr>
            </a:p>
          </p:txBody>
        </p:sp>
        <p:grpSp>
          <p:nvGrpSpPr>
            <p:cNvPr id="1140751" name="组合 10"/>
            <p:cNvGrpSpPr>
              <a:grpSpLocks/>
            </p:cNvGrpSpPr>
            <p:nvPr/>
          </p:nvGrpSpPr>
          <p:grpSpPr bwMode="auto">
            <a:xfrm>
              <a:off x="6367156" y="3848612"/>
              <a:ext cx="5420173" cy="753909"/>
              <a:chOff x="6367156" y="3848612"/>
              <a:chExt cx="5420173" cy="753909"/>
            </a:xfrm>
          </p:grpSpPr>
          <p:grpSp>
            <p:nvGrpSpPr>
              <p:cNvPr id="1140752" name="组合 8"/>
              <p:cNvGrpSpPr>
                <a:grpSpLocks/>
              </p:cNvGrpSpPr>
              <p:nvPr/>
            </p:nvGrpSpPr>
            <p:grpSpPr bwMode="auto">
              <a:xfrm>
                <a:off x="7796855" y="3848612"/>
                <a:ext cx="3990474" cy="723900"/>
                <a:chOff x="7796855" y="5020630"/>
                <a:chExt cx="3990474" cy="723900"/>
              </a:xfrm>
            </p:grpSpPr>
            <p:grpSp>
              <p:nvGrpSpPr>
                <p:cNvPr id="1140754" name="Group 10"/>
                <p:cNvGrpSpPr>
                  <a:grpSpLocks noChangeAspect="1"/>
                </p:cNvGrpSpPr>
                <p:nvPr/>
              </p:nvGrpSpPr>
              <p:grpSpPr bwMode="auto">
                <a:xfrm>
                  <a:off x="7797648" y="5020630"/>
                  <a:ext cx="3989681" cy="719138"/>
                  <a:chOff x="1701" y="3612"/>
                  <a:chExt cx="3084" cy="453"/>
                </a:xfrm>
              </p:grpSpPr>
              <p:sp>
                <p:nvSpPr>
                  <p:cNvPr id="20492" name="Line 7"/>
                  <p:cNvSpPr>
                    <a:spLocks noChangeShapeType="1"/>
                  </p:cNvSpPr>
                  <p:nvPr/>
                </p:nvSpPr>
                <p:spPr bwMode="auto">
                  <a:xfrm>
                    <a:off x="1701" y="3615"/>
                    <a:ext cx="3084"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sp>
                <p:nvSpPr>
                  <p:cNvPr id="20493" name="Line 8"/>
                  <p:cNvSpPr>
                    <a:spLocks noChangeShapeType="1"/>
                  </p:cNvSpPr>
                  <p:nvPr/>
                </p:nvSpPr>
                <p:spPr bwMode="auto">
                  <a:xfrm>
                    <a:off x="1701" y="4060"/>
                    <a:ext cx="3084" cy="5"/>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sp>
                <p:nvSpPr>
                  <p:cNvPr id="20494" name="Line 9"/>
                  <p:cNvSpPr>
                    <a:spLocks noChangeShapeType="1"/>
                  </p:cNvSpPr>
                  <p:nvPr/>
                </p:nvSpPr>
                <p:spPr bwMode="auto">
                  <a:xfrm>
                    <a:off x="1701" y="3615"/>
                    <a:ext cx="0" cy="45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grpSp>
            <p:sp>
              <p:nvSpPr>
                <p:cNvPr id="19" name="Rectangle 11"/>
                <p:cNvSpPr>
                  <a:spLocks noChangeArrowheads="1"/>
                </p:cNvSpPr>
                <p:nvPr/>
              </p:nvSpPr>
              <p:spPr bwMode="auto">
                <a:xfrm>
                  <a:off x="7797559" y="5025305"/>
                  <a:ext cx="637442" cy="71849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dirty="0">
                    <a:solidFill>
                      <a:prstClr val="black"/>
                    </a:solidFill>
                    <a:ea typeface="宋体" panose="02010600030101010101" pitchFamily="2" charset="-122"/>
                  </a:endParaRPr>
                </a:p>
              </p:txBody>
            </p:sp>
            <p:sp>
              <p:nvSpPr>
                <p:cNvPr id="20" name="Rectangle 12"/>
                <p:cNvSpPr>
                  <a:spLocks noChangeArrowheads="1"/>
                </p:cNvSpPr>
                <p:nvPr/>
              </p:nvSpPr>
              <p:spPr bwMode="auto">
                <a:xfrm>
                  <a:off x="8438841" y="5025305"/>
                  <a:ext cx="639362" cy="71849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dirty="0">
                    <a:solidFill>
                      <a:prstClr val="black"/>
                    </a:solidFill>
                    <a:ea typeface="宋体" panose="02010600030101010101" pitchFamily="2" charset="-122"/>
                  </a:endParaRPr>
                </a:p>
              </p:txBody>
            </p:sp>
            <p:sp>
              <p:nvSpPr>
                <p:cNvPr id="21" name="Rectangle 13"/>
                <p:cNvSpPr>
                  <a:spLocks noChangeArrowheads="1"/>
                </p:cNvSpPr>
                <p:nvPr/>
              </p:nvSpPr>
              <p:spPr bwMode="auto">
                <a:xfrm>
                  <a:off x="9080122" y="5025305"/>
                  <a:ext cx="637442" cy="71849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dirty="0">
                    <a:solidFill>
                      <a:prstClr val="black"/>
                    </a:solidFill>
                    <a:ea typeface="宋体" panose="02010600030101010101" pitchFamily="2" charset="-122"/>
                  </a:endParaRPr>
                </a:p>
              </p:txBody>
            </p:sp>
            <p:sp>
              <p:nvSpPr>
                <p:cNvPr id="22" name="Rectangle 14"/>
                <p:cNvSpPr>
                  <a:spLocks noChangeArrowheads="1"/>
                </p:cNvSpPr>
                <p:nvPr/>
              </p:nvSpPr>
              <p:spPr bwMode="auto">
                <a:xfrm>
                  <a:off x="9715644" y="5025305"/>
                  <a:ext cx="639361" cy="71849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dirty="0">
                    <a:solidFill>
                      <a:prstClr val="black"/>
                    </a:solidFill>
                    <a:ea typeface="宋体" panose="02010600030101010101" pitchFamily="2" charset="-122"/>
                  </a:endParaRPr>
                </a:p>
              </p:txBody>
            </p:sp>
            <p:sp>
              <p:nvSpPr>
                <p:cNvPr id="23" name="Rectangle 15"/>
                <p:cNvSpPr>
                  <a:spLocks noChangeArrowheads="1"/>
                </p:cNvSpPr>
                <p:nvPr/>
              </p:nvSpPr>
              <p:spPr bwMode="auto">
                <a:xfrm>
                  <a:off x="10351165" y="5025305"/>
                  <a:ext cx="637442" cy="71849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dirty="0">
                    <a:solidFill>
                      <a:prstClr val="black"/>
                    </a:solidFill>
                    <a:ea typeface="宋体" panose="02010600030101010101" pitchFamily="2" charset="-122"/>
                  </a:endParaRPr>
                </a:p>
              </p:txBody>
            </p:sp>
          </p:grpSp>
          <p:sp>
            <p:nvSpPr>
              <p:cNvPr id="10" name="文本框 9"/>
              <p:cNvSpPr txBox="1"/>
              <p:nvPr/>
            </p:nvSpPr>
            <p:spPr>
              <a:xfrm>
                <a:off x="6367156" y="3999291"/>
                <a:ext cx="1340163" cy="603230"/>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POST</a:t>
                </a:r>
                <a:endParaRPr lang="zh-CN" altLang="en-US" sz="2646" dirty="0">
                  <a:solidFill>
                    <a:prstClr val="black"/>
                  </a:solidFill>
                  <a:latin typeface="Arial" panose="020B0604020202020204"/>
                  <a:ea typeface="黑体" panose="02010609060101010101" pitchFamily="49" charset="-122"/>
                </a:endParaRPr>
              </a:p>
            </p:txBody>
          </p:sp>
        </p:grpSp>
      </p:grpSp>
      <p:sp>
        <p:nvSpPr>
          <p:cNvPr id="2" name="灯片编号占位符 1">
            <a:extLst>
              <a:ext uri="{FF2B5EF4-FFF2-40B4-BE49-F238E27FC236}">
                <a16:creationId xmlns:a16="http://schemas.microsoft.com/office/drawing/2014/main" id="{B3530DC1-2147-0749-67D7-41DC3C9B9BB0}"/>
              </a:ext>
            </a:extLst>
          </p:cNvPr>
          <p:cNvSpPr>
            <a:spLocks noGrp="1"/>
          </p:cNvSpPr>
          <p:nvPr>
            <p:ph type="sldNum" sz="quarter" idx="12"/>
          </p:nvPr>
        </p:nvSpPr>
        <p:spPr/>
        <p:txBody>
          <a:bodyPr/>
          <a:lstStyle/>
          <a:p>
            <a:pPr>
              <a:defRPr/>
            </a:pPr>
            <a:fld id="{94A1F03E-56BE-4778-ACFC-02E1DFC8FC75}" type="slidenum">
              <a:rPr lang="en-US" smtClean="0"/>
              <a:pPr>
                <a:defRPr/>
              </a:pPr>
              <a:t>35</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0" end="0"/>
                                            </p:txEl>
                                          </p:spTgt>
                                        </p:tgtEl>
                                        <p:attrNameLst>
                                          <p:attrName>style.visibility</p:attrName>
                                        </p:attrNameLst>
                                      </p:cBhvr>
                                      <p:to>
                                        <p:strVal val="visible"/>
                                      </p:to>
                                    </p:set>
                                    <p:animEffect transition="in" filter="wipe(left)">
                                      <p:cBhvr>
                                        <p:cTn id="12" dur="500"/>
                                        <p:tgtEl>
                                          <p:spTgt spid="2457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87"/>
                                        </p:tgtEl>
                                        <p:attrNameLst>
                                          <p:attrName>style.visibility</p:attrName>
                                        </p:attrNameLst>
                                      </p:cBhvr>
                                      <p:to>
                                        <p:strVal val="visible"/>
                                      </p:to>
                                    </p:set>
                                    <p:animEffect transition="in" filter="wipe(left)">
                                      <p:cBhvr>
                                        <p:cTn id="32" dur="500"/>
                                        <p:tgtEl>
                                          <p:spTgt spid="245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88"/>
                                        </p:tgtEl>
                                        <p:attrNameLst>
                                          <p:attrName>style.visibility</p:attrName>
                                        </p:attrNameLst>
                                      </p:cBhvr>
                                      <p:to>
                                        <p:strVal val="visible"/>
                                      </p:to>
                                    </p:set>
                                    <p:animEffect transition="in" filter="wipe(left)">
                                      <p:cBhvr>
                                        <p:cTn id="37" dur="500"/>
                                        <p:tgtEl>
                                          <p:spTgt spid="245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589"/>
                                        </p:tgtEl>
                                        <p:attrNameLst>
                                          <p:attrName>style.visibility</p:attrName>
                                        </p:attrNameLst>
                                      </p:cBhvr>
                                      <p:to>
                                        <p:strVal val="visible"/>
                                      </p:to>
                                    </p:set>
                                    <p:animEffect transition="in" filter="wipe(left)">
                                      <p:cBhvr>
                                        <p:cTn id="42" dur="500"/>
                                        <p:tgtEl>
                                          <p:spTgt spid="245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590"/>
                                        </p:tgtEl>
                                        <p:attrNameLst>
                                          <p:attrName>style.visibility</p:attrName>
                                        </p:attrNameLst>
                                      </p:cBhvr>
                                      <p:to>
                                        <p:strVal val="visible"/>
                                      </p:to>
                                    </p:set>
                                    <p:animEffect transition="in" filter="wipe(left)">
                                      <p:cBhvr>
                                        <p:cTn id="47" dur="500"/>
                                        <p:tgtEl>
                                          <p:spTgt spid="245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591"/>
                                        </p:tgtEl>
                                        <p:attrNameLst>
                                          <p:attrName>style.visibility</p:attrName>
                                        </p:attrNameLst>
                                      </p:cBhvr>
                                      <p:to>
                                        <p:strVal val="visible"/>
                                      </p:to>
                                    </p:set>
                                    <p:animEffect transition="in" filter="wipe(left)">
                                      <p:cBhvr>
                                        <p:cTn id="52" dur="500"/>
                                        <p:tgtEl>
                                          <p:spTgt spid="2459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92"/>
                                        </p:tgtEl>
                                        <p:attrNameLst>
                                          <p:attrName>style.visibility</p:attrName>
                                        </p:attrNameLst>
                                      </p:cBhvr>
                                      <p:to>
                                        <p:strVal val="visible"/>
                                      </p:to>
                                    </p:set>
                                    <p:animEffect transition="in" filter="wipe(left)">
                                      <p:cBhvr>
                                        <p:cTn id="57" dur="500"/>
                                        <p:tgtEl>
                                          <p:spTgt spid="24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24587" grpId="0" animBg="1"/>
      <p:bldP spid="24588" grpId="0" animBg="1"/>
      <p:bldP spid="24589" grpId="0" animBg="1"/>
      <p:bldP spid="24590" grpId="0" animBg="1"/>
      <p:bldP spid="24591" grpId="0" animBg="1"/>
      <p:bldP spid="24592" grpId="0"/>
      <p:bldP spid="15" grpId="0" animBg="1"/>
      <p:bldP spid="16" grpId="0" animBg="1"/>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p:txBody>
          <a:bodyPr/>
          <a:lstStyle/>
          <a:p>
            <a:pPr eaLnBrk="1" hangingPunct="1"/>
            <a:r>
              <a:rPr lang="zh-CN" altLang="en-US" dirty="0"/>
              <a:t>图表示法</a:t>
            </a:r>
          </a:p>
        </p:txBody>
      </p:sp>
      <p:sp>
        <p:nvSpPr>
          <p:cNvPr id="109573" name="Rectangle 5"/>
          <p:cNvSpPr>
            <a:spLocks noGrp="1" noChangeArrowheads="1"/>
          </p:cNvSpPr>
          <p:nvPr>
            <p:ph idx="1"/>
          </p:nvPr>
        </p:nvSpPr>
        <p:spPr/>
        <p:txBody>
          <a:bodyPr/>
          <a:lstStyle/>
          <a:p>
            <a:r>
              <a:rPr lang="zh-CN" altLang="zh-CN" dirty="0"/>
              <a:t>有向无环图</a:t>
            </a:r>
            <a:r>
              <a:rPr lang="en-US" altLang="zh-CN" dirty="0"/>
              <a:t>(DAG)</a:t>
            </a:r>
          </a:p>
          <a:p>
            <a:r>
              <a:rPr lang="zh-CN" altLang="en-US" dirty="0"/>
              <a:t>抽象语法树</a:t>
            </a:r>
            <a:r>
              <a:rPr lang="en-US" altLang="zh-CN" dirty="0"/>
              <a:t>(AST)</a:t>
            </a:r>
            <a:endParaRPr lang="zh-CN" altLang="en-US" dirty="0"/>
          </a:p>
          <a:p>
            <a:endParaRPr lang="zh-CN" altLang="en-US" dirty="0"/>
          </a:p>
        </p:txBody>
      </p:sp>
      <p:sp>
        <p:nvSpPr>
          <p:cNvPr id="4" name="文本框 3"/>
          <p:cNvSpPr txBox="1"/>
          <p:nvPr/>
        </p:nvSpPr>
        <p:spPr>
          <a:xfrm>
            <a:off x="7056225" y="944959"/>
            <a:ext cx="3023870" cy="5669756"/>
          </a:xfrm>
          <a:prstGeom prst="rect">
            <a:avLst/>
          </a:prstGeom>
          <a:noFill/>
        </p:spPr>
        <p:txBody>
          <a:bodyPr wrap="square" rtlCol="0">
            <a:noAutofit/>
          </a:bodyPr>
          <a:lstStyle/>
          <a:p>
            <a:endParaRPr lang="zh-CN" altLang="en-US" sz="2976" dirty="0">
              <a:solidFill>
                <a:srgbClr val="FF0000"/>
              </a:solidFill>
            </a:endParaRPr>
          </a:p>
        </p:txBody>
      </p:sp>
      <p:sp>
        <p:nvSpPr>
          <p:cNvPr id="2" name="灯片编号占位符 1">
            <a:extLst>
              <a:ext uri="{FF2B5EF4-FFF2-40B4-BE49-F238E27FC236}">
                <a16:creationId xmlns:a16="http://schemas.microsoft.com/office/drawing/2014/main" id="{F21233F5-1D66-18E3-1428-F1D673E5DEF7}"/>
              </a:ext>
            </a:extLst>
          </p:cNvPr>
          <p:cNvSpPr>
            <a:spLocks noGrp="1"/>
          </p:cNvSpPr>
          <p:nvPr>
            <p:ph type="sldNum" sz="quarter" idx="12"/>
          </p:nvPr>
        </p:nvSpPr>
        <p:spPr/>
        <p:txBody>
          <a:bodyPr/>
          <a:lstStyle/>
          <a:p>
            <a:pPr>
              <a:defRPr/>
            </a:pPr>
            <a:fld id="{94A1F03E-56BE-4778-ACFC-02E1DFC8FC75}" type="slidenum">
              <a:rPr lang="en-US" smtClean="0"/>
              <a:pPr>
                <a:defRPr/>
              </a:pPr>
              <a:t>36</a:t>
            </a:fld>
            <a:endParaRPr lang="en-US" dirty="0"/>
          </a:p>
        </p:txBody>
      </p:sp>
    </p:spTree>
    <p:extLst>
      <p:ext uri="{BB962C8B-B14F-4D97-AF65-F5344CB8AC3E}">
        <p14:creationId xmlns:p14="http://schemas.microsoft.com/office/powerpoint/2010/main" val="98684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3">
                                            <p:txEl>
                                              <p:pRg st="0" end="0"/>
                                            </p:txEl>
                                          </p:spTgt>
                                        </p:tgtEl>
                                        <p:attrNameLst>
                                          <p:attrName>style.visibility</p:attrName>
                                        </p:attrNameLst>
                                      </p:cBhvr>
                                      <p:to>
                                        <p:strVal val="visible"/>
                                      </p:to>
                                    </p:set>
                                    <p:animEffect transition="in" filter="wipe(left)">
                                      <p:cBhvr>
                                        <p:cTn id="7" dur="500"/>
                                        <p:tgtEl>
                                          <p:spTgt spid="1095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3">
                                            <p:txEl>
                                              <p:pRg st="1" end="1"/>
                                            </p:txEl>
                                          </p:spTgt>
                                        </p:tgtEl>
                                        <p:attrNameLst>
                                          <p:attrName>style.visibility</p:attrName>
                                        </p:attrNameLst>
                                      </p:cBhvr>
                                      <p:to>
                                        <p:strVal val="visible"/>
                                      </p:to>
                                    </p:set>
                                    <p:animEffect transition="in" filter="wipe(left)">
                                      <p:cBhvr>
                                        <p:cTn id="12" dur="500"/>
                                        <p:tgtEl>
                                          <p:spTgt spid="1095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p:txBody>
          <a:bodyPr/>
          <a:lstStyle/>
          <a:p>
            <a:pPr defTabSz="503972" fontAlgn="auto">
              <a:spcAft>
                <a:spcPts val="0"/>
              </a:spcAft>
              <a:defRPr/>
            </a:pPr>
            <a:r>
              <a:rPr lang="zh-CN" altLang="zh-CN" dirty="0"/>
              <a:t>有向无环图</a:t>
            </a:r>
            <a:r>
              <a:rPr lang="zh-CN" altLang="en-US" dirty="0"/>
              <a:t>(</a:t>
            </a:r>
            <a:r>
              <a:rPr lang="en-US" altLang="zh-CN" dirty="0"/>
              <a:t>DAG)</a:t>
            </a:r>
            <a:endParaRPr lang="zh-CN" altLang="en-US" dirty="0"/>
          </a:p>
        </p:txBody>
      </p:sp>
      <p:sp>
        <p:nvSpPr>
          <p:cNvPr id="199685" name="Rectangle 5"/>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zh-CN" sz="3086" dirty="0">
                <a:solidFill>
                  <a:schemeClr val="tx1">
                    <a:lumMod val="75000"/>
                    <a:lumOff val="25000"/>
                  </a:schemeClr>
                </a:solidFill>
              </a:rPr>
              <a:t>有向无环图</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Directed Acyclic Graph，</a:t>
            </a:r>
            <a:r>
              <a:rPr lang="zh-CN" altLang="en-US" sz="3086" dirty="0">
                <a:solidFill>
                  <a:schemeClr val="tx1">
                    <a:lumMod val="75000"/>
                    <a:lumOff val="25000"/>
                  </a:schemeClr>
                </a:solidFill>
              </a:rPr>
              <a:t>简称</a:t>
            </a:r>
            <a:r>
              <a:rPr lang="en-US" altLang="zh-CN" sz="3086" dirty="0">
                <a:solidFill>
                  <a:schemeClr val="tx1">
                    <a:lumMod val="75000"/>
                    <a:lumOff val="25000"/>
                  </a:schemeClr>
                </a:solidFill>
              </a:rPr>
              <a:t>DAG)</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对表达式中的每个子表达式，</a:t>
            </a:r>
            <a:r>
              <a:rPr lang="en-US" altLang="zh-CN" sz="2646" dirty="0">
                <a:solidFill>
                  <a:schemeClr val="tx1">
                    <a:lumMod val="75000"/>
                    <a:lumOff val="25000"/>
                  </a:schemeClr>
                </a:solidFill>
              </a:rPr>
              <a:t>DAG</a:t>
            </a:r>
            <a:r>
              <a:rPr lang="zh-CN" altLang="en-US" sz="2646" dirty="0">
                <a:solidFill>
                  <a:schemeClr val="tx1">
                    <a:lumMod val="75000"/>
                    <a:lumOff val="25000"/>
                  </a:schemeClr>
                </a:solidFill>
              </a:rPr>
              <a:t>中都有一个结点</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一个</a:t>
            </a:r>
            <a:r>
              <a:rPr lang="zh-CN" altLang="en-US" sz="2646" dirty="0">
                <a:solidFill>
                  <a:srgbClr val="CC0000"/>
                </a:solidFill>
              </a:rPr>
              <a:t>内部结点</a:t>
            </a:r>
            <a:r>
              <a:rPr lang="zh-CN" altLang="en-US" sz="2646" dirty="0">
                <a:solidFill>
                  <a:schemeClr val="tx1">
                    <a:lumMod val="75000"/>
                    <a:lumOff val="25000"/>
                  </a:schemeClr>
                </a:solidFill>
              </a:rPr>
              <a:t>代表一个</a:t>
            </a:r>
            <a:r>
              <a:rPr lang="zh-CN" altLang="en-US" sz="2646" dirty="0">
                <a:solidFill>
                  <a:srgbClr val="CC0000"/>
                </a:solidFill>
              </a:rPr>
              <a:t>操作符</a:t>
            </a:r>
            <a:r>
              <a:rPr lang="zh-CN" altLang="en-US" sz="2646" dirty="0">
                <a:solidFill>
                  <a:schemeClr val="tx1">
                    <a:lumMod val="75000"/>
                    <a:lumOff val="25000"/>
                  </a:schemeClr>
                </a:solidFill>
              </a:rPr>
              <a:t>，它的孩子代表操作数</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在一个</a:t>
            </a:r>
            <a:r>
              <a:rPr lang="en-US" altLang="zh-CN" sz="2646" dirty="0">
                <a:solidFill>
                  <a:schemeClr val="tx1">
                    <a:lumMod val="75000"/>
                    <a:lumOff val="25000"/>
                  </a:schemeClr>
                </a:solidFill>
              </a:rPr>
              <a:t>DAG</a:t>
            </a:r>
            <a:r>
              <a:rPr lang="zh-CN" altLang="en-US" sz="2646" dirty="0">
                <a:solidFill>
                  <a:schemeClr val="tx1">
                    <a:lumMod val="75000"/>
                    <a:lumOff val="25000"/>
                  </a:schemeClr>
                </a:solidFill>
              </a:rPr>
              <a:t>中代表公共子表达式的结点具有多个父结点</a:t>
            </a:r>
          </a:p>
        </p:txBody>
      </p:sp>
      <p:sp>
        <p:nvSpPr>
          <p:cNvPr id="2" name="灯片编号占位符 1">
            <a:extLst>
              <a:ext uri="{FF2B5EF4-FFF2-40B4-BE49-F238E27FC236}">
                <a16:creationId xmlns:a16="http://schemas.microsoft.com/office/drawing/2014/main" id="{9EF33F99-487C-BE86-782D-83F009ECBDA3}"/>
              </a:ext>
            </a:extLst>
          </p:cNvPr>
          <p:cNvSpPr>
            <a:spLocks noGrp="1"/>
          </p:cNvSpPr>
          <p:nvPr>
            <p:ph type="sldNum" sz="quarter" idx="12"/>
          </p:nvPr>
        </p:nvSpPr>
        <p:spPr/>
        <p:txBody>
          <a:bodyPr/>
          <a:lstStyle/>
          <a:p>
            <a:pPr>
              <a:defRPr/>
            </a:pPr>
            <a:fld id="{94A1F03E-56BE-4778-ACFC-02E1DFC8FC75}" type="slidenum">
              <a:rPr lang="en-US" smtClean="0"/>
              <a:pPr>
                <a:defRPr/>
              </a:pPr>
              <a:t>37</a:t>
            </a:fld>
            <a:endParaRPr lang="en-US" dirty="0"/>
          </a:p>
        </p:txBody>
      </p:sp>
    </p:spTree>
    <p:extLst>
      <p:ext uri="{BB962C8B-B14F-4D97-AF65-F5344CB8AC3E}">
        <p14:creationId xmlns:p14="http://schemas.microsoft.com/office/powerpoint/2010/main" val="4028840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Effect transition="in" filter="wipe(left)">
                                      <p:cBhvr>
                                        <p:cTn id="7" dur="500"/>
                                        <p:tgtEl>
                                          <p:spTgt spid="1996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5">
                                            <p:txEl>
                                              <p:pRg st="1" end="1"/>
                                            </p:txEl>
                                          </p:spTgt>
                                        </p:tgtEl>
                                        <p:attrNameLst>
                                          <p:attrName>style.visibility</p:attrName>
                                        </p:attrNameLst>
                                      </p:cBhvr>
                                      <p:to>
                                        <p:strVal val="visible"/>
                                      </p:to>
                                    </p:set>
                                    <p:animEffect transition="in" filter="wipe(left)">
                                      <p:cBhvr>
                                        <p:cTn id="12" dur="500"/>
                                        <p:tgtEl>
                                          <p:spTgt spid="19968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685">
                                            <p:txEl>
                                              <p:pRg st="2" end="2"/>
                                            </p:txEl>
                                          </p:spTgt>
                                        </p:tgtEl>
                                        <p:attrNameLst>
                                          <p:attrName>style.visibility</p:attrName>
                                        </p:attrNameLst>
                                      </p:cBhvr>
                                      <p:to>
                                        <p:strVal val="visible"/>
                                      </p:to>
                                    </p:set>
                                    <p:animEffect transition="in" filter="wipe(left)">
                                      <p:cBhvr>
                                        <p:cTn id="17" dur="500"/>
                                        <p:tgtEl>
                                          <p:spTgt spid="19968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85">
                                            <p:txEl>
                                              <p:pRg st="3" end="3"/>
                                            </p:txEl>
                                          </p:spTgt>
                                        </p:tgtEl>
                                        <p:attrNameLst>
                                          <p:attrName>style.visibility</p:attrName>
                                        </p:attrNameLst>
                                      </p:cBhvr>
                                      <p:to>
                                        <p:strVal val="visible"/>
                                      </p:to>
                                    </p:set>
                                    <p:animEffect transition="in" filter="wipe(left)">
                                      <p:cBhvr>
                                        <p:cTn id="22" dur="500"/>
                                        <p:tgtEl>
                                          <p:spTgt spid="1996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抽象语法树 </a:t>
            </a:r>
          </a:p>
        </p:txBody>
      </p:sp>
      <p:sp>
        <p:nvSpPr>
          <p:cNvPr id="12493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rgbClr val="CC0000"/>
                </a:solidFill>
              </a:rPr>
              <a:t>抽象语法树</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Abstract Syntax Tree</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AST)</a:t>
            </a:r>
            <a:r>
              <a:rPr lang="zh-CN" altLang="en-US" sz="3086" dirty="0">
                <a:solidFill>
                  <a:schemeClr val="tx1">
                    <a:lumMod val="75000"/>
                    <a:lumOff val="25000"/>
                  </a:schemeClr>
                </a:solidFill>
              </a:rPr>
              <a:t>，在语法树中去掉那些对翻译不必要的信息，从而获得更有效的源程序中间表示</a:t>
            </a:r>
          </a:p>
        </p:txBody>
      </p:sp>
      <p:grpSp>
        <p:nvGrpSpPr>
          <p:cNvPr id="24" name="Group 11"/>
          <p:cNvGrpSpPr>
            <a:grpSpLocks/>
          </p:cNvGrpSpPr>
          <p:nvPr/>
        </p:nvGrpSpPr>
        <p:grpSpPr bwMode="auto">
          <a:xfrm>
            <a:off x="4902200" y="4732338"/>
            <a:ext cx="4872038" cy="2100262"/>
            <a:chOff x="1440" y="3024"/>
            <a:chExt cx="2784" cy="1200"/>
          </a:xfrm>
        </p:grpSpPr>
        <p:sp>
          <p:nvSpPr>
            <p:cNvPr id="1142801" name="Line 4"/>
            <p:cNvSpPr>
              <a:spLocks noChangeShapeType="1"/>
            </p:cNvSpPr>
            <p:nvPr/>
          </p:nvSpPr>
          <p:spPr bwMode="auto">
            <a:xfrm flipH="1">
              <a:off x="1728" y="3360"/>
              <a:ext cx="1008" cy="48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2802" name="Line 5"/>
            <p:cNvSpPr>
              <a:spLocks noChangeShapeType="1"/>
            </p:cNvSpPr>
            <p:nvPr/>
          </p:nvSpPr>
          <p:spPr bwMode="auto">
            <a:xfrm>
              <a:off x="2784" y="3408"/>
              <a:ext cx="0" cy="48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2803" name="Line 6"/>
            <p:cNvSpPr>
              <a:spLocks noChangeShapeType="1"/>
            </p:cNvSpPr>
            <p:nvPr/>
          </p:nvSpPr>
          <p:spPr bwMode="auto">
            <a:xfrm>
              <a:off x="2832" y="3371"/>
              <a:ext cx="1056" cy="469"/>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7"/>
            <p:cNvSpPr>
              <a:spLocks noChangeArrowheads="1"/>
            </p:cNvSpPr>
            <p:nvPr/>
          </p:nvSpPr>
          <p:spPr bwMode="auto">
            <a:xfrm>
              <a:off x="1440" y="388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B</a:t>
              </a:r>
            </a:p>
          </p:txBody>
        </p:sp>
        <p:sp>
          <p:nvSpPr>
            <p:cNvPr id="29" name="Rectangle 8"/>
            <p:cNvSpPr>
              <a:spLocks noChangeArrowheads="1"/>
            </p:cNvSpPr>
            <p:nvPr/>
          </p:nvSpPr>
          <p:spPr bwMode="auto">
            <a:xfrm>
              <a:off x="2480" y="3888"/>
              <a:ext cx="6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S</a:t>
              </a:r>
              <a:r>
                <a:rPr lang="en-US" altLang="zh-CN" sz="3086" baseline="-30000" dirty="0">
                  <a:solidFill>
                    <a:prstClr val="black"/>
                  </a:solidFill>
                  <a:latin typeface="微软雅黑" panose="020B0503020204020204" pitchFamily="34" charset="-122"/>
                </a:rPr>
                <a:t>1</a:t>
              </a:r>
            </a:p>
          </p:txBody>
        </p:sp>
        <p:sp>
          <p:nvSpPr>
            <p:cNvPr id="30" name="Rectangle 9"/>
            <p:cNvSpPr>
              <a:spLocks noChangeArrowheads="1"/>
            </p:cNvSpPr>
            <p:nvPr/>
          </p:nvSpPr>
          <p:spPr bwMode="auto">
            <a:xfrm>
              <a:off x="3728" y="3888"/>
              <a:ext cx="4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black"/>
                  </a:solidFill>
                  <a:latin typeface="微软雅黑" panose="020B0503020204020204" pitchFamily="34" charset="-122"/>
                </a:rPr>
                <a:t>S</a:t>
              </a:r>
              <a:r>
                <a:rPr lang="en-US" altLang="zh-CN" sz="3086" baseline="-30000" dirty="0">
                  <a:solidFill>
                    <a:prstClr val="black"/>
                  </a:solidFill>
                  <a:latin typeface="微软雅黑" panose="020B0503020204020204" pitchFamily="34" charset="-122"/>
                </a:rPr>
                <a:t>2</a:t>
              </a:r>
            </a:p>
          </p:txBody>
        </p:sp>
        <p:sp>
          <p:nvSpPr>
            <p:cNvPr id="31" name="Rectangle 10"/>
            <p:cNvSpPr>
              <a:spLocks noChangeArrowheads="1"/>
            </p:cNvSpPr>
            <p:nvPr/>
          </p:nvSpPr>
          <p:spPr bwMode="auto">
            <a:xfrm>
              <a:off x="2112" y="3024"/>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err="1">
                  <a:solidFill>
                    <a:prstClr val="black"/>
                  </a:solidFill>
                  <a:latin typeface="微软雅黑" panose="020B0503020204020204" pitchFamily="34" charset="-122"/>
                </a:rPr>
                <a:t>if_then_else</a:t>
              </a:r>
              <a:endParaRPr lang="en-US" altLang="zh-CN" sz="3086" baseline="-30000" dirty="0">
                <a:solidFill>
                  <a:prstClr val="black"/>
                </a:solidFill>
                <a:latin typeface="微软雅黑" panose="020B0503020204020204" pitchFamily="34" charset="-122"/>
              </a:endParaRPr>
            </a:p>
          </p:txBody>
        </p:sp>
      </p:grpSp>
      <p:sp>
        <p:nvSpPr>
          <p:cNvPr id="32" name="Text Box 12"/>
          <p:cNvSpPr txBox="1">
            <a:spLocks noChangeArrowheads="1"/>
          </p:cNvSpPr>
          <p:nvPr/>
        </p:nvSpPr>
        <p:spPr bwMode="auto">
          <a:xfrm>
            <a:off x="5443538" y="3922713"/>
            <a:ext cx="420846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SzTx/>
              <a:buFont typeface="Wingdings" panose="05000000000000000000" pitchFamily="2" charset="2"/>
              <a:buNone/>
              <a:defRPr/>
            </a:pPr>
            <a:r>
              <a:rPr lang="en-US" altLang="zh-CN" sz="3086" dirty="0">
                <a:solidFill>
                  <a:prstClr val="black"/>
                </a:solidFill>
                <a:latin typeface="微软雅黑" panose="020B0503020204020204" pitchFamily="34" charset="-122"/>
              </a:rPr>
              <a:t>if  B  then  S</a:t>
            </a:r>
            <a:r>
              <a:rPr lang="en-US" altLang="zh-CN" sz="3086" baseline="-30000" dirty="0">
                <a:solidFill>
                  <a:prstClr val="black"/>
                </a:solidFill>
                <a:latin typeface="微软雅黑" panose="020B0503020204020204" pitchFamily="34" charset="-122"/>
              </a:rPr>
              <a:t>1</a:t>
            </a:r>
            <a:r>
              <a:rPr lang="en-US" altLang="zh-CN" sz="3086" dirty="0">
                <a:solidFill>
                  <a:prstClr val="black"/>
                </a:solidFill>
                <a:latin typeface="微软雅黑" panose="020B0503020204020204" pitchFamily="34" charset="-122"/>
              </a:rPr>
              <a:t>  else  S</a:t>
            </a:r>
            <a:r>
              <a:rPr lang="en-US" altLang="zh-CN" sz="3086" baseline="-30000" dirty="0">
                <a:solidFill>
                  <a:prstClr val="black"/>
                </a:solidFill>
                <a:latin typeface="微软雅黑" panose="020B0503020204020204" pitchFamily="34" charset="-122"/>
              </a:rPr>
              <a:t>2</a:t>
            </a:r>
          </a:p>
        </p:txBody>
      </p:sp>
      <p:sp>
        <p:nvSpPr>
          <p:cNvPr id="33" name="Text Box 13"/>
          <p:cNvSpPr txBox="1">
            <a:spLocks noChangeArrowheads="1"/>
          </p:cNvSpPr>
          <p:nvPr/>
        </p:nvSpPr>
        <p:spPr bwMode="auto">
          <a:xfrm>
            <a:off x="1555750" y="3919538"/>
            <a:ext cx="14382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Font typeface="Wingdings" panose="05000000000000000000" pitchFamily="2" charset="2"/>
              <a:buNone/>
              <a:defRPr/>
            </a:pPr>
            <a:r>
              <a:rPr kumimoji="1" lang="zh-CN" altLang="en-US" sz="2205"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3*5+4</a:t>
            </a:r>
            <a:endParaRPr lang="en-US" altLang="zh-CN" sz="3086" baseline="-30000" dirty="0">
              <a:solidFill>
                <a:prstClr val="black"/>
              </a:solidFill>
              <a:latin typeface="微软雅黑" panose="020B0503020204020204" pitchFamily="34" charset="-122"/>
            </a:endParaRPr>
          </a:p>
        </p:txBody>
      </p:sp>
      <p:grpSp>
        <p:nvGrpSpPr>
          <p:cNvPr id="34" name="Group 24"/>
          <p:cNvGrpSpPr>
            <a:grpSpLocks/>
          </p:cNvGrpSpPr>
          <p:nvPr/>
        </p:nvGrpSpPr>
        <p:grpSpPr bwMode="auto">
          <a:xfrm>
            <a:off x="160338" y="4448175"/>
            <a:ext cx="4284662" cy="2520950"/>
            <a:chOff x="3072" y="2592"/>
            <a:chExt cx="2448" cy="1440"/>
          </a:xfrm>
        </p:grpSpPr>
        <p:sp>
          <p:nvSpPr>
            <p:cNvPr id="1142792" name="Line 15"/>
            <p:cNvSpPr>
              <a:spLocks noChangeShapeType="1"/>
            </p:cNvSpPr>
            <p:nvPr/>
          </p:nvSpPr>
          <p:spPr bwMode="auto">
            <a:xfrm flipH="1">
              <a:off x="3936" y="2928"/>
              <a:ext cx="480"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2793" name="Line 16"/>
            <p:cNvSpPr>
              <a:spLocks noChangeShapeType="1"/>
            </p:cNvSpPr>
            <p:nvPr/>
          </p:nvSpPr>
          <p:spPr bwMode="auto">
            <a:xfrm flipH="1">
              <a:off x="3408" y="3408"/>
              <a:ext cx="432"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2794" name="Line 17"/>
            <p:cNvSpPr>
              <a:spLocks noChangeShapeType="1"/>
            </p:cNvSpPr>
            <p:nvPr/>
          </p:nvSpPr>
          <p:spPr bwMode="auto">
            <a:xfrm>
              <a:off x="4608" y="2928"/>
              <a:ext cx="480" cy="28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Rectangle 18"/>
            <p:cNvSpPr>
              <a:spLocks noChangeArrowheads="1"/>
            </p:cNvSpPr>
            <p:nvPr/>
          </p:nvSpPr>
          <p:spPr bwMode="auto">
            <a:xfrm>
              <a:off x="3552" y="321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a:t>
              </a:r>
            </a:p>
          </p:txBody>
        </p:sp>
        <p:sp>
          <p:nvSpPr>
            <p:cNvPr id="39" name="Rectangle 19"/>
            <p:cNvSpPr>
              <a:spLocks noChangeArrowheads="1"/>
            </p:cNvSpPr>
            <p:nvPr/>
          </p:nvSpPr>
          <p:spPr bwMode="auto">
            <a:xfrm>
              <a:off x="4080" y="369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5</a:t>
              </a:r>
              <a:endParaRPr lang="en-US" altLang="zh-CN" sz="3086" baseline="-30000">
                <a:solidFill>
                  <a:prstClr val="black"/>
                </a:solidFill>
                <a:latin typeface="微软雅黑" panose="020B0503020204020204" pitchFamily="34" charset="-122"/>
              </a:endParaRPr>
            </a:p>
          </p:txBody>
        </p:sp>
        <p:sp>
          <p:nvSpPr>
            <p:cNvPr id="40" name="Rectangle 20"/>
            <p:cNvSpPr>
              <a:spLocks noChangeArrowheads="1"/>
            </p:cNvSpPr>
            <p:nvPr/>
          </p:nvSpPr>
          <p:spPr bwMode="auto">
            <a:xfrm>
              <a:off x="4800" y="321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4</a:t>
              </a:r>
              <a:endParaRPr lang="en-US" altLang="zh-CN" sz="3086" baseline="-30000">
                <a:solidFill>
                  <a:prstClr val="black"/>
                </a:solidFill>
                <a:latin typeface="微软雅黑" panose="020B0503020204020204" pitchFamily="34" charset="-122"/>
              </a:endParaRPr>
            </a:p>
          </p:txBody>
        </p:sp>
        <p:sp>
          <p:nvSpPr>
            <p:cNvPr id="41" name="Rectangle 21"/>
            <p:cNvSpPr>
              <a:spLocks noChangeArrowheads="1"/>
            </p:cNvSpPr>
            <p:nvPr/>
          </p:nvSpPr>
          <p:spPr bwMode="auto">
            <a:xfrm>
              <a:off x="3792" y="2592"/>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a:t>
              </a:r>
              <a:endParaRPr lang="en-US" altLang="zh-CN" sz="3086" baseline="-30000">
                <a:solidFill>
                  <a:prstClr val="black"/>
                </a:solidFill>
                <a:latin typeface="微软雅黑" panose="020B0503020204020204" pitchFamily="34" charset="-122"/>
              </a:endParaRPr>
            </a:p>
          </p:txBody>
        </p:sp>
        <p:sp>
          <p:nvSpPr>
            <p:cNvPr id="1142799" name="Line 22"/>
            <p:cNvSpPr>
              <a:spLocks noChangeShapeType="1"/>
            </p:cNvSpPr>
            <p:nvPr/>
          </p:nvSpPr>
          <p:spPr bwMode="auto">
            <a:xfrm>
              <a:off x="3984" y="3408"/>
              <a:ext cx="432" cy="33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Rectangle 23"/>
            <p:cNvSpPr>
              <a:spLocks noChangeArrowheads="1"/>
            </p:cNvSpPr>
            <p:nvPr/>
          </p:nvSpPr>
          <p:spPr bwMode="auto">
            <a:xfrm>
              <a:off x="3072" y="369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latin typeface="微软雅黑" panose="020B0503020204020204" pitchFamily="34" charset="-122"/>
                </a:rPr>
                <a:t>3</a:t>
              </a:r>
              <a:endParaRPr lang="en-US" altLang="zh-CN" sz="3086" baseline="-30000">
                <a:solidFill>
                  <a:prstClr val="black"/>
                </a:solidFill>
                <a:latin typeface="微软雅黑" panose="020B0503020204020204" pitchFamily="34" charset="-122"/>
              </a:endParaRPr>
            </a:p>
          </p:txBody>
        </p:sp>
      </p:grpSp>
      <p:sp>
        <p:nvSpPr>
          <p:cNvPr id="2" name="灯片编号占位符 1">
            <a:extLst>
              <a:ext uri="{FF2B5EF4-FFF2-40B4-BE49-F238E27FC236}">
                <a16:creationId xmlns:a16="http://schemas.microsoft.com/office/drawing/2014/main" id="{72F2C03F-5FA1-532A-90A8-9B0FE63857AA}"/>
              </a:ext>
            </a:extLst>
          </p:cNvPr>
          <p:cNvSpPr>
            <a:spLocks noGrp="1"/>
          </p:cNvSpPr>
          <p:nvPr>
            <p:ph type="sldNum" sz="quarter" idx="12"/>
          </p:nvPr>
        </p:nvSpPr>
        <p:spPr/>
        <p:txBody>
          <a:bodyPr/>
          <a:lstStyle/>
          <a:p>
            <a:pPr>
              <a:defRPr/>
            </a:pPr>
            <a:fld id="{5183BFC2-8AD1-421B-9B33-27328E359FF0}" type="slidenum">
              <a:rPr lang="en-US" smtClean="0"/>
              <a:pPr>
                <a:defRPr/>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wipe(left)">
                                      <p:cBhvr>
                                        <p:cTn id="7" dur="500"/>
                                        <p:tgtEl>
                                          <p:spTgt spid="124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up)">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P spid="32" grpId="0"/>
      <p:bldP spid="33"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defTabSz="503972" fontAlgn="auto">
              <a:spcAft>
                <a:spcPts val="0"/>
              </a:spcAft>
              <a:defRPr/>
            </a:pPr>
            <a:r>
              <a:rPr lang="zh-CN" altLang="en-US" dirty="0"/>
              <a:t>抽象语法树 </a:t>
            </a:r>
            <a:r>
              <a:rPr lang="en-US" altLang="zh-CN" dirty="0"/>
              <a:t>vs. </a:t>
            </a:r>
            <a:r>
              <a:rPr lang="zh-CN" altLang="zh-CN" dirty="0"/>
              <a:t>有向无环图</a:t>
            </a:r>
          </a:p>
        </p:txBody>
      </p:sp>
      <p:sp>
        <p:nvSpPr>
          <p:cNvPr id="2" name="内容占位符 1"/>
          <p:cNvSpPr>
            <a:spLocks noGrp="1"/>
          </p:cNvSpPr>
          <p:nvPr>
            <p:ph idx="1"/>
          </p:nvPr>
        </p:nvSpPr>
        <p:spPr/>
        <p:txBody>
          <a:bodyPr/>
          <a:lstStyle/>
          <a:p>
            <a:pPr marL="377979" indent="-377979" defTabSz="503972" fontAlgn="auto">
              <a:spcBef>
                <a:spcPts val="1102"/>
              </a:spcBef>
              <a:spcAft>
                <a:spcPts val="0"/>
              </a:spcAft>
              <a:buFont typeface="Wingdings 3" charset="2"/>
              <a:buChar char=""/>
              <a:defRPr/>
            </a:pPr>
            <a:r>
              <a:rPr lang="en-US" altLang="zh-CN" sz="3086" dirty="0">
                <a:solidFill>
                  <a:schemeClr val="tx1">
                    <a:lumMod val="75000"/>
                    <a:lumOff val="25000"/>
                  </a:schemeClr>
                </a:solidFill>
              </a:rPr>
              <a:t>a:=b*(-c)+b*(-c)</a:t>
            </a:r>
            <a:r>
              <a:rPr lang="zh-CN" altLang="en-US" sz="3086" dirty="0">
                <a:solidFill>
                  <a:schemeClr val="tx1">
                    <a:lumMod val="75000"/>
                    <a:lumOff val="25000"/>
                  </a:schemeClr>
                </a:solidFill>
              </a:rPr>
              <a:t>的图表示法 </a:t>
            </a:r>
          </a:p>
        </p:txBody>
      </p:sp>
      <p:grpSp>
        <p:nvGrpSpPr>
          <p:cNvPr id="1153028" name="Group 3"/>
          <p:cNvGrpSpPr>
            <a:grpSpLocks noChangeAspect="1"/>
          </p:cNvGrpSpPr>
          <p:nvPr/>
        </p:nvGrpSpPr>
        <p:grpSpPr bwMode="auto">
          <a:xfrm>
            <a:off x="5641975" y="2730500"/>
            <a:ext cx="3508375" cy="4530725"/>
            <a:chOff x="3216" y="1104"/>
            <a:chExt cx="2304" cy="2976"/>
          </a:xfrm>
        </p:grpSpPr>
        <p:sp>
          <p:nvSpPr>
            <p:cNvPr id="45" name="Rectangle 4"/>
            <p:cNvSpPr>
              <a:spLocks noChangeArrowheads="1"/>
            </p:cNvSpPr>
            <p:nvPr/>
          </p:nvSpPr>
          <p:spPr bwMode="auto">
            <a:xfrm>
              <a:off x="3648"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assign</a:t>
              </a:r>
            </a:p>
          </p:txBody>
        </p:sp>
        <p:sp>
          <p:nvSpPr>
            <p:cNvPr id="1153053" name="Line 5"/>
            <p:cNvSpPr>
              <a:spLocks noChangeShapeType="1"/>
            </p:cNvSpPr>
            <p:nvPr/>
          </p:nvSpPr>
          <p:spPr bwMode="auto">
            <a:xfrm flipH="1">
              <a:off x="3552"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Rectangle 6"/>
            <p:cNvSpPr>
              <a:spLocks noChangeArrowheads="1"/>
            </p:cNvSpPr>
            <p:nvPr/>
          </p:nvSpPr>
          <p:spPr bwMode="auto">
            <a:xfrm>
              <a:off x="3216" y="1776"/>
              <a:ext cx="62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a:t>
              </a:r>
            </a:p>
          </p:txBody>
        </p:sp>
        <p:sp>
          <p:nvSpPr>
            <p:cNvPr id="1153055" name="Line 7"/>
            <p:cNvSpPr>
              <a:spLocks noChangeShapeType="1"/>
            </p:cNvSpPr>
            <p:nvPr/>
          </p:nvSpPr>
          <p:spPr bwMode="auto">
            <a:xfrm>
              <a:off x="4080"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Rectangle 8"/>
            <p:cNvSpPr>
              <a:spLocks noChangeArrowheads="1"/>
            </p:cNvSpPr>
            <p:nvPr/>
          </p:nvSpPr>
          <p:spPr bwMode="auto">
            <a:xfrm>
              <a:off x="4272" y="1776"/>
              <a:ext cx="623"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t>
              </a:r>
            </a:p>
          </p:txBody>
        </p:sp>
        <p:sp>
          <p:nvSpPr>
            <p:cNvPr id="50" name="Rectangle 9"/>
            <p:cNvSpPr>
              <a:spLocks noChangeArrowheads="1"/>
            </p:cNvSpPr>
            <p:nvPr/>
          </p:nvSpPr>
          <p:spPr bwMode="auto">
            <a:xfrm>
              <a:off x="4272" y="2256"/>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t>
              </a:r>
            </a:p>
          </p:txBody>
        </p:sp>
        <p:sp>
          <p:nvSpPr>
            <p:cNvPr id="1153058" name="Freeform 10"/>
            <p:cNvSpPr>
              <a:spLocks/>
            </p:cNvSpPr>
            <p:nvPr/>
          </p:nvSpPr>
          <p:spPr bwMode="auto">
            <a:xfrm>
              <a:off x="4264" y="2064"/>
              <a:ext cx="248" cy="336"/>
            </a:xfrm>
            <a:custGeom>
              <a:avLst/>
              <a:gdLst>
                <a:gd name="T0" fmla="*/ 248 w 248"/>
                <a:gd name="T1" fmla="*/ 0 h 336"/>
                <a:gd name="T2" fmla="*/ 8 w 248"/>
                <a:gd name="T3" fmla="*/ 144 h 336"/>
                <a:gd name="T4" fmla="*/ 200 w 248"/>
                <a:gd name="T5" fmla="*/ 336 h 336"/>
                <a:gd name="T6" fmla="*/ 0 60000 65536"/>
                <a:gd name="T7" fmla="*/ 0 60000 65536"/>
                <a:gd name="T8" fmla="*/ 0 60000 65536"/>
                <a:gd name="T9" fmla="*/ 0 w 248"/>
                <a:gd name="T10" fmla="*/ 0 h 336"/>
                <a:gd name="T11" fmla="*/ 248 w 248"/>
                <a:gd name="T12" fmla="*/ 336 h 336"/>
              </a:gdLst>
              <a:ahLst/>
              <a:cxnLst>
                <a:cxn ang="T6">
                  <a:pos x="T0" y="T1"/>
                </a:cxn>
                <a:cxn ang="T7">
                  <a:pos x="T2" y="T3"/>
                </a:cxn>
                <a:cxn ang="T8">
                  <a:pos x="T4" y="T5"/>
                </a:cxn>
              </a:cxnLst>
              <a:rect l="T9" t="T10" r="T11" b="T12"/>
              <a:pathLst>
                <a:path w="248" h="336">
                  <a:moveTo>
                    <a:pt x="248" y="0"/>
                  </a:moveTo>
                  <a:cubicBezTo>
                    <a:pt x="132" y="44"/>
                    <a:pt x="16" y="88"/>
                    <a:pt x="8" y="144"/>
                  </a:cubicBezTo>
                  <a:cubicBezTo>
                    <a:pt x="0" y="200"/>
                    <a:pt x="100" y="268"/>
                    <a:pt x="20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3059" name="Freeform 11"/>
            <p:cNvSpPr>
              <a:spLocks/>
            </p:cNvSpPr>
            <p:nvPr/>
          </p:nvSpPr>
          <p:spPr bwMode="auto">
            <a:xfrm>
              <a:off x="4704" y="2064"/>
              <a:ext cx="240" cy="336"/>
            </a:xfrm>
            <a:custGeom>
              <a:avLst/>
              <a:gdLst>
                <a:gd name="T0" fmla="*/ 0 w 240"/>
                <a:gd name="T1" fmla="*/ 0 h 336"/>
                <a:gd name="T2" fmla="*/ 240 w 240"/>
                <a:gd name="T3" fmla="*/ 144 h 336"/>
                <a:gd name="T4" fmla="*/ 0 w 240"/>
                <a:gd name="T5" fmla="*/ 336 h 336"/>
                <a:gd name="T6" fmla="*/ 0 60000 65536"/>
                <a:gd name="T7" fmla="*/ 0 60000 65536"/>
                <a:gd name="T8" fmla="*/ 0 60000 65536"/>
                <a:gd name="T9" fmla="*/ 0 w 240"/>
                <a:gd name="T10" fmla="*/ 0 h 336"/>
                <a:gd name="T11" fmla="*/ 240 w 240"/>
                <a:gd name="T12" fmla="*/ 336 h 336"/>
              </a:gdLst>
              <a:ahLst/>
              <a:cxnLst>
                <a:cxn ang="T6">
                  <a:pos x="T0" y="T1"/>
                </a:cxn>
                <a:cxn ang="T7">
                  <a:pos x="T2" y="T3"/>
                </a:cxn>
                <a:cxn ang="T8">
                  <a:pos x="T4" y="T5"/>
                </a:cxn>
              </a:cxnLst>
              <a:rect l="T9" t="T10" r="T11" b="T12"/>
              <a:pathLst>
                <a:path w="240" h="336">
                  <a:moveTo>
                    <a:pt x="0" y="0"/>
                  </a:moveTo>
                  <a:cubicBezTo>
                    <a:pt x="120" y="44"/>
                    <a:pt x="240" y="88"/>
                    <a:pt x="240" y="144"/>
                  </a:cubicBezTo>
                  <a:cubicBezTo>
                    <a:pt x="240" y="200"/>
                    <a:pt x="120" y="268"/>
                    <a:pt x="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3060" name="Line 12"/>
            <p:cNvSpPr>
              <a:spLocks noChangeShapeType="1"/>
            </p:cNvSpPr>
            <p:nvPr/>
          </p:nvSpPr>
          <p:spPr bwMode="auto">
            <a:xfrm flipH="1">
              <a:off x="4128" y="2496"/>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3061" name="Line 13"/>
            <p:cNvSpPr>
              <a:spLocks noChangeShapeType="1"/>
            </p:cNvSpPr>
            <p:nvPr/>
          </p:nvSpPr>
          <p:spPr bwMode="auto">
            <a:xfrm>
              <a:off x="4656" y="2496"/>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Rectangle 14"/>
            <p:cNvSpPr>
              <a:spLocks noChangeArrowheads="1"/>
            </p:cNvSpPr>
            <p:nvPr/>
          </p:nvSpPr>
          <p:spPr bwMode="auto">
            <a:xfrm>
              <a:off x="3840" y="2784"/>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b</a:t>
              </a:r>
            </a:p>
          </p:txBody>
        </p:sp>
        <p:sp>
          <p:nvSpPr>
            <p:cNvPr id="56" name="Rectangle 15"/>
            <p:cNvSpPr>
              <a:spLocks noChangeArrowheads="1"/>
            </p:cNvSpPr>
            <p:nvPr/>
          </p:nvSpPr>
          <p:spPr bwMode="auto">
            <a:xfrm>
              <a:off x="4896"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uminus</a:t>
              </a:r>
            </a:p>
          </p:txBody>
        </p:sp>
        <p:sp>
          <p:nvSpPr>
            <p:cNvPr id="1153064" name="Line 16"/>
            <p:cNvSpPr>
              <a:spLocks noChangeShapeType="1"/>
            </p:cNvSpPr>
            <p:nvPr/>
          </p:nvSpPr>
          <p:spPr bwMode="auto">
            <a:xfrm>
              <a:off x="5232"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Rectangle 17"/>
            <p:cNvSpPr>
              <a:spLocks noChangeArrowheads="1"/>
            </p:cNvSpPr>
            <p:nvPr/>
          </p:nvSpPr>
          <p:spPr bwMode="auto">
            <a:xfrm>
              <a:off x="4896"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c</a:t>
              </a:r>
            </a:p>
          </p:txBody>
        </p:sp>
        <p:sp>
          <p:nvSpPr>
            <p:cNvPr id="59" name="Rectangle 18"/>
            <p:cNvSpPr>
              <a:spLocks noChangeArrowheads="1"/>
            </p:cNvSpPr>
            <p:nvPr/>
          </p:nvSpPr>
          <p:spPr bwMode="auto">
            <a:xfrm>
              <a:off x="3984"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Aft>
                  <a:spcPts val="0"/>
                </a:spcAft>
                <a:buClr>
                  <a:srgbClr val="EEECE1"/>
                </a:buClr>
                <a:buFont typeface="Wingdings" panose="05000000000000000000" pitchFamily="2" charset="2"/>
                <a:buNone/>
                <a:defRPr/>
              </a:pPr>
              <a:r>
                <a:rPr lang="zh-CN" altLang="zh-CN" sz="3086" dirty="0">
                  <a:solidFill>
                    <a:prstClr val="black"/>
                  </a:solidFill>
                </a:rPr>
                <a:t>有向无环图</a:t>
              </a:r>
            </a:p>
          </p:txBody>
        </p:sp>
      </p:grpSp>
      <p:grpSp>
        <p:nvGrpSpPr>
          <p:cNvPr id="1153029" name="Group 19"/>
          <p:cNvGrpSpPr>
            <a:grpSpLocks noChangeAspect="1"/>
          </p:cNvGrpSpPr>
          <p:nvPr/>
        </p:nvGrpSpPr>
        <p:grpSpPr bwMode="auto">
          <a:xfrm>
            <a:off x="695325" y="2730500"/>
            <a:ext cx="4384675" cy="4530725"/>
            <a:chOff x="336" y="1104"/>
            <a:chExt cx="2880" cy="2976"/>
          </a:xfrm>
        </p:grpSpPr>
        <p:sp>
          <p:nvSpPr>
            <p:cNvPr id="61" name="Rectangle 20"/>
            <p:cNvSpPr>
              <a:spLocks noChangeArrowheads="1"/>
            </p:cNvSpPr>
            <p:nvPr/>
          </p:nvSpPr>
          <p:spPr bwMode="auto">
            <a:xfrm>
              <a:off x="816" y="1104"/>
              <a:ext cx="6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black"/>
                  </a:solidFill>
                  <a:latin typeface="微软雅黑" panose="020B0503020204020204" pitchFamily="34" charset="-122"/>
                </a:rPr>
                <a:t>assign</a:t>
              </a:r>
            </a:p>
          </p:txBody>
        </p:sp>
        <p:sp>
          <p:nvSpPr>
            <p:cNvPr id="1153031" name="Line 21"/>
            <p:cNvSpPr>
              <a:spLocks noChangeShapeType="1"/>
            </p:cNvSpPr>
            <p:nvPr/>
          </p:nvSpPr>
          <p:spPr bwMode="auto">
            <a:xfrm flipH="1">
              <a:off x="720"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Rectangle 22"/>
            <p:cNvSpPr>
              <a:spLocks noChangeArrowheads="1"/>
            </p:cNvSpPr>
            <p:nvPr/>
          </p:nvSpPr>
          <p:spPr bwMode="auto">
            <a:xfrm>
              <a:off x="384" y="1776"/>
              <a:ext cx="62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a:t>
              </a:r>
            </a:p>
          </p:txBody>
        </p:sp>
        <p:sp>
          <p:nvSpPr>
            <p:cNvPr id="1153033" name="Line 23"/>
            <p:cNvSpPr>
              <a:spLocks noChangeShapeType="1"/>
            </p:cNvSpPr>
            <p:nvPr/>
          </p:nvSpPr>
          <p:spPr bwMode="auto">
            <a:xfrm>
              <a:off x="1248"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Rectangle 24"/>
            <p:cNvSpPr>
              <a:spLocks noChangeArrowheads="1"/>
            </p:cNvSpPr>
            <p:nvPr/>
          </p:nvSpPr>
          <p:spPr bwMode="auto">
            <a:xfrm>
              <a:off x="1440" y="1776"/>
              <a:ext cx="62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t>
              </a:r>
            </a:p>
          </p:txBody>
        </p:sp>
        <p:sp>
          <p:nvSpPr>
            <p:cNvPr id="66" name="Rectangle 25"/>
            <p:cNvSpPr>
              <a:spLocks noChangeArrowheads="1"/>
            </p:cNvSpPr>
            <p:nvPr/>
          </p:nvSpPr>
          <p:spPr bwMode="auto">
            <a:xfrm>
              <a:off x="2160" y="2256"/>
              <a:ext cx="6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t>
              </a:r>
            </a:p>
          </p:txBody>
        </p:sp>
        <p:sp>
          <p:nvSpPr>
            <p:cNvPr id="1153036" name="Line 26"/>
            <p:cNvSpPr>
              <a:spLocks noChangeShapeType="1"/>
            </p:cNvSpPr>
            <p:nvPr/>
          </p:nvSpPr>
          <p:spPr bwMode="auto">
            <a:xfrm flipH="1">
              <a:off x="2112"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3037" name="Line 27"/>
            <p:cNvSpPr>
              <a:spLocks noChangeShapeType="1"/>
            </p:cNvSpPr>
            <p:nvPr/>
          </p:nvSpPr>
          <p:spPr bwMode="auto">
            <a:xfrm>
              <a:off x="2544"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Rectangle 28"/>
            <p:cNvSpPr>
              <a:spLocks noChangeArrowheads="1"/>
            </p:cNvSpPr>
            <p:nvPr/>
          </p:nvSpPr>
          <p:spPr bwMode="auto">
            <a:xfrm>
              <a:off x="1728"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black"/>
                  </a:solidFill>
                  <a:latin typeface="微软雅黑" panose="020B0503020204020204" pitchFamily="34" charset="-122"/>
                </a:rPr>
                <a:t>b</a:t>
              </a:r>
            </a:p>
          </p:txBody>
        </p:sp>
        <p:sp>
          <p:nvSpPr>
            <p:cNvPr id="70" name="Rectangle 29"/>
            <p:cNvSpPr>
              <a:spLocks noChangeArrowheads="1"/>
            </p:cNvSpPr>
            <p:nvPr/>
          </p:nvSpPr>
          <p:spPr bwMode="auto">
            <a:xfrm>
              <a:off x="2592"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uminus</a:t>
              </a:r>
            </a:p>
          </p:txBody>
        </p:sp>
        <p:sp>
          <p:nvSpPr>
            <p:cNvPr id="1153040" name="Line 30"/>
            <p:cNvSpPr>
              <a:spLocks noChangeShapeType="1"/>
            </p:cNvSpPr>
            <p:nvPr/>
          </p:nvSpPr>
          <p:spPr bwMode="auto">
            <a:xfrm>
              <a:off x="2928"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31"/>
            <p:cNvSpPr>
              <a:spLocks noChangeArrowheads="1"/>
            </p:cNvSpPr>
            <p:nvPr/>
          </p:nvSpPr>
          <p:spPr bwMode="auto">
            <a:xfrm>
              <a:off x="2592"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c</a:t>
              </a:r>
            </a:p>
          </p:txBody>
        </p:sp>
        <p:sp>
          <p:nvSpPr>
            <p:cNvPr id="73" name="Rectangle 32"/>
            <p:cNvSpPr>
              <a:spLocks noChangeArrowheads="1"/>
            </p:cNvSpPr>
            <p:nvPr/>
          </p:nvSpPr>
          <p:spPr bwMode="auto">
            <a:xfrm>
              <a:off x="1152" y="3696"/>
              <a:ext cx="9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zh-CN" altLang="en-US" sz="3086" dirty="0">
                  <a:solidFill>
                    <a:prstClr val="black"/>
                  </a:solidFill>
                  <a:latin typeface="微软雅黑" panose="020B0503020204020204" pitchFamily="34" charset="-122"/>
                </a:rPr>
                <a:t>抽象语法树</a:t>
              </a:r>
              <a:endParaRPr lang="en-US" altLang="zh-CN" sz="3086" dirty="0">
                <a:solidFill>
                  <a:prstClr val="black"/>
                </a:solidFill>
                <a:latin typeface="微软雅黑" panose="020B0503020204020204" pitchFamily="34" charset="-122"/>
              </a:endParaRPr>
            </a:p>
          </p:txBody>
        </p:sp>
        <p:sp>
          <p:nvSpPr>
            <p:cNvPr id="74" name="Rectangle 33"/>
            <p:cNvSpPr>
              <a:spLocks noChangeArrowheads="1"/>
            </p:cNvSpPr>
            <p:nvPr/>
          </p:nvSpPr>
          <p:spPr bwMode="auto">
            <a:xfrm>
              <a:off x="768" y="2256"/>
              <a:ext cx="6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a:t>
              </a:r>
            </a:p>
          </p:txBody>
        </p:sp>
        <p:sp>
          <p:nvSpPr>
            <p:cNvPr id="1153044" name="Line 34"/>
            <p:cNvSpPr>
              <a:spLocks noChangeShapeType="1"/>
            </p:cNvSpPr>
            <p:nvPr/>
          </p:nvSpPr>
          <p:spPr bwMode="auto">
            <a:xfrm flipH="1">
              <a:off x="105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3045" name="Line 35"/>
            <p:cNvSpPr>
              <a:spLocks noChangeShapeType="1"/>
            </p:cNvSpPr>
            <p:nvPr/>
          </p:nvSpPr>
          <p:spPr bwMode="auto">
            <a:xfrm>
              <a:off x="177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3046" name="Line 36"/>
            <p:cNvSpPr>
              <a:spLocks noChangeShapeType="1"/>
            </p:cNvSpPr>
            <p:nvPr/>
          </p:nvSpPr>
          <p:spPr bwMode="auto">
            <a:xfrm flipH="1">
              <a:off x="720"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3047" name="Line 37"/>
            <p:cNvSpPr>
              <a:spLocks noChangeShapeType="1"/>
            </p:cNvSpPr>
            <p:nvPr/>
          </p:nvSpPr>
          <p:spPr bwMode="auto">
            <a:xfrm>
              <a:off x="1152"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38"/>
            <p:cNvSpPr>
              <a:spLocks noChangeArrowheads="1"/>
            </p:cNvSpPr>
            <p:nvPr/>
          </p:nvSpPr>
          <p:spPr bwMode="auto">
            <a:xfrm>
              <a:off x="336"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b</a:t>
              </a:r>
            </a:p>
          </p:txBody>
        </p:sp>
        <p:sp>
          <p:nvSpPr>
            <p:cNvPr id="80" name="Rectangle 39"/>
            <p:cNvSpPr>
              <a:spLocks noChangeArrowheads="1"/>
            </p:cNvSpPr>
            <p:nvPr/>
          </p:nvSpPr>
          <p:spPr bwMode="auto">
            <a:xfrm>
              <a:off x="1200"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1153050" name="Line 40"/>
            <p:cNvSpPr>
              <a:spLocks noChangeShapeType="1"/>
            </p:cNvSpPr>
            <p:nvPr/>
          </p:nvSpPr>
          <p:spPr bwMode="auto">
            <a:xfrm>
              <a:off x="1536"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Rectangle 41"/>
            <p:cNvSpPr>
              <a:spLocks noChangeArrowheads="1"/>
            </p:cNvSpPr>
            <p:nvPr/>
          </p:nvSpPr>
          <p:spPr bwMode="auto">
            <a:xfrm>
              <a:off x="1200"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rPr>
                <a:t>c</a:t>
              </a:r>
            </a:p>
          </p:txBody>
        </p:sp>
      </p:grpSp>
      <p:sp>
        <p:nvSpPr>
          <p:cNvPr id="3" name="灯片编号占位符 2">
            <a:extLst>
              <a:ext uri="{FF2B5EF4-FFF2-40B4-BE49-F238E27FC236}">
                <a16:creationId xmlns:a16="http://schemas.microsoft.com/office/drawing/2014/main" id="{173FC9F4-A286-6993-A541-BB0B557AB2EB}"/>
              </a:ext>
            </a:extLst>
          </p:cNvPr>
          <p:cNvSpPr>
            <a:spLocks noGrp="1"/>
          </p:cNvSpPr>
          <p:nvPr>
            <p:ph type="sldNum" sz="quarter" idx="12"/>
          </p:nvPr>
        </p:nvSpPr>
        <p:spPr/>
        <p:txBody>
          <a:bodyPr/>
          <a:lstStyle/>
          <a:p>
            <a:pPr>
              <a:defRPr/>
            </a:pPr>
            <a:fld id="{94A1F03E-56BE-4778-ACFC-02E1DFC8FC75}" type="slidenum">
              <a:rPr lang="en-US" smtClean="0"/>
              <a:pPr>
                <a:defRPr/>
              </a:pPr>
              <a:t>39</a:t>
            </a:fld>
            <a:endParaRPr lang="en-US" dirty="0"/>
          </a:p>
        </p:txBody>
      </p:sp>
      <p:grpSp>
        <p:nvGrpSpPr>
          <p:cNvPr id="8" name="组合 7">
            <a:extLst>
              <a:ext uri="{FF2B5EF4-FFF2-40B4-BE49-F238E27FC236}">
                <a16:creationId xmlns:a16="http://schemas.microsoft.com/office/drawing/2014/main" id="{D2E37D71-FE35-B2C5-267F-D3E135707636}"/>
              </a:ext>
            </a:extLst>
          </p:cNvPr>
          <p:cNvGrpSpPr/>
          <p:nvPr/>
        </p:nvGrpSpPr>
        <p:grpSpPr>
          <a:xfrm>
            <a:off x="286404" y="2474493"/>
            <a:ext cx="9507815" cy="3245720"/>
            <a:chOff x="87667" y="2261677"/>
            <a:chExt cx="9507815" cy="3245720"/>
          </a:xfrm>
        </p:grpSpPr>
        <p:pic>
          <p:nvPicPr>
            <p:cNvPr id="5" name="图片 4">
              <a:extLst>
                <a:ext uri="{FF2B5EF4-FFF2-40B4-BE49-F238E27FC236}">
                  <a16:creationId xmlns:a16="http://schemas.microsoft.com/office/drawing/2014/main" id="{56FF248F-5AAF-EA4F-DE68-2A898745C20D}"/>
                </a:ext>
              </a:extLst>
            </p:cNvPr>
            <p:cNvPicPr>
              <a:picLocks noChangeAspect="1"/>
            </p:cNvPicPr>
            <p:nvPr/>
          </p:nvPicPr>
          <p:blipFill>
            <a:blip r:embed="rId3"/>
            <a:stretch>
              <a:fillRect/>
            </a:stretch>
          </p:blipFill>
          <p:spPr>
            <a:xfrm>
              <a:off x="87667" y="2278790"/>
              <a:ext cx="5700490" cy="3228607"/>
            </a:xfrm>
            <a:prstGeom prst="rect">
              <a:avLst/>
            </a:prstGeom>
          </p:spPr>
        </p:pic>
        <p:pic>
          <p:nvPicPr>
            <p:cNvPr id="7" name="图片 6">
              <a:extLst>
                <a:ext uri="{FF2B5EF4-FFF2-40B4-BE49-F238E27FC236}">
                  <a16:creationId xmlns:a16="http://schemas.microsoft.com/office/drawing/2014/main" id="{92F04B75-DCA4-4FD9-EFD7-0B5D52436D59}"/>
                </a:ext>
              </a:extLst>
            </p:cNvPr>
            <p:cNvPicPr>
              <a:picLocks noChangeAspect="1"/>
            </p:cNvPicPr>
            <p:nvPr/>
          </p:nvPicPr>
          <p:blipFill>
            <a:blip r:embed="rId4"/>
            <a:stretch>
              <a:fillRect/>
            </a:stretch>
          </p:blipFill>
          <p:spPr>
            <a:xfrm>
              <a:off x="5734929" y="2261677"/>
              <a:ext cx="3860553" cy="3172643"/>
            </a:xfrm>
            <a:prstGeom prst="rect">
              <a:avLst/>
            </a:prstGeom>
          </p:spPr>
        </p:pic>
      </p:grpSp>
    </p:spTree>
    <p:extLst>
      <p:ext uri="{BB962C8B-B14F-4D97-AF65-F5344CB8AC3E}">
        <p14:creationId xmlns:p14="http://schemas.microsoft.com/office/powerpoint/2010/main" val="10060267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建立表达式的抽象语法树 </a:t>
            </a:r>
          </a:p>
        </p:txBody>
      </p:sp>
      <p:sp>
        <p:nvSpPr>
          <p:cNvPr id="43011"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mknode</a:t>
            </a:r>
            <a:r>
              <a:rPr lang="en-US" altLang="zh-CN" sz="3086" dirty="0">
                <a:solidFill>
                  <a:srgbClr val="C00000"/>
                </a:solidFill>
              </a:rPr>
              <a:t>(op, left, right) </a:t>
            </a:r>
            <a:r>
              <a:rPr lang="zh-CN" altLang="en-US" sz="3086" dirty="0">
                <a:solidFill>
                  <a:schemeClr val="tx1">
                    <a:lumMod val="75000"/>
                    <a:lumOff val="25000"/>
                  </a:schemeClr>
                </a:solidFill>
              </a:rPr>
              <a:t>建立一个运算符号结点，标号是</a:t>
            </a:r>
            <a:r>
              <a:rPr lang="en-US" altLang="zh-CN" sz="3086" dirty="0">
                <a:solidFill>
                  <a:schemeClr val="tx1">
                    <a:lumMod val="75000"/>
                    <a:lumOff val="25000"/>
                  </a:schemeClr>
                </a:solidFill>
              </a:rPr>
              <a:t>op，</a:t>
            </a:r>
            <a:r>
              <a:rPr lang="zh-CN" altLang="en-US" sz="3086" dirty="0">
                <a:solidFill>
                  <a:schemeClr val="tx1">
                    <a:lumMod val="75000"/>
                    <a:lumOff val="25000"/>
                  </a:schemeClr>
                </a:solidFill>
              </a:rPr>
              <a:t>两个域</a:t>
            </a:r>
            <a:r>
              <a:rPr lang="en-US" altLang="zh-CN" sz="3086" dirty="0">
                <a:solidFill>
                  <a:schemeClr val="tx1">
                    <a:lumMod val="75000"/>
                    <a:lumOff val="25000"/>
                  </a:schemeClr>
                </a:solidFill>
              </a:rPr>
              <a:t>left</a:t>
            </a:r>
            <a:r>
              <a:rPr lang="zh-CN" altLang="en-US" sz="3086" dirty="0">
                <a:solidFill>
                  <a:schemeClr val="tx1">
                    <a:lumMod val="75000"/>
                    <a:lumOff val="25000"/>
                  </a:schemeClr>
                </a:solidFill>
              </a:rPr>
              <a:t>和</a:t>
            </a:r>
            <a:r>
              <a:rPr lang="en-US" altLang="zh-CN" sz="3086" dirty="0">
                <a:solidFill>
                  <a:schemeClr val="tx1">
                    <a:lumMod val="75000"/>
                    <a:lumOff val="25000"/>
                  </a:schemeClr>
                </a:solidFill>
              </a:rPr>
              <a:t>right</a:t>
            </a:r>
            <a:r>
              <a:rPr lang="zh-CN" altLang="en-US" sz="3086" dirty="0">
                <a:solidFill>
                  <a:schemeClr val="tx1">
                    <a:lumMod val="75000"/>
                    <a:lumOff val="25000"/>
                  </a:schemeClr>
                </a:solidFill>
              </a:rPr>
              <a:t>分别指向左子树和右子树</a:t>
            </a:r>
          </a:p>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mkleaf</a:t>
            </a:r>
            <a:r>
              <a:rPr lang="en-US" altLang="zh-CN" sz="3086" dirty="0">
                <a:solidFill>
                  <a:srgbClr val="C00000"/>
                </a:solidFill>
              </a:rPr>
              <a:t>(id, entry) </a:t>
            </a:r>
            <a:r>
              <a:rPr lang="zh-CN" altLang="en-US" sz="3086" dirty="0">
                <a:solidFill>
                  <a:schemeClr val="tx1">
                    <a:lumMod val="75000"/>
                    <a:lumOff val="25000"/>
                  </a:schemeClr>
                </a:solidFill>
              </a:rPr>
              <a:t>建立一个标识符结点，标号为</a:t>
            </a:r>
            <a:r>
              <a:rPr lang="en-US" altLang="zh-CN" sz="3086" dirty="0">
                <a:solidFill>
                  <a:schemeClr val="tx1">
                    <a:lumMod val="75000"/>
                    <a:lumOff val="25000"/>
                  </a:schemeClr>
                </a:solidFill>
              </a:rPr>
              <a:t>id，</a:t>
            </a:r>
            <a:r>
              <a:rPr lang="zh-CN" altLang="en-US" sz="3086" dirty="0">
                <a:solidFill>
                  <a:schemeClr val="tx1">
                    <a:lumMod val="75000"/>
                    <a:lumOff val="25000"/>
                  </a:schemeClr>
                </a:solidFill>
              </a:rPr>
              <a:t>一个域</a:t>
            </a:r>
            <a:r>
              <a:rPr lang="en-US" altLang="zh-CN" sz="3086" dirty="0">
                <a:solidFill>
                  <a:schemeClr val="tx1">
                    <a:lumMod val="75000"/>
                    <a:lumOff val="25000"/>
                  </a:schemeClr>
                </a:solidFill>
              </a:rPr>
              <a:t>entry</a:t>
            </a:r>
            <a:r>
              <a:rPr lang="zh-CN" altLang="en-US" sz="3086" dirty="0">
                <a:solidFill>
                  <a:schemeClr val="tx1">
                    <a:lumMod val="75000"/>
                    <a:lumOff val="25000"/>
                  </a:schemeClr>
                </a:solidFill>
              </a:rPr>
              <a:t>指向标识符在符号表中的入口</a:t>
            </a:r>
          </a:p>
          <a:p>
            <a:pPr marL="377979" indent="-377979" algn="just" defTabSz="503972" eaLnBrk="1" fontAlgn="auto" hangingPunct="1">
              <a:spcBef>
                <a:spcPts val="1102"/>
              </a:spcBef>
              <a:spcAft>
                <a:spcPts val="0"/>
              </a:spcAft>
              <a:buFont typeface="Wingdings 3" charset="2"/>
              <a:buChar char=""/>
              <a:defRPr/>
            </a:pPr>
            <a:r>
              <a:rPr lang="en-US" altLang="zh-CN" sz="3086" dirty="0" err="1">
                <a:solidFill>
                  <a:srgbClr val="C00000"/>
                </a:solidFill>
              </a:rPr>
              <a:t>mkleaf</a:t>
            </a:r>
            <a:r>
              <a:rPr lang="en-US" altLang="zh-CN" sz="3086" dirty="0">
                <a:solidFill>
                  <a:srgbClr val="C00000"/>
                </a:solidFill>
              </a:rPr>
              <a:t>(</a:t>
            </a:r>
            <a:r>
              <a:rPr lang="en-US" altLang="zh-CN" sz="3086" dirty="0" err="1">
                <a:solidFill>
                  <a:srgbClr val="C00000"/>
                </a:solidFill>
              </a:rPr>
              <a:t>num</a:t>
            </a:r>
            <a:r>
              <a:rPr lang="en-US" altLang="zh-CN" sz="3086" dirty="0">
                <a:solidFill>
                  <a:srgbClr val="C00000"/>
                </a:solidFill>
              </a:rPr>
              <a:t>, </a:t>
            </a:r>
            <a:r>
              <a:rPr lang="en-US" altLang="zh-CN" sz="3086" dirty="0" err="1">
                <a:solidFill>
                  <a:srgbClr val="C00000"/>
                </a:solidFill>
              </a:rPr>
              <a:t>val</a:t>
            </a:r>
            <a:r>
              <a:rPr lang="en-US" altLang="zh-CN" sz="3086" dirty="0">
                <a:solidFill>
                  <a:srgbClr val="C00000"/>
                </a:solidFill>
              </a:rPr>
              <a:t>) </a:t>
            </a:r>
            <a:r>
              <a:rPr lang="zh-CN" altLang="en-US" sz="3086" dirty="0">
                <a:solidFill>
                  <a:schemeClr val="tx1">
                    <a:lumMod val="75000"/>
                    <a:lumOff val="25000"/>
                  </a:schemeClr>
                </a:solidFill>
              </a:rPr>
              <a:t>建立一个数结点，标号为</a:t>
            </a:r>
            <a:r>
              <a:rPr lang="en-US" altLang="zh-CN" sz="3086" dirty="0" err="1">
                <a:solidFill>
                  <a:schemeClr val="tx1">
                    <a:lumMod val="75000"/>
                    <a:lumOff val="25000"/>
                  </a:schemeClr>
                </a:solidFill>
              </a:rPr>
              <a:t>num</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一个域</a:t>
            </a:r>
            <a:r>
              <a:rPr lang="en-US" altLang="zh-CN" sz="3086" dirty="0" err="1">
                <a:solidFill>
                  <a:schemeClr val="tx1">
                    <a:lumMod val="75000"/>
                    <a:lumOff val="25000"/>
                  </a:schemeClr>
                </a:solidFill>
              </a:rPr>
              <a:t>val</a:t>
            </a:r>
            <a:r>
              <a:rPr lang="zh-CN" altLang="en-US" sz="3086" dirty="0">
                <a:solidFill>
                  <a:schemeClr val="tx1">
                    <a:lumMod val="75000"/>
                    <a:lumOff val="25000"/>
                  </a:schemeClr>
                </a:solidFill>
              </a:rPr>
              <a:t>用于存放数的值</a:t>
            </a:r>
          </a:p>
        </p:txBody>
      </p:sp>
      <p:sp>
        <p:nvSpPr>
          <p:cNvPr id="2" name="灯片编号占位符 1">
            <a:extLst>
              <a:ext uri="{FF2B5EF4-FFF2-40B4-BE49-F238E27FC236}">
                <a16:creationId xmlns:a16="http://schemas.microsoft.com/office/drawing/2014/main" id="{EC2817AD-9F3D-108E-76EB-3F412CA6DAA0}"/>
              </a:ext>
            </a:extLst>
          </p:cNvPr>
          <p:cNvSpPr>
            <a:spLocks noGrp="1"/>
          </p:cNvSpPr>
          <p:nvPr>
            <p:ph type="sldNum" sz="quarter" idx="12"/>
          </p:nvPr>
        </p:nvSpPr>
        <p:spPr/>
        <p:txBody>
          <a:bodyPr/>
          <a:lstStyle/>
          <a:p>
            <a:pPr>
              <a:defRPr/>
            </a:pPr>
            <a:fld id="{5183BFC2-8AD1-421B-9B33-27328E359FF0}" type="slidenum">
              <a:rPr lang="en-US" smtClean="0"/>
              <a:pPr>
                <a:defRPr/>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left)">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360000" y="253712"/>
            <a:ext cx="9209088" cy="1460500"/>
          </a:xfrm>
        </p:spPr>
        <p:txBody>
          <a:bodyPr rtlCol="0">
            <a:normAutofit/>
          </a:bodyPr>
          <a:lstStyle/>
          <a:p>
            <a:pPr defTabSz="503972" eaLnBrk="1" fontAlgn="auto" hangingPunct="1">
              <a:spcAft>
                <a:spcPts val="0"/>
              </a:spcAft>
              <a:defRPr/>
            </a:pPr>
            <a:r>
              <a:rPr lang="zh-CN" altLang="en-US" dirty="0"/>
              <a:t>赋值语句翻译成抽象语法树</a:t>
            </a:r>
            <a:br>
              <a:rPr lang="en-US" altLang="zh-CN" dirty="0"/>
            </a:br>
            <a:r>
              <a:rPr lang="zh-CN" altLang="en-US" dirty="0"/>
              <a:t>的属性文法</a:t>
            </a:r>
          </a:p>
        </p:txBody>
      </p:sp>
      <p:sp>
        <p:nvSpPr>
          <p:cNvPr id="112643"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panose="05000000000000000000" pitchFamily="2" charset="2"/>
              <a:buNone/>
              <a:defRPr/>
            </a:pPr>
            <a:r>
              <a:rPr lang="zh-CN" altLang="en-US" sz="2646" dirty="0">
                <a:solidFill>
                  <a:schemeClr val="tx1">
                    <a:lumMod val="75000"/>
                    <a:lumOff val="25000"/>
                  </a:schemeClr>
                </a:solidFill>
              </a:rPr>
              <a:t> 产 生 式		语义规则</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err="1">
                <a:solidFill>
                  <a:schemeClr val="tx1">
                    <a:lumMod val="75000"/>
                    <a:lumOff val="25000"/>
                  </a:schemeClr>
                </a:solidFill>
              </a:rPr>
              <a:t>S→id</a:t>
            </a:r>
            <a:r>
              <a:rPr lang="en-US" altLang="zh-CN" sz="2646" dirty="0">
                <a:solidFill>
                  <a:schemeClr val="tx1">
                    <a:lumMod val="75000"/>
                    <a:lumOff val="25000"/>
                  </a:schemeClr>
                </a:solidFill>
              </a:rPr>
              <a:t>:=E	</a:t>
            </a:r>
            <a:r>
              <a:rPr lang="en-US" altLang="zh-CN" sz="2646" dirty="0" err="1">
                <a:solidFill>
                  <a:srgbClr val="003399"/>
                </a:solidFill>
              </a:rPr>
              <a:t>S.nptr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(‘assign’,</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a:t>
            </a:r>
            <a:r>
              <a:rPr lang="en-US" altLang="zh-CN" sz="2646" dirty="0" err="1">
                <a:solidFill>
                  <a:srgbClr val="003399"/>
                </a:solidFill>
              </a:rPr>
              <a:t>mkleaf</a:t>
            </a:r>
            <a:r>
              <a:rPr lang="en-US" altLang="zh-CN" sz="2646" dirty="0">
                <a:solidFill>
                  <a:srgbClr val="003399"/>
                </a:solidFill>
              </a:rPr>
              <a:t>( id, </a:t>
            </a:r>
            <a:r>
              <a:rPr lang="en-US" altLang="zh-CN" sz="2646" dirty="0" err="1">
                <a:solidFill>
                  <a:srgbClr val="003399"/>
                </a:solidFill>
              </a:rPr>
              <a:t>id.place</a:t>
            </a:r>
            <a:r>
              <a:rPr lang="en-US" altLang="zh-CN" sz="2646" dirty="0">
                <a:solidFill>
                  <a:srgbClr val="003399"/>
                </a:solidFill>
              </a:rPr>
              <a:t> ),  </a:t>
            </a:r>
            <a:r>
              <a:rPr lang="en-US" altLang="zh-CN" sz="2646" dirty="0" err="1">
                <a:solidFill>
                  <a:srgbClr val="003399"/>
                </a:solidFill>
              </a:rPr>
              <a:t>E.nptr</a:t>
            </a:r>
            <a:r>
              <a:rPr lang="en-US" altLang="zh-CN" sz="2646" dirty="0">
                <a:solidFill>
                  <a:srgbClr val="003399"/>
                </a:solidFill>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+E</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E</a:t>
            </a:r>
            <a:r>
              <a:rPr lang="en-US" altLang="zh-CN" sz="2646" baseline="-30000" dirty="0">
                <a:solidFill>
                  <a:srgbClr val="003399"/>
                </a:solidFill>
              </a:rPr>
              <a:t>2</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*E</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E</a:t>
            </a:r>
            <a:r>
              <a:rPr lang="en-US" altLang="zh-CN" sz="2646" baseline="-30000" dirty="0">
                <a:solidFill>
                  <a:srgbClr val="003399"/>
                </a:solidFill>
              </a:rPr>
              <a:t>2</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a:t>
            </a:r>
            <a:r>
              <a:rPr lang="en-US" altLang="zh-CN" sz="2646" dirty="0" err="1">
                <a:solidFill>
                  <a:srgbClr val="003399"/>
                </a:solidFill>
              </a:rPr>
              <a:t>uminus</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 (E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:=E</a:t>
            </a:r>
            <a:r>
              <a:rPr lang="en-US" altLang="zh-CN" sz="2646" baseline="-30000" dirty="0">
                <a:solidFill>
                  <a:srgbClr val="003399"/>
                </a:solidFill>
              </a:rPr>
              <a:t>1</a:t>
            </a:r>
            <a:r>
              <a:rPr lang="en-US" altLang="zh-CN" sz="2646" dirty="0">
                <a:solidFill>
                  <a:srgbClr val="003399"/>
                </a:solidFill>
              </a:rPr>
              <a:t>.nptr</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err="1">
                <a:solidFill>
                  <a:schemeClr val="tx1">
                    <a:lumMod val="75000"/>
                    <a:lumOff val="25000"/>
                  </a:schemeClr>
                </a:solidFill>
              </a:rPr>
              <a:t>E→id</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mkleaf</a:t>
            </a:r>
            <a:r>
              <a:rPr lang="en-US" altLang="zh-CN" sz="2646" dirty="0">
                <a:solidFill>
                  <a:srgbClr val="003399"/>
                </a:solidFill>
              </a:rPr>
              <a:t>( id, </a:t>
            </a:r>
            <a:r>
              <a:rPr lang="en-US" altLang="zh-CN" sz="2646" dirty="0" err="1">
                <a:solidFill>
                  <a:srgbClr val="003399"/>
                </a:solidFill>
              </a:rPr>
              <a:t>id.place</a:t>
            </a:r>
            <a:r>
              <a:rPr lang="en-US" altLang="zh-CN" sz="2646" dirty="0">
                <a:solidFill>
                  <a:srgbClr val="003399"/>
                </a:solidFill>
              </a:rPr>
              <a:t> )</a:t>
            </a:r>
            <a:endParaRPr lang="zh-CN" altLang="en-US" sz="2646" dirty="0">
              <a:solidFill>
                <a:srgbClr val="003399"/>
              </a:solidFill>
            </a:endParaRPr>
          </a:p>
        </p:txBody>
      </p:sp>
      <p:pic>
        <p:nvPicPr>
          <p:cNvPr id="2" name="图片 1"/>
          <p:cNvPicPr>
            <a:picLocks noChangeAspect="1"/>
          </p:cNvPicPr>
          <p:nvPr/>
        </p:nvPicPr>
        <p:blipFill>
          <a:blip r:embed="rId3"/>
          <a:stretch>
            <a:fillRect/>
          </a:stretch>
        </p:blipFill>
        <p:spPr>
          <a:xfrm>
            <a:off x="7020444" y="0"/>
            <a:ext cx="2708058" cy="2565171"/>
          </a:xfrm>
          <a:prstGeom prst="rect">
            <a:avLst/>
          </a:prstGeom>
        </p:spPr>
      </p:pic>
      <p:sp>
        <p:nvSpPr>
          <p:cNvPr id="3" name="灯片编号占位符 2">
            <a:extLst>
              <a:ext uri="{FF2B5EF4-FFF2-40B4-BE49-F238E27FC236}">
                <a16:creationId xmlns:a16="http://schemas.microsoft.com/office/drawing/2014/main" id="{87DC3BFD-D73E-51EA-F6C5-24FAD9F4FDBF}"/>
              </a:ext>
            </a:extLst>
          </p:cNvPr>
          <p:cNvSpPr>
            <a:spLocks noGrp="1"/>
          </p:cNvSpPr>
          <p:nvPr>
            <p:ph type="sldNum" sz="quarter" idx="12"/>
          </p:nvPr>
        </p:nvSpPr>
        <p:spPr/>
        <p:txBody>
          <a:bodyPr/>
          <a:lstStyle/>
          <a:p>
            <a:pPr>
              <a:defRPr/>
            </a:pPr>
            <a:fld id="{E2148500-5A2B-4E5E-8588-26C54DB15D6E}" type="slidenum">
              <a:rPr lang="en-US" smtClean="0"/>
              <a:pPr>
                <a:defRPr/>
              </a:pPr>
              <a:t>41</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43">
                                            <p:txEl>
                                              <p:pRg st="0" end="0"/>
                                            </p:txEl>
                                          </p:spTgt>
                                        </p:tgtEl>
                                        <p:attrNameLst>
                                          <p:attrName>style.visibility</p:attrName>
                                        </p:attrNameLst>
                                      </p:cBhvr>
                                      <p:to>
                                        <p:strVal val="visible"/>
                                      </p:to>
                                    </p:set>
                                    <p:animEffect transition="in" filter="wipe(left)">
                                      <p:cBhvr>
                                        <p:cTn id="12" dur="500"/>
                                        <p:tgtEl>
                                          <p:spTgt spid="112643">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12643">
                                            <p:txEl>
                                              <p:pRg st="1" end="1"/>
                                            </p:txEl>
                                          </p:spTgt>
                                        </p:tgtEl>
                                        <p:attrNameLst>
                                          <p:attrName>style.visibility</p:attrName>
                                        </p:attrNameLst>
                                      </p:cBhvr>
                                      <p:to>
                                        <p:strVal val="visible"/>
                                      </p:to>
                                    </p:set>
                                    <p:animEffect transition="in" filter="wipe(left)">
                                      <p:cBhvr>
                                        <p:cTn id="15" dur="500"/>
                                        <p:tgtEl>
                                          <p:spTgt spid="112643">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2643">
                                            <p:txEl>
                                              <p:pRg st="2" end="2"/>
                                            </p:txEl>
                                          </p:spTgt>
                                        </p:tgtEl>
                                        <p:attrNameLst>
                                          <p:attrName>style.visibility</p:attrName>
                                        </p:attrNameLst>
                                      </p:cBhvr>
                                      <p:to>
                                        <p:strVal val="visible"/>
                                      </p:to>
                                    </p:set>
                                    <p:animEffect transition="in" filter="wipe(left)">
                                      <p:cBhvr>
                                        <p:cTn id="18" dur="500"/>
                                        <p:tgtEl>
                                          <p:spTgt spid="112643">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12643">
                                            <p:txEl>
                                              <p:pRg st="3" end="3"/>
                                            </p:txEl>
                                          </p:spTgt>
                                        </p:tgtEl>
                                        <p:attrNameLst>
                                          <p:attrName>style.visibility</p:attrName>
                                        </p:attrNameLst>
                                      </p:cBhvr>
                                      <p:to>
                                        <p:strVal val="visible"/>
                                      </p:to>
                                    </p:set>
                                    <p:animEffect transition="in" filter="wipe(left)">
                                      <p:cBhvr>
                                        <p:cTn id="21" dur="500"/>
                                        <p:tgtEl>
                                          <p:spTgt spid="112643">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2643">
                                            <p:txEl>
                                              <p:pRg st="4" end="4"/>
                                            </p:txEl>
                                          </p:spTgt>
                                        </p:tgtEl>
                                        <p:attrNameLst>
                                          <p:attrName>style.visibility</p:attrName>
                                        </p:attrNameLst>
                                      </p:cBhvr>
                                      <p:to>
                                        <p:strVal val="visible"/>
                                      </p:to>
                                    </p:set>
                                    <p:animEffect transition="in" filter="wipe(left)">
                                      <p:cBhvr>
                                        <p:cTn id="24" dur="500"/>
                                        <p:tgtEl>
                                          <p:spTgt spid="112643">
                                            <p:txEl>
                                              <p:pRg st="4" end="4"/>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12643">
                                            <p:txEl>
                                              <p:pRg st="5" end="5"/>
                                            </p:txEl>
                                          </p:spTgt>
                                        </p:tgtEl>
                                        <p:attrNameLst>
                                          <p:attrName>style.visibility</p:attrName>
                                        </p:attrNameLst>
                                      </p:cBhvr>
                                      <p:to>
                                        <p:strVal val="visible"/>
                                      </p:to>
                                    </p:set>
                                    <p:animEffect transition="in" filter="wipe(left)">
                                      <p:cBhvr>
                                        <p:cTn id="27" dur="500"/>
                                        <p:tgtEl>
                                          <p:spTgt spid="112643">
                                            <p:txEl>
                                              <p:pRg st="5" end="5"/>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2643">
                                            <p:txEl>
                                              <p:pRg st="6" end="6"/>
                                            </p:txEl>
                                          </p:spTgt>
                                        </p:tgtEl>
                                        <p:attrNameLst>
                                          <p:attrName>style.visibility</p:attrName>
                                        </p:attrNameLst>
                                      </p:cBhvr>
                                      <p:to>
                                        <p:strVal val="visible"/>
                                      </p:to>
                                    </p:set>
                                    <p:animEffect transition="in" filter="wipe(left)">
                                      <p:cBhvr>
                                        <p:cTn id="30" dur="500"/>
                                        <p:tgtEl>
                                          <p:spTgt spid="112643">
                                            <p:txEl>
                                              <p:pRg st="6" end="6"/>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2643">
                                            <p:txEl>
                                              <p:pRg st="7" end="7"/>
                                            </p:txEl>
                                          </p:spTgt>
                                        </p:tgtEl>
                                        <p:attrNameLst>
                                          <p:attrName>style.visibility</p:attrName>
                                        </p:attrNameLst>
                                      </p:cBhvr>
                                      <p:to>
                                        <p:strVal val="visible"/>
                                      </p:to>
                                    </p:set>
                                    <p:animEffect transition="in" filter="wipe(left)">
                                      <p:cBhvr>
                                        <p:cTn id="33" dur="500"/>
                                        <p:tgtEl>
                                          <p:spTgt spid="1126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695325" y="400050"/>
            <a:ext cx="9209088" cy="1460500"/>
          </a:xfrm>
        </p:spPr>
        <p:txBody>
          <a:bodyPr rtlCol="0">
            <a:normAutofit/>
          </a:bodyPr>
          <a:lstStyle/>
          <a:p>
            <a:pPr defTabSz="503972" eaLnBrk="1" fontAlgn="auto" hangingPunct="1">
              <a:spcAft>
                <a:spcPts val="0"/>
              </a:spcAft>
              <a:defRPr/>
            </a:pPr>
            <a:r>
              <a:rPr lang="zh-CN" altLang="en-US" dirty="0"/>
              <a:t>赋值语句翻译成抽象语法树的属性文法</a:t>
            </a:r>
          </a:p>
        </p:txBody>
      </p:sp>
      <p:sp>
        <p:nvSpPr>
          <p:cNvPr id="112643" name="Rectangle 3"/>
          <p:cNvSpPr>
            <a:spLocks noGrp="1" noChangeArrowheads="1"/>
          </p:cNvSpPr>
          <p:nvPr>
            <p:ph idx="1"/>
          </p:nvPr>
        </p:nvSpPr>
        <p:spPr>
          <a:xfrm>
            <a:off x="677863" y="1770063"/>
            <a:ext cx="8696325" cy="4605337"/>
          </a:xfrm>
        </p:spPr>
        <p:txBody>
          <a:bodyPr rtlCol="0">
            <a:normAutofit/>
          </a:bodyPr>
          <a:lstStyle/>
          <a:p>
            <a:pPr marL="377979" indent="-377979" defTabSz="503972" eaLnBrk="1" fontAlgn="auto" hangingPunct="1">
              <a:spcBef>
                <a:spcPts val="1102"/>
              </a:spcBef>
              <a:spcAft>
                <a:spcPts val="0"/>
              </a:spcAft>
              <a:buFont typeface="Wingdings" panose="05000000000000000000" pitchFamily="2" charset="2"/>
              <a:buNone/>
              <a:defRPr/>
            </a:pPr>
            <a:r>
              <a:rPr lang="zh-CN" altLang="en-US" sz="2646" dirty="0">
                <a:solidFill>
                  <a:schemeClr val="tx1">
                    <a:lumMod val="75000"/>
                    <a:lumOff val="25000"/>
                  </a:schemeClr>
                </a:solidFill>
              </a:rPr>
              <a:t> 产 生 式		语义规则</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err="1">
                <a:solidFill>
                  <a:schemeClr val="tx1">
                    <a:lumMod val="75000"/>
                    <a:lumOff val="25000"/>
                  </a:schemeClr>
                </a:solidFill>
              </a:rPr>
              <a:t>S→id</a:t>
            </a:r>
            <a:r>
              <a:rPr lang="en-US" altLang="zh-CN" sz="2646" dirty="0">
                <a:solidFill>
                  <a:schemeClr val="tx1">
                    <a:lumMod val="75000"/>
                    <a:lumOff val="25000"/>
                  </a:schemeClr>
                </a:solidFill>
              </a:rPr>
              <a:t>:=E	</a:t>
            </a:r>
            <a:r>
              <a:rPr lang="en-US" altLang="zh-CN" sz="2646" dirty="0" err="1">
                <a:solidFill>
                  <a:srgbClr val="003399"/>
                </a:solidFill>
              </a:rPr>
              <a:t>S.nptr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(‘assign’,</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a:t>
            </a:r>
            <a:r>
              <a:rPr lang="en-US" altLang="zh-CN" sz="2646" dirty="0" err="1">
                <a:solidFill>
                  <a:srgbClr val="003399"/>
                </a:solidFill>
              </a:rPr>
              <a:t>mkleaf</a:t>
            </a:r>
            <a:r>
              <a:rPr lang="en-US" altLang="zh-CN" sz="2646" dirty="0">
                <a:solidFill>
                  <a:srgbClr val="003399"/>
                </a:solidFill>
              </a:rPr>
              <a:t>( id, </a:t>
            </a:r>
            <a:r>
              <a:rPr lang="en-US" altLang="zh-CN" sz="2646" dirty="0" err="1">
                <a:solidFill>
                  <a:srgbClr val="003399"/>
                </a:solidFill>
              </a:rPr>
              <a:t>id.place</a:t>
            </a:r>
            <a:r>
              <a:rPr lang="en-US" altLang="zh-CN" sz="2646" dirty="0">
                <a:solidFill>
                  <a:srgbClr val="003399"/>
                </a:solidFill>
              </a:rPr>
              <a:t> ),  </a:t>
            </a:r>
            <a:r>
              <a:rPr lang="en-US" altLang="zh-CN" sz="2646" dirty="0" err="1">
                <a:solidFill>
                  <a:srgbClr val="003399"/>
                </a:solidFill>
              </a:rPr>
              <a:t>E.nptr</a:t>
            </a:r>
            <a:r>
              <a:rPr lang="en-US" altLang="zh-CN" sz="2646" dirty="0">
                <a:solidFill>
                  <a:srgbClr val="003399"/>
                </a:solidFill>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+E</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E</a:t>
            </a:r>
            <a:r>
              <a:rPr lang="en-US" altLang="zh-CN" sz="2646" baseline="-30000" dirty="0">
                <a:solidFill>
                  <a:srgbClr val="003399"/>
                </a:solidFill>
              </a:rPr>
              <a:t>2</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*E</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E</a:t>
            </a:r>
            <a:r>
              <a:rPr lang="en-US" altLang="zh-CN" sz="2646" baseline="-30000" dirty="0">
                <a:solidFill>
                  <a:srgbClr val="003399"/>
                </a:solidFill>
              </a:rPr>
              <a:t>2</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mknode</a:t>
            </a:r>
            <a:r>
              <a:rPr lang="en-US" altLang="zh-CN" sz="2646" dirty="0">
                <a:solidFill>
                  <a:srgbClr val="003399"/>
                </a:solidFill>
              </a:rPr>
              <a:t>(‘</a:t>
            </a:r>
            <a:r>
              <a:rPr lang="en-US" altLang="zh-CN" sz="2646" dirty="0" err="1">
                <a:solidFill>
                  <a:srgbClr val="003399"/>
                </a:solidFill>
              </a:rPr>
              <a:t>uminus</a:t>
            </a:r>
            <a:r>
              <a:rPr lang="en-US" altLang="zh-CN" sz="2646" dirty="0">
                <a:solidFill>
                  <a:srgbClr val="003399"/>
                </a:solidFill>
              </a:rPr>
              <a:t>’, E</a:t>
            </a:r>
            <a:r>
              <a:rPr lang="en-US" altLang="zh-CN" sz="2646" baseline="-30000" dirty="0">
                <a:solidFill>
                  <a:srgbClr val="003399"/>
                </a:solidFill>
              </a:rPr>
              <a:t>1</a:t>
            </a:r>
            <a:r>
              <a:rPr lang="en-US" altLang="zh-CN" sz="2646" dirty="0">
                <a:solidFill>
                  <a:srgbClr val="003399"/>
                </a:solidFill>
              </a:rPr>
              <a:t>.nptr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E→ (E</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:=E</a:t>
            </a:r>
            <a:r>
              <a:rPr lang="en-US" altLang="zh-CN" sz="2646" baseline="-30000" dirty="0">
                <a:solidFill>
                  <a:srgbClr val="003399"/>
                </a:solidFill>
              </a:rPr>
              <a:t>1</a:t>
            </a:r>
            <a:r>
              <a:rPr lang="en-US" altLang="zh-CN" sz="2646" dirty="0">
                <a:solidFill>
                  <a:srgbClr val="003399"/>
                </a:solidFill>
              </a:rPr>
              <a:t>.nptr</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2646" dirty="0" err="1">
                <a:solidFill>
                  <a:schemeClr val="tx1">
                    <a:lumMod val="75000"/>
                    <a:lumOff val="25000"/>
                  </a:schemeClr>
                </a:solidFill>
              </a:rPr>
              <a:t>E→id</a:t>
            </a:r>
            <a:r>
              <a:rPr lang="en-US" altLang="zh-CN" sz="2646" dirty="0">
                <a:solidFill>
                  <a:schemeClr val="tx1">
                    <a:lumMod val="75000"/>
                    <a:lumOff val="25000"/>
                  </a:schemeClr>
                </a:solidFill>
              </a:rPr>
              <a:t> 		</a:t>
            </a:r>
            <a:r>
              <a:rPr lang="en-US" altLang="zh-CN" sz="2646" dirty="0" err="1">
                <a:solidFill>
                  <a:srgbClr val="003399"/>
                </a:solidFill>
              </a:rPr>
              <a:t>E.nptr</a:t>
            </a:r>
            <a:r>
              <a:rPr lang="en-US" altLang="zh-CN" sz="2646" dirty="0">
                <a:solidFill>
                  <a:srgbClr val="003399"/>
                </a:solidFill>
              </a:rPr>
              <a:t>:=</a:t>
            </a:r>
            <a:r>
              <a:rPr lang="en-US" altLang="zh-CN" sz="2646" dirty="0" err="1">
                <a:solidFill>
                  <a:srgbClr val="003399"/>
                </a:solidFill>
              </a:rPr>
              <a:t>mkleaf</a:t>
            </a:r>
            <a:r>
              <a:rPr lang="en-US" altLang="zh-CN" sz="2646" dirty="0">
                <a:solidFill>
                  <a:srgbClr val="003399"/>
                </a:solidFill>
              </a:rPr>
              <a:t>( id, </a:t>
            </a:r>
            <a:r>
              <a:rPr lang="en-US" altLang="zh-CN" sz="2646" dirty="0" err="1">
                <a:solidFill>
                  <a:srgbClr val="003399"/>
                </a:solidFill>
              </a:rPr>
              <a:t>id.place</a:t>
            </a:r>
            <a:r>
              <a:rPr lang="en-US" altLang="zh-CN" sz="2646" dirty="0">
                <a:solidFill>
                  <a:srgbClr val="003399"/>
                </a:solidFill>
              </a:rPr>
              <a:t> )</a:t>
            </a:r>
            <a:endParaRPr lang="zh-CN" altLang="en-US" sz="2646" dirty="0">
              <a:solidFill>
                <a:srgbClr val="003399"/>
              </a:solidFill>
            </a:endParaRPr>
          </a:p>
        </p:txBody>
      </p:sp>
      <p:sp>
        <p:nvSpPr>
          <p:cNvPr id="2" name="文本框 1"/>
          <p:cNvSpPr txBox="1"/>
          <p:nvPr/>
        </p:nvSpPr>
        <p:spPr>
          <a:xfrm>
            <a:off x="677863" y="6380163"/>
            <a:ext cx="8890000" cy="930383"/>
          </a:xfrm>
          <a:prstGeom prst="rect">
            <a:avLst/>
          </a:prstGeom>
          <a:noFill/>
        </p:spPr>
        <p:txBody>
          <a:bodyPr>
            <a:spAutoFit/>
          </a:bodyPr>
          <a:lstStyle/>
          <a:p>
            <a:pPr>
              <a:defRPr/>
            </a:pPr>
            <a:r>
              <a:rPr lang="zh-CN" altLang="en-US" sz="2646" b="1" dirty="0">
                <a:solidFill>
                  <a:schemeClr val="tx1">
                    <a:lumMod val="75000"/>
                    <a:lumOff val="25000"/>
                  </a:schemeClr>
                </a:solidFill>
                <a:latin typeface="微软雅黑" panose="020B0503020204020204" pitchFamily="34" charset="-122"/>
                <a:ea typeface="微软雅黑" panose="020B0503020204020204" pitchFamily="34" charset="-122"/>
              </a:rPr>
              <a:t>作业：请结合自下而上的语法分析，逐步生成</a:t>
            </a:r>
            <a:r>
              <a:rPr lang="en-US" altLang="zh-CN" sz="2800" b="1" dirty="0"/>
              <a:t>a=5+3*b</a:t>
            </a:r>
            <a:r>
              <a:rPr lang="zh-CN" altLang="en-US" sz="2646" b="1" dirty="0">
                <a:solidFill>
                  <a:schemeClr val="tx1">
                    <a:lumMod val="75000"/>
                    <a:lumOff val="25000"/>
                  </a:schemeClr>
                </a:solidFill>
                <a:latin typeface="微软雅黑" panose="020B0503020204020204" pitchFamily="34" charset="-122"/>
                <a:ea typeface="微软雅黑" panose="020B0503020204020204" pitchFamily="34" charset="-122"/>
              </a:rPr>
              <a:t>的抽象语法树</a:t>
            </a:r>
          </a:p>
        </p:txBody>
      </p:sp>
      <p:sp>
        <p:nvSpPr>
          <p:cNvPr id="3" name="灯片编号占位符 2">
            <a:extLst>
              <a:ext uri="{FF2B5EF4-FFF2-40B4-BE49-F238E27FC236}">
                <a16:creationId xmlns:a16="http://schemas.microsoft.com/office/drawing/2014/main" id="{0218CE34-9761-6AFF-BA93-E05AFC35A850}"/>
              </a:ext>
            </a:extLst>
          </p:cNvPr>
          <p:cNvSpPr>
            <a:spLocks noGrp="1"/>
          </p:cNvSpPr>
          <p:nvPr>
            <p:ph type="sldNum" sz="quarter" idx="12"/>
          </p:nvPr>
        </p:nvSpPr>
        <p:spPr/>
        <p:txBody>
          <a:bodyPr/>
          <a:lstStyle/>
          <a:p>
            <a:pPr>
              <a:defRPr/>
            </a:pPr>
            <a:fld id="{E2148500-5A2B-4E5E-8588-26C54DB15D6E}" type="slidenum">
              <a:rPr lang="en-US" smtClean="0"/>
              <a:pPr>
                <a:defRPr/>
              </a:pPr>
              <a:t>42</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wipe(left)">
                                      <p:cBhvr>
                                        <p:cTn id="7" dur="500"/>
                                        <p:tgtEl>
                                          <p:spTgt spid="11264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2643">
                                            <p:txEl>
                                              <p:pRg st="1" end="1"/>
                                            </p:txEl>
                                          </p:spTgt>
                                        </p:tgtEl>
                                        <p:attrNameLst>
                                          <p:attrName>style.visibility</p:attrName>
                                        </p:attrNameLst>
                                      </p:cBhvr>
                                      <p:to>
                                        <p:strVal val="visible"/>
                                      </p:to>
                                    </p:set>
                                    <p:animEffect transition="in" filter="wipe(left)">
                                      <p:cBhvr>
                                        <p:cTn id="10" dur="500"/>
                                        <p:tgtEl>
                                          <p:spTgt spid="11264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2643">
                                            <p:txEl>
                                              <p:pRg st="2" end="2"/>
                                            </p:txEl>
                                          </p:spTgt>
                                        </p:tgtEl>
                                        <p:attrNameLst>
                                          <p:attrName>style.visibility</p:attrName>
                                        </p:attrNameLst>
                                      </p:cBhvr>
                                      <p:to>
                                        <p:strVal val="visible"/>
                                      </p:to>
                                    </p:set>
                                    <p:animEffect transition="in" filter="wipe(left)">
                                      <p:cBhvr>
                                        <p:cTn id="13" dur="500"/>
                                        <p:tgtEl>
                                          <p:spTgt spid="11264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2643">
                                            <p:txEl>
                                              <p:pRg st="3" end="3"/>
                                            </p:txEl>
                                          </p:spTgt>
                                        </p:tgtEl>
                                        <p:attrNameLst>
                                          <p:attrName>style.visibility</p:attrName>
                                        </p:attrNameLst>
                                      </p:cBhvr>
                                      <p:to>
                                        <p:strVal val="visible"/>
                                      </p:to>
                                    </p:set>
                                    <p:animEffect transition="in" filter="wipe(left)">
                                      <p:cBhvr>
                                        <p:cTn id="16" dur="500"/>
                                        <p:tgtEl>
                                          <p:spTgt spid="11264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2643">
                                            <p:txEl>
                                              <p:pRg st="4" end="4"/>
                                            </p:txEl>
                                          </p:spTgt>
                                        </p:tgtEl>
                                        <p:attrNameLst>
                                          <p:attrName>style.visibility</p:attrName>
                                        </p:attrNameLst>
                                      </p:cBhvr>
                                      <p:to>
                                        <p:strVal val="visible"/>
                                      </p:to>
                                    </p:set>
                                    <p:animEffect transition="in" filter="wipe(left)">
                                      <p:cBhvr>
                                        <p:cTn id="19" dur="500"/>
                                        <p:tgtEl>
                                          <p:spTgt spid="11264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2643">
                                            <p:txEl>
                                              <p:pRg st="5" end="5"/>
                                            </p:txEl>
                                          </p:spTgt>
                                        </p:tgtEl>
                                        <p:attrNameLst>
                                          <p:attrName>style.visibility</p:attrName>
                                        </p:attrNameLst>
                                      </p:cBhvr>
                                      <p:to>
                                        <p:strVal val="visible"/>
                                      </p:to>
                                    </p:set>
                                    <p:animEffect transition="in" filter="wipe(left)">
                                      <p:cBhvr>
                                        <p:cTn id="22" dur="500"/>
                                        <p:tgtEl>
                                          <p:spTgt spid="11264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2643">
                                            <p:txEl>
                                              <p:pRg st="6" end="6"/>
                                            </p:txEl>
                                          </p:spTgt>
                                        </p:tgtEl>
                                        <p:attrNameLst>
                                          <p:attrName>style.visibility</p:attrName>
                                        </p:attrNameLst>
                                      </p:cBhvr>
                                      <p:to>
                                        <p:strVal val="visible"/>
                                      </p:to>
                                    </p:set>
                                    <p:animEffect transition="in" filter="wipe(left)">
                                      <p:cBhvr>
                                        <p:cTn id="25" dur="500"/>
                                        <p:tgtEl>
                                          <p:spTgt spid="11264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2643">
                                            <p:txEl>
                                              <p:pRg st="7" end="7"/>
                                            </p:txEl>
                                          </p:spTgt>
                                        </p:tgtEl>
                                        <p:attrNameLst>
                                          <p:attrName>style.visibility</p:attrName>
                                        </p:attrNameLst>
                                      </p:cBhvr>
                                      <p:to>
                                        <p:strVal val="visible"/>
                                      </p:to>
                                    </p:set>
                                    <p:animEffect transition="in" filter="wipe(left)">
                                      <p:cBhvr>
                                        <p:cTn id="28" dur="500"/>
                                        <p:tgtEl>
                                          <p:spTgt spid="112643">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down)">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三地址语句的种类 </a:t>
            </a:r>
          </a:p>
        </p:txBody>
      </p:sp>
      <p:sp>
        <p:nvSpPr>
          <p:cNvPr id="115715" name="Rectangle 3"/>
          <p:cNvSpPr>
            <a:spLocks noGrp="1" noChangeArrowheads="1"/>
          </p:cNvSpPr>
          <p:nvPr>
            <p:ph idx="1"/>
          </p:nvPr>
        </p:nvSpPr>
        <p:spPr>
          <a:xfrm>
            <a:off x="674128" y="1864741"/>
            <a:ext cx="9090606" cy="4797425"/>
          </a:xfrm>
        </p:spPr>
        <p:txBody>
          <a:bodyPr rtlCol="0">
            <a:noAutofit/>
          </a:bodyPr>
          <a:lstStyle/>
          <a:p>
            <a:pPr marL="377979" indent="-377979" algn="just" defTabSz="503972" eaLnBrk="1" fontAlgn="auto" hangingPunct="1">
              <a:spcBef>
                <a:spcPts val="0"/>
              </a:spcBef>
              <a:spcAft>
                <a:spcPts val="600"/>
              </a:spcAft>
              <a:buFont typeface="Wingdings 3" charset="2"/>
              <a:buChar char=""/>
              <a:defRPr/>
            </a:pPr>
            <a:r>
              <a:rPr lang="en-US" altLang="zh-CN" sz="3086" dirty="0">
                <a:solidFill>
                  <a:schemeClr val="tx1">
                    <a:lumMod val="75000"/>
                    <a:lumOff val="25000"/>
                  </a:schemeClr>
                </a:solidFill>
              </a:rPr>
              <a:t>x:=y op z </a:t>
            </a:r>
          </a:p>
          <a:p>
            <a:pPr marL="377979" indent="-377979" algn="just" defTabSz="503972" eaLnBrk="1" fontAlgn="auto" hangingPunct="1">
              <a:spcBef>
                <a:spcPts val="0"/>
              </a:spcBef>
              <a:spcAft>
                <a:spcPts val="600"/>
              </a:spcAft>
              <a:buFont typeface="Wingdings 3" charset="2"/>
              <a:buChar char=""/>
              <a:defRPr/>
            </a:pPr>
            <a:r>
              <a:rPr lang="en-US" altLang="zh-CN" sz="3086" dirty="0">
                <a:solidFill>
                  <a:schemeClr val="tx1">
                    <a:lumMod val="75000"/>
                    <a:lumOff val="25000"/>
                  </a:schemeClr>
                </a:solidFill>
              </a:rPr>
              <a:t>x:=op y </a:t>
            </a:r>
          </a:p>
          <a:p>
            <a:pPr marL="377979" indent="-377979" algn="just" defTabSz="503972" eaLnBrk="1" fontAlgn="auto" hangingPunct="1">
              <a:spcBef>
                <a:spcPts val="0"/>
              </a:spcBef>
              <a:spcAft>
                <a:spcPts val="600"/>
              </a:spcAft>
              <a:buFont typeface="Wingdings 3" charset="2"/>
              <a:buChar char=""/>
              <a:defRPr/>
            </a:pPr>
            <a:r>
              <a:rPr lang="en-US" altLang="zh-CN" sz="3086" dirty="0">
                <a:solidFill>
                  <a:schemeClr val="tx1">
                    <a:lumMod val="75000"/>
                    <a:lumOff val="25000"/>
                  </a:schemeClr>
                </a:solidFill>
              </a:rPr>
              <a:t>x:=y </a:t>
            </a:r>
          </a:p>
          <a:p>
            <a:pPr marL="377979" indent="-377979" algn="just" defTabSz="503972" eaLnBrk="1" fontAlgn="auto" hangingPunct="1">
              <a:spcBef>
                <a:spcPts val="0"/>
              </a:spcBef>
              <a:spcAft>
                <a:spcPts val="600"/>
              </a:spcAft>
              <a:buFont typeface="Wingdings 3" charset="2"/>
              <a:buChar char=""/>
              <a:defRPr/>
            </a:pPr>
            <a:r>
              <a:rPr lang="en-US" altLang="zh-CN" sz="3086" dirty="0" err="1">
                <a:solidFill>
                  <a:schemeClr val="tx1">
                    <a:lumMod val="75000"/>
                    <a:lumOff val="25000"/>
                  </a:schemeClr>
                </a:solidFill>
              </a:rPr>
              <a:t>goto</a:t>
            </a:r>
            <a:r>
              <a:rPr lang="en-US" altLang="zh-CN" sz="3086" dirty="0">
                <a:solidFill>
                  <a:schemeClr val="tx1">
                    <a:lumMod val="75000"/>
                    <a:lumOff val="25000"/>
                  </a:schemeClr>
                </a:solidFill>
              </a:rPr>
              <a:t> L </a:t>
            </a:r>
          </a:p>
          <a:p>
            <a:pPr marL="377979" indent="-377979" algn="just" defTabSz="503972" eaLnBrk="1" fontAlgn="auto" hangingPunct="1">
              <a:spcBef>
                <a:spcPts val="0"/>
              </a:spcBef>
              <a:spcAft>
                <a:spcPts val="600"/>
              </a:spcAft>
              <a:buFont typeface="Wingdings 3" charset="2"/>
              <a:buChar char=""/>
              <a:defRPr/>
            </a:pPr>
            <a:r>
              <a:rPr lang="en-US" altLang="zh-CN" sz="3086" dirty="0">
                <a:solidFill>
                  <a:schemeClr val="tx1">
                    <a:lumMod val="75000"/>
                    <a:lumOff val="25000"/>
                  </a:schemeClr>
                </a:solidFill>
              </a:rPr>
              <a:t>if x </a:t>
            </a:r>
            <a:r>
              <a:rPr lang="en-US" altLang="zh-CN" sz="3086" dirty="0" err="1">
                <a:solidFill>
                  <a:schemeClr val="tx1">
                    <a:lumMod val="75000"/>
                    <a:lumOff val="25000"/>
                  </a:schemeClr>
                </a:solidFill>
              </a:rPr>
              <a:t>relop</a:t>
            </a:r>
            <a:r>
              <a:rPr lang="en-US" altLang="zh-CN" sz="3086" dirty="0">
                <a:solidFill>
                  <a:schemeClr val="tx1">
                    <a:lumMod val="75000"/>
                    <a:lumOff val="25000"/>
                  </a:schemeClr>
                </a:solidFill>
              </a:rPr>
              <a:t> y </a:t>
            </a:r>
            <a:r>
              <a:rPr lang="en-US" altLang="zh-CN" sz="3086" dirty="0" err="1">
                <a:solidFill>
                  <a:schemeClr val="tx1">
                    <a:lumMod val="75000"/>
                    <a:lumOff val="25000"/>
                  </a:schemeClr>
                </a:solidFill>
              </a:rPr>
              <a:t>goto</a:t>
            </a:r>
            <a:r>
              <a:rPr lang="en-US" altLang="zh-CN" sz="3086" dirty="0">
                <a:solidFill>
                  <a:schemeClr val="tx1">
                    <a:lumMod val="75000"/>
                    <a:lumOff val="25000"/>
                  </a:schemeClr>
                </a:solidFill>
              </a:rPr>
              <a:t> L</a:t>
            </a:r>
            <a:r>
              <a:rPr lang="zh-CN" altLang="en-US" sz="3086" dirty="0">
                <a:solidFill>
                  <a:schemeClr val="tx1">
                    <a:lumMod val="75000"/>
                    <a:lumOff val="25000"/>
                  </a:schemeClr>
                </a:solidFill>
              </a:rPr>
              <a:t>或</a:t>
            </a:r>
            <a:r>
              <a:rPr lang="en-US" altLang="zh-CN" sz="3086" dirty="0">
                <a:solidFill>
                  <a:schemeClr val="tx1">
                    <a:lumMod val="75000"/>
                    <a:lumOff val="25000"/>
                  </a:schemeClr>
                </a:solidFill>
              </a:rPr>
              <a:t>if a </a:t>
            </a:r>
            <a:r>
              <a:rPr lang="en-US" altLang="zh-CN" sz="3086" dirty="0" err="1">
                <a:solidFill>
                  <a:schemeClr val="tx1">
                    <a:lumMod val="75000"/>
                    <a:lumOff val="25000"/>
                  </a:schemeClr>
                </a:solidFill>
              </a:rPr>
              <a:t>goto</a:t>
            </a:r>
            <a:r>
              <a:rPr lang="en-US" altLang="zh-CN" sz="3086" dirty="0">
                <a:solidFill>
                  <a:schemeClr val="tx1">
                    <a:lumMod val="75000"/>
                    <a:lumOff val="25000"/>
                  </a:schemeClr>
                </a:solidFill>
              </a:rPr>
              <a:t> L</a:t>
            </a:r>
          </a:p>
          <a:p>
            <a:pPr marL="377979" indent="-377979" algn="just" defTabSz="503972" eaLnBrk="1" fontAlgn="auto" hangingPunct="1">
              <a:spcBef>
                <a:spcPts val="0"/>
              </a:spcBef>
              <a:spcAft>
                <a:spcPts val="600"/>
              </a:spcAft>
              <a:buFont typeface="Wingdings 3" charset="2"/>
              <a:buChar char=""/>
              <a:defRPr/>
            </a:pPr>
            <a:r>
              <a:rPr lang="zh-CN" altLang="en-US" sz="3086" dirty="0">
                <a:solidFill>
                  <a:schemeClr val="tx1">
                    <a:lumMod val="75000"/>
                    <a:lumOff val="25000"/>
                  </a:schemeClr>
                </a:solidFill>
              </a:rPr>
              <a:t>返回语句：</a:t>
            </a:r>
            <a:r>
              <a:rPr lang="en-US" altLang="zh-CN" sz="3086" dirty="0">
                <a:solidFill>
                  <a:schemeClr val="tx1">
                    <a:lumMod val="75000"/>
                    <a:lumOff val="25000"/>
                  </a:schemeClr>
                </a:solidFill>
              </a:rPr>
              <a:t>return y</a:t>
            </a:r>
          </a:p>
          <a:p>
            <a:pPr marL="377979" indent="-377979" algn="just" defTabSz="503972" eaLnBrk="1" fontAlgn="auto" hangingPunct="1">
              <a:spcBef>
                <a:spcPts val="0"/>
              </a:spcBef>
              <a:spcAft>
                <a:spcPts val="600"/>
              </a:spcAft>
              <a:buFont typeface="Wingdings 3" charset="2"/>
              <a:buChar char=""/>
              <a:defRPr/>
            </a:pPr>
            <a:r>
              <a:rPr lang="zh-CN" altLang="en-US" sz="3086" dirty="0">
                <a:solidFill>
                  <a:schemeClr val="tx1">
                    <a:lumMod val="75000"/>
                    <a:lumOff val="25000"/>
                  </a:schemeClr>
                </a:solidFill>
              </a:rPr>
              <a:t>索引赋值：</a:t>
            </a:r>
            <a:r>
              <a:rPr lang="en-US" altLang="zh-CN" sz="3086" dirty="0">
                <a:solidFill>
                  <a:schemeClr val="tx1">
                    <a:lumMod val="75000"/>
                    <a:lumOff val="25000"/>
                  </a:schemeClr>
                </a:solidFill>
              </a:rPr>
              <a:t>x:=y[i]</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x[</a:t>
            </a:r>
            <a:r>
              <a:rPr lang="en-US" altLang="zh-CN" sz="3086" dirty="0" err="1">
                <a:solidFill>
                  <a:schemeClr val="tx1">
                    <a:lumMod val="75000"/>
                    <a:lumOff val="25000"/>
                  </a:schemeClr>
                </a:solidFill>
              </a:rPr>
              <a:t>i</a:t>
            </a:r>
            <a:r>
              <a:rPr lang="en-US" altLang="zh-CN" sz="3086" dirty="0">
                <a:solidFill>
                  <a:schemeClr val="tx1">
                    <a:lumMod val="75000"/>
                    <a:lumOff val="25000"/>
                  </a:schemeClr>
                </a:solidFill>
              </a:rPr>
              <a:t>]:=y</a:t>
            </a:r>
            <a:endParaRPr lang="zh-CN" altLang="en-US" sz="3086" dirty="0">
              <a:solidFill>
                <a:schemeClr val="tx1">
                  <a:lumMod val="75000"/>
                  <a:lumOff val="25000"/>
                </a:schemeClr>
              </a:solidFill>
            </a:endParaRPr>
          </a:p>
          <a:p>
            <a:pPr marL="377979" indent="-377979" algn="just" defTabSz="503972" eaLnBrk="1" fontAlgn="auto" hangingPunct="1">
              <a:spcBef>
                <a:spcPts val="0"/>
              </a:spcBef>
              <a:spcAft>
                <a:spcPts val="600"/>
              </a:spcAft>
              <a:buFont typeface="Wingdings 3" charset="2"/>
              <a:buChar char=""/>
              <a:defRPr/>
            </a:pPr>
            <a:r>
              <a:rPr lang="zh-CN" altLang="en-US" sz="3086" dirty="0">
                <a:solidFill>
                  <a:schemeClr val="tx1">
                    <a:lumMod val="75000"/>
                    <a:lumOff val="25000"/>
                  </a:schemeClr>
                </a:solidFill>
              </a:rPr>
              <a:t>地址和指针赋值：</a:t>
            </a:r>
            <a:r>
              <a:rPr lang="en-US" altLang="zh-CN" sz="3086" dirty="0">
                <a:solidFill>
                  <a:schemeClr val="tx1">
                    <a:lumMod val="75000"/>
                    <a:lumOff val="25000"/>
                  </a:schemeClr>
                </a:solidFill>
              </a:rPr>
              <a:t>x:=&amp;y</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x:=*y</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x:=y</a:t>
            </a:r>
          </a:p>
          <a:p>
            <a:pPr marL="0" indent="0" algn="just" defTabSz="503972" eaLnBrk="1" fontAlgn="auto" hangingPunct="1">
              <a:spcBef>
                <a:spcPts val="0"/>
              </a:spcBef>
              <a:spcAft>
                <a:spcPts val="600"/>
              </a:spcAft>
              <a:buNone/>
              <a:defRPr/>
            </a:pPr>
            <a:r>
              <a:rPr lang="zh-CN" altLang="en-US" sz="3086" b="1" dirty="0">
                <a:solidFill>
                  <a:srgbClr val="C00000"/>
                </a:solidFill>
              </a:rPr>
              <a:t>三地址代码可以看作抽象语法树或者</a:t>
            </a:r>
            <a:r>
              <a:rPr lang="en-US" altLang="zh-CN" sz="3086" b="1" dirty="0">
                <a:solidFill>
                  <a:srgbClr val="C00000"/>
                </a:solidFill>
              </a:rPr>
              <a:t>DAG</a:t>
            </a:r>
            <a:r>
              <a:rPr lang="zh-CN" altLang="en-US" sz="3086" b="1" dirty="0">
                <a:solidFill>
                  <a:srgbClr val="C00000"/>
                </a:solidFill>
              </a:rPr>
              <a:t>图的线性表示</a:t>
            </a:r>
          </a:p>
        </p:txBody>
      </p:sp>
      <p:sp>
        <p:nvSpPr>
          <p:cNvPr id="2" name="灯片编号占位符 1">
            <a:extLst>
              <a:ext uri="{FF2B5EF4-FFF2-40B4-BE49-F238E27FC236}">
                <a16:creationId xmlns:a16="http://schemas.microsoft.com/office/drawing/2014/main" id="{8607751A-181B-C308-BC95-88309419AE20}"/>
              </a:ext>
            </a:extLst>
          </p:cNvPr>
          <p:cNvSpPr>
            <a:spLocks noGrp="1"/>
          </p:cNvSpPr>
          <p:nvPr>
            <p:ph type="sldNum" sz="quarter" idx="12"/>
          </p:nvPr>
        </p:nvSpPr>
        <p:spPr/>
        <p:txBody>
          <a:bodyPr/>
          <a:lstStyle/>
          <a:p>
            <a:pPr>
              <a:defRPr/>
            </a:pPr>
            <a:fld id="{754BDEF1-E80A-4645-9081-8E2A5E9CFED1}" type="slidenum">
              <a:rPr lang="en-US" smtClean="0"/>
              <a:pPr>
                <a:defRPr/>
              </a:pPr>
              <a:t>43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wipe(left)">
                                      <p:cBhvr>
                                        <p:cTn id="7" dur="500"/>
                                        <p:tgtEl>
                                          <p:spTgt spid="115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15">
                                            <p:txEl>
                                              <p:pRg st="1" end="1"/>
                                            </p:txEl>
                                          </p:spTgt>
                                        </p:tgtEl>
                                        <p:attrNameLst>
                                          <p:attrName>style.visibility</p:attrName>
                                        </p:attrNameLst>
                                      </p:cBhvr>
                                      <p:to>
                                        <p:strVal val="visible"/>
                                      </p:to>
                                    </p:set>
                                    <p:animEffect transition="in" filter="wipe(left)">
                                      <p:cBhvr>
                                        <p:cTn id="12" dur="500"/>
                                        <p:tgtEl>
                                          <p:spTgt spid="115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15">
                                            <p:txEl>
                                              <p:pRg st="2" end="2"/>
                                            </p:txEl>
                                          </p:spTgt>
                                        </p:tgtEl>
                                        <p:attrNameLst>
                                          <p:attrName>style.visibility</p:attrName>
                                        </p:attrNameLst>
                                      </p:cBhvr>
                                      <p:to>
                                        <p:strVal val="visible"/>
                                      </p:to>
                                    </p:set>
                                    <p:animEffect transition="in" filter="wipe(left)">
                                      <p:cBhvr>
                                        <p:cTn id="17" dur="500"/>
                                        <p:tgtEl>
                                          <p:spTgt spid="1157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5715">
                                            <p:txEl>
                                              <p:pRg st="3" end="3"/>
                                            </p:txEl>
                                          </p:spTgt>
                                        </p:tgtEl>
                                        <p:attrNameLst>
                                          <p:attrName>style.visibility</p:attrName>
                                        </p:attrNameLst>
                                      </p:cBhvr>
                                      <p:to>
                                        <p:strVal val="visible"/>
                                      </p:to>
                                    </p:set>
                                    <p:animEffect transition="in" filter="wipe(left)">
                                      <p:cBhvr>
                                        <p:cTn id="22" dur="500"/>
                                        <p:tgtEl>
                                          <p:spTgt spid="1157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5715">
                                            <p:txEl>
                                              <p:pRg st="4" end="4"/>
                                            </p:txEl>
                                          </p:spTgt>
                                        </p:tgtEl>
                                        <p:attrNameLst>
                                          <p:attrName>style.visibility</p:attrName>
                                        </p:attrNameLst>
                                      </p:cBhvr>
                                      <p:to>
                                        <p:strVal val="visible"/>
                                      </p:to>
                                    </p:set>
                                    <p:animEffect transition="in" filter="wipe(left)">
                                      <p:cBhvr>
                                        <p:cTn id="27" dur="500"/>
                                        <p:tgtEl>
                                          <p:spTgt spid="1157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15">
                                            <p:txEl>
                                              <p:pRg st="5" end="5"/>
                                            </p:txEl>
                                          </p:spTgt>
                                        </p:tgtEl>
                                        <p:attrNameLst>
                                          <p:attrName>style.visibility</p:attrName>
                                        </p:attrNameLst>
                                      </p:cBhvr>
                                      <p:to>
                                        <p:strVal val="visible"/>
                                      </p:to>
                                    </p:set>
                                    <p:animEffect transition="in" filter="wipe(left)">
                                      <p:cBhvr>
                                        <p:cTn id="32" dur="500"/>
                                        <p:tgtEl>
                                          <p:spTgt spid="1157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5715">
                                            <p:txEl>
                                              <p:pRg st="6" end="6"/>
                                            </p:txEl>
                                          </p:spTgt>
                                        </p:tgtEl>
                                        <p:attrNameLst>
                                          <p:attrName>style.visibility</p:attrName>
                                        </p:attrNameLst>
                                      </p:cBhvr>
                                      <p:to>
                                        <p:strVal val="visible"/>
                                      </p:to>
                                    </p:set>
                                    <p:animEffect transition="in" filter="wipe(left)">
                                      <p:cBhvr>
                                        <p:cTn id="37" dur="500"/>
                                        <p:tgtEl>
                                          <p:spTgt spid="1157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5715">
                                            <p:txEl>
                                              <p:pRg st="7" end="7"/>
                                            </p:txEl>
                                          </p:spTgt>
                                        </p:tgtEl>
                                        <p:attrNameLst>
                                          <p:attrName>style.visibility</p:attrName>
                                        </p:attrNameLst>
                                      </p:cBhvr>
                                      <p:to>
                                        <p:strVal val="visible"/>
                                      </p:to>
                                    </p:set>
                                    <p:animEffect transition="in" filter="wipe(left)">
                                      <p:cBhvr>
                                        <p:cTn id="42" dur="500"/>
                                        <p:tgtEl>
                                          <p:spTgt spid="1157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5715">
                                            <p:txEl>
                                              <p:pRg st="8" end="8"/>
                                            </p:txEl>
                                          </p:spTgt>
                                        </p:tgtEl>
                                        <p:attrNameLst>
                                          <p:attrName>style.visibility</p:attrName>
                                        </p:attrNameLst>
                                      </p:cBhvr>
                                      <p:to>
                                        <p:strVal val="visible"/>
                                      </p:to>
                                    </p:set>
                                    <p:animEffect transition="in" filter="wipe(left)">
                                      <p:cBhvr>
                                        <p:cTn id="47" dur="500"/>
                                        <p:tgtEl>
                                          <p:spTgt spid="115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抽象语法树 </a:t>
            </a:r>
            <a:r>
              <a:rPr lang="en-US" altLang="zh-CN" dirty="0"/>
              <a:t>vs. </a:t>
            </a:r>
            <a:r>
              <a:rPr lang="zh-CN" altLang="en-US" dirty="0"/>
              <a:t>三地址代码</a:t>
            </a:r>
          </a:p>
        </p:txBody>
      </p:sp>
      <p:sp>
        <p:nvSpPr>
          <p:cNvPr id="202755" name="Rectangle 3"/>
          <p:cNvSpPr>
            <a:spLocks noGrp="1" noChangeArrowheads="1"/>
          </p:cNvSpPr>
          <p:nvPr>
            <p:ph idx="1"/>
          </p:nvPr>
        </p:nvSpPr>
        <p:spPr/>
        <p:txBody>
          <a:bodyPr/>
          <a:lstStyle/>
          <a:p>
            <a:r>
              <a:rPr lang="en-US" altLang="zh-CN" dirty="0"/>
              <a:t>a:=b*(-c)+b*(-c)</a:t>
            </a:r>
            <a:r>
              <a:rPr lang="zh-CN" altLang="en-US" dirty="0"/>
              <a:t>的图表示法 </a:t>
            </a:r>
          </a:p>
        </p:txBody>
      </p:sp>
      <p:sp>
        <p:nvSpPr>
          <p:cNvPr id="29" name="文本框 28"/>
          <p:cNvSpPr txBox="1"/>
          <p:nvPr/>
        </p:nvSpPr>
        <p:spPr>
          <a:xfrm>
            <a:off x="434511" y="2883171"/>
            <a:ext cx="2888537" cy="302390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lnSpc>
                <a:spcPct val="90000"/>
              </a:lnSpc>
            </a:pPr>
            <a:r>
              <a:rPr lang="zh-CN" altLang="en-US" sz="2646" dirty="0">
                <a:latin typeface="微软雅黑" panose="020B0503020204020204" pitchFamily="34" charset="-122"/>
              </a:rPr>
              <a:t>抽象语法树对应的</a:t>
            </a:r>
            <a:r>
              <a:rPr lang="zh-CN" altLang="en-US" sz="2646" dirty="0"/>
              <a:t>三地址代码：</a:t>
            </a:r>
            <a:endParaRPr lang="en-US" altLang="zh-CN" sz="2646" dirty="0"/>
          </a:p>
          <a:p>
            <a:pPr algn="just">
              <a:lnSpc>
                <a:spcPct val="90000"/>
              </a:lnSpc>
            </a:pPr>
            <a:r>
              <a:rPr lang="en-US" altLang="zh-CN" sz="2646" dirty="0"/>
              <a:t>T</a:t>
            </a:r>
            <a:r>
              <a:rPr lang="en-US" altLang="zh-CN" sz="2646" baseline="-30000" dirty="0"/>
              <a:t>1 </a:t>
            </a:r>
            <a:r>
              <a:rPr lang="en-US" altLang="zh-CN" sz="2646" dirty="0"/>
              <a:t>:= -c</a:t>
            </a:r>
          </a:p>
          <a:p>
            <a:pPr algn="just">
              <a:lnSpc>
                <a:spcPct val="90000"/>
              </a:lnSpc>
            </a:pPr>
            <a:r>
              <a:rPr lang="en-US" altLang="zh-CN" sz="2646" dirty="0"/>
              <a:t>T</a:t>
            </a:r>
            <a:r>
              <a:rPr lang="en-US" altLang="zh-CN" sz="2646" baseline="-30000" dirty="0"/>
              <a:t>2 </a:t>
            </a:r>
            <a:r>
              <a:rPr lang="en-US" altLang="zh-CN" sz="2646" dirty="0"/>
              <a:t>:= b * T</a:t>
            </a:r>
            <a:r>
              <a:rPr lang="en-US" altLang="zh-CN" sz="2646" baseline="-30000" dirty="0"/>
              <a:t>1</a:t>
            </a:r>
            <a:r>
              <a:rPr lang="en-US" altLang="zh-CN" sz="2646" dirty="0"/>
              <a:t>	</a:t>
            </a:r>
          </a:p>
          <a:p>
            <a:pPr algn="just">
              <a:lnSpc>
                <a:spcPct val="90000"/>
              </a:lnSpc>
            </a:pPr>
            <a:r>
              <a:rPr lang="en-US" altLang="zh-CN" sz="2646" dirty="0"/>
              <a:t>T</a:t>
            </a:r>
            <a:r>
              <a:rPr lang="en-US" altLang="zh-CN" sz="2646" baseline="-30000" dirty="0"/>
              <a:t>3 </a:t>
            </a:r>
            <a:r>
              <a:rPr lang="en-US" altLang="zh-CN" sz="2646" dirty="0"/>
              <a:t>:= - c</a:t>
            </a:r>
          </a:p>
          <a:p>
            <a:pPr algn="just">
              <a:lnSpc>
                <a:spcPct val="90000"/>
              </a:lnSpc>
            </a:pPr>
            <a:r>
              <a:rPr lang="en-US" altLang="zh-CN" sz="2646" dirty="0"/>
              <a:t>T</a:t>
            </a:r>
            <a:r>
              <a:rPr lang="en-US" altLang="zh-CN" sz="2646" baseline="-30000" dirty="0"/>
              <a:t>4 </a:t>
            </a:r>
            <a:r>
              <a:rPr lang="en-US" altLang="zh-CN" sz="2646" dirty="0"/>
              <a:t>:= b * T</a:t>
            </a:r>
            <a:r>
              <a:rPr lang="en-US" altLang="zh-CN" sz="2646" baseline="-30000" dirty="0"/>
              <a:t>3</a:t>
            </a:r>
            <a:endParaRPr lang="en-US" altLang="zh-CN" sz="2646" dirty="0"/>
          </a:p>
          <a:p>
            <a:pPr algn="just">
              <a:lnSpc>
                <a:spcPct val="90000"/>
              </a:lnSpc>
            </a:pPr>
            <a:r>
              <a:rPr lang="en-US" altLang="zh-CN" sz="2646" dirty="0"/>
              <a:t>T</a:t>
            </a:r>
            <a:r>
              <a:rPr lang="en-US" altLang="zh-CN" sz="2646" baseline="-30000" dirty="0"/>
              <a:t>5 </a:t>
            </a:r>
            <a:r>
              <a:rPr lang="en-US" altLang="zh-CN" sz="2646" dirty="0"/>
              <a:t>:= T</a:t>
            </a:r>
            <a:r>
              <a:rPr lang="en-US" altLang="zh-CN" sz="2646" baseline="-30000" dirty="0"/>
              <a:t>2 </a:t>
            </a:r>
            <a:r>
              <a:rPr lang="en-US" altLang="zh-CN" sz="2646" dirty="0"/>
              <a:t>+ T</a:t>
            </a:r>
            <a:r>
              <a:rPr lang="en-US" altLang="zh-CN" sz="2646" baseline="-30000" dirty="0"/>
              <a:t>4</a:t>
            </a:r>
            <a:r>
              <a:rPr lang="en-US" altLang="zh-CN" sz="2646" dirty="0"/>
              <a:t> </a:t>
            </a:r>
          </a:p>
          <a:p>
            <a:pPr algn="just">
              <a:lnSpc>
                <a:spcPct val="90000"/>
              </a:lnSpc>
            </a:pPr>
            <a:r>
              <a:rPr lang="en-US" altLang="zh-CN" sz="2646" dirty="0"/>
              <a:t>a := T</a:t>
            </a:r>
            <a:r>
              <a:rPr lang="en-US" altLang="zh-CN" sz="2646" baseline="-30000" dirty="0"/>
              <a:t>5</a:t>
            </a:r>
            <a:endParaRPr lang="en-US" altLang="zh-CN" sz="2646" dirty="0"/>
          </a:p>
        </p:txBody>
      </p:sp>
      <p:grpSp>
        <p:nvGrpSpPr>
          <p:cNvPr id="30" name="Group 19"/>
          <p:cNvGrpSpPr>
            <a:grpSpLocks noChangeAspect="1"/>
          </p:cNvGrpSpPr>
          <p:nvPr/>
        </p:nvGrpSpPr>
        <p:grpSpPr bwMode="auto">
          <a:xfrm>
            <a:off x="3635700" y="2768650"/>
            <a:ext cx="4311535" cy="4530765"/>
            <a:chOff x="384" y="1104"/>
            <a:chExt cx="2832" cy="2976"/>
          </a:xfrm>
        </p:grpSpPr>
        <p:sp>
          <p:nvSpPr>
            <p:cNvPr id="31" name="Rectangle 20"/>
            <p:cNvSpPr>
              <a:spLocks noChangeArrowheads="1"/>
            </p:cNvSpPr>
            <p:nvPr/>
          </p:nvSpPr>
          <p:spPr bwMode="auto">
            <a:xfrm>
              <a:off x="816"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latin typeface="微软雅黑" panose="020B0503020204020204" pitchFamily="34" charset="-122"/>
                </a:rPr>
                <a:t>assign</a:t>
              </a:r>
            </a:p>
          </p:txBody>
        </p:sp>
        <p:sp>
          <p:nvSpPr>
            <p:cNvPr id="32" name="Line 21"/>
            <p:cNvSpPr>
              <a:spLocks noChangeShapeType="1"/>
            </p:cNvSpPr>
            <p:nvPr/>
          </p:nvSpPr>
          <p:spPr bwMode="auto">
            <a:xfrm flipH="1">
              <a:off x="720"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3" name="Rectangle 22"/>
            <p:cNvSpPr>
              <a:spLocks noChangeArrowheads="1"/>
            </p:cNvSpPr>
            <p:nvPr/>
          </p:nvSpPr>
          <p:spPr bwMode="auto">
            <a:xfrm>
              <a:off x="384"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a:t>
              </a:r>
            </a:p>
          </p:txBody>
        </p:sp>
        <p:sp>
          <p:nvSpPr>
            <p:cNvPr id="34" name="Line 23"/>
            <p:cNvSpPr>
              <a:spLocks noChangeShapeType="1"/>
            </p:cNvSpPr>
            <p:nvPr/>
          </p:nvSpPr>
          <p:spPr bwMode="auto">
            <a:xfrm>
              <a:off x="1248"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5" name="Rectangle 24"/>
            <p:cNvSpPr>
              <a:spLocks noChangeArrowheads="1"/>
            </p:cNvSpPr>
            <p:nvPr/>
          </p:nvSpPr>
          <p:spPr bwMode="auto">
            <a:xfrm>
              <a:off x="1440"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t>
              </a:r>
            </a:p>
          </p:txBody>
        </p:sp>
        <p:sp>
          <p:nvSpPr>
            <p:cNvPr id="36" name="Rectangle 25"/>
            <p:cNvSpPr>
              <a:spLocks noChangeArrowheads="1"/>
            </p:cNvSpPr>
            <p:nvPr/>
          </p:nvSpPr>
          <p:spPr bwMode="auto">
            <a:xfrm>
              <a:off x="2160"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t>
              </a:r>
            </a:p>
          </p:txBody>
        </p:sp>
        <p:sp>
          <p:nvSpPr>
            <p:cNvPr id="37" name="Line 26"/>
            <p:cNvSpPr>
              <a:spLocks noChangeShapeType="1"/>
            </p:cNvSpPr>
            <p:nvPr/>
          </p:nvSpPr>
          <p:spPr bwMode="auto">
            <a:xfrm flipH="1">
              <a:off x="2112"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8" name="Line 27"/>
            <p:cNvSpPr>
              <a:spLocks noChangeShapeType="1"/>
            </p:cNvSpPr>
            <p:nvPr/>
          </p:nvSpPr>
          <p:spPr bwMode="auto">
            <a:xfrm>
              <a:off x="2544"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9" name="Rectangle 28"/>
            <p:cNvSpPr>
              <a:spLocks noChangeArrowheads="1"/>
            </p:cNvSpPr>
            <p:nvPr/>
          </p:nvSpPr>
          <p:spPr bwMode="auto">
            <a:xfrm>
              <a:off x="1832" y="2800"/>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latin typeface="微软雅黑" panose="020B0503020204020204" pitchFamily="34" charset="-122"/>
                </a:rPr>
                <a:t>b</a:t>
              </a:r>
            </a:p>
          </p:txBody>
        </p:sp>
        <p:sp>
          <p:nvSpPr>
            <p:cNvPr id="40" name="Rectangle 29"/>
            <p:cNvSpPr>
              <a:spLocks noChangeArrowheads="1"/>
            </p:cNvSpPr>
            <p:nvPr/>
          </p:nvSpPr>
          <p:spPr bwMode="auto">
            <a:xfrm>
              <a:off x="2592"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err="1">
                  <a:latin typeface="微软雅黑" panose="020B0503020204020204" pitchFamily="34" charset="-122"/>
                </a:rPr>
                <a:t>uminus</a:t>
              </a:r>
              <a:endParaRPr kumimoji="1" lang="en-US" altLang="zh-CN" sz="3086" dirty="0">
                <a:latin typeface="微软雅黑" panose="020B0503020204020204" pitchFamily="34" charset="-122"/>
              </a:endParaRPr>
            </a:p>
          </p:txBody>
        </p:sp>
        <p:sp>
          <p:nvSpPr>
            <p:cNvPr id="41" name="Line 30"/>
            <p:cNvSpPr>
              <a:spLocks noChangeShapeType="1"/>
            </p:cNvSpPr>
            <p:nvPr/>
          </p:nvSpPr>
          <p:spPr bwMode="auto">
            <a:xfrm>
              <a:off x="2928"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2" name="Rectangle 31"/>
            <p:cNvSpPr>
              <a:spLocks noChangeArrowheads="1"/>
            </p:cNvSpPr>
            <p:nvPr/>
          </p:nvSpPr>
          <p:spPr bwMode="auto">
            <a:xfrm>
              <a:off x="2592"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c</a:t>
              </a:r>
            </a:p>
          </p:txBody>
        </p:sp>
        <p:sp>
          <p:nvSpPr>
            <p:cNvPr id="43" name="Rectangle 32"/>
            <p:cNvSpPr>
              <a:spLocks noChangeArrowheads="1"/>
            </p:cNvSpPr>
            <p:nvPr/>
          </p:nvSpPr>
          <p:spPr bwMode="auto">
            <a:xfrm>
              <a:off x="1152"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zh-CN" altLang="en-US" sz="3086" dirty="0">
                  <a:latin typeface="微软雅黑" panose="020B0503020204020204" pitchFamily="34" charset="-122"/>
                </a:rPr>
                <a:t>抽象语法树</a:t>
              </a:r>
              <a:endParaRPr lang="en-US" altLang="zh-CN" sz="3086" dirty="0">
                <a:latin typeface="微软雅黑" panose="020B0503020204020204" pitchFamily="34" charset="-122"/>
              </a:endParaRPr>
            </a:p>
          </p:txBody>
        </p:sp>
        <p:sp>
          <p:nvSpPr>
            <p:cNvPr id="44" name="Rectangle 33"/>
            <p:cNvSpPr>
              <a:spLocks noChangeArrowheads="1"/>
            </p:cNvSpPr>
            <p:nvPr/>
          </p:nvSpPr>
          <p:spPr bwMode="auto">
            <a:xfrm>
              <a:off x="768"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t>
              </a:r>
            </a:p>
          </p:txBody>
        </p:sp>
        <p:sp>
          <p:nvSpPr>
            <p:cNvPr id="45" name="Line 34"/>
            <p:cNvSpPr>
              <a:spLocks noChangeShapeType="1"/>
            </p:cNvSpPr>
            <p:nvPr/>
          </p:nvSpPr>
          <p:spPr bwMode="auto">
            <a:xfrm flipH="1">
              <a:off x="105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6" name="Line 35"/>
            <p:cNvSpPr>
              <a:spLocks noChangeShapeType="1"/>
            </p:cNvSpPr>
            <p:nvPr/>
          </p:nvSpPr>
          <p:spPr bwMode="auto">
            <a:xfrm>
              <a:off x="177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7" name="Line 36"/>
            <p:cNvSpPr>
              <a:spLocks noChangeShapeType="1"/>
            </p:cNvSpPr>
            <p:nvPr/>
          </p:nvSpPr>
          <p:spPr bwMode="auto">
            <a:xfrm flipH="1">
              <a:off x="720"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8" name="Line 37"/>
            <p:cNvSpPr>
              <a:spLocks noChangeShapeType="1"/>
            </p:cNvSpPr>
            <p:nvPr/>
          </p:nvSpPr>
          <p:spPr bwMode="auto">
            <a:xfrm>
              <a:off x="1152"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9" name="Rectangle 38"/>
            <p:cNvSpPr>
              <a:spLocks noChangeArrowheads="1"/>
            </p:cNvSpPr>
            <p:nvPr/>
          </p:nvSpPr>
          <p:spPr bwMode="auto">
            <a:xfrm>
              <a:off x="41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latin typeface="微软雅黑" panose="020B0503020204020204" pitchFamily="34" charset="-122"/>
                </a:rPr>
                <a:t>b</a:t>
              </a:r>
            </a:p>
          </p:txBody>
        </p:sp>
        <p:sp>
          <p:nvSpPr>
            <p:cNvPr id="50" name="Rectangle 39"/>
            <p:cNvSpPr>
              <a:spLocks noChangeArrowheads="1"/>
            </p:cNvSpPr>
            <p:nvPr/>
          </p:nvSpPr>
          <p:spPr bwMode="auto">
            <a:xfrm>
              <a:off x="118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err="1">
                  <a:latin typeface="微软雅黑" panose="020B0503020204020204" pitchFamily="34" charset="-122"/>
                </a:rPr>
                <a:t>uminus</a:t>
              </a:r>
              <a:endParaRPr kumimoji="1" lang="en-US" altLang="zh-CN" sz="3086" dirty="0">
                <a:latin typeface="微软雅黑" panose="020B0503020204020204" pitchFamily="34" charset="-122"/>
              </a:endParaRPr>
            </a:p>
          </p:txBody>
        </p:sp>
        <p:sp>
          <p:nvSpPr>
            <p:cNvPr id="51" name="Line 40"/>
            <p:cNvSpPr>
              <a:spLocks noChangeShapeType="1"/>
            </p:cNvSpPr>
            <p:nvPr/>
          </p:nvSpPr>
          <p:spPr bwMode="auto">
            <a:xfrm>
              <a:off x="1536"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 name="Rectangle 41"/>
            <p:cNvSpPr>
              <a:spLocks noChangeArrowheads="1"/>
            </p:cNvSpPr>
            <p:nvPr/>
          </p:nvSpPr>
          <p:spPr bwMode="auto">
            <a:xfrm>
              <a:off x="1200"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c</a:t>
              </a:r>
            </a:p>
          </p:txBody>
        </p:sp>
      </p:grpSp>
      <p:sp>
        <p:nvSpPr>
          <p:cNvPr id="2" name="灯片编号占位符 1">
            <a:extLst>
              <a:ext uri="{FF2B5EF4-FFF2-40B4-BE49-F238E27FC236}">
                <a16:creationId xmlns:a16="http://schemas.microsoft.com/office/drawing/2014/main" id="{355A1424-C06B-50D5-EAC6-84825D9F7217}"/>
              </a:ext>
            </a:extLst>
          </p:cNvPr>
          <p:cNvSpPr>
            <a:spLocks noGrp="1"/>
          </p:cNvSpPr>
          <p:nvPr>
            <p:ph type="sldNum" sz="quarter" idx="12"/>
          </p:nvPr>
        </p:nvSpPr>
        <p:spPr/>
        <p:txBody>
          <a:bodyPr/>
          <a:lstStyle/>
          <a:p>
            <a:pPr>
              <a:defRPr/>
            </a:pPr>
            <a:fld id="{754BDEF1-E80A-4645-9081-8E2A5E9CFED1}" type="slidenum">
              <a:rPr lang="en-US" smtClean="0"/>
              <a:pPr>
                <a:defRPr/>
              </a:pPr>
              <a:t>44</a:t>
            </a:fld>
            <a:endParaRPr lang="en-US" dirty="0"/>
          </a:p>
        </p:txBody>
      </p:sp>
    </p:spTree>
    <p:extLst>
      <p:ext uri="{BB962C8B-B14F-4D97-AF65-F5344CB8AC3E}">
        <p14:creationId xmlns:p14="http://schemas.microsoft.com/office/powerpoint/2010/main" val="9313236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Effect transition="in" filter="wipe(up)">
                                      <p:cBhvr>
                                        <p:cTn id="7" dur="500"/>
                                        <p:tgtEl>
                                          <p:spTgt spid="202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up)">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p:bldP spid="29"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有向无环图</a:t>
            </a:r>
            <a:r>
              <a:rPr lang="en-US" altLang="zh-CN" dirty="0"/>
              <a:t> vs. </a:t>
            </a:r>
            <a:r>
              <a:rPr lang="zh-CN" altLang="en-US" dirty="0"/>
              <a:t>三地址代码</a:t>
            </a:r>
          </a:p>
        </p:txBody>
      </p:sp>
      <p:sp>
        <p:nvSpPr>
          <p:cNvPr id="203779" name="Rectangle 3"/>
          <p:cNvSpPr>
            <a:spLocks noGrp="1" noChangeArrowheads="1"/>
          </p:cNvSpPr>
          <p:nvPr>
            <p:ph idx="1"/>
          </p:nvPr>
        </p:nvSpPr>
        <p:spPr/>
        <p:txBody>
          <a:bodyPr/>
          <a:lstStyle/>
          <a:p>
            <a:r>
              <a:rPr lang="en-US" altLang="zh-CN" dirty="0"/>
              <a:t>a:=b*(-c)+b*(-c)</a:t>
            </a:r>
            <a:r>
              <a:rPr lang="zh-CN" altLang="en-US" dirty="0"/>
              <a:t>的图表示法 </a:t>
            </a:r>
          </a:p>
        </p:txBody>
      </p:sp>
      <p:grpSp>
        <p:nvGrpSpPr>
          <p:cNvPr id="37" name="Group 3"/>
          <p:cNvGrpSpPr>
            <a:grpSpLocks noChangeAspect="1"/>
          </p:cNvGrpSpPr>
          <p:nvPr/>
        </p:nvGrpSpPr>
        <p:grpSpPr bwMode="auto">
          <a:xfrm>
            <a:off x="6026271" y="2877747"/>
            <a:ext cx="3507689" cy="4530765"/>
            <a:chOff x="3216" y="1104"/>
            <a:chExt cx="2304" cy="2976"/>
          </a:xfrm>
        </p:grpSpPr>
        <p:sp>
          <p:nvSpPr>
            <p:cNvPr id="40" name="Rectangle 4"/>
            <p:cNvSpPr>
              <a:spLocks noChangeArrowheads="1"/>
            </p:cNvSpPr>
            <p:nvPr/>
          </p:nvSpPr>
          <p:spPr bwMode="auto">
            <a:xfrm>
              <a:off x="3648"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assign</a:t>
              </a:r>
            </a:p>
          </p:txBody>
        </p:sp>
        <p:sp>
          <p:nvSpPr>
            <p:cNvPr id="41" name="Line 5"/>
            <p:cNvSpPr>
              <a:spLocks noChangeShapeType="1"/>
            </p:cNvSpPr>
            <p:nvPr/>
          </p:nvSpPr>
          <p:spPr bwMode="auto">
            <a:xfrm flipH="1">
              <a:off x="3552"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2" name="Rectangle 6"/>
            <p:cNvSpPr>
              <a:spLocks noChangeArrowheads="1"/>
            </p:cNvSpPr>
            <p:nvPr/>
          </p:nvSpPr>
          <p:spPr bwMode="auto">
            <a:xfrm>
              <a:off x="3216"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a:t>
              </a:r>
            </a:p>
          </p:txBody>
        </p:sp>
        <p:sp>
          <p:nvSpPr>
            <p:cNvPr id="43" name="Line 7"/>
            <p:cNvSpPr>
              <a:spLocks noChangeShapeType="1"/>
            </p:cNvSpPr>
            <p:nvPr/>
          </p:nvSpPr>
          <p:spPr bwMode="auto">
            <a:xfrm>
              <a:off x="4080"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4" name="Rectangle 8"/>
            <p:cNvSpPr>
              <a:spLocks noChangeArrowheads="1"/>
            </p:cNvSpPr>
            <p:nvPr/>
          </p:nvSpPr>
          <p:spPr bwMode="auto">
            <a:xfrm>
              <a:off x="4272"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t>
              </a:r>
            </a:p>
          </p:txBody>
        </p:sp>
        <p:sp>
          <p:nvSpPr>
            <p:cNvPr id="45" name="Rectangle 9"/>
            <p:cNvSpPr>
              <a:spLocks noChangeArrowheads="1"/>
            </p:cNvSpPr>
            <p:nvPr/>
          </p:nvSpPr>
          <p:spPr bwMode="auto">
            <a:xfrm>
              <a:off x="4272"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a:t>
              </a:r>
            </a:p>
          </p:txBody>
        </p:sp>
        <p:sp>
          <p:nvSpPr>
            <p:cNvPr id="46" name="Freeform 10"/>
            <p:cNvSpPr>
              <a:spLocks/>
            </p:cNvSpPr>
            <p:nvPr/>
          </p:nvSpPr>
          <p:spPr bwMode="auto">
            <a:xfrm>
              <a:off x="4264" y="2064"/>
              <a:ext cx="248" cy="336"/>
            </a:xfrm>
            <a:custGeom>
              <a:avLst/>
              <a:gdLst>
                <a:gd name="T0" fmla="*/ 248 w 248"/>
                <a:gd name="T1" fmla="*/ 0 h 336"/>
                <a:gd name="T2" fmla="*/ 8 w 248"/>
                <a:gd name="T3" fmla="*/ 144 h 336"/>
                <a:gd name="T4" fmla="*/ 200 w 248"/>
                <a:gd name="T5" fmla="*/ 336 h 336"/>
                <a:gd name="T6" fmla="*/ 0 60000 65536"/>
                <a:gd name="T7" fmla="*/ 0 60000 65536"/>
                <a:gd name="T8" fmla="*/ 0 60000 65536"/>
                <a:gd name="T9" fmla="*/ 0 w 248"/>
                <a:gd name="T10" fmla="*/ 0 h 336"/>
                <a:gd name="T11" fmla="*/ 248 w 248"/>
                <a:gd name="T12" fmla="*/ 336 h 336"/>
              </a:gdLst>
              <a:ahLst/>
              <a:cxnLst>
                <a:cxn ang="T6">
                  <a:pos x="T0" y="T1"/>
                </a:cxn>
                <a:cxn ang="T7">
                  <a:pos x="T2" y="T3"/>
                </a:cxn>
                <a:cxn ang="T8">
                  <a:pos x="T4" y="T5"/>
                </a:cxn>
              </a:cxnLst>
              <a:rect l="T9" t="T10" r="T11" b="T12"/>
              <a:pathLst>
                <a:path w="248" h="336">
                  <a:moveTo>
                    <a:pt x="248" y="0"/>
                  </a:moveTo>
                  <a:cubicBezTo>
                    <a:pt x="132" y="44"/>
                    <a:pt x="16" y="88"/>
                    <a:pt x="8" y="144"/>
                  </a:cubicBezTo>
                  <a:cubicBezTo>
                    <a:pt x="0" y="200"/>
                    <a:pt x="100" y="268"/>
                    <a:pt x="20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7" name="Freeform 11"/>
            <p:cNvSpPr>
              <a:spLocks/>
            </p:cNvSpPr>
            <p:nvPr/>
          </p:nvSpPr>
          <p:spPr bwMode="auto">
            <a:xfrm>
              <a:off x="4704" y="2064"/>
              <a:ext cx="240" cy="336"/>
            </a:xfrm>
            <a:custGeom>
              <a:avLst/>
              <a:gdLst>
                <a:gd name="T0" fmla="*/ 0 w 240"/>
                <a:gd name="T1" fmla="*/ 0 h 336"/>
                <a:gd name="T2" fmla="*/ 240 w 240"/>
                <a:gd name="T3" fmla="*/ 144 h 336"/>
                <a:gd name="T4" fmla="*/ 0 w 240"/>
                <a:gd name="T5" fmla="*/ 336 h 336"/>
                <a:gd name="T6" fmla="*/ 0 60000 65536"/>
                <a:gd name="T7" fmla="*/ 0 60000 65536"/>
                <a:gd name="T8" fmla="*/ 0 60000 65536"/>
                <a:gd name="T9" fmla="*/ 0 w 240"/>
                <a:gd name="T10" fmla="*/ 0 h 336"/>
                <a:gd name="T11" fmla="*/ 240 w 240"/>
                <a:gd name="T12" fmla="*/ 336 h 336"/>
              </a:gdLst>
              <a:ahLst/>
              <a:cxnLst>
                <a:cxn ang="T6">
                  <a:pos x="T0" y="T1"/>
                </a:cxn>
                <a:cxn ang="T7">
                  <a:pos x="T2" y="T3"/>
                </a:cxn>
                <a:cxn ang="T8">
                  <a:pos x="T4" y="T5"/>
                </a:cxn>
              </a:cxnLst>
              <a:rect l="T9" t="T10" r="T11" b="T12"/>
              <a:pathLst>
                <a:path w="240" h="336">
                  <a:moveTo>
                    <a:pt x="0" y="0"/>
                  </a:moveTo>
                  <a:cubicBezTo>
                    <a:pt x="120" y="44"/>
                    <a:pt x="240" y="88"/>
                    <a:pt x="240" y="144"/>
                  </a:cubicBezTo>
                  <a:cubicBezTo>
                    <a:pt x="240" y="200"/>
                    <a:pt x="120" y="268"/>
                    <a:pt x="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8" name="Line 12"/>
            <p:cNvSpPr>
              <a:spLocks noChangeShapeType="1"/>
            </p:cNvSpPr>
            <p:nvPr/>
          </p:nvSpPr>
          <p:spPr bwMode="auto">
            <a:xfrm flipH="1">
              <a:off x="4128" y="2496"/>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9" name="Line 13"/>
            <p:cNvSpPr>
              <a:spLocks noChangeShapeType="1"/>
            </p:cNvSpPr>
            <p:nvPr/>
          </p:nvSpPr>
          <p:spPr bwMode="auto">
            <a:xfrm>
              <a:off x="4656" y="2496"/>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0" name="Rectangle 14"/>
            <p:cNvSpPr>
              <a:spLocks noChangeArrowheads="1"/>
            </p:cNvSpPr>
            <p:nvPr/>
          </p:nvSpPr>
          <p:spPr bwMode="auto">
            <a:xfrm>
              <a:off x="3840"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b</a:t>
              </a:r>
            </a:p>
          </p:txBody>
        </p:sp>
        <p:sp>
          <p:nvSpPr>
            <p:cNvPr id="51" name="Rectangle 15"/>
            <p:cNvSpPr>
              <a:spLocks noChangeArrowheads="1"/>
            </p:cNvSpPr>
            <p:nvPr/>
          </p:nvSpPr>
          <p:spPr bwMode="auto">
            <a:xfrm>
              <a:off x="4896"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err="1">
                  <a:latin typeface="微软雅黑" panose="020B0503020204020204" pitchFamily="34" charset="-122"/>
                </a:rPr>
                <a:t>uminus</a:t>
              </a:r>
              <a:endParaRPr kumimoji="1" lang="en-US" altLang="zh-CN" sz="3086" dirty="0">
                <a:latin typeface="微软雅黑" panose="020B0503020204020204" pitchFamily="34" charset="-122"/>
              </a:endParaRPr>
            </a:p>
          </p:txBody>
        </p:sp>
        <p:sp>
          <p:nvSpPr>
            <p:cNvPr id="52" name="Line 16"/>
            <p:cNvSpPr>
              <a:spLocks noChangeShapeType="1"/>
            </p:cNvSpPr>
            <p:nvPr/>
          </p:nvSpPr>
          <p:spPr bwMode="auto">
            <a:xfrm>
              <a:off x="5232"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3" name="Rectangle 17"/>
            <p:cNvSpPr>
              <a:spLocks noChangeArrowheads="1"/>
            </p:cNvSpPr>
            <p:nvPr/>
          </p:nvSpPr>
          <p:spPr bwMode="auto">
            <a:xfrm>
              <a:off x="4896"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a:latin typeface="微软雅黑" panose="020B0503020204020204" pitchFamily="34" charset="-122"/>
                </a:rPr>
                <a:t>c</a:t>
              </a:r>
            </a:p>
          </p:txBody>
        </p:sp>
        <p:sp>
          <p:nvSpPr>
            <p:cNvPr id="54" name="Rectangle 18"/>
            <p:cNvSpPr>
              <a:spLocks noChangeArrowheads="1"/>
            </p:cNvSpPr>
            <p:nvPr/>
          </p:nvSpPr>
          <p:spPr bwMode="auto">
            <a:xfrm>
              <a:off x="3984"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a:buNone/>
              </a:pPr>
              <a:r>
                <a:rPr lang="zh-CN" altLang="zh-CN" sz="3086" dirty="0"/>
                <a:t>有向无环图</a:t>
              </a:r>
            </a:p>
          </p:txBody>
        </p:sp>
      </p:grpSp>
      <p:sp>
        <p:nvSpPr>
          <p:cNvPr id="55" name="文本框 54"/>
          <p:cNvSpPr txBox="1"/>
          <p:nvPr/>
        </p:nvSpPr>
        <p:spPr>
          <a:xfrm>
            <a:off x="3270288" y="2877747"/>
            <a:ext cx="2586057" cy="25353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r>
              <a:rPr lang="zh-CN" altLang="zh-CN" sz="2646" dirty="0"/>
              <a:t>有向无环图</a:t>
            </a:r>
            <a:r>
              <a:rPr lang="zh-CN" altLang="en-US" sz="2646" dirty="0"/>
              <a:t>对应的三地址代码：</a:t>
            </a:r>
            <a:r>
              <a:rPr lang="en-US" altLang="zh-CN" sz="2646" dirty="0"/>
              <a:t> </a:t>
            </a:r>
          </a:p>
          <a:p>
            <a:pPr algn="just"/>
            <a:r>
              <a:rPr lang="en-US" altLang="zh-CN" sz="2646" dirty="0"/>
              <a:t>T</a:t>
            </a:r>
            <a:r>
              <a:rPr lang="en-US" altLang="zh-CN" sz="2646" baseline="-30000" dirty="0"/>
              <a:t>1 </a:t>
            </a:r>
            <a:r>
              <a:rPr lang="en-US" altLang="zh-CN" sz="2646" dirty="0"/>
              <a:t>:= - c</a:t>
            </a:r>
          </a:p>
          <a:p>
            <a:pPr algn="just"/>
            <a:r>
              <a:rPr lang="en-US" altLang="zh-CN" sz="2646" dirty="0"/>
              <a:t>T</a:t>
            </a:r>
            <a:r>
              <a:rPr lang="en-US" altLang="zh-CN" sz="2646" baseline="-30000" dirty="0"/>
              <a:t>2 </a:t>
            </a:r>
            <a:r>
              <a:rPr lang="en-US" altLang="zh-CN" sz="2646" dirty="0"/>
              <a:t>:= b * T</a:t>
            </a:r>
            <a:r>
              <a:rPr lang="en-US" altLang="zh-CN" sz="2646" baseline="-30000" dirty="0"/>
              <a:t>1</a:t>
            </a:r>
            <a:endParaRPr lang="en-US" altLang="zh-CN" sz="2646" dirty="0"/>
          </a:p>
          <a:p>
            <a:pPr algn="just"/>
            <a:r>
              <a:rPr lang="en-US" altLang="zh-CN" sz="2646" dirty="0"/>
              <a:t>T</a:t>
            </a:r>
            <a:r>
              <a:rPr lang="en-US" altLang="zh-CN" sz="2646" baseline="-30000" dirty="0"/>
              <a:t>5 </a:t>
            </a:r>
            <a:r>
              <a:rPr lang="en-US" altLang="zh-CN" sz="2646" dirty="0"/>
              <a:t>:= T</a:t>
            </a:r>
            <a:r>
              <a:rPr lang="en-US" altLang="zh-CN" sz="2646" baseline="-30000" dirty="0"/>
              <a:t>2 </a:t>
            </a:r>
            <a:r>
              <a:rPr lang="en-US" altLang="zh-CN" sz="2646" dirty="0"/>
              <a:t>+ T</a:t>
            </a:r>
            <a:r>
              <a:rPr lang="en-US" altLang="zh-CN" sz="2646" baseline="-30000" dirty="0"/>
              <a:t>2</a:t>
            </a:r>
            <a:endParaRPr lang="en-US" altLang="zh-CN" sz="2646" dirty="0"/>
          </a:p>
          <a:p>
            <a:pPr algn="just"/>
            <a:r>
              <a:rPr lang="en-US" altLang="zh-CN" sz="2646" dirty="0"/>
              <a:t>a := T</a:t>
            </a:r>
            <a:r>
              <a:rPr lang="en-US" altLang="zh-CN" sz="2646" baseline="-30000" dirty="0"/>
              <a:t>5</a:t>
            </a:r>
            <a:endParaRPr lang="en-US" altLang="zh-CN" sz="2646" dirty="0"/>
          </a:p>
        </p:txBody>
      </p:sp>
      <p:sp>
        <p:nvSpPr>
          <p:cNvPr id="56" name="文本框 55"/>
          <p:cNvSpPr txBox="1"/>
          <p:nvPr/>
        </p:nvSpPr>
        <p:spPr>
          <a:xfrm>
            <a:off x="146959" y="2877747"/>
            <a:ext cx="2888537" cy="302390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lnSpc>
                <a:spcPct val="90000"/>
              </a:lnSpc>
            </a:pPr>
            <a:r>
              <a:rPr lang="zh-CN" altLang="en-US" sz="2646" dirty="0">
                <a:latin typeface="微软雅黑" panose="020B0503020204020204" pitchFamily="34" charset="-122"/>
              </a:rPr>
              <a:t>抽象语法树对应的</a:t>
            </a:r>
            <a:r>
              <a:rPr lang="zh-CN" altLang="en-US" sz="2646" dirty="0"/>
              <a:t>三地址代码：</a:t>
            </a:r>
            <a:endParaRPr lang="en-US" altLang="zh-CN" sz="2646" dirty="0"/>
          </a:p>
          <a:p>
            <a:pPr algn="just">
              <a:lnSpc>
                <a:spcPct val="90000"/>
              </a:lnSpc>
            </a:pPr>
            <a:r>
              <a:rPr lang="en-US" altLang="zh-CN" sz="2646" dirty="0"/>
              <a:t>T</a:t>
            </a:r>
            <a:r>
              <a:rPr lang="en-US" altLang="zh-CN" sz="2646" baseline="-30000" dirty="0"/>
              <a:t>1 </a:t>
            </a:r>
            <a:r>
              <a:rPr lang="en-US" altLang="zh-CN" sz="2646" dirty="0"/>
              <a:t>:= -c</a:t>
            </a:r>
          </a:p>
          <a:p>
            <a:pPr algn="just">
              <a:lnSpc>
                <a:spcPct val="90000"/>
              </a:lnSpc>
            </a:pPr>
            <a:r>
              <a:rPr lang="en-US" altLang="zh-CN" sz="2646" dirty="0"/>
              <a:t>T</a:t>
            </a:r>
            <a:r>
              <a:rPr lang="en-US" altLang="zh-CN" sz="2646" baseline="-30000" dirty="0"/>
              <a:t>2 </a:t>
            </a:r>
            <a:r>
              <a:rPr lang="en-US" altLang="zh-CN" sz="2646" dirty="0"/>
              <a:t>:= b * T</a:t>
            </a:r>
            <a:r>
              <a:rPr lang="en-US" altLang="zh-CN" sz="2646" baseline="-30000" dirty="0"/>
              <a:t>1</a:t>
            </a:r>
            <a:r>
              <a:rPr lang="en-US" altLang="zh-CN" sz="2646" dirty="0"/>
              <a:t>	</a:t>
            </a:r>
          </a:p>
          <a:p>
            <a:pPr algn="just">
              <a:lnSpc>
                <a:spcPct val="90000"/>
              </a:lnSpc>
            </a:pPr>
            <a:r>
              <a:rPr lang="en-US" altLang="zh-CN" sz="2646" dirty="0"/>
              <a:t>T</a:t>
            </a:r>
            <a:r>
              <a:rPr lang="en-US" altLang="zh-CN" sz="2646" baseline="-30000" dirty="0"/>
              <a:t>3 </a:t>
            </a:r>
            <a:r>
              <a:rPr lang="en-US" altLang="zh-CN" sz="2646" dirty="0"/>
              <a:t>:= - c</a:t>
            </a:r>
          </a:p>
          <a:p>
            <a:pPr algn="just">
              <a:lnSpc>
                <a:spcPct val="90000"/>
              </a:lnSpc>
            </a:pPr>
            <a:r>
              <a:rPr lang="en-US" altLang="zh-CN" sz="2646" dirty="0"/>
              <a:t>T</a:t>
            </a:r>
            <a:r>
              <a:rPr lang="en-US" altLang="zh-CN" sz="2646" baseline="-30000" dirty="0"/>
              <a:t>4 </a:t>
            </a:r>
            <a:r>
              <a:rPr lang="en-US" altLang="zh-CN" sz="2646" dirty="0"/>
              <a:t>:= b * T</a:t>
            </a:r>
            <a:r>
              <a:rPr lang="en-US" altLang="zh-CN" sz="2646" baseline="-30000" dirty="0"/>
              <a:t>3</a:t>
            </a:r>
            <a:endParaRPr lang="en-US" altLang="zh-CN" sz="2646" dirty="0"/>
          </a:p>
          <a:p>
            <a:pPr algn="just">
              <a:lnSpc>
                <a:spcPct val="90000"/>
              </a:lnSpc>
            </a:pPr>
            <a:r>
              <a:rPr lang="en-US" altLang="zh-CN" sz="2646" dirty="0"/>
              <a:t>T</a:t>
            </a:r>
            <a:r>
              <a:rPr lang="en-US" altLang="zh-CN" sz="2646" baseline="-30000" dirty="0"/>
              <a:t>5 </a:t>
            </a:r>
            <a:r>
              <a:rPr lang="en-US" altLang="zh-CN" sz="2646" dirty="0"/>
              <a:t>:= T</a:t>
            </a:r>
            <a:r>
              <a:rPr lang="en-US" altLang="zh-CN" sz="2646" baseline="-30000" dirty="0"/>
              <a:t>2 </a:t>
            </a:r>
            <a:r>
              <a:rPr lang="en-US" altLang="zh-CN" sz="2646" dirty="0"/>
              <a:t>+ T</a:t>
            </a:r>
            <a:r>
              <a:rPr lang="en-US" altLang="zh-CN" sz="2646" baseline="-30000" dirty="0"/>
              <a:t>4</a:t>
            </a:r>
            <a:r>
              <a:rPr lang="en-US" altLang="zh-CN" sz="2646" dirty="0"/>
              <a:t> </a:t>
            </a:r>
          </a:p>
          <a:p>
            <a:pPr algn="just">
              <a:lnSpc>
                <a:spcPct val="90000"/>
              </a:lnSpc>
            </a:pPr>
            <a:r>
              <a:rPr lang="en-US" altLang="zh-CN" sz="2646" dirty="0"/>
              <a:t>a := T</a:t>
            </a:r>
            <a:r>
              <a:rPr lang="en-US" altLang="zh-CN" sz="2646" baseline="-30000" dirty="0"/>
              <a:t>5</a:t>
            </a:r>
            <a:endParaRPr lang="en-US" altLang="zh-CN" sz="2646" dirty="0"/>
          </a:p>
        </p:txBody>
      </p:sp>
      <p:sp>
        <p:nvSpPr>
          <p:cNvPr id="2" name="灯片编号占位符 1">
            <a:extLst>
              <a:ext uri="{FF2B5EF4-FFF2-40B4-BE49-F238E27FC236}">
                <a16:creationId xmlns:a16="http://schemas.microsoft.com/office/drawing/2014/main" id="{6BF876BD-C6F0-D492-233B-5619C3D2D7F8}"/>
              </a:ext>
            </a:extLst>
          </p:cNvPr>
          <p:cNvSpPr>
            <a:spLocks noGrp="1"/>
          </p:cNvSpPr>
          <p:nvPr>
            <p:ph type="sldNum" sz="quarter" idx="12"/>
          </p:nvPr>
        </p:nvSpPr>
        <p:spPr/>
        <p:txBody>
          <a:bodyPr/>
          <a:lstStyle/>
          <a:p>
            <a:pPr>
              <a:defRPr/>
            </a:pPr>
            <a:fld id="{754BDEF1-E80A-4645-9081-8E2A5E9CFED1}" type="slidenum">
              <a:rPr lang="en-US" smtClean="0"/>
              <a:pPr>
                <a:defRPr/>
              </a:pPr>
              <a:t>45</a:t>
            </a:fld>
            <a:endParaRPr lang="en-US" dirty="0"/>
          </a:p>
        </p:txBody>
      </p:sp>
    </p:spTree>
    <p:extLst>
      <p:ext uri="{BB962C8B-B14F-4D97-AF65-F5344CB8AC3E}">
        <p14:creationId xmlns:p14="http://schemas.microsoft.com/office/powerpoint/2010/main" val="8984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up)">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wipe(up)">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三地址语句</a:t>
            </a:r>
            <a:r>
              <a:rPr lang="en-US" altLang="zh-CN" dirty="0"/>
              <a:t>——</a:t>
            </a:r>
            <a:r>
              <a:rPr lang="zh-CN" altLang="en-US" dirty="0"/>
              <a:t>四元式</a:t>
            </a:r>
          </a:p>
        </p:txBody>
      </p:sp>
      <p:sp>
        <p:nvSpPr>
          <p:cNvPr id="119811"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一个带有四个域的记录结构，这四个域分别称为</a:t>
            </a:r>
            <a:r>
              <a:rPr lang="en-US" altLang="zh-CN" sz="3086" dirty="0">
                <a:solidFill>
                  <a:schemeClr val="tx1">
                    <a:lumMod val="75000"/>
                    <a:lumOff val="25000"/>
                  </a:schemeClr>
                </a:solidFill>
              </a:rPr>
              <a:t>op, arg1, arg2</a:t>
            </a:r>
            <a:r>
              <a:rPr lang="zh-CN" altLang="en-US" sz="3086" dirty="0">
                <a:solidFill>
                  <a:schemeClr val="tx1">
                    <a:lumMod val="75000"/>
                    <a:lumOff val="25000"/>
                  </a:schemeClr>
                </a:solidFill>
              </a:rPr>
              <a:t>及</a:t>
            </a:r>
            <a:r>
              <a:rPr lang="en-US" altLang="zh-CN" sz="3086" dirty="0">
                <a:solidFill>
                  <a:schemeClr val="tx1">
                    <a:lumMod val="75000"/>
                    <a:lumOff val="25000"/>
                  </a:schemeClr>
                </a:solidFill>
              </a:rPr>
              <a:t>result</a:t>
            </a:r>
          </a:p>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a:=b*(-c)+b*(-c)</a:t>
            </a:r>
            <a:r>
              <a:rPr lang="zh-CN" altLang="en-US" sz="3086" dirty="0">
                <a:solidFill>
                  <a:schemeClr val="tx1">
                    <a:lumMod val="75000"/>
                    <a:lumOff val="25000"/>
                  </a:schemeClr>
                </a:solidFill>
              </a:rPr>
              <a:t>的四元式形式</a:t>
            </a:r>
            <a:endParaRPr lang="en-US" altLang="zh-CN" sz="3086" dirty="0">
              <a:solidFill>
                <a:schemeClr val="tx1">
                  <a:lumMod val="75000"/>
                  <a:lumOff val="25000"/>
                </a:schemeClr>
              </a:solidFill>
            </a:endParaRPr>
          </a:p>
        </p:txBody>
      </p:sp>
      <p:graphicFrame>
        <p:nvGraphicFramePr>
          <p:cNvPr id="7" name="内容占位符 4"/>
          <p:cNvGraphicFramePr>
            <a:graphicFrameLocks/>
          </p:cNvGraphicFramePr>
          <p:nvPr/>
        </p:nvGraphicFramePr>
        <p:xfrm>
          <a:off x="963613" y="3602038"/>
          <a:ext cx="6834187" cy="3527426"/>
        </p:xfrm>
        <a:graphic>
          <a:graphicData uri="http://schemas.openxmlformats.org/drawingml/2006/table">
            <a:tbl>
              <a:tblPr firstRow="1" firstCol="1" bandRow="1">
                <a:tableStyleId>{5C22544A-7EE6-4342-B048-85BDC9FD1C3A}</a:tableStyleId>
              </a:tblPr>
              <a:tblGrid>
                <a:gridCol w="899235">
                  <a:extLst>
                    <a:ext uri="{9D8B030D-6E8A-4147-A177-3AD203B41FA5}">
                      <a16:colId xmlns:a16="http://schemas.microsoft.com/office/drawing/2014/main" val="20000"/>
                    </a:ext>
                  </a:extLst>
                </a:gridCol>
                <a:gridCol w="1483738">
                  <a:extLst>
                    <a:ext uri="{9D8B030D-6E8A-4147-A177-3AD203B41FA5}">
                      <a16:colId xmlns:a16="http://schemas.microsoft.com/office/drawing/2014/main" val="20001"/>
                    </a:ext>
                  </a:extLst>
                </a:gridCol>
                <a:gridCol w="1483738">
                  <a:extLst>
                    <a:ext uri="{9D8B030D-6E8A-4147-A177-3AD203B41FA5}">
                      <a16:colId xmlns:a16="http://schemas.microsoft.com/office/drawing/2014/main" val="20002"/>
                    </a:ext>
                  </a:extLst>
                </a:gridCol>
                <a:gridCol w="1483738">
                  <a:extLst>
                    <a:ext uri="{9D8B030D-6E8A-4147-A177-3AD203B41FA5}">
                      <a16:colId xmlns:a16="http://schemas.microsoft.com/office/drawing/2014/main" val="20003"/>
                    </a:ext>
                  </a:extLst>
                </a:gridCol>
                <a:gridCol w="1483738">
                  <a:extLst>
                    <a:ext uri="{9D8B030D-6E8A-4147-A177-3AD203B41FA5}">
                      <a16:colId xmlns:a16="http://schemas.microsoft.com/office/drawing/2014/main" val="20004"/>
                    </a:ext>
                  </a:extLst>
                </a:gridCol>
              </a:tblGrid>
              <a:tr h="503918">
                <a:tc>
                  <a:txBody>
                    <a:bodyPr/>
                    <a:lstStyle/>
                    <a:p>
                      <a:pPr algn="ctr"/>
                      <a:r>
                        <a:rPr lang="zh-CN" altLang="en-US" sz="2600" dirty="0">
                          <a:latin typeface="+mn-lt"/>
                          <a:cs typeface="Courier New" panose="02070309020205020404" pitchFamily="49" charset="0"/>
                        </a:rPr>
                        <a:t>序号</a:t>
                      </a:r>
                    </a:p>
                  </a:txBody>
                  <a:tcPr marL="100801" marR="100801" marT="50392" marB="50392"/>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801" marR="100801" marT="50392" marB="50392"/>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801" marR="100801" marT="50392" marB="50392"/>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801" marR="100801" marT="50392" marB="50392"/>
                </a:tc>
                <a:tc>
                  <a:txBody>
                    <a:bodyPr/>
                    <a:lstStyle/>
                    <a:p>
                      <a:pPr algn="ctr"/>
                      <a:r>
                        <a:rPr lang="en-US" altLang="zh-CN" sz="2600" dirty="0">
                          <a:latin typeface="+mn-lt"/>
                          <a:cs typeface="Courier New" panose="02070309020205020404" pitchFamily="49" charset="0"/>
                        </a:rPr>
                        <a:t>result</a:t>
                      </a:r>
                      <a:endParaRPr lang="zh-CN" altLang="en-US" sz="2600" dirty="0">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0"/>
                  </a:ext>
                </a:extLst>
              </a:tr>
              <a:tr h="50391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err="1">
                          <a:solidFill>
                            <a:schemeClr val="tx1"/>
                          </a:solidFill>
                          <a:latin typeface="+mn-lt"/>
                          <a:cs typeface="Courier New" panose="02070309020205020404" pitchFamily="49" charset="0"/>
                        </a:rPr>
                        <a:t>uminus</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c</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1</a:t>
                      </a:r>
                      <a:endParaRPr lang="en-US" altLang="zh-CN"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1"/>
                  </a:ext>
                </a:extLst>
              </a:tr>
              <a:tr h="503918">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b</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1</a:t>
                      </a:r>
                      <a:endParaRPr lang="en-US" altLang="zh-CN"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2</a:t>
                      </a:r>
                      <a:endParaRPr lang="en-US" altLang="zh-CN"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2"/>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err="1">
                          <a:solidFill>
                            <a:schemeClr val="tx1"/>
                          </a:solidFill>
                          <a:latin typeface="+mn-lt"/>
                          <a:cs typeface="Courier New" panose="02070309020205020404" pitchFamily="49" charset="0"/>
                        </a:rPr>
                        <a:t>uminus</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c</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3</a:t>
                      </a:r>
                      <a:endParaRPr lang="en-US" altLang="zh-CN"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3"/>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b</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3</a:t>
                      </a:r>
                      <a:endParaRPr lang="en-US" altLang="zh-CN"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4</a:t>
                      </a:r>
                      <a:endParaRPr lang="en-US" altLang="zh-CN"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4"/>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(4)</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2</a:t>
                      </a:r>
                      <a:endParaRPr lang="en-US" altLang="zh-CN"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4</a:t>
                      </a:r>
                      <a:endParaRPr lang="en-US" altLang="zh-CN"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5</a:t>
                      </a:r>
                      <a:endParaRPr lang="en-US" altLang="zh-CN"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5"/>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(5)</a:t>
                      </a:r>
                      <a:endParaRPr lang="zh-CN" altLang="en-US" sz="2600" b="1" dirty="0">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T</a:t>
                      </a:r>
                      <a:r>
                        <a:rPr lang="en-US" altLang="zh-CN" sz="2600" b="1" baseline="-30000" dirty="0">
                          <a:solidFill>
                            <a:schemeClr val="tx1"/>
                          </a:solidFill>
                          <a:latin typeface="+mn-lt"/>
                          <a:cs typeface="Courier New" panose="02070309020205020404" pitchFamily="49" charset="0"/>
                        </a:rPr>
                        <a:t>5</a:t>
                      </a:r>
                      <a:endParaRPr lang="en-US" altLang="zh-CN"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801" marR="100801" marT="50392" marB="50392"/>
                </a:tc>
                <a:tc>
                  <a:txBody>
                    <a:bodyPr/>
                    <a:lstStyle/>
                    <a:p>
                      <a:pPr algn="ctr"/>
                      <a:r>
                        <a:rPr lang="en-US" altLang="zh-CN" sz="2600" b="1" dirty="0">
                          <a:solidFill>
                            <a:schemeClr val="tx1"/>
                          </a:solidFill>
                          <a:latin typeface="+mn-lt"/>
                          <a:cs typeface="Courier New" panose="02070309020205020404" pitchFamily="49" charset="0"/>
                        </a:rPr>
                        <a:t>a</a:t>
                      </a:r>
                      <a:endParaRPr lang="zh-CN" altLang="en-US" sz="2600" b="1" dirty="0">
                        <a:solidFill>
                          <a:schemeClr val="tx1"/>
                        </a:solidFill>
                        <a:latin typeface="+mn-lt"/>
                        <a:cs typeface="Courier New" panose="02070309020205020404" pitchFamily="49" charset="0"/>
                      </a:endParaRPr>
                    </a:p>
                  </a:txBody>
                  <a:tcPr marL="100801" marR="100801" marT="50392" marB="50392"/>
                </a:tc>
                <a:extLst>
                  <a:ext uri="{0D108BD9-81ED-4DB2-BD59-A6C34878D82A}">
                    <a16:rowId xmlns:a16="http://schemas.microsoft.com/office/drawing/2014/main" val="10006"/>
                  </a:ext>
                </a:extLst>
              </a:tr>
            </a:tbl>
          </a:graphicData>
        </a:graphic>
      </p:graphicFrame>
      <p:sp>
        <p:nvSpPr>
          <p:cNvPr id="2" name="灯片编号占位符 1">
            <a:extLst>
              <a:ext uri="{FF2B5EF4-FFF2-40B4-BE49-F238E27FC236}">
                <a16:creationId xmlns:a16="http://schemas.microsoft.com/office/drawing/2014/main" id="{C79224BD-0B6C-4EA1-47E3-0B0DDC18A92B}"/>
              </a:ext>
            </a:extLst>
          </p:cNvPr>
          <p:cNvSpPr>
            <a:spLocks noGrp="1"/>
          </p:cNvSpPr>
          <p:nvPr>
            <p:ph type="sldNum" sz="quarter" idx="12"/>
          </p:nvPr>
        </p:nvSpPr>
        <p:spPr/>
        <p:txBody>
          <a:bodyPr/>
          <a:lstStyle/>
          <a:p>
            <a:pPr>
              <a:defRPr/>
            </a:pPr>
            <a:fld id="{C87393A3-98D2-43EF-9A83-683A1AAF4ED7}" type="slidenum">
              <a:rPr lang="en-US" smtClean="0"/>
              <a:pPr>
                <a:defRPr/>
              </a:pPr>
              <a:t>46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wipe(left)">
                                      <p:cBhvr>
                                        <p:cTn id="7" dur="500"/>
                                        <p:tgtEl>
                                          <p:spTgt spid="119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11">
                                            <p:txEl>
                                              <p:pRg st="1" end="1"/>
                                            </p:txEl>
                                          </p:spTgt>
                                        </p:tgtEl>
                                        <p:attrNameLst>
                                          <p:attrName>style.visibility</p:attrName>
                                        </p:attrNameLst>
                                      </p:cBhvr>
                                      <p:to>
                                        <p:strVal val="visible"/>
                                      </p:to>
                                    </p:set>
                                    <p:animEffect transition="in" filter="wipe(left)">
                                      <p:cBhvr>
                                        <p:cTn id="12" dur="500"/>
                                        <p:tgtEl>
                                          <p:spTgt spid="1198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三地址语句</a:t>
            </a:r>
            <a:r>
              <a:rPr lang="en-US" altLang="zh-CN" dirty="0"/>
              <a:t>——</a:t>
            </a:r>
            <a:r>
              <a:rPr lang="zh-CN" altLang="en-US" dirty="0"/>
              <a:t>三元式 </a:t>
            </a:r>
          </a:p>
        </p:txBody>
      </p:sp>
      <p:sp>
        <p:nvSpPr>
          <p:cNvPr id="120835"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用三个域表示：</a:t>
            </a:r>
            <a:r>
              <a:rPr lang="en-US" altLang="zh-CN" sz="3086" dirty="0">
                <a:solidFill>
                  <a:schemeClr val="tx1">
                    <a:lumMod val="75000"/>
                    <a:lumOff val="25000"/>
                  </a:schemeClr>
                </a:solidFill>
              </a:rPr>
              <a:t>op、arg1</a:t>
            </a:r>
            <a:r>
              <a:rPr lang="zh-CN" altLang="en-US" sz="3086" dirty="0">
                <a:solidFill>
                  <a:schemeClr val="tx1">
                    <a:lumMod val="75000"/>
                    <a:lumOff val="25000"/>
                  </a:schemeClr>
                </a:solidFill>
              </a:rPr>
              <a:t>和</a:t>
            </a:r>
            <a:r>
              <a:rPr lang="en-US" altLang="zh-CN" sz="3086" dirty="0">
                <a:solidFill>
                  <a:schemeClr val="tx1">
                    <a:lumMod val="75000"/>
                    <a:lumOff val="25000"/>
                  </a:schemeClr>
                </a:solidFill>
              </a:rPr>
              <a:t>arg2</a:t>
            </a:r>
          </a:p>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计算结果引用：引用三元式在三元式表中的坐标或者位置表示引用运算结果</a:t>
            </a:r>
            <a:endParaRPr lang="en-US" altLang="zh-CN" sz="3086" dirty="0">
              <a:solidFill>
                <a:schemeClr val="tx1">
                  <a:lumMod val="75000"/>
                  <a:lumOff val="25000"/>
                </a:schemeClr>
              </a:solidFill>
            </a:endParaRPr>
          </a:p>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a:=b*(-c)+b*(-c)</a:t>
            </a:r>
            <a:r>
              <a:rPr lang="zh-CN" altLang="en-US" sz="3086" dirty="0">
                <a:solidFill>
                  <a:schemeClr val="tx1">
                    <a:lumMod val="75000"/>
                    <a:lumOff val="25000"/>
                  </a:schemeClr>
                </a:solidFill>
              </a:rPr>
              <a:t>的三元式形式</a:t>
            </a:r>
            <a:endParaRPr lang="en-US" altLang="zh-CN" sz="3086" dirty="0">
              <a:solidFill>
                <a:schemeClr val="tx1">
                  <a:lumMod val="75000"/>
                  <a:lumOff val="25000"/>
                </a:schemeClr>
              </a:solidFill>
            </a:endParaRPr>
          </a:p>
        </p:txBody>
      </p:sp>
      <p:graphicFrame>
        <p:nvGraphicFramePr>
          <p:cNvPr id="6" name="内容占位符 4"/>
          <p:cNvGraphicFramePr>
            <a:graphicFrameLocks/>
          </p:cNvGraphicFramePr>
          <p:nvPr/>
        </p:nvGraphicFramePr>
        <p:xfrm>
          <a:off x="2366963" y="4032250"/>
          <a:ext cx="5349876" cy="3527426"/>
        </p:xfrm>
        <a:graphic>
          <a:graphicData uri="http://schemas.openxmlformats.org/drawingml/2006/table">
            <a:tbl>
              <a:tblPr firstRow="1" firstCol="1" bandRow="1">
                <a:tableStyleId>{5C22544A-7EE6-4342-B048-85BDC9FD1C3A}</a:tableStyleId>
              </a:tblPr>
              <a:tblGrid>
                <a:gridCol w="899139">
                  <a:extLst>
                    <a:ext uri="{9D8B030D-6E8A-4147-A177-3AD203B41FA5}">
                      <a16:colId xmlns:a16="http://schemas.microsoft.com/office/drawing/2014/main" val="20000"/>
                    </a:ext>
                  </a:extLst>
                </a:gridCol>
                <a:gridCol w="1483579">
                  <a:extLst>
                    <a:ext uri="{9D8B030D-6E8A-4147-A177-3AD203B41FA5}">
                      <a16:colId xmlns:a16="http://schemas.microsoft.com/office/drawing/2014/main" val="20001"/>
                    </a:ext>
                  </a:extLst>
                </a:gridCol>
                <a:gridCol w="1483579">
                  <a:extLst>
                    <a:ext uri="{9D8B030D-6E8A-4147-A177-3AD203B41FA5}">
                      <a16:colId xmlns:a16="http://schemas.microsoft.com/office/drawing/2014/main" val="20002"/>
                    </a:ext>
                  </a:extLst>
                </a:gridCol>
                <a:gridCol w="1483579">
                  <a:extLst>
                    <a:ext uri="{9D8B030D-6E8A-4147-A177-3AD203B41FA5}">
                      <a16:colId xmlns:a16="http://schemas.microsoft.com/office/drawing/2014/main" val="20003"/>
                    </a:ext>
                  </a:extLst>
                </a:gridCol>
              </a:tblGrid>
              <a:tr h="503918">
                <a:tc>
                  <a:txBody>
                    <a:bodyPr/>
                    <a:lstStyle/>
                    <a:p>
                      <a:pPr algn="ctr"/>
                      <a:r>
                        <a:rPr lang="zh-CN" altLang="en-US" sz="2600" dirty="0">
                          <a:latin typeface="+mn-lt"/>
                          <a:cs typeface="Courier New" panose="02070309020205020404" pitchFamily="49" charset="0"/>
                        </a:rPr>
                        <a:t>序号</a:t>
                      </a:r>
                    </a:p>
                  </a:txBody>
                  <a:tcPr marL="100790" marR="100790" marT="50392" marB="50392"/>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790" marR="100790" marT="50392" marB="50392"/>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790" marR="100790" marT="50392" marB="50392"/>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790" marR="100790" marT="50392" marB="50392"/>
                </a:tc>
                <a:extLst>
                  <a:ext uri="{0D108BD9-81ED-4DB2-BD59-A6C34878D82A}">
                    <a16:rowId xmlns:a16="http://schemas.microsoft.com/office/drawing/2014/main" val="10000"/>
                  </a:ext>
                </a:extLst>
              </a:tr>
              <a:tr h="50391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err="1">
                          <a:solidFill>
                            <a:schemeClr val="tx1"/>
                          </a:solidFill>
                          <a:latin typeface="+mn-lt"/>
                          <a:cs typeface="Courier New" panose="02070309020205020404" pitchFamily="49" charset="0"/>
                        </a:rPr>
                        <a:t>uminus</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c</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p>
                  </a:txBody>
                  <a:tcPr marL="100790" marR="100790" marT="50392" marB="50392"/>
                </a:tc>
                <a:extLst>
                  <a:ext uri="{0D108BD9-81ED-4DB2-BD59-A6C34878D82A}">
                    <a16:rowId xmlns:a16="http://schemas.microsoft.com/office/drawing/2014/main" val="10001"/>
                  </a:ext>
                </a:extLst>
              </a:tr>
              <a:tr h="503918">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b</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0" marR="100790" marT="50392" marB="50392"/>
                </a:tc>
                <a:extLst>
                  <a:ext uri="{0D108BD9-81ED-4DB2-BD59-A6C34878D82A}">
                    <a16:rowId xmlns:a16="http://schemas.microsoft.com/office/drawing/2014/main" val="10002"/>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err="1">
                          <a:solidFill>
                            <a:schemeClr val="tx1"/>
                          </a:solidFill>
                          <a:latin typeface="+mn-lt"/>
                          <a:cs typeface="Courier New" panose="02070309020205020404" pitchFamily="49" charset="0"/>
                        </a:rPr>
                        <a:t>uminus</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c</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p>
                  </a:txBody>
                  <a:tcPr marL="100790" marR="100790" marT="50392" marB="50392"/>
                </a:tc>
                <a:extLst>
                  <a:ext uri="{0D108BD9-81ED-4DB2-BD59-A6C34878D82A}">
                    <a16:rowId xmlns:a16="http://schemas.microsoft.com/office/drawing/2014/main" val="10003"/>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b</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790" marR="100790" marT="50392" marB="50392"/>
                </a:tc>
                <a:extLst>
                  <a:ext uri="{0D108BD9-81ED-4DB2-BD59-A6C34878D82A}">
                    <a16:rowId xmlns:a16="http://schemas.microsoft.com/office/drawing/2014/main" val="10004"/>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(4)</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790" marR="100790" marT="50392" marB="50392"/>
                </a:tc>
                <a:extLst>
                  <a:ext uri="{0D108BD9-81ED-4DB2-BD59-A6C34878D82A}">
                    <a16:rowId xmlns:a16="http://schemas.microsoft.com/office/drawing/2014/main" val="10005"/>
                  </a:ext>
                </a:extLst>
              </a:tr>
              <a:tr h="50391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(5)</a:t>
                      </a:r>
                      <a:endParaRPr lang="zh-CN" altLang="en-US" sz="2600" b="1" dirty="0">
                        <a:latin typeface="+mn-lt"/>
                        <a:cs typeface="Courier New" panose="02070309020205020404" pitchFamily="49" charset="0"/>
                      </a:endParaRPr>
                    </a:p>
                  </a:txBody>
                  <a:tcPr marL="100790" marR="100790" marT="50392" marB="50392"/>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0" marR="100790" marT="50392" marB="5039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a</a:t>
                      </a:r>
                    </a:p>
                  </a:txBody>
                  <a:tcPr marL="100790" marR="100790" marT="50392" marB="50392"/>
                </a:tc>
                <a:tc>
                  <a:txBody>
                    <a:bodyPr/>
                    <a:lstStyle/>
                    <a:p>
                      <a:pPr algn="ctr"/>
                      <a:r>
                        <a:rPr lang="en-US" altLang="zh-CN" sz="2600" b="1" dirty="0">
                          <a:latin typeface="+mn-lt"/>
                          <a:cs typeface="Courier New" panose="02070309020205020404" pitchFamily="49" charset="0"/>
                        </a:rPr>
                        <a:t>(4)</a:t>
                      </a:r>
                      <a:endParaRPr lang="zh-CN" altLang="en-US" sz="2600" b="1" dirty="0">
                        <a:latin typeface="+mn-lt"/>
                        <a:cs typeface="Courier New" panose="02070309020205020404" pitchFamily="49" charset="0"/>
                      </a:endParaRPr>
                    </a:p>
                  </a:txBody>
                  <a:tcPr marL="100790" marR="100790" marT="50392" marB="50392"/>
                </a:tc>
                <a:extLst>
                  <a:ext uri="{0D108BD9-81ED-4DB2-BD59-A6C34878D82A}">
                    <a16:rowId xmlns:a16="http://schemas.microsoft.com/office/drawing/2014/main" val="10006"/>
                  </a:ext>
                </a:extLst>
              </a:tr>
            </a:tbl>
          </a:graphicData>
        </a:graphic>
      </p:graphicFrame>
      <p:sp>
        <p:nvSpPr>
          <p:cNvPr id="2" name="灯片编号占位符 1">
            <a:extLst>
              <a:ext uri="{FF2B5EF4-FFF2-40B4-BE49-F238E27FC236}">
                <a16:creationId xmlns:a16="http://schemas.microsoft.com/office/drawing/2014/main" id="{4AD156B9-6FE7-A536-988C-C05C87CABF2A}"/>
              </a:ext>
            </a:extLst>
          </p:cNvPr>
          <p:cNvSpPr>
            <a:spLocks noGrp="1"/>
          </p:cNvSpPr>
          <p:nvPr>
            <p:ph type="sldNum" sz="quarter" idx="12"/>
          </p:nvPr>
        </p:nvSpPr>
        <p:spPr/>
        <p:txBody>
          <a:bodyPr/>
          <a:lstStyle/>
          <a:p>
            <a:pPr>
              <a:defRPr/>
            </a:pPr>
            <a:fld id="{9F7F12C9-4B56-495D-96F5-40B6DF2A131B}" type="slidenum">
              <a:rPr lang="en-US" smtClean="0"/>
              <a:pPr>
                <a:defRPr/>
              </a:pPr>
              <a:t>47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wipe(left)">
                                      <p:cBhvr>
                                        <p:cTn id="7" dur="500"/>
                                        <p:tgtEl>
                                          <p:spTgt spid="120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wipe(left)">
                                      <p:cBhvr>
                                        <p:cTn id="12" dur="500"/>
                                        <p:tgtEl>
                                          <p:spTgt spid="120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wipe(left)">
                                      <p:cBhvr>
                                        <p:cTn id="17" dur="500"/>
                                        <p:tgtEl>
                                          <p:spTgt spid="1208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zh-CN" altLang="en-US" dirty="0"/>
              <a:t>三地址语句</a:t>
            </a:r>
            <a:r>
              <a:rPr lang="en-US" altLang="zh-CN" dirty="0"/>
              <a:t>——</a:t>
            </a:r>
            <a:r>
              <a:rPr lang="zh-CN" altLang="en-US" dirty="0"/>
              <a:t>三元式</a:t>
            </a:r>
          </a:p>
        </p:txBody>
      </p:sp>
      <p:sp>
        <p:nvSpPr>
          <p:cNvPr id="9" name="Rectangle 3"/>
          <p:cNvSpPr>
            <a:spLocks noGrp="1" noChangeArrowheads="1"/>
          </p:cNvSpPr>
          <p:nvPr>
            <p:ph sz="half" idx="1"/>
          </p:nvPr>
        </p:nvSpPr>
        <p:spPr>
          <a:xfrm>
            <a:off x="747164" y="2381649"/>
            <a:ext cx="4612124" cy="4277832"/>
          </a:xfrm>
        </p:spPr>
        <p:txBody>
          <a:bodyPr>
            <a:normAutofit/>
          </a:bodyPr>
          <a:lstStyle/>
          <a:p>
            <a:pPr eaLnBrk="1" hangingPunct="1">
              <a:lnSpc>
                <a:spcPct val="90000"/>
              </a:lnSpc>
            </a:pPr>
            <a:r>
              <a:rPr lang="en-US" altLang="zh-CN" sz="3527" dirty="0"/>
              <a:t>x[</a:t>
            </a:r>
            <a:r>
              <a:rPr lang="en-US" altLang="zh-CN" sz="3527" dirty="0" err="1"/>
              <a:t>i</a:t>
            </a:r>
            <a:r>
              <a:rPr lang="en-US" altLang="zh-CN" sz="3527" dirty="0"/>
              <a:t>]:=y 				</a:t>
            </a:r>
          </a:p>
        </p:txBody>
      </p:sp>
      <p:sp>
        <p:nvSpPr>
          <p:cNvPr id="10" name="内容占位符 1"/>
          <p:cNvSpPr txBox="1">
            <a:spLocks/>
          </p:cNvSpPr>
          <p:nvPr/>
        </p:nvSpPr>
        <p:spPr>
          <a:xfrm>
            <a:off x="5611278" y="2381649"/>
            <a:ext cx="4612123" cy="4277834"/>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90000"/>
              </a:lnSpc>
            </a:pPr>
            <a:r>
              <a:rPr lang="en-US" altLang="zh-CN" sz="3527"/>
              <a:t>x:=y[i]</a:t>
            </a:r>
            <a:endParaRPr lang="en-US" altLang="zh-CN" sz="3527" dirty="0"/>
          </a:p>
        </p:txBody>
      </p:sp>
      <p:graphicFrame>
        <p:nvGraphicFramePr>
          <p:cNvPr id="11" name="内容占位符 4"/>
          <p:cNvGraphicFramePr>
            <a:graphicFrameLocks/>
          </p:cNvGraphicFramePr>
          <p:nvPr/>
        </p:nvGraphicFramePr>
        <p:xfrm>
          <a:off x="351394" y="3157377"/>
          <a:ext cx="4044944" cy="1511934"/>
        </p:xfrm>
        <a:graphic>
          <a:graphicData uri="http://schemas.openxmlformats.org/drawingml/2006/table">
            <a:tbl>
              <a:tblPr firstRow="1" firstCol="1" bandRow="1">
                <a:tableStyleId>{5C22544A-7EE6-4342-B048-85BDC9FD1C3A}</a:tableStyleId>
              </a:tblPr>
              <a:tblGrid>
                <a:gridCol w="1011236">
                  <a:extLst>
                    <a:ext uri="{9D8B030D-6E8A-4147-A177-3AD203B41FA5}">
                      <a16:colId xmlns:a16="http://schemas.microsoft.com/office/drawing/2014/main" val="20000"/>
                    </a:ext>
                  </a:extLst>
                </a:gridCol>
                <a:gridCol w="1011236">
                  <a:extLst>
                    <a:ext uri="{9D8B030D-6E8A-4147-A177-3AD203B41FA5}">
                      <a16:colId xmlns:a16="http://schemas.microsoft.com/office/drawing/2014/main" val="20001"/>
                    </a:ext>
                  </a:extLst>
                </a:gridCol>
                <a:gridCol w="1011236">
                  <a:extLst>
                    <a:ext uri="{9D8B030D-6E8A-4147-A177-3AD203B41FA5}">
                      <a16:colId xmlns:a16="http://schemas.microsoft.com/office/drawing/2014/main" val="20002"/>
                    </a:ext>
                  </a:extLst>
                </a:gridCol>
                <a:gridCol w="1011236">
                  <a:extLst>
                    <a:ext uri="{9D8B030D-6E8A-4147-A177-3AD203B41FA5}">
                      <a16:colId xmlns:a16="http://schemas.microsoft.com/office/drawing/2014/main" val="20003"/>
                    </a:ext>
                  </a:extLst>
                </a:gridCol>
              </a:tblGrid>
              <a:tr h="503978">
                <a:tc>
                  <a:txBody>
                    <a:bodyPr/>
                    <a:lstStyle/>
                    <a:p>
                      <a:pPr algn="ctr"/>
                      <a:r>
                        <a:rPr lang="zh-CN" altLang="en-US" sz="2600" dirty="0">
                          <a:latin typeface="+mn-lt"/>
                          <a:cs typeface="Courier New" panose="02070309020205020404" pitchFamily="49" charset="0"/>
                        </a:rPr>
                        <a:t>序号</a:t>
                      </a:r>
                    </a:p>
                  </a:txBody>
                  <a:tcPr marL="100796" marR="100796" marT="50398" marB="50398"/>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0"/>
                  </a:ext>
                </a:extLst>
              </a:tr>
              <a:tr h="50397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x</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err="1">
                          <a:solidFill>
                            <a:schemeClr val="tx1"/>
                          </a:solidFill>
                          <a:latin typeface="+mn-lt"/>
                          <a:cs typeface="Courier New" panose="02070309020205020404" pitchFamily="49" charset="0"/>
                        </a:rPr>
                        <a:t>i</a:t>
                      </a:r>
                      <a:endParaRPr lang="en-US" altLang="zh-CN" sz="2600" b="1" dirty="0">
                        <a:solidFill>
                          <a:schemeClr val="tx1"/>
                        </a:solidFill>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1"/>
                  </a:ext>
                </a:extLst>
              </a:tr>
              <a:tr h="503978">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(0)</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y</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2"/>
                  </a:ext>
                </a:extLst>
              </a:tr>
            </a:tbl>
          </a:graphicData>
        </a:graphic>
      </p:graphicFrame>
      <p:graphicFrame>
        <p:nvGraphicFramePr>
          <p:cNvPr id="12" name="内容占位符 4"/>
          <p:cNvGraphicFramePr>
            <a:graphicFrameLocks/>
          </p:cNvGraphicFramePr>
          <p:nvPr/>
        </p:nvGraphicFramePr>
        <p:xfrm>
          <a:off x="5041193" y="3171377"/>
          <a:ext cx="4044944" cy="1511934"/>
        </p:xfrm>
        <a:graphic>
          <a:graphicData uri="http://schemas.openxmlformats.org/drawingml/2006/table">
            <a:tbl>
              <a:tblPr firstRow="1" firstCol="1" bandRow="1">
                <a:tableStyleId>{5C22544A-7EE6-4342-B048-85BDC9FD1C3A}</a:tableStyleId>
              </a:tblPr>
              <a:tblGrid>
                <a:gridCol w="1011236">
                  <a:extLst>
                    <a:ext uri="{9D8B030D-6E8A-4147-A177-3AD203B41FA5}">
                      <a16:colId xmlns:a16="http://schemas.microsoft.com/office/drawing/2014/main" val="20000"/>
                    </a:ext>
                  </a:extLst>
                </a:gridCol>
                <a:gridCol w="1011236">
                  <a:extLst>
                    <a:ext uri="{9D8B030D-6E8A-4147-A177-3AD203B41FA5}">
                      <a16:colId xmlns:a16="http://schemas.microsoft.com/office/drawing/2014/main" val="20001"/>
                    </a:ext>
                  </a:extLst>
                </a:gridCol>
                <a:gridCol w="1011236">
                  <a:extLst>
                    <a:ext uri="{9D8B030D-6E8A-4147-A177-3AD203B41FA5}">
                      <a16:colId xmlns:a16="http://schemas.microsoft.com/office/drawing/2014/main" val="20002"/>
                    </a:ext>
                  </a:extLst>
                </a:gridCol>
                <a:gridCol w="1011236">
                  <a:extLst>
                    <a:ext uri="{9D8B030D-6E8A-4147-A177-3AD203B41FA5}">
                      <a16:colId xmlns:a16="http://schemas.microsoft.com/office/drawing/2014/main" val="20003"/>
                    </a:ext>
                  </a:extLst>
                </a:gridCol>
              </a:tblGrid>
              <a:tr h="503978">
                <a:tc>
                  <a:txBody>
                    <a:bodyPr/>
                    <a:lstStyle/>
                    <a:p>
                      <a:pPr algn="ctr"/>
                      <a:r>
                        <a:rPr lang="zh-CN" altLang="en-US" sz="2600" dirty="0">
                          <a:latin typeface="+mn-lt"/>
                          <a:cs typeface="Courier New" panose="02070309020205020404" pitchFamily="49" charset="0"/>
                        </a:rPr>
                        <a:t>序号</a:t>
                      </a:r>
                    </a:p>
                  </a:txBody>
                  <a:tcPr marL="100796" marR="100796" marT="50398" marB="50398"/>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0"/>
                  </a:ext>
                </a:extLst>
              </a:tr>
              <a:tr h="50397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y</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err="1">
                          <a:solidFill>
                            <a:schemeClr val="tx1"/>
                          </a:solidFill>
                          <a:latin typeface="+mn-lt"/>
                          <a:cs typeface="Courier New" panose="02070309020205020404" pitchFamily="49" charset="0"/>
                        </a:rPr>
                        <a:t>i</a:t>
                      </a:r>
                      <a:endParaRPr lang="en-US" altLang="zh-CN" sz="2600" b="1" dirty="0">
                        <a:solidFill>
                          <a:schemeClr val="tx1"/>
                        </a:solidFill>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1"/>
                  </a:ext>
                </a:extLst>
              </a:tr>
              <a:tr h="503978">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x</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2"/>
                  </a:ext>
                </a:extLst>
              </a:tr>
            </a:tbl>
          </a:graphicData>
        </a:graphic>
      </p:graphicFrame>
      <p:sp>
        <p:nvSpPr>
          <p:cNvPr id="2" name="灯片编号占位符 1">
            <a:extLst>
              <a:ext uri="{FF2B5EF4-FFF2-40B4-BE49-F238E27FC236}">
                <a16:creationId xmlns:a16="http://schemas.microsoft.com/office/drawing/2014/main" id="{798576BF-2A95-2F49-A114-95925386D6C5}"/>
              </a:ext>
            </a:extLst>
          </p:cNvPr>
          <p:cNvSpPr>
            <a:spLocks noGrp="1"/>
          </p:cNvSpPr>
          <p:nvPr>
            <p:ph type="sldNum" sz="quarter" idx="12"/>
          </p:nvPr>
        </p:nvSpPr>
        <p:spPr/>
        <p:txBody>
          <a:bodyPr/>
          <a:lstStyle/>
          <a:p>
            <a:pPr>
              <a:defRPr/>
            </a:pPr>
            <a:fld id="{9F7F12C9-4B56-495D-96F5-40B6DF2A131B}" type="slidenum">
              <a:rPr lang="en-US" smtClean="0"/>
              <a:pPr>
                <a:defRPr/>
              </a:pPr>
              <a:t>48</a:t>
            </a:fld>
            <a:endParaRPr lang="en-US" dirty="0"/>
          </a:p>
        </p:txBody>
      </p:sp>
    </p:spTree>
    <p:extLst>
      <p:ext uri="{BB962C8B-B14F-4D97-AF65-F5344CB8AC3E}">
        <p14:creationId xmlns:p14="http://schemas.microsoft.com/office/powerpoint/2010/main" val="3561508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left)">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normAutofit/>
          </a:bodyPr>
          <a:lstStyle/>
          <a:p>
            <a:r>
              <a:rPr lang="zh-CN" altLang="en-US" dirty="0"/>
              <a:t>三地址语句</a:t>
            </a:r>
            <a:r>
              <a:rPr lang="en-US" altLang="zh-CN" dirty="0"/>
              <a:t>——</a:t>
            </a:r>
            <a:r>
              <a:rPr lang="zh-CN" altLang="en-US" dirty="0"/>
              <a:t>间接三元式 </a:t>
            </a:r>
          </a:p>
        </p:txBody>
      </p:sp>
      <p:sp>
        <p:nvSpPr>
          <p:cNvPr id="122883" name="Rectangle 3"/>
          <p:cNvSpPr>
            <a:spLocks noGrp="1" noChangeArrowheads="1"/>
          </p:cNvSpPr>
          <p:nvPr>
            <p:ph idx="1"/>
          </p:nvPr>
        </p:nvSpPr>
        <p:spPr/>
        <p:txBody>
          <a:bodyPr/>
          <a:lstStyle/>
          <a:p>
            <a:pPr algn="just"/>
            <a:r>
              <a:rPr lang="zh-CN" altLang="en-US" dirty="0">
                <a:solidFill>
                  <a:srgbClr val="CC0000"/>
                </a:solidFill>
              </a:rPr>
              <a:t>三元式表</a:t>
            </a:r>
            <a:r>
              <a:rPr lang="zh-CN" altLang="en-US" dirty="0"/>
              <a:t>+</a:t>
            </a:r>
            <a:r>
              <a:rPr lang="zh-CN" altLang="en-US" dirty="0">
                <a:solidFill>
                  <a:srgbClr val="CC0000"/>
                </a:solidFill>
              </a:rPr>
              <a:t>间接码表</a:t>
            </a:r>
          </a:p>
          <a:p>
            <a:pPr algn="just"/>
            <a:r>
              <a:rPr lang="zh-CN" altLang="en-US" dirty="0"/>
              <a:t>间接码表</a:t>
            </a:r>
          </a:p>
          <a:p>
            <a:pPr lvl="1" algn="just"/>
            <a:r>
              <a:rPr lang="zh-CN" altLang="en-US" dirty="0"/>
              <a:t>一张指示器表，按运算的先后次序列出有关三元式在三元式表中的位置</a:t>
            </a:r>
          </a:p>
          <a:p>
            <a:pPr algn="just"/>
            <a:r>
              <a:rPr lang="zh-CN" altLang="en-US" dirty="0"/>
              <a:t>优点</a:t>
            </a:r>
          </a:p>
          <a:p>
            <a:pPr lvl="1" algn="just"/>
            <a:r>
              <a:rPr lang="zh-CN" altLang="en-US" dirty="0"/>
              <a:t>方便优化，节省空间</a:t>
            </a:r>
          </a:p>
          <a:p>
            <a:pPr eaLnBrk="1" hangingPunct="1">
              <a:buFont typeface="Wingdings" panose="05000000000000000000" pitchFamily="2" charset="2"/>
              <a:buNone/>
            </a:pPr>
            <a:endParaRPr lang="zh-CN" altLang="en-US" dirty="0"/>
          </a:p>
        </p:txBody>
      </p:sp>
      <p:sp>
        <p:nvSpPr>
          <p:cNvPr id="2" name="灯片编号占位符 1">
            <a:extLst>
              <a:ext uri="{FF2B5EF4-FFF2-40B4-BE49-F238E27FC236}">
                <a16:creationId xmlns:a16="http://schemas.microsoft.com/office/drawing/2014/main" id="{5BF54F3E-BFDB-3D43-2664-DF319E5082C3}"/>
              </a:ext>
            </a:extLst>
          </p:cNvPr>
          <p:cNvSpPr>
            <a:spLocks noGrp="1"/>
          </p:cNvSpPr>
          <p:nvPr>
            <p:ph type="sldNum" sz="quarter" idx="12"/>
          </p:nvPr>
        </p:nvSpPr>
        <p:spPr/>
        <p:txBody>
          <a:bodyPr/>
          <a:lstStyle/>
          <a:p>
            <a:pPr>
              <a:defRPr/>
            </a:pPr>
            <a:fld id="{9F7F12C9-4B56-495D-96F5-40B6DF2A131B}" type="slidenum">
              <a:rPr lang="en-US" smtClean="0"/>
              <a:pPr>
                <a:defRPr/>
              </a:pPr>
              <a:t>49</a:t>
            </a:fld>
            <a:endParaRPr lang="en-US" dirty="0"/>
          </a:p>
        </p:txBody>
      </p:sp>
    </p:spTree>
    <p:extLst>
      <p:ext uri="{BB962C8B-B14F-4D97-AF65-F5344CB8AC3E}">
        <p14:creationId xmlns:p14="http://schemas.microsoft.com/office/powerpoint/2010/main" val="42927694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wipe(left)">
                                      <p:cBhvr>
                                        <p:cTn id="7" dur="500"/>
                                        <p:tgtEl>
                                          <p:spTgt spid="122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3">
                                            <p:txEl>
                                              <p:pRg st="1" end="1"/>
                                            </p:txEl>
                                          </p:spTgt>
                                        </p:tgtEl>
                                        <p:attrNameLst>
                                          <p:attrName>style.visibility</p:attrName>
                                        </p:attrNameLst>
                                      </p:cBhvr>
                                      <p:to>
                                        <p:strVal val="visible"/>
                                      </p:to>
                                    </p:set>
                                    <p:animEffect transition="in" filter="wipe(left)">
                                      <p:cBhvr>
                                        <p:cTn id="12" dur="500"/>
                                        <p:tgtEl>
                                          <p:spTgt spid="12288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2883">
                                            <p:txEl>
                                              <p:pRg st="2" end="2"/>
                                            </p:txEl>
                                          </p:spTgt>
                                        </p:tgtEl>
                                        <p:attrNameLst>
                                          <p:attrName>style.visibility</p:attrName>
                                        </p:attrNameLst>
                                      </p:cBhvr>
                                      <p:to>
                                        <p:strVal val="visible"/>
                                      </p:to>
                                    </p:set>
                                    <p:animEffect transition="in" filter="wipe(left)">
                                      <p:cBhvr>
                                        <p:cTn id="15" dur="500"/>
                                        <p:tgtEl>
                                          <p:spTgt spid="1228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2883">
                                            <p:txEl>
                                              <p:pRg st="3" end="3"/>
                                            </p:txEl>
                                          </p:spTgt>
                                        </p:tgtEl>
                                        <p:attrNameLst>
                                          <p:attrName>style.visibility</p:attrName>
                                        </p:attrNameLst>
                                      </p:cBhvr>
                                      <p:to>
                                        <p:strVal val="visible"/>
                                      </p:to>
                                    </p:set>
                                    <p:animEffect transition="in" filter="wipe(left)">
                                      <p:cBhvr>
                                        <p:cTn id="20" dur="500"/>
                                        <p:tgtEl>
                                          <p:spTgt spid="122883">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22883">
                                            <p:txEl>
                                              <p:pRg st="4" end="4"/>
                                            </p:txEl>
                                          </p:spTgt>
                                        </p:tgtEl>
                                        <p:attrNameLst>
                                          <p:attrName>style.visibility</p:attrName>
                                        </p:attrNameLst>
                                      </p:cBhvr>
                                      <p:to>
                                        <p:strVal val="visible"/>
                                      </p:to>
                                    </p:set>
                                    <p:animEffect transition="in" filter="wipe(left)">
                                      <p:cBhvr>
                                        <p:cTn id="23" dur="500"/>
                                        <p:tgtEl>
                                          <p:spTgt spid="122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三地址语句</a:t>
            </a:r>
            <a:r>
              <a:rPr lang="en-US" altLang="zh-CN" dirty="0"/>
              <a:t>——</a:t>
            </a:r>
            <a:r>
              <a:rPr lang="zh-CN" altLang="en-US" dirty="0"/>
              <a:t>间接三元式 </a:t>
            </a:r>
          </a:p>
        </p:txBody>
      </p:sp>
      <p:sp>
        <p:nvSpPr>
          <p:cNvPr id="36867" name="Rectangle 2"/>
          <p:cNvSpPr>
            <a:spLocks noGrp="1" noChangeArrowheads="1"/>
          </p:cNvSpPr>
          <p:nvPr>
            <p:ph idx="1"/>
          </p:nvPr>
        </p:nvSpPr>
        <p:spPr/>
        <p:txBody>
          <a:bodyPr/>
          <a:lstStyle/>
          <a:p>
            <a:pPr>
              <a:lnSpc>
                <a:spcPct val="90000"/>
              </a:lnSpc>
            </a:pPr>
            <a:r>
              <a:rPr lang="en-US" altLang="zh-CN" dirty="0"/>
              <a:t>a:=b*(-c)+b*(-c)</a:t>
            </a:r>
            <a:r>
              <a:rPr lang="zh-CN" altLang="en-US" dirty="0"/>
              <a:t>的间接三元式形式</a:t>
            </a:r>
            <a:endParaRPr lang="en-US" altLang="zh-CN" dirty="0"/>
          </a:p>
        </p:txBody>
      </p:sp>
      <p:sp>
        <p:nvSpPr>
          <p:cNvPr id="7" name="Text Box 9"/>
          <p:cNvSpPr txBox="1">
            <a:spLocks noChangeArrowheads="1"/>
          </p:cNvSpPr>
          <p:nvPr/>
        </p:nvSpPr>
        <p:spPr bwMode="auto">
          <a:xfrm>
            <a:off x="1193475" y="3307358"/>
            <a:ext cx="1768433" cy="246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marL="457200" indent="-457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zh-CN" altLang="en-US" sz="3086" u="sng" dirty="0">
                <a:latin typeface="微软雅黑" panose="020B0503020204020204" pitchFamily="34" charset="-122"/>
              </a:rPr>
              <a:t>间接码表</a:t>
            </a:r>
            <a:endParaRPr lang="en-US" altLang="zh-CN" sz="3086" u="sng" dirty="0">
              <a:latin typeface="微软雅黑" panose="020B0503020204020204" pitchFamily="34" charset="-122"/>
            </a:endParaRPr>
          </a:p>
          <a:p>
            <a:pPr algn="ctr" eaLnBrk="1" hangingPunct="1">
              <a:spcBef>
                <a:spcPct val="0"/>
              </a:spcBef>
              <a:buClrTx/>
              <a:buSzTx/>
              <a:buFontTx/>
              <a:buNone/>
            </a:pPr>
            <a:r>
              <a:rPr lang="en-US" altLang="zh-CN" sz="3086" dirty="0">
                <a:latin typeface="微软雅黑" panose="020B0503020204020204" pitchFamily="34" charset="-122"/>
              </a:rPr>
              <a:t>(0)</a:t>
            </a:r>
          </a:p>
          <a:p>
            <a:pPr algn="ctr" eaLnBrk="1" hangingPunct="1">
              <a:spcBef>
                <a:spcPct val="0"/>
              </a:spcBef>
              <a:buClrTx/>
              <a:buSzTx/>
              <a:buFontTx/>
              <a:buNone/>
            </a:pPr>
            <a:r>
              <a:rPr lang="en-US" altLang="zh-CN" sz="3086" dirty="0">
                <a:latin typeface="微软雅黑" panose="020B0503020204020204" pitchFamily="34" charset="-122"/>
              </a:rPr>
              <a:t>(1)</a:t>
            </a:r>
          </a:p>
          <a:p>
            <a:pPr algn="ctr" eaLnBrk="1" hangingPunct="1">
              <a:spcBef>
                <a:spcPct val="0"/>
              </a:spcBef>
              <a:buClrTx/>
              <a:buSzTx/>
              <a:buFontTx/>
              <a:buNone/>
            </a:pPr>
            <a:r>
              <a:rPr lang="en-US" altLang="zh-CN" sz="3086" dirty="0">
                <a:latin typeface="微软雅黑" panose="020B0503020204020204" pitchFamily="34" charset="-122"/>
              </a:rPr>
              <a:t>(2)</a:t>
            </a:r>
          </a:p>
          <a:p>
            <a:pPr algn="ctr" eaLnBrk="1" hangingPunct="1">
              <a:spcBef>
                <a:spcPct val="0"/>
              </a:spcBef>
              <a:buClrTx/>
              <a:buSzTx/>
              <a:buFontTx/>
              <a:buNone/>
            </a:pPr>
            <a:r>
              <a:rPr lang="en-US" altLang="zh-CN" sz="3086" dirty="0">
                <a:latin typeface="微软雅黑" panose="020B0503020204020204" pitchFamily="34" charset="-122"/>
              </a:rPr>
              <a:t>(3)</a:t>
            </a:r>
            <a:endParaRPr lang="zh-CN" altLang="en-US" sz="3086" dirty="0">
              <a:latin typeface="微软雅黑" panose="020B0503020204020204" pitchFamily="34" charset="-122"/>
            </a:endParaRPr>
          </a:p>
        </p:txBody>
      </p:sp>
      <p:graphicFrame>
        <p:nvGraphicFramePr>
          <p:cNvPr id="10" name="内容占位符 4"/>
          <p:cNvGraphicFramePr>
            <a:graphicFrameLocks/>
          </p:cNvGraphicFramePr>
          <p:nvPr/>
        </p:nvGraphicFramePr>
        <p:xfrm>
          <a:off x="3218231" y="3307357"/>
          <a:ext cx="5350197" cy="2519890"/>
        </p:xfrm>
        <a:graphic>
          <a:graphicData uri="http://schemas.openxmlformats.org/drawingml/2006/table">
            <a:tbl>
              <a:tblPr firstRow="1" firstCol="1" bandRow="1">
                <a:tableStyleId>{5C22544A-7EE6-4342-B048-85BDC9FD1C3A}</a:tableStyleId>
              </a:tblPr>
              <a:tblGrid>
                <a:gridCol w="899193">
                  <a:extLst>
                    <a:ext uri="{9D8B030D-6E8A-4147-A177-3AD203B41FA5}">
                      <a16:colId xmlns:a16="http://schemas.microsoft.com/office/drawing/2014/main" val="20000"/>
                    </a:ext>
                  </a:extLst>
                </a:gridCol>
                <a:gridCol w="1483668">
                  <a:extLst>
                    <a:ext uri="{9D8B030D-6E8A-4147-A177-3AD203B41FA5}">
                      <a16:colId xmlns:a16="http://schemas.microsoft.com/office/drawing/2014/main" val="20001"/>
                    </a:ext>
                  </a:extLst>
                </a:gridCol>
                <a:gridCol w="1483668">
                  <a:extLst>
                    <a:ext uri="{9D8B030D-6E8A-4147-A177-3AD203B41FA5}">
                      <a16:colId xmlns:a16="http://schemas.microsoft.com/office/drawing/2014/main" val="20002"/>
                    </a:ext>
                  </a:extLst>
                </a:gridCol>
                <a:gridCol w="1483668">
                  <a:extLst>
                    <a:ext uri="{9D8B030D-6E8A-4147-A177-3AD203B41FA5}">
                      <a16:colId xmlns:a16="http://schemas.microsoft.com/office/drawing/2014/main" val="20003"/>
                    </a:ext>
                  </a:extLst>
                </a:gridCol>
              </a:tblGrid>
              <a:tr h="503978">
                <a:tc>
                  <a:txBody>
                    <a:bodyPr/>
                    <a:lstStyle/>
                    <a:p>
                      <a:pPr algn="ctr"/>
                      <a:r>
                        <a:rPr lang="zh-CN" altLang="en-US" sz="2600" dirty="0">
                          <a:latin typeface="+mn-lt"/>
                          <a:cs typeface="Courier New" panose="02070309020205020404" pitchFamily="49" charset="0"/>
                        </a:rPr>
                        <a:t>序号</a:t>
                      </a:r>
                    </a:p>
                  </a:txBody>
                  <a:tcPr marL="100796" marR="100796" marT="50398" marB="50398"/>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0"/>
                  </a:ext>
                </a:extLst>
              </a:tr>
              <a:tr h="50397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err="1">
                          <a:solidFill>
                            <a:schemeClr val="tx1"/>
                          </a:solidFill>
                          <a:latin typeface="+mn-lt"/>
                          <a:cs typeface="Courier New" panose="02070309020205020404" pitchFamily="49" charset="0"/>
                        </a:rPr>
                        <a:t>uminus</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c</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p>
                  </a:txBody>
                  <a:tcPr marL="100796" marR="100796" marT="50398" marB="50398"/>
                </a:tc>
                <a:extLst>
                  <a:ext uri="{0D108BD9-81ED-4DB2-BD59-A6C34878D82A}">
                    <a16:rowId xmlns:a16="http://schemas.microsoft.com/office/drawing/2014/main" val="10001"/>
                  </a:ext>
                </a:extLst>
              </a:tr>
              <a:tr h="503978">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b</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2"/>
                  </a:ext>
                </a:extLst>
              </a:tr>
              <a:tr h="50397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3"/>
                  </a:ext>
                </a:extLst>
              </a:tr>
              <a:tr h="50397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a</a:t>
                      </a:r>
                    </a:p>
                  </a:txBody>
                  <a:tcPr marL="100796" marR="100796" marT="50398" marB="50398"/>
                </a:tc>
                <a:tc>
                  <a:txBody>
                    <a:bodyPr/>
                    <a:lstStyle/>
                    <a:p>
                      <a:pPr algn="ctr"/>
                      <a:r>
                        <a:rPr lang="en-US" altLang="zh-CN" sz="2600" b="1" dirty="0">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9FCE2C5D-DE64-FBDD-1465-7A0F8A8D5AC7}"/>
              </a:ext>
            </a:extLst>
          </p:cNvPr>
          <p:cNvSpPr>
            <a:spLocks noGrp="1"/>
          </p:cNvSpPr>
          <p:nvPr>
            <p:ph type="sldNum" sz="quarter" idx="12"/>
          </p:nvPr>
        </p:nvSpPr>
        <p:spPr/>
        <p:txBody>
          <a:bodyPr/>
          <a:lstStyle/>
          <a:p>
            <a:pPr>
              <a:defRPr/>
            </a:pPr>
            <a:fld id="{9F7F12C9-4B56-495D-96F5-40B6DF2A131B}" type="slidenum">
              <a:rPr lang="en-US" smtClean="0"/>
              <a:pPr>
                <a:defRPr/>
              </a:pPr>
              <a:t>50</a:t>
            </a:fld>
            <a:endParaRPr lang="en-US" dirty="0"/>
          </a:p>
        </p:txBody>
      </p:sp>
    </p:spTree>
    <p:extLst>
      <p:ext uri="{BB962C8B-B14F-4D97-AF65-F5344CB8AC3E}">
        <p14:creationId xmlns:p14="http://schemas.microsoft.com/office/powerpoint/2010/main" val="73054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三地址语句</a:t>
            </a:r>
            <a:r>
              <a:rPr lang="en-US" altLang="zh-CN"/>
              <a:t>——</a:t>
            </a:r>
            <a:r>
              <a:rPr lang="zh-CN" altLang="en-US"/>
              <a:t>间接三元式 </a:t>
            </a:r>
            <a:endParaRPr lang="zh-CN" altLang="en-US" dirty="0"/>
          </a:p>
        </p:txBody>
      </p:sp>
      <p:sp>
        <p:nvSpPr>
          <p:cNvPr id="348162" name="Rectangle 2"/>
          <p:cNvSpPr>
            <a:spLocks noGrp="1" noChangeArrowheads="1"/>
          </p:cNvSpPr>
          <p:nvPr>
            <p:ph idx="1"/>
          </p:nvPr>
        </p:nvSpPr>
        <p:spPr/>
        <p:txBody>
          <a:bodyPr/>
          <a:lstStyle/>
          <a:p>
            <a:pPr>
              <a:spcBef>
                <a:spcPts val="0"/>
              </a:spcBef>
            </a:pPr>
            <a:r>
              <a:rPr lang="zh-CN" altLang="en-US" dirty="0"/>
              <a:t>语句</a:t>
            </a:r>
          </a:p>
          <a:p>
            <a:pPr marL="0" indent="0">
              <a:spcBef>
                <a:spcPts val="0"/>
              </a:spcBef>
              <a:buNone/>
            </a:pPr>
            <a:r>
              <a:rPr lang="en-US" altLang="zh-CN" dirty="0"/>
              <a:t>		X:=(A+B)*C;</a:t>
            </a:r>
          </a:p>
          <a:p>
            <a:pPr marL="0" indent="0">
              <a:spcBef>
                <a:spcPts val="0"/>
              </a:spcBef>
              <a:buNone/>
            </a:pPr>
            <a:r>
              <a:rPr lang="en-US" altLang="zh-CN" dirty="0"/>
              <a:t>		Y:=D↑(A+B)</a:t>
            </a:r>
          </a:p>
          <a:p>
            <a:pPr marL="0" indent="0">
              <a:spcBef>
                <a:spcPts val="0"/>
              </a:spcBef>
              <a:buNone/>
            </a:pPr>
            <a:r>
              <a:rPr lang="en-US" altLang="zh-CN" dirty="0"/>
              <a:t>	</a:t>
            </a:r>
            <a:r>
              <a:rPr lang="zh-CN" altLang="en-US" dirty="0"/>
              <a:t>的间接三元式</a:t>
            </a:r>
          </a:p>
        </p:txBody>
      </p:sp>
      <p:graphicFrame>
        <p:nvGraphicFramePr>
          <p:cNvPr id="9" name="内容占位符 4"/>
          <p:cNvGraphicFramePr>
            <a:graphicFrameLocks/>
          </p:cNvGraphicFramePr>
          <p:nvPr/>
        </p:nvGraphicFramePr>
        <p:xfrm>
          <a:off x="3475072" y="4307585"/>
          <a:ext cx="5350197" cy="3023868"/>
        </p:xfrm>
        <a:graphic>
          <a:graphicData uri="http://schemas.openxmlformats.org/drawingml/2006/table">
            <a:tbl>
              <a:tblPr firstRow="1" firstCol="1" bandRow="1">
                <a:tableStyleId>{5C22544A-7EE6-4342-B048-85BDC9FD1C3A}</a:tableStyleId>
              </a:tblPr>
              <a:tblGrid>
                <a:gridCol w="899193">
                  <a:extLst>
                    <a:ext uri="{9D8B030D-6E8A-4147-A177-3AD203B41FA5}">
                      <a16:colId xmlns:a16="http://schemas.microsoft.com/office/drawing/2014/main" val="20000"/>
                    </a:ext>
                  </a:extLst>
                </a:gridCol>
                <a:gridCol w="1483668">
                  <a:extLst>
                    <a:ext uri="{9D8B030D-6E8A-4147-A177-3AD203B41FA5}">
                      <a16:colId xmlns:a16="http://schemas.microsoft.com/office/drawing/2014/main" val="20001"/>
                    </a:ext>
                  </a:extLst>
                </a:gridCol>
                <a:gridCol w="1483668">
                  <a:extLst>
                    <a:ext uri="{9D8B030D-6E8A-4147-A177-3AD203B41FA5}">
                      <a16:colId xmlns:a16="http://schemas.microsoft.com/office/drawing/2014/main" val="20002"/>
                    </a:ext>
                  </a:extLst>
                </a:gridCol>
                <a:gridCol w="1483668">
                  <a:extLst>
                    <a:ext uri="{9D8B030D-6E8A-4147-A177-3AD203B41FA5}">
                      <a16:colId xmlns:a16="http://schemas.microsoft.com/office/drawing/2014/main" val="20003"/>
                    </a:ext>
                  </a:extLst>
                </a:gridCol>
              </a:tblGrid>
              <a:tr h="503978">
                <a:tc>
                  <a:txBody>
                    <a:bodyPr/>
                    <a:lstStyle/>
                    <a:p>
                      <a:pPr algn="ctr"/>
                      <a:r>
                        <a:rPr lang="zh-CN" altLang="en-US" sz="2600" dirty="0">
                          <a:latin typeface="+mn-lt"/>
                          <a:cs typeface="Courier New" panose="02070309020205020404" pitchFamily="49" charset="0"/>
                        </a:rPr>
                        <a:t>序号</a:t>
                      </a:r>
                    </a:p>
                  </a:txBody>
                  <a:tcPr marL="100796" marR="100796" marT="50398" marB="50398"/>
                </a:tc>
                <a:tc>
                  <a:txBody>
                    <a:bodyPr/>
                    <a:lstStyle/>
                    <a:p>
                      <a:pPr algn="ctr"/>
                      <a:r>
                        <a:rPr lang="en-US" altLang="zh-CN" sz="2600" dirty="0">
                          <a:latin typeface="+mn-lt"/>
                          <a:cs typeface="Courier New" panose="02070309020205020404" pitchFamily="49" charset="0"/>
                        </a:rPr>
                        <a:t>OP</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arg1</a:t>
                      </a:r>
                      <a:endParaRPr lang="zh-CN" altLang="en-US" sz="2600" dirty="0">
                        <a:latin typeface="+mn-lt"/>
                        <a:cs typeface="Courier New" panose="02070309020205020404" pitchFamily="49" charset="0"/>
                      </a:endParaRPr>
                    </a:p>
                  </a:txBody>
                  <a:tcPr marL="100796" marR="100796" marT="50398" marB="50398"/>
                </a:tc>
                <a:tc>
                  <a:txBody>
                    <a:bodyPr/>
                    <a:lstStyle/>
                    <a:p>
                      <a:pPr algn="ctr"/>
                      <a:r>
                        <a:rPr lang="en-US" altLang="zh-CN" sz="2600" dirty="0">
                          <a:latin typeface="+mn-lt"/>
                          <a:cs typeface="Courier New" panose="02070309020205020404" pitchFamily="49" charset="0"/>
                        </a:rPr>
                        <a:t>arg2</a:t>
                      </a:r>
                      <a:endParaRPr lang="zh-CN" altLang="en-US" sz="2600"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0"/>
                  </a:ext>
                </a:extLst>
              </a:tr>
              <a:tr h="503978">
                <a:tc>
                  <a:txBody>
                    <a:bodyPr/>
                    <a:lstStyle/>
                    <a:p>
                      <a:pPr algn="ctr"/>
                      <a:r>
                        <a:rPr lang="en-US" altLang="zh-CN" sz="2600" b="1" dirty="0">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B</a:t>
                      </a:r>
                    </a:p>
                  </a:txBody>
                  <a:tcPr marL="100796" marR="100796" marT="50398" marB="50398"/>
                </a:tc>
                <a:extLst>
                  <a:ext uri="{0D108BD9-81ED-4DB2-BD59-A6C34878D82A}">
                    <a16:rowId xmlns:a16="http://schemas.microsoft.com/office/drawing/2014/main" val="10001"/>
                  </a:ext>
                </a:extLst>
              </a:tr>
              <a:tr h="503978">
                <a:tc>
                  <a:txBody>
                    <a:bodyPr/>
                    <a:lstStyle/>
                    <a:p>
                      <a:pPr algn="ctr"/>
                      <a:r>
                        <a:rPr lang="en-US" altLang="zh-CN" sz="2600" b="1">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(0)</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C</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2"/>
                  </a:ext>
                </a:extLst>
              </a:tr>
              <a:tr h="50397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a:latin typeface="+mn-lt"/>
                          <a:cs typeface="Courier New" panose="02070309020205020404" pitchFamily="49" charset="0"/>
                        </a:rPr>
                        <a:t>(2)</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X</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latin typeface="+mn-lt"/>
                          <a:cs typeface="Courier New" panose="02070309020205020404" pitchFamily="49" charset="0"/>
                        </a:rPr>
                        <a:t>(1)</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3"/>
                  </a:ext>
                </a:extLst>
              </a:tr>
              <a:tr h="50397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D</a:t>
                      </a:r>
                    </a:p>
                  </a:txBody>
                  <a:tcPr marL="100796" marR="100796" marT="50398" marB="50398"/>
                </a:tc>
                <a:tc>
                  <a:txBody>
                    <a:bodyPr/>
                    <a:lstStyle/>
                    <a:p>
                      <a:pPr algn="ctr"/>
                      <a:r>
                        <a:rPr lang="en-US" altLang="zh-CN" sz="2600" b="1">
                          <a:latin typeface="+mn-lt"/>
                          <a:cs typeface="Courier New" panose="02070309020205020404" pitchFamily="49" charset="0"/>
                        </a:rPr>
                        <a:t>(0)</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4"/>
                  </a:ext>
                </a:extLst>
              </a:tr>
              <a:tr h="50397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latin typeface="+mn-lt"/>
                          <a:cs typeface="Courier New" panose="02070309020205020404" pitchFamily="49" charset="0"/>
                        </a:rPr>
                        <a:t>(4)</a:t>
                      </a:r>
                      <a:endParaRPr lang="zh-CN" altLang="en-US" sz="2600" b="1" dirty="0">
                        <a:latin typeface="+mn-lt"/>
                        <a:cs typeface="Courier New" panose="02070309020205020404" pitchFamily="49" charset="0"/>
                      </a:endParaRPr>
                    </a:p>
                  </a:txBody>
                  <a:tcPr marL="100796" marR="100796" marT="50398" marB="50398"/>
                </a:tc>
                <a:tc>
                  <a:txBody>
                    <a:bodyPr/>
                    <a:lstStyle/>
                    <a:p>
                      <a:pPr algn="ctr"/>
                      <a:r>
                        <a:rPr lang="en-US" altLang="zh-CN" sz="2600" b="1" dirty="0">
                          <a:solidFill>
                            <a:schemeClr val="tx1"/>
                          </a:solidFill>
                          <a:latin typeface="+mn-lt"/>
                          <a:cs typeface="Courier New" panose="02070309020205020404" pitchFamily="49" charset="0"/>
                        </a:rPr>
                        <a:t>:=</a:t>
                      </a:r>
                      <a:endParaRPr lang="zh-CN" altLang="en-US" sz="2600" b="1" dirty="0">
                        <a:solidFill>
                          <a:schemeClr val="tx1"/>
                        </a:solidFill>
                        <a:latin typeface="+mn-lt"/>
                        <a:cs typeface="Courier New" panose="02070309020205020404" pitchFamily="49" charset="0"/>
                      </a:endParaRPr>
                    </a:p>
                  </a:txBody>
                  <a:tcPr marL="100796" marR="100796" marT="50398" marB="50398"/>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altLang="zh-CN" sz="2600" b="1" dirty="0">
                          <a:solidFill>
                            <a:schemeClr val="tx1"/>
                          </a:solidFill>
                          <a:latin typeface="+mn-lt"/>
                          <a:cs typeface="Courier New" panose="02070309020205020404" pitchFamily="49" charset="0"/>
                        </a:rPr>
                        <a:t>Y</a:t>
                      </a:r>
                    </a:p>
                  </a:txBody>
                  <a:tcPr marL="100796" marR="100796" marT="50398" marB="50398"/>
                </a:tc>
                <a:tc>
                  <a:txBody>
                    <a:bodyPr/>
                    <a:lstStyle/>
                    <a:p>
                      <a:pPr algn="ctr"/>
                      <a:r>
                        <a:rPr lang="en-US" altLang="zh-CN" sz="2600" b="1" dirty="0">
                          <a:latin typeface="+mn-lt"/>
                          <a:cs typeface="Courier New" panose="02070309020205020404" pitchFamily="49" charset="0"/>
                        </a:rPr>
                        <a:t>(3)</a:t>
                      </a:r>
                      <a:endParaRPr lang="zh-CN" altLang="en-US" sz="2600" b="1" dirty="0">
                        <a:latin typeface="+mn-lt"/>
                        <a:cs typeface="Courier New" panose="02070309020205020404" pitchFamily="49" charset="0"/>
                      </a:endParaRPr>
                    </a:p>
                  </a:txBody>
                  <a:tcPr marL="100796" marR="100796" marT="50398" marB="50398"/>
                </a:tc>
                <a:extLst>
                  <a:ext uri="{0D108BD9-81ED-4DB2-BD59-A6C34878D82A}">
                    <a16:rowId xmlns:a16="http://schemas.microsoft.com/office/drawing/2014/main" val="10005"/>
                  </a:ext>
                </a:extLst>
              </a:tr>
            </a:tbl>
          </a:graphicData>
        </a:graphic>
      </p:graphicFrame>
      <p:sp>
        <p:nvSpPr>
          <p:cNvPr id="10" name="Text Box 9"/>
          <p:cNvSpPr txBox="1">
            <a:spLocks noChangeArrowheads="1"/>
          </p:cNvSpPr>
          <p:nvPr/>
        </p:nvSpPr>
        <p:spPr bwMode="auto">
          <a:xfrm>
            <a:off x="1361467" y="4074587"/>
            <a:ext cx="1768433" cy="341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marL="457200" indent="-457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zh-CN" altLang="en-US" sz="3086" u="sng" dirty="0">
                <a:latin typeface="微软雅黑" panose="020B0503020204020204" pitchFamily="34" charset="-122"/>
              </a:rPr>
              <a:t>间接码表</a:t>
            </a:r>
            <a:endParaRPr lang="en-US" altLang="zh-CN" sz="3086" u="sng" dirty="0">
              <a:latin typeface="微软雅黑" panose="020B0503020204020204" pitchFamily="34" charset="-122"/>
            </a:endParaRPr>
          </a:p>
          <a:p>
            <a:pPr algn="ctr" eaLnBrk="1" hangingPunct="1">
              <a:spcBef>
                <a:spcPct val="0"/>
              </a:spcBef>
              <a:buClrTx/>
              <a:buSzTx/>
              <a:buFontTx/>
              <a:buNone/>
            </a:pPr>
            <a:r>
              <a:rPr lang="en-US" altLang="zh-CN" sz="3086" dirty="0">
                <a:latin typeface="微软雅黑" panose="020B0503020204020204" pitchFamily="34" charset="-122"/>
              </a:rPr>
              <a:t>(0)</a:t>
            </a:r>
          </a:p>
          <a:p>
            <a:pPr algn="ctr" eaLnBrk="1" hangingPunct="1">
              <a:spcBef>
                <a:spcPct val="0"/>
              </a:spcBef>
              <a:buClrTx/>
              <a:buSzTx/>
              <a:buFontTx/>
              <a:buNone/>
            </a:pPr>
            <a:r>
              <a:rPr lang="en-US" altLang="zh-CN" sz="3086" dirty="0">
                <a:latin typeface="微软雅黑" panose="020B0503020204020204" pitchFamily="34" charset="-122"/>
              </a:rPr>
              <a:t>(1)</a:t>
            </a:r>
          </a:p>
          <a:p>
            <a:pPr algn="ctr" eaLnBrk="1" hangingPunct="1">
              <a:spcBef>
                <a:spcPct val="0"/>
              </a:spcBef>
              <a:buClrTx/>
              <a:buSzTx/>
              <a:buFontTx/>
              <a:buNone/>
            </a:pPr>
            <a:r>
              <a:rPr lang="en-US" altLang="zh-CN" sz="3086" dirty="0">
                <a:latin typeface="微软雅黑" panose="020B0503020204020204" pitchFamily="34" charset="-122"/>
              </a:rPr>
              <a:t>(2)</a:t>
            </a:r>
          </a:p>
          <a:p>
            <a:pPr algn="ctr" eaLnBrk="1" hangingPunct="1">
              <a:spcBef>
                <a:spcPct val="0"/>
              </a:spcBef>
              <a:buClrTx/>
              <a:buSzTx/>
              <a:buFontTx/>
              <a:buNone/>
            </a:pPr>
            <a:r>
              <a:rPr lang="en-US" altLang="zh-CN" sz="3086" dirty="0">
                <a:latin typeface="微软雅黑" panose="020B0503020204020204" pitchFamily="34" charset="-122"/>
              </a:rPr>
              <a:t>(0)</a:t>
            </a:r>
          </a:p>
          <a:p>
            <a:pPr algn="ctr" eaLnBrk="1" hangingPunct="1">
              <a:spcBef>
                <a:spcPct val="0"/>
              </a:spcBef>
              <a:buClrTx/>
              <a:buSzTx/>
              <a:buFontTx/>
              <a:buNone/>
            </a:pPr>
            <a:r>
              <a:rPr lang="en-US" altLang="zh-CN" sz="3086" dirty="0">
                <a:latin typeface="微软雅黑" panose="020B0503020204020204" pitchFamily="34" charset="-122"/>
              </a:rPr>
              <a:t>(3)</a:t>
            </a:r>
          </a:p>
          <a:p>
            <a:pPr algn="ctr" eaLnBrk="1" hangingPunct="1">
              <a:spcBef>
                <a:spcPct val="0"/>
              </a:spcBef>
              <a:buClrTx/>
              <a:buSzTx/>
              <a:buFontTx/>
              <a:buNone/>
            </a:pPr>
            <a:r>
              <a:rPr lang="en-US" altLang="zh-CN" sz="3086" dirty="0">
                <a:latin typeface="微软雅黑" panose="020B0503020204020204" pitchFamily="34" charset="-122"/>
              </a:rPr>
              <a:t>(4)</a:t>
            </a:r>
            <a:endParaRPr lang="zh-CN" altLang="en-US" sz="3086" dirty="0">
              <a:latin typeface="微软雅黑" panose="020B0503020204020204" pitchFamily="34" charset="-122"/>
            </a:endParaRPr>
          </a:p>
        </p:txBody>
      </p:sp>
      <p:sp>
        <p:nvSpPr>
          <p:cNvPr id="3" name="灯片编号占位符 2">
            <a:extLst>
              <a:ext uri="{FF2B5EF4-FFF2-40B4-BE49-F238E27FC236}">
                <a16:creationId xmlns:a16="http://schemas.microsoft.com/office/drawing/2014/main" id="{D3CBEE0F-89CB-EA0A-65CF-CD0331E3A0DD}"/>
              </a:ext>
            </a:extLst>
          </p:cNvPr>
          <p:cNvSpPr>
            <a:spLocks noGrp="1"/>
          </p:cNvSpPr>
          <p:nvPr>
            <p:ph type="sldNum" sz="quarter" idx="12"/>
          </p:nvPr>
        </p:nvSpPr>
        <p:spPr/>
        <p:txBody>
          <a:bodyPr/>
          <a:lstStyle/>
          <a:p>
            <a:pPr>
              <a:defRPr/>
            </a:pPr>
            <a:fld id="{9F7F12C9-4B56-495D-96F5-40B6DF2A131B}" type="slidenum">
              <a:rPr lang="en-US" smtClean="0"/>
              <a:pPr>
                <a:defRPr/>
              </a:pPr>
              <a:t>51</a:t>
            </a:fld>
            <a:endParaRPr lang="en-US" dirty="0"/>
          </a:p>
        </p:txBody>
      </p:sp>
    </p:spTree>
    <p:extLst>
      <p:ext uri="{BB962C8B-B14F-4D97-AF65-F5344CB8AC3E}">
        <p14:creationId xmlns:p14="http://schemas.microsoft.com/office/powerpoint/2010/main" val="3905721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62">
                                            <p:txEl>
                                              <p:pRg st="0" end="0"/>
                                            </p:txEl>
                                          </p:spTgt>
                                        </p:tgtEl>
                                        <p:attrNameLst>
                                          <p:attrName>style.visibility</p:attrName>
                                        </p:attrNameLst>
                                      </p:cBhvr>
                                      <p:to>
                                        <p:strVal val="visible"/>
                                      </p:to>
                                    </p:set>
                                    <p:animEffect transition="in" filter="wipe(left)">
                                      <p:cBhvr>
                                        <p:cTn id="7" dur="500"/>
                                        <p:tgtEl>
                                          <p:spTgt spid="348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62">
                                            <p:txEl>
                                              <p:pRg st="1" end="1"/>
                                            </p:txEl>
                                          </p:spTgt>
                                        </p:tgtEl>
                                        <p:attrNameLst>
                                          <p:attrName>style.visibility</p:attrName>
                                        </p:attrNameLst>
                                      </p:cBhvr>
                                      <p:to>
                                        <p:strVal val="visible"/>
                                      </p:to>
                                    </p:set>
                                    <p:animEffect transition="in" filter="wipe(left)">
                                      <p:cBhvr>
                                        <p:cTn id="12" dur="500"/>
                                        <p:tgtEl>
                                          <p:spTgt spid="3481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162">
                                            <p:txEl>
                                              <p:pRg st="2" end="2"/>
                                            </p:txEl>
                                          </p:spTgt>
                                        </p:tgtEl>
                                        <p:attrNameLst>
                                          <p:attrName>style.visibility</p:attrName>
                                        </p:attrNameLst>
                                      </p:cBhvr>
                                      <p:to>
                                        <p:strVal val="visible"/>
                                      </p:to>
                                    </p:set>
                                    <p:animEffect transition="in" filter="wipe(left)">
                                      <p:cBhvr>
                                        <p:cTn id="17" dur="500"/>
                                        <p:tgtEl>
                                          <p:spTgt spid="34816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162">
                                            <p:txEl>
                                              <p:pRg st="3" end="3"/>
                                            </p:txEl>
                                          </p:spTgt>
                                        </p:tgtEl>
                                        <p:attrNameLst>
                                          <p:attrName>style.visibility</p:attrName>
                                        </p:attrNameLst>
                                      </p:cBhvr>
                                      <p:to>
                                        <p:strVal val="visible"/>
                                      </p:to>
                                    </p:set>
                                    <p:animEffect transition="in" filter="wipe(left)">
                                      <p:cBhvr>
                                        <p:cTn id="22" dur="500"/>
                                        <p:tgtEl>
                                          <p:spTgt spid="3481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build="p"/>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翻译模式</a:t>
            </a:r>
          </a:p>
        </p:txBody>
      </p:sp>
      <p:sp>
        <p:nvSpPr>
          <p:cNvPr id="1165315" name="内容占位符 2"/>
          <p:cNvSpPr>
            <a:spLocks noGrp="1"/>
          </p:cNvSpPr>
          <p:nvPr>
            <p:ph idx="1"/>
          </p:nvPr>
        </p:nvSpPr>
        <p:spPr/>
        <p:txBody>
          <a:bodyPr/>
          <a:lstStyle/>
          <a:p>
            <a:r>
              <a:rPr lang="zh-CN" altLang="en-US" dirty="0"/>
              <a:t>简单算术表达式和赋值语句的翻译</a:t>
            </a:r>
            <a:endParaRPr lang="en-US" altLang="zh-CN" dirty="0"/>
          </a:p>
          <a:p>
            <a:r>
              <a:rPr lang="zh-CN" altLang="en-US" dirty="0"/>
              <a:t>布尔表达式的翻译</a:t>
            </a:r>
            <a:endParaRPr lang="en-US" altLang="zh-CN" dirty="0"/>
          </a:p>
          <a:p>
            <a:r>
              <a:rPr lang="zh-CN" altLang="en-US" dirty="0"/>
              <a:t>控制语句的翻译</a:t>
            </a:r>
          </a:p>
        </p:txBody>
      </p:sp>
      <p:sp>
        <p:nvSpPr>
          <p:cNvPr id="3" name="灯片编号占位符 2">
            <a:extLst>
              <a:ext uri="{FF2B5EF4-FFF2-40B4-BE49-F238E27FC236}">
                <a16:creationId xmlns:a16="http://schemas.microsoft.com/office/drawing/2014/main" id="{34D20334-7AB8-564A-F53F-B3A212E7AAD7}"/>
              </a:ext>
            </a:extLst>
          </p:cNvPr>
          <p:cNvSpPr>
            <a:spLocks noGrp="1"/>
          </p:cNvSpPr>
          <p:nvPr>
            <p:ph type="sldNum" sz="quarter" idx="12"/>
          </p:nvPr>
        </p:nvSpPr>
        <p:spPr/>
        <p:txBody>
          <a:bodyPr/>
          <a:lstStyle/>
          <a:p>
            <a:pPr>
              <a:defRPr/>
            </a:pPr>
            <a:fld id="{F02FD050-153B-496A-9CD2-BA822E8E8434}"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简单算术表达式及赋值语句</a:t>
            </a:r>
          </a:p>
        </p:txBody>
      </p:sp>
      <p:sp>
        <p:nvSpPr>
          <p:cNvPr id="11161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赋值语句的形式</a:t>
            </a:r>
            <a:endParaRPr lang="en-US" altLang="zh-CN"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id:=E</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赋值语句的意义</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功能</a:t>
            </a:r>
            <a:r>
              <a:rPr lang="en-US" altLang="zh-CN" sz="3086" dirty="0">
                <a:solidFill>
                  <a:schemeClr val="tx1">
                    <a:lumMod val="75000"/>
                    <a:lumOff val="25000"/>
                  </a:schemeClr>
                </a:solidFill>
              </a:rPr>
              <a:t>)</a:t>
            </a:r>
            <a:endParaRPr lang="zh-CN" altLang="en-US"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对表达式</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求值并置于变量</a:t>
            </a:r>
            <a:r>
              <a:rPr lang="en-US" altLang="zh-CN" sz="2646" dirty="0">
                <a:solidFill>
                  <a:schemeClr val="tx1">
                    <a:lumMod val="75000"/>
                    <a:lumOff val="25000"/>
                  </a:schemeClr>
                </a:solidFill>
              </a:rPr>
              <a:t>T</a:t>
            </a:r>
            <a:r>
              <a:rPr lang="zh-CN" altLang="en-US" sz="2646" dirty="0">
                <a:solidFill>
                  <a:schemeClr val="tx1">
                    <a:lumMod val="75000"/>
                    <a:lumOff val="25000"/>
                  </a:schemeClr>
                </a:solidFill>
              </a:rPr>
              <a:t>中</a:t>
            </a:r>
          </a:p>
          <a:p>
            <a:pPr marL="818954" lvl="1" indent="-314982" defTabSz="503972" eaLnBrk="1" fontAlgn="auto" hangingPunct="1">
              <a:spcBef>
                <a:spcPts val="1102"/>
              </a:spcBef>
              <a:spcAft>
                <a:spcPts val="0"/>
              </a:spcAft>
              <a:buFont typeface="Wingdings 3" charset="2"/>
              <a:buChar char=""/>
              <a:defRPr/>
            </a:pPr>
            <a:r>
              <a:rPr lang="en-US" altLang="zh-CN" sz="2646" dirty="0" err="1">
                <a:solidFill>
                  <a:schemeClr val="tx1">
                    <a:lumMod val="75000"/>
                    <a:lumOff val="25000"/>
                  </a:schemeClr>
                </a:solidFill>
              </a:rPr>
              <a:t>id.place</a:t>
            </a:r>
            <a:r>
              <a:rPr lang="en-US" altLang="zh-CN" sz="2646" dirty="0">
                <a:solidFill>
                  <a:schemeClr val="tx1">
                    <a:lumMod val="75000"/>
                    <a:lumOff val="25000"/>
                  </a:schemeClr>
                </a:solidFill>
              </a:rPr>
              <a:t>:=T</a:t>
            </a:r>
          </a:p>
        </p:txBody>
      </p:sp>
      <p:sp>
        <p:nvSpPr>
          <p:cNvPr id="2" name="灯片编号占位符 1">
            <a:extLst>
              <a:ext uri="{FF2B5EF4-FFF2-40B4-BE49-F238E27FC236}">
                <a16:creationId xmlns:a16="http://schemas.microsoft.com/office/drawing/2014/main" id="{FBAC16A9-780B-FFE4-FD4E-5409D2534A36}"/>
              </a:ext>
            </a:extLst>
          </p:cNvPr>
          <p:cNvSpPr>
            <a:spLocks noGrp="1"/>
          </p:cNvSpPr>
          <p:nvPr>
            <p:ph type="sldNum" sz="quarter" idx="12"/>
          </p:nvPr>
        </p:nvSpPr>
        <p:spPr/>
        <p:txBody>
          <a:bodyPr/>
          <a:lstStyle/>
          <a:p>
            <a:pPr>
              <a:defRPr/>
            </a:pPr>
            <a:fld id="{599FCF90-A595-40F6-8303-BD43D880394F}" type="slidenum">
              <a:rPr lang="en-US" smtClean="0"/>
              <a:pPr>
                <a:defRPr/>
              </a:pPr>
              <a:t>53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wipe(left)">
                                      <p:cBhvr>
                                        <p:cTn id="7" dur="500"/>
                                        <p:tgtEl>
                                          <p:spTgt spid="1116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1619">
                                            <p:txEl>
                                              <p:pRg st="1" end="1"/>
                                            </p:txEl>
                                          </p:spTgt>
                                        </p:tgtEl>
                                        <p:attrNameLst>
                                          <p:attrName>style.visibility</p:attrName>
                                        </p:attrNameLst>
                                      </p:cBhvr>
                                      <p:to>
                                        <p:strVal val="visible"/>
                                      </p:to>
                                    </p:set>
                                    <p:animEffect transition="in" filter="wipe(left)">
                                      <p:cBhvr>
                                        <p:cTn id="10" dur="500"/>
                                        <p:tgtEl>
                                          <p:spTgt spid="1116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animEffect transition="in" filter="wipe(left)">
                                      <p:cBhvr>
                                        <p:cTn id="15" dur="500"/>
                                        <p:tgtEl>
                                          <p:spTgt spid="11161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1619">
                                            <p:txEl>
                                              <p:pRg st="3" end="3"/>
                                            </p:txEl>
                                          </p:spTgt>
                                        </p:tgtEl>
                                        <p:attrNameLst>
                                          <p:attrName>style.visibility</p:attrName>
                                        </p:attrNameLst>
                                      </p:cBhvr>
                                      <p:to>
                                        <p:strVal val="visible"/>
                                      </p:to>
                                    </p:set>
                                    <p:animEffect transition="in" filter="wipe(left)">
                                      <p:cBhvr>
                                        <p:cTn id="20" dur="500"/>
                                        <p:tgtEl>
                                          <p:spTgt spid="11161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1619">
                                            <p:txEl>
                                              <p:pRg st="4" end="4"/>
                                            </p:txEl>
                                          </p:spTgt>
                                        </p:tgtEl>
                                        <p:attrNameLst>
                                          <p:attrName>style.visibility</p:attrName>
                                        </p:attrNameLst>
                                      </p:cBhvr>
                                      <p:to>
                                        <p:strVal val="visible"/>
                                      </p:to>
                                    </p:set>
                                    <p:animEffect transition="in" filter="wipe(left)">
                                      <p:cBhvr>
                                        <p:cTn id="25" dur="500"/>
                                        <p:tgtEl>
                                          <p:spTgt spid="1116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sz="3142" dirty="0"/>
              <a:t>赋值语句生成三地址代码的</a:t>
            </a:r>
            <a:r>
              <a:rPr lang="en-US" altLang="zh-CN" sz="3142" dirty="0"/>
              <a:t>S-</a:t>
            </a:r>
            <a:r>
              <a:rPr lang="zh-CN" altLang="en-US" sz="3142" dirty="0"/>
              <a:t>属性文法</a:t>
            </a:r>
          </a:p>
        </p:txBody>
      </p:sp>
      <p:sp>
        <p:nvSpPr>
          <p:cNvPr id="24781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非终结符号</a:t>
            </a:r>
            <a:r>
              <a:rPr lang="en-US" altLang="zh-CN" sz="3086" dirty="0">
                <a:solidFill>
                  <a:schemeClr val="tx1">
                    <a:lumMod val="75000"/>
                    <a:lumOff val="25000"/>
                  </a:schemeClr>
                </a:solidFill>
              </a:rPr>
              <a:t>S</a:t>
            </a:r>
            <a:r>
              <a:rPr lang="zh-CN" altLang="en-US" sz="3086" dirty="0">
                <a:solidFill>
                  <a:schemeClr val="tx1">
                    <a:lumMod val="75000"/>
                    <a:lumOff val="25000"/>
                  </a:schemeClr>
                </a:solidFill>
              </a:rPr>
              <a:t>有综合属性</a:t>
            </a:r>
            <a:r>
              <a:rPr lang="en-US" altLang="zh-CN" sz="3086" dirty="0" err="1">
                <a:solidFill>
                  <a:srgbClr val="3366CC"/>
                </a:solidFill>
              </a:rPr>
              <a:t>S.code</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它代表赋值语句</a:t>
            </a:r>
            <a:r>
              <a:rPr lang="en-US" altLang="zh-CN" sz="3086" dirty="0">
                <a:solidFill>
                  <a:schemeClr val="tx1">
                    <a:lumMod val="75000"/>
                    <a:lumOff val="25000"/>
                  </a:schemeClr>
                </a:solidFill>
              </a:rPr>
              <a:t>S</a:t>
            </a:r>
            <a:r>
              <a:rPr lang="zh-CN" altLang="en-US" sz="3086" dirty="0">
                <a:solidFill>
                  <a:schemeClr val="tx1">
                    <a:lumMod val="75000"/>
                    <a:lumOff val="25000"/>
                  </a:schemeClr>
                </a:solidFill>
              </a:rPr>
              <a:t>的三地址代码</a:t>
            </a:r>
          </a:p>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非终结符号</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有两个属性</a:t>
            </a:r>
          </a:p>
          <a:p>
            <a:pPr marL="818954" lvl="1" indent="-314982" algn="just" defTabSz="503972" eaLnBrk="1" fontAlgn="auto" hangingPunct="1">
              <a:spcBef>
                <a:spcPts val="1102"/>
              </a:spcBef>
              <a:spcAft>
                <a:spcPts val="0"/>
              </a:spcAft>
              <a:buFont typeface="Wingdings 3" charset="2"/>
              <a:buChar char=""/>
              <a:defRPr/>
            </a:pPr>
            <a:r>
              <a:rPr lang="en-US" altLang="zh-CN" sz="2646" dirty="0" err="1">
                <a:solidFill>
                  <a:srgbClr val="3366CC"/>
                </a:solidFill>
              </a:rPr>
              <a:t>E.place</a:t>
            </a:r>
            <a:r>
              <a:rPr lang="zh-CN" altLang="en-US" sz="2646" dirty="0">
                <a:solidFill>
                  <a:schemeClr val="tx1">
                    <a:lumMod val="75000"/>
                    <a:lumOff val="25000"/>
                  </a:schemeClr>
                </a:solidFill>
              </a:rPr>
              <a:t>表示存放</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值的单元的名字</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地址</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如果是简单变量，</a:t>
            </a:r>
            <a:r>
              <a:rPr lang="en-US" altLang="zh-CN" sz="2646" dirty="0" err="1">
                <a:solidFill>
                  <a:schemeClr val="tx1">
                    <a:lumMod val="75000"/>
                    <a:lumOff val="25000"/>
                  </a:schemeClr>
                </a:solidFill>
              </a:rPr>
              <a:t>E.place</a:t>
            </a:r>
            <a:r>
              <a:rPr lang="zh-CN" altLang="en-US" sz="2646" dirty="0">
                <a:solidFill>
                  <a:schemeClr val="tx1">
                    <a:lumMod val="75000"/>
                    <a:lumOff val="25000"/>
                  </a:schemeClr>
                </a:solidFill>
              </a:rPr>
              <a:t>就是变量的入口地址</a:t>
            </a:r>
          </a:p>
          <a:p>
            <a:pPr marL="818954" lvl="1" indent="-314982" algn="just" defTabSz="503972" eaLnBrk="1" fontAlgn="auto" hangingPunct="1">
              <a:spcBef>
                <a:spcPts val="1102"/>
              </a:spcBef>
              <a:spcAft>
                <a:spcPts val="0"/>
              </a:spcAft>
              <a:buFont typeface="Wingdings 3" charset="2"/>
              <a:buChar char=""/>
              <a:defRPr/>
            </a:pPr>
            <a:r>
              <a:rPr lang="en-US" altLang="zh-CN" sz="2646" dirty="0" err="1">
                <a:solidFill>
                  <a:srgbClr val="3366CC"/>
                </a:solidFill>
              </a:rPr>
              <a:t>E.code</a:t>
            </a:r>
            <a:r>
              <a:rPr lang="zh-CN" altLang="en-US" sz="2646" dirty="0">
                <a:solidFill>
                  <a:schemeClr val="tx1">
                    <a:lumMod val="75000"/>
                    <a:lumOff val="25000"/>
                  </a:schemeClr>
                </a:solidFill>
              </a:rPr>
              <a:t>表示对</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所对应的表达式求值的三地址语句序列</a:t>
            </a:r>
          </a:p>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函数</a:t>
            </a:r>
            <a:r>
              <a:rPr lang="en-US" altLang="zh-CN" sz="3086" dirty="0" err="1">
                <a:solidFill>
                  <a:srgbClr val="3366CC"/>
                </a:solidFill>
              </a:rPr>
              <a:t>newtemp</a:t>
            </a:r>
            <a:r>
              <a:rPr lang="zh-CN" altLang="en-US" sz="3086" dirty="0">
                <a:solidFill>
                  <a:schemeClr val="tx1">
                    <a:lumMod val="75000"/>
                    <a:lumOff val="25000"/>
                  </a:schemeClr>
                </a:solidFill>
              </a:rPr>
              <a:t>的功能是，每次调用它时，将返回一个不同的临时变量名字,如</a:t>
            </a:r>
            <a:r>
              <a:rPr lang="en-US" altLang="zh-CN" sz="3086" dirty="0">
                <a:solidFill>
                  <a:schemeClr val="tx1">
                    <a:lumMod val="75000"/>
                    <a:lumOff val="25000"/>
                  </a:schemeClr>
                </a:solidFill>
              </a:rPr>
              <a:t>T</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,T</a:t>
            </a:r>
            <a:r>
              <a:rPr lang="en-US" altLang="zh-CN" sz="3086" baseline="-30000" dirty="0">
                <a:solidFill>
                  <a:schemeClr val="tx1">
                    <a:lumMod val="75000"/>
                    <a:lumOff val="25000"/>
                  </a:schemeClr>
                </a:solidFill>
              </a:rPr>
              <a:t>2</a:t>
            </a:r>
            <a:r>
              <a:rPr lang="en-US" altLang="zh-CN" sz="3086" dirty="0">
                <a:solidFill>
                  <a:schemeClr val="tx1">
                    <a:lumMod val="75000"/>
                    <a:lumOff val="25000"/>
                  </a:schemeClr>
                </a:solidFill>
              </a:rPr>
              <a:t>,…</a:t>
            </a:r>
            <a:endParaRPr lang="zh-CN" altLang="en-US" sz="3086" dirty="0">
              <a:solidFill>
                <a:schemeClr val="tx1">
                  <a:lumMod val="75000"/>
                  <a:lumOff val="25000"/>
                </a:schemeClr>
              </a:solidFill>
            </a:endParaRPr>
          </a:p>
        </p:txBody>
      </p:sp>
      <p:sp>
        <p:nvSpPr>
          <p:cNvPr id="2" name="灯片编号占位符 1">
            <a:extLst>
              <a:ext uri="{FF2B5EF4-FFF2-40B4-BE49-F238E27FC236}">
                <a16:creationId xmlns:a16="http://schemas.microsoft.com/office/drawing/2014/main" id="{20ACE181-BA16-63D3-2639-85802B568FE5}"/>
              </a:ext>
            </a:extLst>
          </p:cNvPr>
          <p:cNvSpPr>
            <a:spLocks noGrp="1"/>
          </p:cNvSpPr>
          <p:nvPr>
            <p:ph type="sldNum" sz="quarter" idx="12"/>
          </p:nvPr>
        </p:nvSpPr>
        <p:spPr/>
        <p:txBody>
          <a:bodyPr/>
          <a:lstStyle/>
          <a:p>
            <a:pPr>
              <a:defRPr/>
            </a:pPr>
            <a:fld id="{BEFFC41A-CCD9-4153-BAC9-454FA72B975E}" type="slidenum">
              <a:rPr lang="en-US" smtClean="0"/>
              <a:pPr>
                <a:defRPr/>
              </a:pPr>
              <a:t>54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Effect transition="in" filter="wipe(left)">
                                      <p:cBhvr>
                                        <p:cTn id="7" dur="500"/>
                                        <p:tgtEl>
                                          <p:spTgt spid="247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7811">
                                            <p:txEl>
                                              <p:pRg st="1" end="1"/>
                                            </p:txEl>
                                          </p:spTgt>
                                        </p:tgtEl>
                                        <p:attrNameLst>
                                          <p:attrName>style.visibility</p:attrName>
                                        </p:attrNameLst>
                                      </p:cBhvr>
                                      <p:to>
                                        <p:strVal val="visible"/>
                                      </p:to>
                                    </p:set>
                                    <p:animEffect transition="in" filter="wipe(left)">
                                      <p:cBhvr>
                                        <p:cTn id="12" dur="500"/>
                                        <p:tgtEl>
                                          <p:spTgt spid="247811">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47811">
                                            <p:txEl>
                                              <p:pRg st="2" end="2"/>
                                            </p:txEl>
                                          </p:spTgt>
                                        </p:tgtEl>
                                        <p:attrNameLst>
                                          <p:attrName>style.visibility</p:attrName>
                                        </p:attrNameLst>
                                      </p:cBhvr>
                                      <p:to>
                                        <p:strVal val="visible"/>
                                      </p:to>
                                    </p:set>
                                    <p:animEffect transition="in" filter="wipe(left)">
                                      <p:cBhvr>
                                        <p:cTn id="15" dur="500"/>
                                        <p:tgtEl>
                                          <p:spTgt spid="24781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47811">
                                            <p:txEl>
                                              <p:pRg st="3" end="3"/>
                                            </p:txEl>
                                          </p:spTgt>
                                        </p:tgtEl>
                                        <p:attrNameLst>
                                          <p:attrName>style.visibility</p:attrName>
                                        </p:attrNameLst>
                                      </p:cBhvr>
                                      <p:to>
                                        <p:strVal val="visible"/>
                                      </p:to>
                                    </p:set>
                                    <p:animEffect transition="in" filter="wipe(left)">
                                      <p:cBhvr>
                                        <p:cTn id="18" dur="500"/>
                                        <p:tgtEl>
                                          <p:spTgt spid="24781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7811">
                                            <p:txEl>
                                              <p:pRg st="4" end="4"/>
                                            </p:txEl>
                                          </p:spTgt>
                                        </p:tgtEl>
                                        <p:attrNameLst>
                                          <p:attrName>style.visibility</p:attrName>
                                        </p:attrNameLst>
                                      </p:cBhvr>
                                      <p:to>
                                        <p:strVal val="visible"/>
                                      </p:to>
                                    </p:set>
                                    <p:animEffect transition="in" filter="wipe(left)">
                                      <p:cBhvr>
                                        <p:cTn id="23" dur="500"/>
                                        <p:tgtEl>
                                          <p:spTgt spid="247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494618"/>
            <a:ext cx="8967788" cy="1460500"/>
          </a:xfrm>
        </p:spPr>
        <p:txBody>
          <a:bodyPr rtlCol="0">
            <a:normAutofit/>
          </a:bodyPr>
          <a:lstStyle/>
          <a:p>
            <a:pPr defTabSz="503972" eaLnBrk="1" fontAlgn="auto" hangingPunct="1">
              <a:spcAft>
                <a:spcPts val="0"/>
              </a:spcAft>
              <a:defRPr/>
            </a:pPr>
            <a:r>
              <a:rPr lang="zh-CN" altLang="en-US" dirty="0"/>
              <a:t>赋值语句生成三地址代码</a:t>
            </a:r>
          </a:p>
        </p:txBody>
      </p:sp>
      <p:sp>
        <p:nvSpPr>
          <p:cNvPr id="8" name="Rectangle 3"/>
          <p:cNvSpPr txBox="1">
            <a:spLocks noChangeArrowheads="1"/>
          </p:cNvSpPr>
          <p:nvPr/>
        </p:nvSpPr>
        <p:spPr bwMode="auto">
          <a:xfrm>
            <a:off x="0" y="2206625"/>
            <a:ext cx="10080625" cy="48641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marL="283484" indent="-283484" defTabSz="503972" eaLnBrk="1" fontAlgn="auto" hangingPunct="1">
              <a:spcBef>
                <a:spcPts val="0"/>
              </a:spcBef>
              <a:spcAft>
                <a:spcPts val="0"/>
              </a:spcAft>
              <a:buClr>
                <a:srgbClr val="EEECE1"/>
              </a:buClr>
              <a:buSzPct val="75000"/>
              <a:defRPr/>
            </a:pPr>
            <a:r>
              <a:rPr lang="zh-CN" altLang="en-US" sz="2205" kern="0" dirty="0">
                <a:solidFill>
                  <a:prstClr val="black"/>
                </a:solidFill>
              </a:rPr>
              <a:t>	产生式			语义规则</a:t>
            </a:r>
          </a:p>
          <a:p>
            <a:pPr marL="283484" indent="-283484" defTabSz="503972" eaLnBrk="1" fontAlgn="auto" hangingPunct="1">
              <a:spcBef>
                <a:spcPts val="0"/>
              </a:spcBef>
              <a:spcAft>
                <a:spcPts val="0"/>
              </a:spcAft>
              <a:buClr>
                <a:srgbClr val="EEECE1"/>
              </a:buClr>
              <a:buSzPct val="75000"/>
              <a:defRPr/>
            </a:pPr>
            <a:r>
              <a:rPr lang="en-US" altLang="zh-CN" sz="2205" kern="0" dirty="0" err="1">
                <a:solidFill>
                  <a:srgbClr val="0070C0"/>
                </a:solidFill>
              </a:rPr>
              <a:t>S→id</a:t>
            </a:r>
            <a:r>
              <a:rPr lang="en-US" altLang="zh-CN" sz="2205" kern="0" dirty="0">
                <a:solidFill>
                  <a:srgbClr val="0070C0"/>
                </a:solidFill>
              </a:rPr>
              <a:t>:=E	</a:t>
            </a:r>
            <a:r>
              <a:rPr lang="en-US" altLang="zh-CN" sz="2205" kern="0" dirty="0" err="1">
                <a:solidFill>
                  <a:srgbClr val="0070C0"/>
                </a:solidFill>
              </a:rPr>
              <a:t>S.code</a:t>
            </a:r>
            <a:r>
              <a:rPr lang="en-US" altLang="zh-CN" sz="2205" kern="0" dirty="0">
                <a:solidFill>
                  <a:srgbClr val="0070C0"/>
                </a:solidFill>
              </a:rPr>
              <a:t>:=</a:t>
            </a:r>
            <a:r>
              <a:rPr lang="en-US" altLang="zh-CN" sz="2205" kern="0" dirty="0" err="1">
                <a:solidFill>
                  <a:srgbClr val="0070C0"/>
                </a:solidFill>
              </a:rPr>
              <a:t>E.code</a:t>
            </a:r>
            <a:r>
              <a:rPr lang="en-US" altLang="zh-CN" sz="2205" kern="0" dirty="0">
                <a:solidFill>
                  <a:srgbClr val="0070C0"/>
                </a:solidFill>
              </a:rPr>
              <a:t> || gen(</a:t>
            </a:r>
            <a:r>
              <a:rPr lang="en-US" altLang="zh-CN" sz="2205" kern="0" dirty="0" err="1">
                <a:solidFill>
                  <a:srgbClr val="0070C0"/>
                </a:solidFill>
              </a:rPr>
              <a:t>id.place</a:t>
            </a:r>
            <a:r>
              <a:rPr lang="en-US" altLang="zh-CN" sz="2205" kern="0" dirty="0">
                <a:solidFill>
                  <a:srgbClr val="0070C0"/>
                </a:solidFill>
              </a:rPr>
              <a:t> ‘:=’ </a:t>
            </a:r>
            <a:r>
              <a:rPr lang="en-US" altLang="zh-CN" sz="2205" kern="0" dirty="0" err="1">
                <a:solidFill>
                  <a:srgbClr val="0070C0"/>
                </a:solidFill>
              </a:rPr>
              <a:t>E.place</a:t>
            </a:r>
            <a:r>
              <a:rPr lang="en-US" altLang="zh-CN" sz="2205" kern="0" dirty="0">
                <a:solidFill>
                  <a:srgbClr val="0070C0"/>
                </a:solidFill>
              </a:rPr>
              <a:t>)</a:t>
            </a:r>
          </a:p>
          <a:p>
            <a:pPr marL="283484" indent="-283484" defTabSz="503972" eaLnBrk="1" fontAlgn="auto" hangingPunct="1">
              <a:spcBef>
                <a:spcPts val="496"/>
              </a:spcBef>
              <a:spcAft>
                <a:spcPts val="0"/>
              </a:spcAft>
              <a:buClr>
                <a:srgbClr val="EEECE1"/>
              </a:buClr>
              <a:buSzPct val="75000"/>
              <a:defRPr/>
            </a:pPr>
            <a:r>
              <a:rPr lang="en-US" altLang="zh-CN" sz="2205" kern="0" dirty="0">
                <a:solidFill>
                  <a:srgbClr val="C00000"/>
                </a:solidFill>
              </a:rPr>
              <a:t>E→E</a:t>
            </a:r>
            <a:r>
              <a:rPr lang="en-US" altLang="zh-CN" sz="2205" kern="0" baseline="-30000" dirty="0">
                <a:solidFill>
                  <a:srgbClr val="C00000"/>
                </a:solidFill>
              </a:rPr>
              <a:t>1</a:t>
            </a:r>
            <a:r>
              <a:rPr lang="en-US" altLang="zh-CN" sz="2205" kern="0" dirty="0">
                <a:solidFill>
                  <a:srgbClr val="C00000"/>
                </a:solidFill>
              </a:rPr>
              <a:t>+E</a:t>
            </a:r>
            <a:r>
              <a:rPr lang="en-US" altLang="zh-CN" sz="2205" kern="0" baseline="-30000" dirty="0">
                <a:solidFill>
                  <a:srgbClr val="C00000"/>
                </a:solidFill>
              </a:rPr>
              <a:t>2</a:t>
            </a:r>
            <a:r>
              <a:rPr lang="en-US" altLang="zh-CN" sz="2205" kern="0" dirty="0">
                <a:solidFill>
                  <a:srgbClr val="C00000"/>
                </a:solidFill>
              </a:rPr>
              <a:t>	</a:t>
            </a:r>
            <a:r>
              <a:rPr lang="en-US" altLang="zh-CN" sz="2205" kern="0" dirty="0" err="1">
                <a:solidFill>
                  <a:srgbClr val="C00000"/>
                </a:solidFill>
              </a:rPr>
              <a:t>E.place</a:t>
            </a:r>
            <a:r>
              <a:rPr lang="en-US" altLang="zh-CN" sz="2205" kern="0" dirty="0">
                <a:solidFill>
                  <a:srgbClr val="C00000"/>
                </a:solidFill>
              </a:rPr>
              <a:t>:=</a:t>
            </a:r>
            <a:r>
              <a:rPr lang="en-US" altLang="zh-CN" sz="2205" kern="0" dirty="0" err="1">
                <a:solidFill>
                  <a:srgbClr val="C00000"/>
                </a:solidFill>
              </a:rPr>
              <a:t>newtemp</a:t>
            </a:r>
            <a:r>
              <a:rPr lang="en-US" altLang="zh-CN" sz="2205" kern="0" dirty="0">
                <a:solidFill>
                  <a:srgbClr val="C00000"/>
                </a:solidFill>
              </a:rPr>
              <a:t>;</a:t>
            </a:r>
          </a:p>
          <a:p>
            <a:pPr marL="283484" indent="-283484" defTabSz="503972" eaLnBrk="1" fontAlgn="auto" hangingPunct="1">
              <a:spcBef>
                <a:spcPts val="0"/>
              </a:spcBef>
              <a:spcAft>
                <a:spcPts val="0"/>
              </a:spcAft>
              <a:buClr>
                <a:srgbClr val="EEECE1"/>
              </a:buClr>
              <a:buSzPct val="75000"/>
              <a:defRPr/>
            </a:pPr>
            <a:r>
              <a:rPr lang="en-US" altLang="zh-CN" sz="2205" kern="0" dirty="0">
                <a:solidFill>
                  <a:srgbClr val="C00000"/>
                </a:solidFill>
              </a:rPr>
              <a:t>     	     		</a:t>
            </a:r>
            <a:r>
              <a:rPr lang="en-US" altLang="zh-CN" sz="2205" kern="0" dirty="0" err="1">
                <a:solidFill>
                  <a:srgbClr val="C00000"/>
                </a:solidFill>
              </a:rPr>
              <a:t>E.code</a:t>
            </a:r>
            <a:r>
              <a:rPr lang="en-US" altLang="zh-CN" sz="2205" kern="0" dirty="0">
                <a:solidFill>
                  <a:srgbClr val="C00000"/>
                </a:solidFill>
              </a:rPr>
              <a:t>:=E</a:t>
            </a:r>
            <a:r>
              <a:rPr lang="en-US" altLang="zh-CN" sz="2205" kern="0" baseline="-30000" dirty="0">
                <a:solidFill>
                  <a:srgbClr val="C00000"/>
                </a:solidFill>
              </a:rPr>
              <a:t>1</a:t>
            </a:r>
            <a:r>
              <a:rPr lang="en-US" altLang="zh-CN" sz="2205" kern="0" dirty="0">
                <a:solidFill>
                  <a:srgbClr val="C00000"/>
                </a:solidFill>
              </a:rPr>
              <a:t>.code || E</a:t>
            </a:r>
            <a:r>
              <a:rPr lang="en-US" altLang="zh-CN" sz="2205" kern="0" baseline="-30000" dirty="0">
                <a:solidFill>
                  <a:srgbClr val="C00000"/>
                </a:solidFill>
              </a:rPr>
              <a:t>2</a:t>
            </a:r>
            <a:r>
              <a:rPr lang="en-US" altLang="zh-CN" sz="2205" kern="0" dirty="0">
                <a:solidFill>
                  <a:srgbClr val="C00000"/>
                </a:solidFill>
              </a:rPr>
              <a:t>.code || gen(</a:t>
            </a:r>
            <a:r>
              <a:rPr lang="en-US" altLang="zh-CN" sz="2205" kern="0" dirty="0" err="1">
                <a:solidFill>
                  <a:srgbClr val="C00000"/>
                </a:solidFill>
              </a:rPr>
              <a:t>E.place</a:t>
            </a:r>
            <a:r>
              <a:rPr lang="en-US" altLang="zh-CN" sz="2205" kern="0" dirty="0">
                <a:solidFill>
                  <a:srgbClr val="C00000"/>
                </a:solidFill>
              </a:rPr>
              <a:t> ‘:=’ E</a:t>
            </a:r>
            <a:r>
              <a:rPr lang="en-US" altLang="zh-CN" sz="2205" kern="0" baseline="-30000" dirty="0">
                <a:solidFill>
                  <a:srgbClr val="C00000"/>
                </a:solidFill>
              </a:rPr>
              <a:t>1</a:t>
            </a:r>
            <a:r>
              <a:rPr lang="en-US" altLang="zh-CN" sz="2205" kern="0" dirty="0">
                <a:solidFill>
                  <a:srgbClr val="C00000"/>
                </a:solidFill>
              </a:rPr>
              <a:t>.place ‘+’ E</a:t>
            </a:r>
            <a:r>
              <a:rPr lang="en-US" altLang="zh-CN" sz="2205" kern="0" baseline="-30000" dirty="0">
                <a:solidFill>
                  <a:srgbClr val="C00000"/>
                </a:solidFill>
              </a:rPr>
              <a:t>2</a:t>
            </a:r>
            <a:r>
              <a:rPr lang="en-US" altLang="zh-CN" sz="2205" kern="0" dirty="0">
                <a:solidFill>
                  <a:srgbClr val="C00000"/>
                </a:solidFill>
              </a:rPr>
              <a:t>.place)</a:t>
            </a:r>
          </a:p>
          <a:p>
            <a:pPr marL="283484" indent="-283484" defTabSz="503972" eaLnBrk="1" fontAlgn="auto" hangingPunct="1">
              <a:spcBef>
                <a:spcPts val="496"/>
              </a:spcBef>
              <a:spcAft>
                <a:spcPts val="0"/>
              </a:spcAft>
              <a:buClr>
                <a:srgbClr val="EEECE1"/>
              </a:buClr>
              <a:buSzPct val="75000"/>
              <a:defRPr/>
            </a:pPr>
            <a:r>
              <a:rPr lang="en-US" altLang="zh-CN" sz="2205" kern="0" dirty="0">
                <a:solidFill>
                  <a:srgbClr val="008000"/>
                </a:solidFill>
              </a:rPr>
              <a:t>E→E</a:t>
            </a:r>
            <a:r>
              <a:rPr lang="en-US" altLang="zh-CN" sz="2205" kern="0" baseline="-30000" dirty="0">
                <a:solidFill>
                  <a:srgbClr val="008000"/>
                </a:solidFill>
              </a:rPr>
              <a:t>1</a:t>
            </a:r>
            <a:r>
              <a:rPr lang="en-US" altLang="zh-CN" sz="2205" kern="0" dirty="0">
                <a:solidFill>
                  <a:srgbClr val="008000"/>
                </a:solidFill>
              </a:rPr>
              <a:t>*E</a:t>
            </a:r>
            <a:r>
              <a:rPr lang="en-US" altLang="zh-CN" sz="2205" kern="0" baseline="-30000" dirty="0">
                <a:solidFill>
                  <a:srgbClr val="008000"/>
                </a:solidFill>
              </a:rPr>
              <a:t>2</a:t>
            </a:r>
            <a:r>
              <a:rPr lang="en-US" altLang="zh-CN" sz="2205" kern="0" dirty="0">
                <a:solidFill>
                  <a:srgbClr val="008000"/>
                </a:solidFill>
              </a:rPr>
              <a:t>	</a:t>
            </a:r>
            <a:r>
              <a:rPr lang="en-US" altLang="zh-CN" sz="2205" kern="0" dirty="0" err="1">
                <a:solidFill>
                  <a:srgbClr val="008000"/>
                </a:solidFill>
              </a:rPr>
              <a:t>E.place</a:t>
            </a:r>
            <a:r>
              <a:rPr lang="en-US" altLang="zh-CN" sz="2205" kern="0" dirty="0">
                <a:solidFill>
                  <a:srgbClr val="008000"/>
                </a:solidFill>
              </a:rPr>
              <a:t>:=</a:t>
            </a:r>
            <a:r>
              <a:rPr lang="en-US" altLang="zh-CN" sz="2205" kern="0" dirty="0" err="1">
                <a:solidFill>
                  <a:srgbClr val="008000"/>
                </a:solidFill>
              </a:rPr>
              <a:t>newtemp</a:t>
            </a:r>
            <a:r>
              <a:rPr lang="en-US" altLang="zh-CN" sz="2205" kern="0" dirty="0">
                <a:solidFill>
                  <a:srgbClr val="008000"/>
                </a:solidFill>
              </a:rPr>
              <a:t>;</a:t>
            </a:r>
          </a:p>
          <a:p>
            <a:pPr marL="283484" indent="-283484" defTabSz="503972" eaLnBrk="1" fontAlgn="auto" hangingPunct="1">
              <a:spcBef>
                <a:spcPts val="0"/>
              </a:spcBef>
              <a:spcAft>
                <a:spcPts val="0"/>
              </a:spcAft>
              <a:buClr>
                <a:srgbClr val="EEECE1"/>
              </a:buClr>
              <a:buSzPct val="75000"/>
              <a:defRPr/>
            </a:pPr>
            <a:r>
              <a:rPr lang="en-US" altLang="zh-CN" sz="2205" kern="0" dirty="0">
                <a:solidFill>
                  <a:srgbClr val="008000"/>
                </a:solidFill>
              </a:rPr>
              <a:t>	     		</a:t>
            </a:r>
            <a:r>
              <a:rPr lang="en-US" altLang="zh-CN" sz="2205" kern="0" dirty="0" err="1">
                <a:solidFill>
                  <a:srgbClr val="008000"/>
                </a:solidFill>
              </a:rPr>
              <a:t>E.code</a:t>
            </a:r>
            <a:r>
              <a:rPr lang="en-US" altLang="zh-CN" sz="2205" kern="0" dirty="0">
                <a:solidFill>
                  <a:srgbClr val="008000"/>
                </a:solidFill>
              </a:rPr>
              <a:t>:=E</a:t>
            </a:r>
            <a:r>
              <a:rPr lang="en-US" altLang="zh-CN" sz="2205" kern="0" baseline="-30000" dirty="0">
                <a:solidFill>
                  <a:srgbClr val="008000"/>
                </a:solidFill>
              </a:rPr>
              <a:t>1</a:t>
            </a:r>
            <a:r>
              <a:rPr lang="en-US" altLang="zh-CN" sz="2205" kern="0" dirty="0">
                <a:solidFill>
                  <a:srgbClr val="008000"/>
                </a:solidFill>
              </a:rPr>
              <a:t>.code || E</a:t>
            </a:r>
            <a:r>
              <a:rPr lang="en-US" altLang="zh-CN" sz="2205" kern="0" baseline="-30000" dirty="0">
                <a:solidFill>
                  <a:srgbClr val="008000"/>
                </a:solidFill>
              </a:rPr>
              <a:t>2</a:t>
            </a:r>
            <a:r>
              <a:rPr lang="en-US" altLang="zh-CN" sz="2205" kern="0" dirty="0">
                <a:solidFill>
                  <a:srgbClr val="008000"/>
                </a:solidFill>
              </a:rPr>
              <a:t>.code || gen(</a:t>
            </a:r>
            <a:r>
              <a:rPr lang="en-US" altLang="zh-CN" sz="2205" kern="0" dirty="0" err="1">
                <a:solidFill>
                  <a:srgbClr val="008000"/>
                </a:solidFill>
              </a:rPr>
              <a:t>E.place</a:t>
            </a:r>
            <a:r>
              <a:rPr lang="en-US" altLang="zh-CN" sz="2205" kern="0" dirty="0">
                <a:solidFill>
                  <a:srgbClr val="008000"/>
                </a:solidFill>
              </a:rPr>
              <a:t> ‘:=’ E</a:t>
            </a:r>
            <a:r>
              <a:rPr lang="en-US" altLang="zh-CN" sz="2205" kern="0" baseline="-30000" dirty="0">
                <a:solidFill>
                  <a:srgbClr val="008000"/>
                </a:solidFill>
              </a:rPr>
              <a:t>1</a:t>
            </a:r>
            <a:r>
              <a:rPr lang="en-US" altLang="zh-CN" sz="2205" kern="0" dirty="0">
                <a:solidFill>
                  <a:srgbClr val="008000"/>
                </a:solidFill>
              </a:rPr>
              <a:t>.place ‘*’ E</a:t>
            </a:r>
            <a:r>
              <a:rPr lang="en-US" altLang="zh-CN" sz="2205" kern="0" baseline="-30000" dirty="0">
                <a:solidFill>
                  <a:srgbClr val="008000"/>
                </a:solidFill>
              </a:rPr>
              <a:t>2</a:t>
            </a:r>
            <a:r>
              <a:rPr lang="en-US" altLang="zh-CN" sz="2205" kern="0" dirty="0">
                <a:solidFill>
                  <a:srgbClr val="008000"/>
                </a:solidFill>
              </a:rPr>
              <a:t>.place)</a:t>
            </a:r>
          </a:p>
          <a:p>
            <a:pPr marL="283484" indent="-283484" defTabSz="503972" eaLnBrk="1" fontAlgn="auto" hangingPunct="1">
              <a:spcBef>
                <a:spcPts val="496"/>
              </a:spcBef>
              <a:spcAft>
                <a:spcPts val="0"/>
              </a:spcAft>
              <a:buClr>
                <a:srgbClr val="EEECE1"/>
              </a:buClr>
              <a:buSzPct val="75000"/>
              <a:defRPr/>
            </a:pPr>
            <a:r>
              <a:rPr lang="en-US" altLang="zh-CN" sz="2205" kern="0" dirty="0">
                <a:solidFill>
                  <a:srgbClr val="0070C0"/>
                </a:solidFill>
              </a:rPr>
              <a:t>E→-E</a:t>
            </a:r>
            <a:r>
              <a:rPr lang="en-US" altLang="zh-CN" sz="2205" kern="0" baseline="-30000" dirty="0">
                <a:solidFill>
                  <a:srgbClr val="0070C0"/>
                </a:solidFill>
              </a:rPr>
              <a:t>1</a:t>
            </a:r>
            <a:r>
              <a:rPr lang="en-US" altLang="zh-CN" sz="2205" kern="0" dirty="0">
                <a:solidFill>
                  <a:srgbClr val="0070C0"/>
                </a:solidFill>
              </a:rPr>
              <a:t>		</a:t>
            </a:r>
            <a:r>
              <a:rPr lang="en-US" altLang="zh-CN" sz="2205" kern="0" dirty="0" err="1">
                <a:solidFill>
                  <a:srgbClr val="0070C0"/>
                </a:solidFill>
              </a:rPr>
              <a:t>E.place</a:t>
            </a:r>
            <a:r>
              <a:rPr lang="en-US" altLang="zh-CN" sz="2205" kern="0" dirty="0">
                <a:solidFill>
                  <a:srgbClr val="0070C0"/>
                </a:solidFill>
              </a:rPr>
              <a:t>:=</a:t>
            </a:r>
            <a:r>
              <a:rPr lang="en-US" altLang="zh-CN" sz="2205" kern="0" dirty="0" err="1">
                <a:solidFill>
                  <a:srgbClr val="0070C0"/>
                </a:solidFill>
              </a:rPr>
              <a:t>newtemp</a:t>
            </a:r>
            <a:r>
              <a:rPr lang="en-US" altLang="zh-CN" sz="2205" kern="0" dirty="0">
                <a:solidFill>
                  <a:srgbClr val="0070C0"/>
                </a:solidFill>
              </a:rPr>
              <a:t>;</a:t>
            </a:r>
          </a:p>
          <a:p>
            <a:pPr marL="283484" indent="-283484" defTabSz="503972" eaLnBrk="1" fontAlgn="auto" hangingPunct="1">
              <a:spcBef>
                <a:spcPts val="0"/>
              </a:spcBef>
              <a:spcAft>
                <a:spcPts val="0"/>
              </a:spcAft>
              <a:buClr>
                <a:srgbClr val="EEECE1"/>
              </a:buClr>
              <a:buSzPct val="75000"/>
              <a:defRPr/>
            </a:pPr>
            <a:r>
              <a:rPr lang="en-US" altLang="zh-CN" sz="2205" kern="0" dirty="0">
                <a:solidFill>
                  <a:srgbClr val="0070C0"/>
                </a:solidFill>
              </a:rPr>
              <a:t>	     		</a:t>
            </a:r>
            <a:r>
              <a:rPr lang="en-US" altLang="zh-CN" sz="2205" kern="0" dirty="0" err="1">
                <a:solidFill>
                  <a:srgbClr val="0070C0"/>
                </a:solidFill>
              </a:rPr>
              <a:t>E.code</a:t>
            </a:r>
            <a:r>
              <a:rPr lang="en-US" altLang="zh-CN" sz="2205" kern="0" dirty="0">
                <a:solidFill>
                  <a:srgbClr val="0070C0"/>
                </a:solidFill>
              </a:rPr>
              <a:t>:=E</a:t>
            </a:r>
            <a:r>
              <a:rPr lang="en-US" altLang="zh-CN" sz="2205" kern="0" baseline="-30000" dirty="0">
                <a:solidFill>
                  <a:srgbClr val="0070C0"/>
                </a:solidFill>
              </a:rPr>
              <a:t>1</a:t>
            </a:r>
            <a:r>
              <a:rPr lang="en-US" altLang="zh-CN" sz="2205" kern="0" dirty="0">
                <a:solidFill>
                  <a:srgbClr val="0070C0"/>
                </a:solidFill>
              </a:rPr>
              <a:t>.code ||  gen(</a:t>
            </a:r>
            <a:r>
              <a:rPr lang="en-US" altLang="zh-CN" sz="2205" kern="0" dirty="0" err="1">
                <a:solidFill>
                  <a:srgbClr val="0070C0"/>
                </a:solidFill>
              </a:rPr>
              <a:t>E.place</a:t>
            </a:r>
            <a:r>
              <a:rPr lang="en-US" altLang="zh-CN" sz="2205" kern="0" dirty="0">
                <a:solidFill>
                  <a:srgbClr val="0070C0"/>
                </a:solidFill>
              </a:rPr>
              <a:t> ‘:=’ ‘</a:t>
            </a:r>
            <a:r>
              <a:rPr lang="en-US" altLang="zh-CN" sz="2205" kern="0" dirty="0" err="1">
                <a:solidFill>
                  <a:srgbClr val="0070C0"/>
                </a:solidFill>
              </a:rPr>
              <a:t>uminus</a:t>
            </a:r>
            <a:r>
              <a:rPr lang="en-US" altLang="zh-CN" sz="2205" kern="0" dirty="0">
                <a:solidFill>
                  <a:srgbClr val="0070C0"/>
                </a:solidFill>
              </a:rPr>
              <a:t>’ E</a:t>
            </a:r>
            <a:r>
              <a:rPr lang="en-US" altLang="zh-CN" sz="2205" kern="0" baseline="-30000" dirty="0">
                <a:solidFill>
                  <a:srgbClr val="0070C0"/>
                </a:solidFill>
              </a:rPr>
              <a:t>1</a:t>
            </a:r>
            <a:r>
              <a:rPr lang="en-US" altLang="zh-CN" sz="2205" kern="0" dirty="0">
                <a:solidFill>
                  <a:srgbClr val="0070C0"/>
                </a:solidFill>
              </a:rPr>
              <a:t>.place)</a:t>
            </a:r>
          </a:p>
          <a:p>
            <a:pPr marL="283484" indent="-283484" defTabSz="503972" eaLnBrk="1" fontAlgn="auto" hangingPunct="1">
              <a:spcBef>
                <a:spcPts val="496"/>
              </a:spcBef>
              <a:spcAft>
                <a:spcPts val="0"/>
              </a:spcAft>
              <a:buClr>
                <a:srgbClr val="EEECE1"/>
              </a:buClr>
              <a:buSzPct val="75000"/>
              <a:defRPr/>
            </a:pPr>
            <a:r>
              <a:rPr lang="en-US" altLang="zh-CN" sz="2205" kern="0" dirty="0">
                <a:solidFill>
                  <a:srgbClr val="C00000"/>
                </a:solidFill>
              </a:rPr>
              <a:t>E→ (E</a:t>
            </a:r>
            <a:r>
              <a:rPr lang="en-US" altLang="zh-CN" sz="2205" kern="0" baseline="-30000" dirty="0">
                <a:solidFill>
                  <a:srgbClr val="C00000"/>
                </a:solidFill>
              </a:rPr>
              <a:t>1</a:t>
            </a:r>
            <a:r>
              <a:rPr lang="en-US" altLang="zh-CN" sz="2205" kern="0" dirty="0">
                <a:solidFill>
                  <a:srgbClr val="C00000"/>
                </a:solidFill>
              </a:rPr>
              <a:t>)	</a:t>
            </a:r>
            <a:r>
              <a:rPr lang="en-US" altLang="zh-CN" sz="2205" kern="0" dirty="0" err="1">
                <a:solidFill>
                  <a:srgbClr val="C00000"/>
                </a:solidFill>
              </a:rPr>
              <a:t>E.place</a:t>
            </a:r>
            <a:r>
              <a:rPr lang="en-US" altLang="zh-CN" sz="2205" kern="0" dirty="0">
                <a:solidFill>
                  <a:srgbClr val="C00000"/>
                </a:solidFill>
              </a:rPr>
              <a:t>:=E</a:t>
            </a:r>
            <a:r>
              <a:rPr lang="en-US" altLang="zh-CN" sz="2205" kern="0" baseline="-30000" dirty="0">
                <a:solidFill>
                  <a:srgbClr val="C00000"/>
                </a:solidFill>
              </a:rPr>
              <a:t>1</a:t>
            </a:r>
            <a:r>
              <a:rPr lang="en-US" altLang="zh-CN" sz="2205" kern="0" dirty="0">
                <a:solidFill>
                  <a:srgbClr val="C00000"/>
                </a:solidFill>
              </a:rPr>
              <a:t>.place;</a:t>
            </a:r>
          </a:p>
          <a:p>
            <a:pPr marL="283484" indent="-283484" defTabSz="503972" eaLnBrk="1" fontAlgn="auto" hangingPunct="1">
              <a:spcBef>
                <a:spcPts val="0"/>
              </a:spcBef>
              <a:spcAft>
                <a:spcPts val="0"/>
              </a:spcAft>
              <a:buClr>
                <a:srgbClr val="EEECE1"/>
              </a:buClr>
              <a:buSzPct val="75000"/>
              <a:defRPr/>
            </a:pPr>
            <a:r>
              <a:rPr lang="en-US" altLang="zh-CN" sz="2205" kern="0" dirty="0">
                <a:solidFill>
                  <a:srgbClr val="C00000"/>
                </a:solidFill>
              </a:rPr>
              <a:t>	     		</a:t>
            </a:r>
            <a:r>
              <a:rPr lang="en-US" altLang="zh-CN" sz="2205" kern="0" dirty="0" err="1">
                <a:solidFill>
                  <a:srgbClr val="C00000"/>
                </a:solidFill>
              </a:rPr>
              <a:t>E.code</a:t>
            </a:r>
            <a:r>
              <a:rPr lang="en-US" altLang="zh-CN" sz="2205" kern="0" dirty="0">
                <a:solidFill>
                  <a:srgbClr val="C00000"/>
                </a:solidFill>
              </a:rPr>
              <a:t>:=E</a:t>
            </a:r>
            <a:r>
              <a:rPr lang="en-US" altLang="zh-CN" sz="2205" kern="0" baseline="-30000" dirty="0">
                <a:solidFill>
                  <a:srgbClr val="C00000"/>
                </a:solidFill>
              </a:rPr>
              <a:t>1</a:t>
            </a:r>
            <a:r>
              <a:rPr lang="en-US" altLang="zh-CN" sz="2205" kern="0" dirty="0">
                <a:solidFill>
                  <a:srgbClr val="C00000"/>
                </a:solidFill>
              </a:rPr>
              <a:t>.code</a:t>
            </a:r>
          </a:p>
          <a:p>
            <a:pPr marL="283484" indent="-283484" defTabSz="503972" eaLnBrk="1" fontAlgn="auto" hangingPunct="1">
              <a:spcBef>
                <a:spcPts val="496"/>
              </a:spcBef>
              <a:spcAft>
                <a:spcPts val="0"/>
              </a:spcAft>
              <a:buClr>
                <a:srgbClr val="EEECE1"/>
              </a:buClr>
              <a:buSzPct val="75000"/>
              <a:defRPr/>
            </a:pPr>
            <a:r>
              <a:rPr lang="en-US" altLang="zh-CN" sz="2205" kern="0" dirty="0" err="1">
                <a:solidFill>
                  <a:srgbClr val="008000"/>
                </a:solidFill>
              </a:rPr>
              <a:t>E→id</a:t>
            </a:r>
            <a:r>
              <a:rPr lang="en-US" altLang="zh-CN" sz="2205" kern="0" dirty="0">
                <a:solidFill>
                  <a:srgbClr val="008000"/>
                </a:solidFill>
              </a:rPr>
              <a:t>	     	</a:t>
            </a:r>
            <a:r>
              <a:rPr lang="en-US" altLang="zh-CN" sz="2205" kern="0" dirty="0" err="1">
                <a:solidFill>
                  <a:srgbClr val="008000"/>
                </a:solidFill>
              </a:rPr>
              <a:t>E.place</a:t>
            </a:r>
            <a:r>
              <a:rPr lang="en-US" altLang="zh-CN" sz="2205" kern="0" dirty="0">
                <a:solidFill>
                  <a:srgbClr val="008000"/>
                </a:solidFill>
              </a:rPr>
              <a:t>:=</a:t>
            </a:r>
            <a:r>
              <a:rPr lang="en-US" altLang="zh-CN" sz="2205" kern="0" dirty="0" err="1">
                <a:solidFill>
                  <a:srgbClr val="008000"/>
                </a:solidFill>
              </a:rPr>
              <a:t>id.place</a:t>
            </a:r>
            <a:r>
              <a:rPr lang="en-US" altLang="zh-CN" sz="2205" kern="0" dirty="0">
                <a:solidFill>
                  <a:srgbClr val="008000"/>
                </a:solidFill>
              </a:rPr>
              <a:t>;</a:t>
            </a:r>
          </a:p>
          <a:p>
            <a:pPr marL="283484" indent="-283484" defTabSz="503972" eaLnBrk="1" fontAlgn="auto" hangingPunct="1">
              <a:spcBef>
                <a:spcPts val="0"/>
              </a:spcBef>
              <a:spcAft>
                <a:spcPts val="0"/>
              </a:spcAft>
              <a:buClr>
                <a:srgbClr val="EEECE1"/>
              </a:buClr>
              <a:buSzPct val="75000"/>
              <a:defRPr/>
            </a:pPr>
            <a:r>
              <a:rPr lang="en-US" altLang="zh-CN" sz="2205" kern="0" dirty="0">
                <a:solidFill>
                  <a:srgbClr val="008000"/>
                </a:solidFill>
              </a:rPr>
              <a:t>	     		</a:t>
            </a:r>
            <a:r>
              <a:rPr lang="en-US" altLang="zh-CN" sz="2205" kern="0" dirty="0" err="1">
                <a:solidFill>
                  <a:srgbClr val="008000"/>
                </a:solidFill>
              </a:rPr>
              <a:t>E.code</a:t>
            </a:r>
            <a:r>
              <a:rPr lang="en-US" altLang="zh-CN" sz="2205" kern="0" dirty="0">
                <a:solidFill>
                  <a:srgbClr val="008000"/>
                </a:solidFill>
              </a:rPr>
              <a:t>=‘ ’</a:t>
            </a:r>
            <a:endParaRPr lang="zh-CN" altLang="en-US" sz="2205" kern="0" dirty="0">
              <a:solidFill>
                <a:srgbClr val="008000"/>
              </a:solidFill>
            </a:endParaRPr>
          </a:p>
        </p:txBody>
      </p:sp>
      <p:sp>
        <p:nvSpPr>
          <p:cNvPr id="2" name="矩形 1"/>
          <p:cNvSpPr/>
          <p:nvPr/>
        </p:nvSpPr>
        <p:spPr>
          <a:xfrm>
            <a:off x="5850366" y="0"/>
            <a:ext cx="4230259" cy="2206625"/>
          </a:xfrm>
          <a:prstGeom prst="rect">
            <a:avLst/>
          </a:prstGeom>
          <a:solidFill>
            <a:srgbClr val="AEC5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p"/>
            </a:pPr>
            <a:r>
              <a:rPr lang="zh-CN" altLang="en-US" sz="2400" dirty="0">
                <a:solidFill>
                  <a:schemeClr val="tx1"/>
                </a:solidFill>
              </a:rPr>
              <a:t>计算思维得典型方法</a:t>
            </a:r>
            <a:r>
              <a:rPr lang="en-US" altLang="zh-CN" sz="2400" dirty="0">
                <a:solidFill>
                  <a:schemeClr val="tx1"/>
                </a:solidFill>
              </a:rPr>
              <a:t>-</a:t>
            </a:r>
            <a:r>
              <a:rPr lang="zh-CN" altLang="en-US" sz="2400" b="1" dirty="0">
                <a:solidFill>
                  <a:srgbClr val="C00000"/>
                </a:solidFill>
              </a:rPr>
              <a:t>递归</a:t>
            </a:r>
            <a:endParaRPr lang="en-US" altLang="zh-CN" sz="2400" b="1" dirty="0">
              <a:solidFill>
                <a:srgbClr val="C00000"/>
              </a:solidFill>
            </a:endParaRPr>
          </a:p>
          <a:p>
            <a:r>
              <a:rPr lang="en-US" altLang="zh-CN" sz="2000" b="1" dirty="0">
                <a:solidFill>
                  <a:schemeClr val="tx1"/>
                </a:solidFill>
              </a:rPr>
              <a:t>    1. </a:t>
            </a:r>
            <a:r>
              <a:rPr lang="zh-CN" altLang="en-US" sz="2000" b="1" dirty="0">
                <a:solidFill>
                  <a:schemeClr val="tx1"/>
                </a:solidFill>
              </a:rPr>
              <a:t>大问题的解决依赖于小问题的解决，小问题的复杂程度或者规模要小于与原来的大问题</a:t>
            </a:r>
            <a:endParaRPr lang="en-US" altLang="zh-CN" sz="2000" b="1" dirty="0">
              <a:solidFill>
                <a:schemeClr val="tx1"/>
              </a:solidFill>
            </a:endParaRPr>
          </a:p>
          <a:p>
            <a:r>
              <a:rPr lang="en-US" altLang="zh-CN" sz="2000" b="1" dirty="0">
                <a:solidFill>
                  <a:schemeClr val="tx1"/>
                </a:solidFill>
              </a:rPr>
              <a:t>    2. </a:t>
            </a:r>
            <a:r>
              <a:rPr lang="zh-CN" altLang="en-US" sz="2000" b="1" dirty="0">
                <a:solidFill>
                  <a:schemeClr val="tx1"/>
                </a:solidFill>
              </a:rPr>
              <a:t>一旦奖问题的复杂程度和规模化简到足够小时，问题的解决就变得非常简单</a:t>
            </a:r>
            <a:endParaRPr lang="en-US" altLang="zh-CN" sz="2000" b="1" dirty="0">
              <a:solidFill>
                <a:schemeClr val="tx1"/>
              </a:solidFill>
            </a:endParaRPr>
          </a:p>
        </p:txBody>
      </p:sp>
      <p:sp>
        <p:nvSpPr>
          <p:cNvPr id="3" name="灯片编号占位符 2">
            <a:extLst>
              <a:ext uri="{FF2B5EF4-FFF2-40B4-BE49-F238E27FC236}">
                <a16:creationId xmlns:a16="http://schemas.microsoft.com/office/drawing/2014/main" id="{DEFC93AF-77E6-28CD-2B11-BE02A41D72C5}"/>
              </a:ext>
            </a:extLst>
          </p:cNvPr>
          <p:cNvSpPr>
            <a:spLocks noGrp="1"/>
          </p:cNvSpPr>
          <p:nvPr>
            <p:ph type="sldNum" sz="quarter" idx="12"/>
          </p:nvPr>
        </p:nvSpPr>
        <p:spPr/>
        <p:txBody>
          <a:bodyPr/>
          <a:lstStyle/>
          <a:p>
            <a:pPr>
              <a:defRPr/>
            </a:pPr>
            <a:fld id="{3BB2B6F8-FBE1-4253-9D0D-453A58C5FA6F}" type="slidenum">
              <a:rPr lang="en-US" smtClean="0"/>
              <a:pPr>
                <a:defRPr/>
              </a:pPr>
              <a:t>55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left)">
                                      <p:cBhvr>
                                        <p:cTn id="7" dur="500"/>
                                        <p:tgtEl>
                                          <p:spTgt spid="8">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500"/>
                                        <p:tgtEl>
                                          <p:spTgt spid="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left)">
                                      <p:cBhvr>
                                        <p:cTn id="27" dur="500"/>
                                        <p:tgtEl>
                                          <p:spTgt spid="8">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left)">
                                      <p:cBhvr>
                                        <p:cTn id="32" dur="500"/>
                                        <p:tgtEl>
                                          <p:spTgt spid="8">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left)">
                                      <p:cBhvr>
                                        <p:cTn id="37" dur="500"/>
                                        <p:tgtEl>
                                          <p:spTgt spid="8">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wipe(left)">
                                      <p:cBhvr>
                                        <p:cTn id="42" dur="500"/>
                                        <p:tgtEl>
                                          <p:spTgt spid="8">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wipe(left)">
                                      <p:cBhvr>
                                        <p:cTn id="47" dur="500"/>
                                        <p:tgtEl>
                                          <p:spTgt spid="8">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
                                            <p:txEl>
                                              <p:pRg st="8" end="8"/>
                                            </p:txEl>
                                          </p:spTgt>
                                        </p:tgtEl>
                                        <p:attrNameLst>
                                          <p:attrName>style.visibility</p:attrName>
                                        </p:attrNameLst>
                                      </p:cBhvr>
                                      <p:to>
                                        <p:strVal val="visible"/>
                                      </p:to>
                                    </p:set>
                                    <p:animEffect transition="in" filter="wipe(left)">
                                      <p:cBhvr>
                                        <p:cTn id="52" dur="500"/>
                                        <p:tgtEl>
                                          <p:spTgt spid="8">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
                                            <p:txEl>
                                              <p:pRg st="9" end="9"/>
                                            </p:txEl>
                                          </p:spTgt>
                                        </p:tgtEl>
                                        <p:attrNameLst>
                                          <p:attrName>style.visibility</p:attrName>
                                        </p:attrNameLst>
                                      </p:cBhvr>
                                      <p:to>
                                        <p:strVal val="visible"/>
                                      </p:to>
                                    </p:set>
                                    <p:animEffect transition="in" filter="wipe(left)">
                                      <p:cBhvr>
                                        <p:cTn id="57" dur="500"/>
                                        <p:tgtEl>
                                          <p:spTgt spid="8">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
                                            <p:txEl>
                                              <p:pRg st="10" end="10"/>
                                            </p:txEl>
                                          </p:spTgt>
                                        </p:tgtEl>
                                        <p:attrNameLst>
                                          <p:attrName>style.visibility</p:attrName>
                                        </p:attrNameLst>
                                      </p:cBhvr>
                                      <p:to>
                                        <p:strVal val="visible"/>
                                      </p:to>
                                    </p:set>
                                    <p:animEffect transition="in" filter="wipe(left)">
                                      <p:cBhvr>
                                        <p:cTn id="62" dur="500"/>
                                        <p:tgtEl>
                                          <p:spTgt spid="8">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
                                            <p:txEl>
                                              <p:pRg st="11" end="11"/>
                                            </p:txEl>
                                          </p:spTgt>
                                        </p:tgtEl>
                                        <p:attrNameLst>
                                          <p:attrName>style.visibility</p:attrName>
                                        </p:attrNameLst>
                                      </p:cBhvr>
                                      <p:to>
                                        <p:strVal val="visible"/>
                                      </p:to>
                                    </p:set>
                                    <p:animEffect transition="in" filter="wipe(left)">
                                      <p:cBhvr>
                                        <p:cTn id="67" dur="500"/>
                                        <p:tgtEl>
                                          <p:spTgt spid="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产生赋值语句三地址代码的翻译模式 </a:t>
            </a:r>
          </a:p>
        </p:txBody>
      </p:sp>
      <p:sp>
        <p:nvSpPr>
          <p:cNvPr id="37581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过程</a:t>
            </a:r>
            <a:r>
              <a:rPr lang="en-US" altLang="zh-CN" sz="3086" dirty="0">
                <a:solidFill>
                  <a:schemeClr val="tx1">
                    <a:lumMod val="75000"/>
                    <a:lumOff val="25000"/>
                  </a:schemeClr>
                </a:solidFill>
              </a:rPr>
              <a:t>emit</a:t>
            </a:r>
            <a:r>
              <a:rPr lang="zh-CN" altLang="en-US" sz="3086" dirty="0">
                <a:solidFill>
                  <a:schemeClr val="tx1">
                    <a:lumMod val="75000"/>
                    <a:lumOff val="25000"/>
                  </a:schemeClr>
                </a:solidFill>
              </a:rPr>
              <a:t>将三地址代码送到输出文件中</a:t>
            </a:r>
            <a:endParaRPr lang="en-US" altLang="zh-CN" sz="3086" dirty="0">
              <a:solidFill>
                <a:schemeClr val="tx1">
                  <a:lumMod val="75000"/>
                  <a:lumOff val="25000"/>
                </a:schemeClr>
              </a:solidFill>
            </a:endParaRPr>
          </a:p>
        </p:txBody>
      </p:sp>
      <p:sp>
        <p:nvSpPr>
          <p:cNvPr id="16" name="Rectangle 4"/>
          <p:cNvSpPr>
            <a:spLocks noChangeArrowheads="1"/>
          </p:cNvSpPr>
          <p:nvPr/>
        </p:nvSpPr>
        <p:spPr bwMode="auto">
          <a:xfrm>
            <a:off x="2608263" y="2849563"/>
            <a:ext cx="3808412" cy="557212"/>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527" dirty="0">
                <a:solidFill>
                  <a:prstClr val="white"/>
                </a:solidFill>
                <a:latin typeface="微软雅黑" panose="020B0503020204020204" pitchFamily="34" charset="-122"/>
              </a:rPr>
              <a:t>T</a:t>
            </a:r>
            <a:r>
              <a:rPr lang="en-US" altLang="zh-CN" sz="3527" baseline="-25000" dirty="0">
                <a:solidFill>
                  <a:prstClr val="white"/>
                </a:solidFill>
                <a:latin typeface="微软雅黑" panose="020B0503020204020204" pitchFamily="34" charset="-122"/>
              </a:rPr>
              <a:t>1</a:t>
            </a:r>
            <a:r>
              <a:rPr lang="en-US" altLang="zh-CN" sz="3527" dirty="0">
                <a:solidFill>
                  <a:prstClr val="white"/>
                </a:solidFill>
                <a:latin typeface="微软雅黑" panose="020B0503020204020204" pitchFamily="34" charset="-122"/>
              </a:rPr>
              <a:t> := y + z</a:t>
            </a:r>
            <a:endParaRPr lang="en-GB" altLang="zh-CN" sz="3527" dirty="0">
              <a:solidFill>
                <a:prstClr val="white"/>
              </a:solidFill>
              <a:latin typeface="微软雅黑" panose="020B0503020204020204" pitchFamily="34" charset="-122"/>
            </a:endParaRPr>
          </a:p>
        </p:txBody>
      </p:sp>
      <p:sp>
        <p:nvSpPr>
          <p:cNvPr id="17" name="Rectangle 5"/>
          <p:cNvSpPr>
            <a:spLocks noChangeArrowheads="1"/>
          </p:cNvSpPr>
          <p:nvPr/>
        </p:nvSpPr>
        <p:spPr bwMode="auto">
          <a:xfrm>
            <a:off x="2608263" y="3406775"/>
            <a:ext cx="3808412" cy="555625"/>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527" dirty="0">
                <a:solidFill>
                  <a:prstClr val="white"/>
                </a:solidFill>
                <a:latin typeface="微软雅黑" panose="020B0503020204020204" pitchFamily="34" charset="-122"/>
              </a:rPr>
              <a:t>a := T</a:t>
            </a:r>
            <a:r>
              <a:rPr lang="en-US" altLang="zh-CN" sz="3527" baseline="-25000" dirty="0">
                <a:solidFill>
                  <a:prstClr val="white"/>
                </a:solidFill>
                <a:latin typeface="微软雅黑" panose="020B0503020204020204" pitchFamily="34" charset="-122"/>
              </a:rPr>
              <a:t>1</a:t>
            </a:r>
            <a:endParaRPr lang="en-GB" altLang="zh-CN" sz="3527" baseline="-25000" dirty="0">
              <a:solidFill>
                <a:prstClr val="white"/>
              </a:solidFill>
              <a:latin typeface="微软雅黑" panose="020B0503020204020204" pitchFamily="34" charset="-122"/>
            </a:endParaRPr>
          </a:p>
        </p:txBody>
      </p:sp>
      <p:sp>
        <p:nvSpPr>
          <p:cNvPr id="18" name="Rectangle 6"/>
          <p:cNvSpPr>
            <a:spLocks noChangeArrowheads="1"/>
          </p:cNvSpPr>
          <p:nvPr/>
        </p:nvSpPr>
        <p:spPr bwMode="auto">
          <a:xfrm>
            <a:off x="2608263" y="3960813"/>
            <a:ext cx="3808412" cy="557212"/>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527" dirty="0">
                <a:solidFill>
                  <a:prstClr val="white"/>
                </a:solidFill>
                <a:latin typeface="微软雅黑" panose="020B0503020204020204" pitchFamily="34" charset="-122"/>
              </a:rPr>
              <a:t>T</a:t>
            </a:r>
            <a:r>
              <a:rPr lang="en-US" altLang="zh-CN" sz="3527" baseline="-25000" dirty="0">
                <a:solidFill>
                  <a:prstClr val="white"/>
                </a:solidFill>
                <a:latin typeface="微软雅黑" panose="020B0503020204020204" pitchFamily="34" charset="-122"/>
              </a:rPr>
              <a:t>2</a:t>
            </a:r>
            <a:r>
              <a:rPr lang="en-US" altLang="zh-CN" sz="3527" dirty="0">
                <a:solidFill>
                  <a:prstClr val="white"/>
                </a:solidFill>
                <a:latin typeface="微软雅黑" panose="020B0503020204020204" pitchFamily="34" charset="-122"/>
              </a:rPr>
              <a:t> := y - z</a:t>
            </a:r>
            <a:endParaRPr lang="en-GB" altLang="zh-CN" sz="3527" dirty="0">
              <a:solidFill>
                <a:prstClr val="white"/>
              </a:solidFill>
              <a:latin typeface="微软雅黑" panose="020B0503020204020204" pitchFamily="34" charset="-122"/>
            </a:endParaRPr>
          </a:p>
        </p:txBody>
      </p:sp>
      <p:sp>
        <p:nvSpPr>
          <p:cNvPr id="19" name="Rectangle 7"/>
          <p:cNvSpPr>
            <a:spLocks noChangeArrowheads="1"/>
          </p:cNvSpPr>
          <p:nvPr/>
        </p:nvSpPr>
        <p:spPr bwMode="auto">
          <a:xfrm>
            <a:off x="2608263" y="4518025"/>
            <a:ext cx="3808412" cy="555625"/>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527" dirty="0">
                <a:solidFill>
                  <a:prstClr val="white"/>
                </a:solidFill>
                <a:latin typeface="微软雅黑" panose="020B0503020204020204" pitchFamily="34" charset="-122"/>
              </a:rPr>
              <a:t>b := T</a:t>
            </a:r>
            <a:r>
              <a:rPr lang="en-US" altLang="zh-CN" sz="3527" baseline="-25000" dirty="0">
                <a:solidFill>
                  <a:prstClr val="white"/>
                </a:solidFill>
                <a:latin typeface="微软雅黑" panose="020B0503020204020204" pitchFamily="34" charset="-122"/>
              </a:rPr>
              <a:t>2</a:t>
            </a:r>
            <a:endParaRPr lang="en-GB" altLang="zh-CN" sz="3527" baseline="-25000" dirty="0">
              <a:solidFill>
                <a:prstClr val="white"/>
              </a:solidFill>
              <a:latin typeface="微软雅黑" panose="020B0503020204020204" pitchFamily="34" charset="-122"/>
            </a:endParaRPr>
          </a:p>
        </p:txBody>
      </p:sp>
      <p:sp>
        <p:nvSpPr>
          <p:cNvPr id="20" name="Rectangle 8"/>
          <p:cNvSpPr>
            <a:spLocks noChangeArrowheads="1"/>
          </p:cNvSpPr>
          <p:nvPr/>
        </p:nvSpPr>
        <p:spPr bwMode="auto">
          <a:xfrm>
            <a:off x="2608263" y="2849563"/>
            <a:ext cx="3808412" cy="3810000"/>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zh-CN" altLang="en-GB" sz="3527">
              <a:solidFill>
                <a:prstClr val="black"/>
              </a:solidFill>
              <a:latin typeface="微软雅黑" panose="020B0503020204020204" pitchFamily="34" charset="-122"/>
            </a:endParaRPr>
          </a:p>
        </p:txBody>
      </p:sp>
      <p:sp>
        <p:nvSpPr>
          <p:cNvPr id="21" name="Line 9"/>
          <p:cNvSpPr>
            <a:spLocks noChangeShapeType="1"/>
          </p:cNvSpPr>
          <p:nvPr/>
        </p:nvSpPr>
        <p:spPr bwMode="auto">
          <a:xfrm>
            <a:off x="1812925" y="3660775"/>
            <a:ext cx="795338"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0"/>
          <p:cNvSpPr>
            <a:spLocks noChangeShapeType="1"/>
          </p:cNvSpPr>
          <p:nvPr/>
        </p:nvSpPr>
        <p:spPr bwMode="auto">
          <a:xfrm>
            <a:off x="1812925" y="4214813"/>
            <a:ext cx="795338"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1"/>
          <p:cNvSpPr>
            <a:spLocks noChangeShapeType="1"/>
          </p:cNvSpPr>
          <p:nvPr/>
        </p:nvSpPr>
        <p:spPr bwMode="auto">
          <a:xfrm>
            <a:off x="1812925" y="4756150"/>
            <a:ext cx="795338"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2"/>
          <p:cNvSpPr>
            <a:spLocks noChangeShapeType="1"/>
          </p:cNvSpPr>
          <p:nvPr/>
        </p:nvSpPr>
        <p:spPr bwMode="auto">
          <a:xfrm>
            <a:off x="1812925" y="5310188"/>
            <a:ext cx="795338"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3"/>
          <p:cNvSpPr>
            <a:spLocks noChangeShapeType="1"/>
          </p:cNvSpPr>
          <p:nvPr/>
        </p:nvSpPr>
        <p:spPr bwMode="auto">
          <a:xfrm>
            <a:off x="1797050" y="3087688"/>
            <a:ext cx="795338"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A38486C6-5F76-B407-21A3-59C7331CBCE7}"/>
              </a:ext>
            </a:extLst>
          </p:cNvPr>
          <p:cNvSpPr>
            <a:spLocks noGrp="1"/>
          </p:cNvSpPr>
          <p:nvPr>
            <p:ph type="sldNum" sz="quarter" idx="12"/>
          </p:nvPr>
        </p:nvSpPr>
        <p:spPr/>
        <p:txBody>
          <a:bodyPr/>
          <a:lstStyle/>
          <a:p>
            <a:pPr>
              <a:defRPr/>
            </a:pPr>
            <a:fld id="{BA6F2F20-7488-4199-A402-B259D01666D8}" type="slidenum">
              <a:rPr lang="en-US" smtClean="0"/>
              <a:pPr>
                <a:defRPr/>
              </a:pPr>
              <a:t>56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wipe(left)">
                                      <p:cBhvr>
                                        <p:cTn id="7" dur="500"/>
                                        <p:tgtEl>
                                          <p:spTgt spid="375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xit" presetSubtype="2" fill="hold" grpId="1" nodeType="clickEffect">
                                  <p:stCondLst>
                                    <p:cond delay="0"/>
                                  </p:stCondLst>
                                  <p:childTnLst>
                                    <p:animEffect transition="out" filter="wipe(right)">
                                      <p:cBhvr>
                                        <p:cTn id="26" dur="500"/>
                                        <p:tgtEl>
                                          <p:spTgt spid="25"/>
                                        </p:tgtEl>
                                      </p:cBhvr>
                                    </p:animEffect>
                                    <p:set>
                                      <p:cBhvr>
                                        <p:cTn id="27" dur="1" fill="hold">
                                          <p:stCondLst>
                                            <p:cond delay="499"/>
                                          </p:stCondLst>
                                        </p:cTn>
                                        <p:tgtEl>
                                          <p:spTgt spid="25"/>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xit" presetSubtype="2" fill="hold" grpId="1" nodeType="clickEffect">
                                  <p:stCondLst>
                                    <p:cond delay="0"/>
                                  </p:stCondLst>
                                  <p:childTnLst>
                                    <p:animEffect transition="out" filter="wipe(right)">
                                      <p:cBhvr>
                                        <p:cTn id="41" dur="500"/>
                                        <p:tgtEl>
                                          <p:spTgt spid="21"/>
                                        </p:tgtEl>
                                      </p:cBhvr>
                                    </p:animEffect>
                                    <p:set>
                                      <p:cBhvr>
                                        <p:cTn id="42" dur="1" fill="hold">
                                          <p:stCondLst>
                                            <p:cond delay="499"/>
                                          </p:stCondLst>
                                        </p:cTn>
                                        <p:tgtEl>
                                          <p:spTgt spid="21"/>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xit" presetSubtype="2" fill="hold" grpId="1" nodeType="clickEffect">
                                  <p:stCondLst>
                                    <p:cond delay="0"/>
                                  </p:stCondLst>
                                  <p:childTnLst>
                                    <p:animEffect transition="out" filter="wipe(right)">
                                      <p:cBhvr>
                                        <p:cTn id="56" dur="500"/>
                                        <p:tgtEl>
                                          <p:spTgt spid="22"/>
                                        </p:tgtEl>
                                      </p:cBhvr>
                                    </p:animEffect>
                                    <p:set>
                                      <p:cBhvr>
                                        <p:cTn id="57" dur="1" fill="hold">
                                          <p:stCondLst>
                                            <p:cond delay="499"/>
                                          </p:stCondLst>
                                        </p:cTn>
                                        <p:tgtEl>
                                          <p:spTgt spid="22"/>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left)">
                                      <p:cBhvr>
                                        <p:cTn id="62" dur="500"/>
                                        <p:tgtEl>
                                          <p:spTgt spid="2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xit" presetSubtype="2" fill="hold" grpId="1" nodeType="clickEffect">
                                  <p:stCondLst>
                                    <p:cond delay="0"/>
                                  </p:stCondLst>
                                  <p:childTnLst>
                                    <p:animEffect transition="out" filter="wipe(right)">
                                      <p:cBhvr>
                                        <p:cTn id="71" dur="500"/>
                                        <p:tgtEl>
                                          <p:spTgt spid="23"/>
                                        </p:tgtEl>
                                      </p:cBhvr>
                                    </p:animEffect>
                                    <p:set>
                                      <p:cBhvr>
                                        <p:cTn id="72" dur="1" fill="hold">
                                          <p:stCondLst>
                                            <p:cond delay="499"/>
                                          </p:stCondLst>
                                        </p:cTn>
                                        <p:tgtEl>
                                          <p:spTgt spid="23"/>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P spid="16" grpId="0" animBg="1"/>
      <p:bldP spid="17" grpId="0" animBg="1"/>
      <p:bldP spid="18" grpId="0" animBg="1"/>
      <p:bldP spid="19" grpId="0" animBg="1"/>
      <p:bldP spid="20" grpId="0" animBg="1"/>
      <p:bldP spid="21" grpId="0" animBg="1"/>
      <p:bldP spid="21" grpId="1" animBg="1"/>
      <p:bldP spid="22" grpId="0" animBg="1"/>
      <p:bldP spid="22" grpId="1" animBg="1"/>
      <p:bldP spid="23" grpId="0" animBg="1"/>
      <p:bldP spid="23" grpId="1" animBg="1"/>
      <p:bldP spid="24" grpId="0" animBg="1"/>
      <p:bldP spid="25" grpId="0" animBg="1"/>
      <p:bldP spid="25"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产生赋值语句三地址代码的翻译模式 </a:t>
            </a:r>
          </a:p>
        </p:txBody>
      </p:sp>
      <p:sp>
        <p:nvSpPr>
          <p:cNvPr id="7" name="Rectangle 3"/>
          <p:cNvSpPr>
            <a:spLocks noGrp="1" noChangeArrowheads="1"/>
          </p:cNvSpPr>
          <p:nvPr>
            <p:ph idx="1"/>
          </p:nvPr>
        </p:nvSpPr>
        <p:spPr>
          <a:xfrm>
            <a:off x="747713" y="2009775"/>
            <a:ext cx="9410700" cy="4649788"/>
          </a:xfrm>
        </p:spPr>
        <p:txBody>
          <a:bodyPr rtlCol="0">
            <a:normAutofit/>
          </a:bodyPr>
          <a:lstStyle/>
          <a:p>
            <a:pPr marL="377979" indent="-377979" algn="just" defTabSz="503972" eaLnBrk="1" fontAlgn="auto" hangingPunct="1">
              <a:spcBef>
                <a:spcPts val="0"/>
              </a:spcBef>
              <a:spcAft>
                <a:spcPts val="0"/>
              </a:spcAft>
              <a:buFont typeface="Wingdings 3" charset="2"/>
              <a:buNone/>
              <a:defRPr/>
            </a:pPr>
            <a:r>
              <a:rPr lang="en-US" altLang="zh-CN" sz="2646" dirty="0" err="1">
                <a:solidFill>
                  <a:srgbClr val="0070C0"/>
                </a:solidFill>
                <a:latin typeface="+mn-lt"/>
              </a:rPr>
              <a:t>S→id</a:t>
            </a:r>
            <a:r>
              <a:rPr lang="en-US" altLang="zh-CN" sz="2646" dirty="0">
                <a:solidFill>
                  <a:srgbClr val="0070C0"/>
                </a:solidFill>
                <a:latin typeface="+mn-lt"/>
              </a:rPr>
              <a:t>:=E		{ p:=lookup(id.name);</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if </a:t>
            </a:r>
            <a:r>
              <a:rPr lang="en-US" altLang="zh-CN" sz="2646" dirty="0" err="1">
                <a:solidFill>
                  <a:srgbClr val="0070C0"/>
                </a:solidFill>
                <a:latin typeface="+mn-lt"/>
              </a:rPr>
              <a:t>p</a:t>
            </a:r>
            <a:r>
              <a:rPr lang="en-US" altLang="zh-CN" sz="2646" dirty="0" err="1">
                <a:solidFill>
                  <a:srgbClr val="0070C0"/>
                </a:solidFill>
                <a:latin typeface="+mn-lt"/>
                <a:sym typeface="Symbol" panose="05050102010706020507" pitchFamily="18" charset="2"/>
              </a:rPr>
              <a:t></a:t>
            </a:r>
            <a:r>
              <a:rPr lang="en-US" altLang="zh-CN" sz="2646" dirty="0" err="1">
                <a:solidFill>
                  <a:srgbClr val="0070C0"/>
                </a:solidFill>
                <a:latin typeface="+mn-lt"/>
              </a:rPr>
              <a:t>nil</a:t>
            </a:r>
            <a:r>
              <a:rPr lang="en-US" altLang="zh-CN" sz="2646" dirty="0">
                <a:solidFill>
                  <a:srgbClr val="0070C0"/>
                </a:solidFill>
                <a:latin typeface="+mn-lt"/>
              </a:rPr>
              <a:t> then  emit(p ‘:=’ </a:t>
            </a:r>
            <a:r>
              <a:rPr lang="en-US" altLang="zh-CN" sz="2646" dirty="0" err="1">
                <a:solidFill>
                  <a:srgbClr val="0070C0"/>
                </a:solidFill>
                <a:latin typeface="+mn-lt"/>
              </a:rPr>
              <a:t>E.place</a:t>
            </a:r>
            <a:r>
              <a:rPr lang="en-US" altLang="zh-CN" sz="2646" dirty="0">
                <a:solidFill>
                  <a:srgbClr val="0070C0"/>
                </a:solidFill>
                <a:latin typeface="+mn-lt"/>
              </a:rPr>
              <a:t>)</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else error  }</a:t>
            </a:r>
          </a:p>
          <a:p>
            <a:pPr marL="377979" indent="-377979" algn="just" defTabSz="503972" eaLnBrk="1" fontAlgn="auto" hangingPunct="1">
              <a:spcBef>
                <a:spcPts val="661"/>
              </a:spcBef>
              <a:spcAft>
                <a:spcPts val="0"/>
              </a:spcAft>
              <a:buFont typeface="Wingdings 3" charset="2"/>
              <a:buNone/>
              <a:defRPr/>
            </a:pPr>
            <a:r>
              <a:rPr lang="en-US" altLang="zh-CN" sz="2646" dirty="0">
                <a:solidFill>
                  <a:srgbClr val="C00000"/>
                </a:solidFill>
                <a:latin typeface="+mn-lt"/>
              </a:rPr>
              <a:t>E→E</a:t>
            </a:r>
            <a:r>
              <a:rPr lang="en-US" altLang="zh-CN" sz="2646" baseline="-30000" dirty="0">
                <a:solidFill>
                  <a:srgbClr val="C00000"/>
                </a:solidFill>
                <a:latin typeface="+mn-lt"/>
              </a:rPr>
              <a:t>1</a:t>
            </a:r>
            <a:r>
              <a:rPr lang="en-US" altLang="zh-CN" sz="2646" dirty="0">
                <a:solidFill>
                  <a:srgbClr val="C00000"/>
                </a:solidFill>
                <a:latin typeface="+mn-lt"/>
              </a:rPr>
              <a:t>+E</a:t>
            </a:r>
            <a:r>
              <a:rPr lang="en-US" altLang="zh-CN" sz="2646" baseline="-30000" dirty="0">
                <a:solidFill>
                  <a:srgbClr val="C00000"/>
                </a:solidFill>
                <a:latin typeface="+mn-lt"/>
              </a:rPr>
              <a:t>2		</a:t>
            </a:r>
            <a:r>
              <a:rPr lang="en-US" altLang="zh-CN" sz="2646" dirty="0">
                <a:solidFill>
                  <a:srgbClr val="C00000"/>
                </a:solidFill>
                <a:latin typeface="+mn-lt"/>
              </a:rPr>
              <a:t>{ </a:t>
            </a:r>
            <a:r>
              <a:rPr lang="en-US" altLang="zh-CN" sz="2646" dirty="0" err="1">
                <a:solidFill>
                  <a:srgbClr val="C00000"/>
                </a:solidFill>
                <a:latin typeface="+mn-lt"/>
              </a:rPr>
              <a:t>E.place</a:t>
            </a:r>
            <a:r>
              <a:rPr lang="en-US" altLang="zh-CN" sz="2646" dirty="0">
                <a:solidFill>
                  <a:srgbClr val="C00000"/>
                </a:solidFill>
                <a:latin typeface="+mn-lt"/>
              </a:rPr>
              <a:t>:=</a:t>
            </a:r>
            <a:r>
              <a:rPr lang="en-US" altLang="zh-CN" sz="2646" dirty="0" err="1">
                <a:solidFill>
                  <a:srgbClr val="C00000"/>
                </a:solidFill>
                <a:latin typeface="+mn-lt"/>
              </a:rPr>
              <a:t>newtemp</a:t>
            </a:r>
            <a:r>
              <a:rPr lang="en-US" altLang="zh-CN" sz="2646" dirty="0">
                <a:solidFill>
                  <a:srgbClr val="C00000"/>
                </a:solidFill>
                <a:latin typeface="+mn-lt"/>
              </a:rPr>
              <a:t>;</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C00000"/>
                </a:solidFill>
                <a:latin typeface="+mn-lt"/>
              </a:rPr>
              <a:t>			     		  emit(</a:t>
            </a:r>
            <a:r>
              <a:rPr lang="en-US" altLang="zh-CN" sz="2646" dirty="0" err="1">
                <a:solidFill>
                  <a:srgbClr val="C00000"/>
                </a:solidFill>
                <a:latin typeface="+mn-lt"/>
              </a:rPr>
              <a:t>E.place</a:t>
            </a:r>
            <a:r>
              <a:rPr lang="en-US" altLang="zh-CN" sz="2646" dirty="0">
                <a:solidFill>
                  <a:srgbClr val="C00000"/>
                </a:solidFill>
                <a:latin typeface="+mn-lt"/>
              </a:rPr>
              <a:t> ‘:=’ E</a:t>
            </a:r>
            <a:r>
              <a:rPr lang="en-US" altLang="zh-CN" sz="2646" baseline="-30000" dirty="0">
                <a:solidFill>
                  <a:srgbClr val="C00000"/>
                </a:solidFill>
                <a:latin typeface="+mn-lt"/>
              </a:rPr>
              <a:t>1</a:t>
            </a:r>
            <a:r>
              <a:rPr lang="en-US" altLang="zh-CN" sz="2646" dirty="0">
                <a:solidFill>
                  <a:srgbClr val="C00000"/>
                </a:solidFill>
                <a:latin typeface="+mn-lt"/>
              </a:rPr>
              <a:t>.place ‘+’ E</a:t>
            </a:r>
            <a:r>
              <a:rPr lang="en-US" altLang="zh-CN" sz="2646" baseline="-30000" dirty="0">
                <a:solidFill>
                  <a:srgbClr val="C00000"/>
                </a:solidFill>
                <a:latin typeface="+mn-lt"/>
              </a:rPr>
              <a:t>2</a:t>
            </a:r>
            <a:r>
              <a:rPr lang="en-US" altLang="zh-CN" sz="2646" dirty="0">
                <a:solidFill>
                  <a:srgbClr val="C00000"/>
                </a:solidFill>
                <a:latin typeface="+mn-lt"/>
              </a:rPr>
              <a:t>.place)}</a:t>
            </a:r>
          </a:p>
          <a:p>
            <a:pPr marL="377979" indent="-377979" algn="just" defTabSz="503972" eaLnBrk="1" fontAlgn="auto" hangingPunct="1">
              <a:spcBef>
                <a:spcPts val="661"/>
              </a:spcBef>
              <a:spcAft>
                <a:spcPts val="0"/>
              </a:spcAft>
              <a:buFont typeface="Wingdings 3" charset="2"/>
              <a:buNone/>
              <a:defRPr/>
            </a:pPr>
            <a:r>
              <a:rPr lang="en-US" altLang="zh-CN" sz="2646" dirty="0">
                <a:solidFill>
                  <a:srgbClr val="008000"/>
                </a:solidFill>
                <a:latin typeface="+mn-lt"/>
              </a:rPr>
              <a:t>E→E</a:t>
            </a:r>
            <a:r>
              <a:rPr lang="en-US" altLang="zh-CN" sz="2646" baseline="-30000" dirty="0">
                <a:solidFill>
                  <a:srgbClr val="008000"/>
                </a:solidFill>
                <a:latin typeface="+mn-lt"/>
              </a:rPr>
              <a:t>1</a:t>
            </a:r>
            <a:r>
              <a:rPr lang="en-US" altLang="zh-CN" sz="2646" dirty="0">
                <a:solidFill>
                  <a:srgbClr val="008000"/>
                </a:solidFill>
                <a:latin typeface="+mn-lt"/>
              </a:rPr>
              <a:t>*E</a:t>
            </a:r>
            <a:r>
              <a:rPr lang="en-US" altLang="zh-CN" sz="2646" baseline="-30000" dirty="0">
                <a:solidFill>
                  <a:srgbClr val="008000"/>
                </a:solidFill>
                <a:latin typeface="+mn-lt"/>
              </a:rPr>
              <a:t>2</a:t>
            </a:r>
            <a:r>
              <a:rPr lang="en-US" altLang="zh-CN" sz="2646" dirty="0">
                <a:solidFill>
                  <a:srgbClr val="008000"/>
                </a:solidFill>
                <a:latin typeface="+mn-lt"/>
              </a:rPr>
              <a:t>		{ </a:t>
            </a:r>
            <a:r>
              <a:rPr lang="en-US" altLang="zh-CN" sz="2646" dirty="0" err="1">
                <a:solidFill>
                  <a:srgbClr val="008000"/>
                </a:solidFill>
                <a:latin typeface="+mn-lt"/>
              </a:rPr>
              <a:t>E.place</a:t>
            </a:r>
            <a:r>
              <a:rPr lang="en-US" altLang="zh-CN" sz="2646" dirty="0">
                <a:solidFill>
                  <a:srgbClr val="008000"/>
                </a:solidFill>
                <a:latin typeface="+mn-lt"/>
              </a:rPr>
              <a:t>:=</a:t>
            </a:r>
            <a:r>
              <a:rPr lang="en-US" altLang="zh-CN" sz="2646" dirty="0" err="1">
                <a:solidFill>
                  <a:srgbClr val="008000"/>
                </a:solidFill>
                <a:latin typeface="+mn-lt"/>
              </a:rPr>
              <a:t>newtemp</a:t>
            </a:r>
            <a:r>
              <a:rPr lang="en-US" altLang="zh-CN" sz="2646" dirty="0">
                <a:solidFill>
                  <a:srgbClr val="008000"/>
                </a:solidFill>
                <a:latin typeface="+mn-lt"/>
              </a:rPr>
              <a:t>;</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8000"/>
                </a:solidFill>
                <a:latin typeface="+mn-lt"/>
              </a:rPr>
              <a:t>			    		  emit(</a:t>
            </a:r>
            <a:r>
              <a:rPr lang="en-US" altLang="zh-CN" sz="2646" dirty="0" err="1">
                <a:solidFill>
                  <a:srgbClr val="008000"/>
                </a:solidFill>
                <a:latin typeface="+mn-lt"/>
              </a:rPr>
              <a:t>E.place</a:t>
            </a:r>
            <a:r>
              <a:rPr lang="en-US" altLang="zh-CN" sz="2646" dirty="0">
                <a:solidFill>
                  <a:srgbClr val="008000"/>
                </a:solidFill>
                <a:latin typeface="+mn-lt"/>
              </a:rPr>
              <a:t> ‘:=’ E</a:t>
            </a:r>
            <a:r>
              <a:rPr lang="en-US" altLang="zh-CN" sz="2646" baseline="-30000" dirty="0">
                <a:solidFill>
                  <a:srgbClr val="008000"/>
                </a:solidFill>
                <a:latin typeface="+mn-lt"/>
              </a:rPr>
              <a:t> 1</a:t>
            </a:r>
            <a:r>
              <a:rPr lang="en-US" altLang="zh-CN" sz="2646" dirty="0">
                <a:solidFill>
                  <a:srgbClr val="008000"/>
                </a:solidFill>
                <a:latin typeface="+mn-lt"/>
              </a:rPr>
              <a:t>.place ‘*’ E</a:t>
            </a:r>
            <a:r>
              <a:rPr lang="en-US" altLang="zh-CN" sz="2646" baseline="-30000" dirty="0">
                <a:solidFill>
                  <a:srgbClr val="008000"/>
                </a:solidFill>
                <a:latin typeface="+mn-lt"/>
              </a:rPr>
              <a:t> 2</a:t>
            </a:r>
            <a:r>
              <a:rPr lang="en-US" altLang="zh-CN" sz="2646" dirty="0">
                <a:solidFill>
                  <a:srgbClr val="008000"/>
                </a:solidFill>
                <a:latin typeface="+mn-lt"/>
              </a:rPr>
              <a:t>.place)}</a:t>
            </a:r>
          </a:p>
        </p:txBody>
      </p:sp>
      <p:pic>
        <p:nvPicPr>
          <p:cNvPr id="1175556"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913" y="5119688"/>
            <a:ext cx="9186862"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p:nvPr/>
        </p:nvCxnSpPr>
        <p:spPr>
          <a:xfrm>
            <a:off x="198438" y="5902325"/>
            <a:ext cx="6254750" cy="0"/>
          </a:xfrm>
          <a:prstGeom prst="line">
            <a:avLst/>
          </a:prstGeom>
        </p:spPr>
        <p:style>
          <a:lnRef idx="3">
            <a:schemeClr val="accent1"/>
          </a:lnRef>
          <a:fillRef idx="0">
            <a:schemeClr val="accent1"/>
          </a:fillRef>
          <a:effectRef idx="2">
            <a:schemeClr val="accent1"/>
          </a:effectRef>
          <a:fontRef idx="minor">
            <a:schemeClr val="tx1"/>
          </a:fontRef>
        </p:style>
      </p:cxnSp>
      <p:sp>
        <p:nvSpPr>
          <p:cNvPr id="11" name="矩形 10"/>
          <p:cNvSpPr/>
          <p:nvPr/>
        </p:nvSpPr>
        <p:spPr>
          <a:xfrm>
            <a:off x="176213" y="5964238"/>
            <a:ext cx="8948737" cy="641350"/>
          </a:xfrm>
          <a:prstGeom prst="rect">
            <a:avLst/>
          </a:prstGeom>
          <a:noFill/>
          <a:ln w="25400"/>
        </p:spPr>
        <p:style>
          <a:lnRef idx="2">
            <a:schemeClr val="accent2"/>
          </a:lnRef>
          <a:fillRef idx="1">
            <a:schemeClr val="lt1"/>
          </a:fillRef>
          <a:effectRef idx="0">
            <a:schemeClr val="accent2"/>
          </a:effectRef>
          <a:fontRef idx="minor">
            <a:schemeClr val="dk1"/>
          </a:fontRef>
        </p:style>
        <p:txBody>
          <a:bodyPr anchor="ctr"/>
          <a:lstStyle/>
          <a:p>
            <a:pPr algn="ctr" defTabSz="503972" eaLnBrk="1" fontAlgn="auto" hangingPunct="1">
              <a:spcBef>
                <a:spcPts val="0"/>
              </a:spcBef>
              <a:spcAft>
                <a:spcPts val="0"/>
              </a:spcAft>
              <a:defRPr/>
            </a:pPr>
            <a:endParaRPr lang="zh-CN" altLang="en-US">
              <a:solidFill>
                <a:prstClr val="black"/>
              </a:solidFill>
            </a:endParaRPr>
          </a:p>
        </p:txBody>
      </p:sp>
      <p:sp>
        <p:nvSpPr>
          <p:cNvPr id="12" name="矩形 11"/>
          <p:cNvSpPr/>
          <p:nvPr/>
        </p:nvSpPr>
        <p:spPr>
          <a:xfrm>
            <a:off x="180975" y="6662738"/>
            <a:ext cx="8948738" cy="641350"/>
          </a:xfrm>
          <a:prstGeom prst="rect">
            <a:avLst/>
          </a:prstGeom>
          <a:noFill/>
          <a:ln w="25400">
            <a:solidFill>
              <a:srgbClr val="00B050"/>
            </a:solidFill>
          </a:ln>
        </p:spPr>
        <p:style>
          <a:lnRef idx="2">
            <a:schemeClr val="accent2"/>
          </a:lnRef>
          <a:fillRef idx="1">
            <a:schemeClr val="lt1"/>
          </a:fillRef>
          <a:effectRef idx="0">
            <a:schemeClr val="accent2"/>
          </a:effectRef>
          <a:fontRef idx="minor">
            <a:schemeClr val="dk1"/>
          </a:fontRef>
        </p:style>
        <p:txBody>
          <a:bodyPr anchor="ctr"/>
          <a:lstStyle/>
          <a:p>
            <a:pPr algn="ctr" defTabSz="503972" eaLnBrk="1" fontAlgn="auto" hangingPunct="1">
              <a:spcBef>
                <a:spcPts val="0"/>
              </a:spcBef>
              <a:spcAft>
                <a:spcPts val="0"/>
              </a:spcAft>
              <a:defRPr/>
            </a:pPr>
            <a:endParaRPr lang="zh-CN" altLang="en-US">
              <a:solidFill>
                <a:prstClr val="black"/>
              </a:solidFill>
            </a:endParaRPr>
          </a:p>
        </p:txBody>
      </p:sp>
      <p:sp>
        <p:nvSpPr>
          <p:cNvPr id="2" name="灯片编号占位符 1">
            <a:extLst>
              <a:ext uri="{FF2B5EF4-FFF2-40B4-BE49-F238E27FC236}">
                <a16:creationId xmlns:a16="http://schemas.microsoft.com/office/drawing/2014/main" id="{61435085-6580-0959-40A4-A61AD530800E}"/>
              </a:ext>
            </a:extLst>
          </p:cNvPr>
          <p:cNvSpPr>
            <a:spLocks noGrp="1"/>
          </p:cNvSpPr>
          <p:nvPr>
            <p:ph type="sldNum" sz="quarter" idx="12"/>
          </p:nvPr>
        </p:nvSpPr>
        <p:spPr/>
        <p:txBody>
          <a:bodyPr/>
          <a:lstStyle/>
          <a:p>
            <a:pPr>
              <a:defRPr/>
            </a:pPr>
            <a:fld id="{AB0F476F-A74F-4984-B782-19A2165877F6}" type="slidenum">
              <a:rPr lang="en-US" smtClean="0"/>
              <a:pPr>
                <a:defRPr/>
              </a:pPr>
              <a:t>57</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500"/>
                                        <p:tgtEl>
                                          <p:spTgt spid="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left)">
                                      <p:cBhvr>
                                        <p:cTn id="22" dur="500"/>
                                        <p:tgtEl>
                                          <p:spTgt spid="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xit" presetSubtype="2" fill="hold" nodeType="clickEffect">
                                  <p:stCondLst>
                                    <p:cond delay="0"/>
                                  </p:stCondLst>
                                  <p:childTnLst>
                                    <p:animEffect transition="out" filter="wipe(right)">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wipe(left)">
                                      <p:cBhvr>
                                        <p:cTn id="37" dur="500"/>
                                        <p:tgtEl>
                                          <p:spTgt spid="7">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wipe(left)">
                                      <p:cBhvr>
                                        <p:cTn id="42" dur="500"/>
                                        <p:tgtEl>
                                          <p:spTgt spid="7">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xit" presetSubtype="2" fill="hold" grpId="1" nodeType="clickEffect">
                                  <p:stCondLst>
                                    <p:cond delay="0"/>
                                  </p:stCondLst>
                                  <p:childTnLst>
                                    <p:animEffect transition="out" filter="wipe(right)">
                                      <p:cBhvr>
                                        <p:cTn id="46" dur="500"/>
                                        <p:tgtEl>
                                          <p:spTgt spid="11"/>
                                        </p:tgtEl>
                                      </p:cBhvr>
                                    </p:animEffect>
                                    <p:set>
                                      <p:cBhvr>
                                        <p:cTn id="47" dur="1" fill="hold">
                                          <p:stCondLst>
                                            <p:cond delay="499"/>
                                          </p:stCondLst>
                                        </p:cTn>
                                        <p:tgtEl>
                                          <p:spTgt spid="11"/>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
                                            <p:txEl>
                                              <p:pRg st="5" end="5"/>
                                            </p:txEl>
                                          </p:spTgt>
                                        </p:tgtEl>
                                        <p:attrNameLst>
                                          <p:attrName>style.visibility</p:attrName>
                                        </p:attrNameLst>
                                      </p:cBhvr>
                                      <p:to>
                                        <p:strVal val="visible"/>
                                      </p:to>
                                    </p:set>
                                    <p:animEffect transition="in" filter="wipe(left)">
                                      <p:cBhvr>
                                        <p:cTn id="57" dur="500"/>
                                        <p:tgtEl>
                                          <p:spTgt spid="7">
                                            <p:txEl>
                                              <p:pRg st="5" end="5"/>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
                                            <p:txEl>
                                              <p:pRg st="6" end="6"/>
                                            </p:txEl>
                                          </p:spTgt>
                                        </p:tgtEl>
                                        <p:attrNameLst>
                                          <p:attrName>style.visibility</p:attrName>
                                        </p:attrNameLst>
                                      </p:cBhvr>
                                      <p:to>
                                        <p:strVal val="visible"/>
                                      </p:to>
                                    </p:set>
                                    <p:animEffect transition="in" filter="wipe(left)">
                                      <p:cBhvr>
                                        <p:cTn id="6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animBg="1"/>
      <p:bldP spid="11" grpId="1" animBg="1"/>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产生赋值语句三地址代码的翻译模式 </a:t>
            </a:r>
          </a:p>
        </p:txBody>
      </p:sp>
      <p:sp>
        <p:nvSpPr>
          <p:cNvPr id="8" name="Rectangle 3"/>
          <p:cNvSpPr>
            <a:spLocks noGrp="1" noChangeArrowheads="1"/>
          </p:cNvSpPr>
          <p:nvPr>
            <p:ph idx="1"/>
          </p:nvPr>
        </p:nvSpPr>
        <p:spPr>
          <a:xfrm>
            <a:off x="747713" y="2009775"/>
            <a:ext cx="8562975" cy="4649788"/>
          </a:xfrm>
        </p:spPr>
        <p:txBody>
          <a:bodyPr rtlCol="0">
            <a:normAutofit/>
          </a:bodyPr>
          <a:lstStyle/>
          <a:p>
            <a:pPr marL="377979" indent="-377979" algn="just" defTabSz="503972" eaLnBrk="1" fontAlgn="auto" hangingPunct="1">
              <a:spcBef>
                <a:spcPts val="0"/>
              </a:spcBef>
              <a:spcAft>
                <a:spcPts val="0"/>
              </a:spcAft>
              <a:buFont typeface="Wingdings 3" charset="2"/>
              <a:buNone/>
              <a:defRPr/>
            </a:pPr>
            <a:r>
              <a:rPr lang="en-US" altLang="zh-CN" sz="2646" dirty="0">
                <a:solidFill>
                  <a:srgbClr val="0070C0"/>
                </a:solidFill>
                <a:latin typeface="+mn-lt"/>
              </a:rPr>
              <a:t>E→-E</a:t>
            </a:r>
            <a:r>
              <a:rPr lang="en-US" altLang="zh-CN" sz="2646" baseline="-30000" dirty="0">
                <a:solidFill>
                  <a:srgbClr val="0070C0"/>
                </a:solidFill>
                <a:latin typeface="+mn-lt"/>
              </a:rPr>
              <a:t>1	</a:t>
            </a:r>
            <a:r>
              <a:rPr lang="en-US" altLang="zh-CN" sz="2646" dirty="0">
                <a:solidFill>
                  <a:srgbClr val="0070C0"/>
                </a:solidFill>
                <a:latin typeface="+mn-lt"/>
              </a:rPr>
              <a:t>{ </a:t>
            </a:r>
            <a:r>
              <a:rPr lang="en-US" altLang="zh-CN" sz="2646" dirty="0" err="1">
                <a:solidFill>
                  <a:srgbClr val="0070C0"/>
                </a:solidFill>
                <a:latin typeface="+mn-lt"/>
              </a:rPr>
              <a:t>E.place</a:t>
            </a:r>
            <a:r>
              <a:rPr lang="en-US" altLang="zh-CN" sz="2646" dirty="0">
                <a:solidFill>
                  <a:srgbClr val="0070C0"/>
                </a:solidFill>
                <a:latin typeface="+mn-lt"/>
              </a:rPr>
              <a:t>:=</a:t>
            </a:r>
            <a:r>
              <a:rPr lang="en-US" altLang="zh-CN" sz="2646" dirty="0" err="1">
                <a:solidFill>
                  <a:srgbClr val="0070C0"/>
                </a:solidFill>
                <a:latin typeface="+mn-lt"/>
              </a:rPr>
              <a:t>newtemp</a:t>
            </a:r>
            <a:r>
              <a:rPr lang="en-US" altLang="zh-CN" sz="2646" dirty="0">
                <a:solidFill>
                  <a:srgbClr val="0070C0"/>
                </a:solidFill>
                <a:latin typeface="+mn-lt"/>
              </a:rPr>
              <a:t>;</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emit(</a:t>
            </a:r>
            <a:r>
              <a:rPr lang="en-US" altLang="zh-CN" sz="2646" dirty="0" err="1">
                <a:solidFill>
                  <a:srgbClr val="0070C0"/>
                </a:solidFill>
                <a:latin typeface="+mn-lt"/>
              </a:rPr>
              <a:t>E.place</a:t>
            </a:r>
            <a:r>
              <a:rPr lang="en-US" altLang="zh-CN" sz="2646" dirty="0">
                <a:solidFill>
                  <a:srgbClr val="0070C0"/>
                </a:solidFill>
                <a:latin typeface="+mn-lt"/>
              </a:rPr>
              <a:t>‘:=’ ‘</a:t>
            </a:r>
            <a:r>
              <a:rPr lang="en-US" altLang="zh-CN" sz="2646" dirty="0" err="1">
                <a:solidFill>
                  <a:srgbClr val="0070C0"/>
                </a:solidFill>
                <a:latin typeface="+mn-lt"/>
              </a:rPr>
              <a:t>uminus</a:t>
            </a:r>
            <a:r>
              <a:rPr lang="en-US" altLang="zh-CN" sz="2646" dirty="0">
                <a:solidFill>
                  <a:srgbClr val="0070C0"/>
                </a:solidFill>
                <a:latin typeface="+mn-lt"/>
              </a:rPr>
              <a:t>’ E</a:t>
            </a:r>
            <a:r>
              <a:rPr lang="en-US" altLang="zh-CN" sz="2646" baseline="-30000" dirty="0">
                <a:solidFill>
                  <a:srgbClr val="0070C0"/>
                </a:solidFill>
                <a:latin typeface="+mn-lt"/>
              </a:rPr>
              <a:t> 1</a:t>
            </a:r>
            <a:r>
              <a:rPr lang="en-US" altLang="zh-CN" sz="2646" dirty="0">
                <a:solidFill>
                  <a:srgbClr val="0070C0"/>
                </a:solidFill>
                <a:latin typeface="+mn-lt"/>
              </a:rPr>
              <a:t>.place) }</a:t>
            </a:r>
          </a:p>
          <a:p>
            <a:pPr marL="377979" indent="-377979" algn="just" defTabSz="503972" eaLnBrk="1" fontAlgn="auto" hangingPunct="1">
              <a:spcBef>
                <a:spcPts val="661"/>
              </a:spcBef>
              <a:spcAft>
                <a:spcPts val="0"/>
              </a:spcAft>
              <a:buFont typeface="Wingdings 3" charset="2"/>
              <a:buNone/>
              <a:defRPr/>
            </a:pPr>
            <a:r>
              <a:rPr lang="en-US" altLang="zh-CN" sz="2646" dirty="0">
                <a:solidFill>
                  <a:srgbClr val="C00000"/>
                </a:solidFill>
                <a:latin typeface="+mn-lt"/>
              </a:rPr>
              <a:t>E→(E</a:t>
            </a:r>
            <a:r>
              <a:rPr lang="en-US" altLang="zh-CN" sz="2646" baseline="-30000" dirty="0">
                <a:solidFill>
                  <a:srgbClr val="C00000"/>
                </a:solidFill>
                <a:latin typeface="+mn-lt"/>
              </a:rPr>
              <a:t>1</a:t>
            </a:r>
            <a:r>
              <a:rPr lang="en-US" altLang="zh-CN" sz="2646" dirty="0">
                <a:solidFill>
                  <a:srgbClr val="C00000"/>
                </a:solidFill>
                <a:latin typeface="+mn-lt"/>
              </a:rPr>
              <a:t>)	{ </a:t>
            </a:r>
            <a:r>
              <a:rPr lang="en-US" altLang="zh-CN" sz="2646" dirty="0" err="1">
                <a:solidFill>
                  <a:srgbClr val="C00000"/>
                </a:solidFill>
                <a:latin typeface="+mn-lt"/>
              </a:rPr>
              <a:t>E.place</a:t>
            </a:r>
            <a:r>
              <a:rPr lang="en-US" altLang="zh-CN" sz="2646" dirty="0">
                <a:solidFill>
                  <a:srgbClr val="C00000"/>
                </a:solidFill>
                <a:latin typeface="+mn-lt"/>
              </a:rPr>
              <a:t>:=E</a:t>
            </a:r>
            <a:r>
              <a:rPr lang="en-US" altLang="zh-CN" sz="2646" baseline="-30000" dirty="0">
                <a:solidFill>
                  <a:srgbClr val="C00000"/>
                </a:solidFill>
                <a:latin typeface="+mn-lt"/>
              </a:rPr>
              <a:t>1</a:t>
            </a:r>
            <a:r>
              <a:rPr lang="en-US" altLang="zh-CN" sz="2646" dirty="0">
                <a:solidFill>
                  <a:srgbClr val="C00000"/>
                </a:solidFill>
                <a:latin typeface="+mn-lt"/>
              </a:rPr>
              <a:t>.place }</a:t>
            </a:r>
          </a:p>
          <a:p>
            <a:pPr marL="377979" indent="-377979" algn="just" defTabSz="503972" eaLnBrk="1" fontAlgn="auto" hangingPunct="1">
              <a:spcBef>
                <a:spcPts val="661"/>
              </a:spcBef>
              <a:spcAft>
                <a:spcPts val="0"/>
              </a:spcAft>
              <a:buFont typeface="Wingdings 3" charset="2"/>
              <a:buNone/>
              <a:defRPr/>
            </a:pPr>
            <a:r>
              <a:rPr lang="en-US" altLang="zh-CN" sz="2646" dirty="0" err="1">
                <a:solidFill>
                  <a:srgbClr val="008000"/>
                </a:solidFill>
                <a:latin typeface="+mn-lt"/>
              </a:rPr>
              <a:t>E→id</a:t>
            </a:r>
            <a:r>
              <a:rPr lang="en-US" altLang="zh-CN" sz="2646" dirty="0">
                <a:solidFill>
                  <a:srgbClr val="008000"/>
                </a:solidFill>
                <a:latin typeface="+mn-lt"/>
              </a:rPr>
              <a:t>		{ p:=lookup(id.name);</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8000"/>
                </a:solidFill>
                <a:latin typeface="+mn-lt"/>
              </a:rPr>
              <a:t>				  if </a:t>
            </a:r>
            <a:r>
              <a:rPr lang="en-US" altLang="zh-CN" sz="2646" dirty="0" err="1">
                <a:solidFill>
                  <a:srgbClr val="008000"/>
                </a:solidFill>
                <a:latin typeface="+mn-lt"/>
              </a:rPr>
              <a:t>p</a:t>
            </a:r>
            <a:r>
              <a:rPr lang="en-US" altLang="zh-CN" sz="2646" dirty="0" err="1">
                <a:solidFill>
                  <a:srgbClr val="008000"/>
                </a:solidFill>
                <a:latin typeface="+mn-lt"/>
                <a:sym typeface="Symbol" panose="05050102010706020507" pitchFamily="18" charset="2"/>
              </a:rPr>
              <a:t></a:t>
            </a:r>
            <a:r>
              <a:rPr lang="en-US" altLang="zh-CN" sz="2646" dirty="0" err="1">
                <a:solidFill>
                  <a:srgbClr val="008000"/>
                </a:solidFill>
                <a:latin typeface="+mn-lt"/>
              </a:rPr>
              <a:t>nil</a:t>
            </a:r>
            <a:r>
              <a:rPr lang="en-US" altLang="zh-CN" sz="2646" dirty="0">
                <a:solidFill>
                  <a:srgbClr val="008000"/>
                </a:solidFill>
                <a:latin typeface="+mn-lt"/>
              </a:rPr>
              <a:t> then  </a:t>
            </a:r>
            <a:r>
              <a:rPr lang="en-US" altLang="zh-CN" sz="2646" dirty="0" err="1">
                <a:solidFill>
                  <a:srgbClr val="008000"/>
                </a:solidFill>
                <a:latin typeface="+mn-lt"/>
              </a:rPr>
              <a:t>E.place</a:t>
            </a:r>
            <a:r>
              <a:rPr lang="en-US" altLang="zh-CN" sz="2646" dirty="0">
                <a:solidFill>
                  <a:srgbClr val="008000"/>
                </a:solidFill>
                <a:latin typeface="+mn-lt"/>
              </a:rPr>
              <a:t>:=p</a:t>
            </a:r>
          </a:p>
          <a:p>
            <a:pPr marL="377979" indent="-377979" algn="just" defTabSz="503972" eaLnBrk="1" fontAlgn="auto" hangingPunct="1">
              <a:spcBef>
                <a:spcPts val="0"/>
              </a:spcBef>
              <a:spcAft>
                <a:spcPts val="0"/>
              </a:spcAft>
              <a:buFont typeface="Wingdings 3" charset="2"/>
              <a:buNone/>
              <a:defRPr/>
            </a:pPr>
            <a:r>
              <a:rPr lang="en-US" altLang="zh-CN" sz="2646" dirty="0">
                <a:solidFill>
                  <a:srgbClr val="008000"/>
                </a:solidFill>
                <a:latin typeface="+mn-lt"/>
              </a:rPr>
              <a:t>						   else error }</a:t>
            </a:r>
            <a:endParaRPr lang="zh-CN" altLang="en-US" sz="2646" dirty="0">
              <a:solidFill>
                <a:srgbClr val="008000"/>
              </a:solidFill>
              <a:latin typeface="+mn-lt"/>
            </a:endParaRPr>
          </a:p>
        </p:txBody>
      </p:sp>
      <p:pic>
        <p:nvPicPr>
          <p:cNvPr id="1177604"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0" y="4711700"/>
            <a:ext cx="8450263"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411163" y="5219700"/>
            <a:ext cx="8215312" cy="641350"/>
          </a:xfrm>
          <a:prstGeom prst="rect">
            <a:avLst/>
          </a:prstGeom>
          <a:noFill/>
          <a:ln w="25400">
            <a:solidFill>
              <a:srgbClr val="0070C0"/>
            </a:solidFill>
          </a:ln>
        </p:spPr>
        <p:style>
          <a:lnRef idx="2">
            <a:schemeClr val="accent2"/>
          </a:lnRef>
          <a:fillRef idx="1">
            <a:schemeClr val="lt1"/>
          </a:fillRef>
          <a:effectRef idx="0">
            <a:schemeClr val="accent2"/>
          </a:effectRef>
          <a:fontRef idx="minor">
            <a:schemeClr val="dk1"/>
          </a:fontRef>
        </p:style>
        <p:txBody>
          <a:bodyPr anchor="ctr"/>
          <a:lstStyle/>
          <a:p>
            <a:pPr algn="ctr" defTabSz="503972" eaLnBrk="1" fontAlgn="auto" hangingPunct="1">
              <a:spcBef>
                <a:spcPts val="0"/>
              </a:spcBef>
              <a:spcAft>
                <a:spcPts val="0"/>
              </a:spcAft>
              <a:defRPr/>
            </a:pPr>
            <a:endParaRPr lang="zh-CN" altLang="en-US">
              <a:solidFill>
                <a:prstClr val="black"/>
              </a:solidFill>
            </a:endParaRPr>
          </a:p>
        </p:txBody>
      </p:sp>
      <p:sp>
        <p:nvSpPr>
          <p:cNvPr id="11" name="矩形 10"/>
          <p:cNvSpPr/>
          <p:nvPr/>
        </p:nvSpPr>
        <p:spPr>
          <a:xfrm>
            <a:off x="401638" y="5937250"/>
            <a:ext cx="8216900" cy="641350"/>
          </a:xfrm>
          <a:prstGeom prst="rect">
            <a:avLst/>
          </a:prstGeom>
          <a:noFill/>
          <a:ln w="254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p>
            <a:pPr algn="ctr" defTabSz="503972" eaLnBrk="1" fontAlgn="auto" hangingPunct="1">
              <a:spcBef>
                <a:spcPts val="0"/>
              </a:spcBef>
              <a:spcAft>
                <a:spcPts val="0"/>
              </a:spcAft>
              <a:defRPr/>
            </a:pPr>
            <a:endParaRPr lang="zh-CN" altLang="en-US">
              <a:solidFill>
                <a:prstClr val="black"/>
              </a:solidFill>
            </a:endParaRPr>
          </a:p>
        </p:txBody>
      </p:sp>
      <p:sp>
        <p:nvSpPr>
          <p:cNvPr id="12" name="矩形 11"/>
          <p:cNvSpPr/>
          <p:nvPr/>
        </p:nvSpPr>
        <p:spPr>
          <a:xfrm>
            <a:off x="401638" y="6626225"/>
            <a:ext cx="8216900" cy="641350"/>
          </a:xfrm>
          <a:prstGeom prst="rect">
            <a:avLst/>
          </a:prstGeom>
          <a:noFill/>
          <a:ln w="25400">
            <a:solidFill>
              <a:srgbClr val="00B050"/>
            </a:solidFill>
          </a:ln>
        </p:spPr>
        <p:style>
          <a:lnRef idx="2">
            <a:schemeClr val="accent2"/>
          </a:lnRef>
          <a:fillRef idx="1">
            <a:schemeClr val="lt1"/>
          </a:fillRef>
          <a:effectRef idx="0">
            <a:schemeClr val="accent2"/>
          </a:effectRef>
          <a:fontRef idx="minor">
            <a:schemeClr val="dk1"/>
          </a:fontRef>
        </p:style>
        <p:txBody>
          <a:bodyPr anchor="ctr"/>
          <a:lstStyle/>
          <a:p>
            <a:pPr algn="ctr" defTabSz="503972" eaLnBrk="1" fontAlgn="auto" hangingPunct="1">
              <a:spcBef>
                <a:spcPts val="0"/>
              </a:spcBef>
              <a:spcAft>
                <a:spcPts val="0"/>
              </a:spcAft>
              <a:defRPr/>
            </a:pPr>
            <a:endParaRPr lang="zh-CN" altLang="en-US">
              <a:solidFill>
                <a:prstClr val="black"/>
              </a:solidFill>
            </a:endParaRPr>
          </a:p>
        </p:txBody>
      </p:sp>
      <p:sp>
        <p:nvSpPr>
          <p:cNvPr id="2" name="灯片编号占位符 1">
            <a:extLst>
              <a:ext uri="{FF2B5EF4-FFF2-40B4-BE49-F238E27FC236}">
                <a16:creationId xmlns:a16="http://schemas.microsoft.com/office/drawing/2014/main" id="{3C6966B3-F011-83EE-E487-FBE16591A8DC}"/>
              </a:ext>
            </a:extLst>
          </p:cNvPr>
          <p:cNvSpPr>
            <a:spLocks noGrp="1"/>
          </p:cNvSpPr>
          <p:nvPr>
            <p:ph type="sldNum" sz="quarter" idx="12"/>
          </p:nvPr>
        </p:nvSpPr>
        <p:spPr/>
        <p:txBody>
          <a:bodyPr/>
          <a:lstStyle/>
          <a:p>
            <a:pPr>
              <a:defRPr/>
            </a:pPr>
            <a:fld id="{D0D72E6A-161D-4F83-B2B3-D09C581CE227}" type="slidenum">
              <a:rPr lang="en-US" smtClean="0"/>
              <a:pPr>
                <a:defRPr/>
              </a:pPr>
              <a:t>58</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2" fill="hold" grpId="1" nodeType="clickEffect">
                                  <p:stCondLst>
                                    <p:cond delay="0"/>
                                  </p:stCondLst>
                                  <p:childTnLst>
                                    <p:animEffect transition="out" filter="wipe(right)">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wipe(left)">
                                      <p:cBhvr>
                                        <p:cTn id="32" dur="500"/>
                                        <p:tgtEl>
                                          <p:spTgt spid="8">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xit" presetSubtype="2" fill="hold" grpId="1" nodeType="clickEffect">
                                  <p:stCondLst>
                                    <p:cond delay="0"/>
                                  </p:stCondLst>
                                  <p:childTnLst>
                                    <p:animEffect transition="out" filter="wipe(right)">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animEffect transition="in" filter="wipe(left)">
                                      <p:cBhvr>
                                        <p:cTn id="47" dur="500"/>
                                        <p:tgtEl>
                                          <p:spTgt spid="8">
                                            <p:txEl>
                                              <p:pRg st="3" end="3"/>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wipe(left)">
                                      <p:cBhvr>
                                        <p:cTn id="52" dur="500"/>
                                        <p:tgtEl>
                                          <p:spTgt spid="8">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
                                            <p:txEl>
                                              <p:pRg st="5" end="5"/>
                                            </p:txEl>
                                          </p:spTgt>
                                        </p:tgtEl>
                                        <p:attrNameLst>
                                          <p:attrName>style.visibility</p:attrName>
                                        </p:attrNameLst>
                                      </p:cBhvr>
                                      <p:to>
                                        <p:strVal val="visible"/>
                                      </p:to>
                                    </p:set>
                                    <p:animEffect transition="in" filter="wipe(left)">
                                      <p:cBhvr>
                                        <p:cTn id="57" dur="500"/>
                                        <p:tgtEl>
                                          <p:spTgt spid="8">
                                            <p:txEl>
                                              <p:pRg st="5" end="5"/>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xit" presetSubtype="2" fill="hold" grpId="1" nodeType="clickEffect">
                                  <p:stCondLst>
                                    <p:cond delay="0"/>
                                  </p:stCondLst>
                                  <p:childTnLst>
                                    <p:animEffect transition="out" filter="wipe(right)">
                                      <p:cBhvr>
                                        <p:cTn id="61" dur="500"/>
                                        <p:tgtEl>
                                          <p:spTgt spid="12"/>
                                        </p:tgtEl>
                                      </p:cBhvr>
                                    </p:animEffect>
                                    <p:set>
                                      <p:cBhvr>
                                        <p:cTn id="6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animBg="1"/>
      <p:bldP spid="10" grpId="1" animBg="1"/>
      <p:bldP spid="11" grpId="0" animBg="1"/>
      <p:bldP spid="11" grpId="1" animBg="1"/>
      <p:bldP spid="12" grpId="0" animBg="1"/>
      <p:bldP spid="12"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450006" y="400050"/>
            <a:ext cx="8940057" cy="1460500"/>
          </a:xfrm>
        </p:spPr>
        <p:txBody>
          <a:bodyPr rtlCol="0">
            <a:normAutofit/>
          </a:bodyPr>
          <a:lstStyle/>
          <a:p>
            <a:pPr defTabSz="503972" eaLnBrk="1" fontAlgn="auto" hangingPunct="1">
              <a:spcAft>
                <a:spcPts val="0"/>
              </a:spcAft>
              <a:defRPr/>
            </a:pPr>
            <a:r>
              <a:rPr lang="zh-CN" altLang="en-US" dirty="0"/>
              <a:t>数组元素的引用</a:t>
            </a:r>
            <a:r>
              <a:rPr lang="en-US" altLang="zh-CN" dirty="0"/>
              <a:t>(6.4.3</a:t>
            </a:r>
            <a:r>
              <a:rPr lang="zh-CN" altLang="en-US" dirty="0"/>
              <a:t>、</a:t>
            </a:r>
            <a:r>
              <a:rPr lang="en-US" altLang="zh-CN" dirty="0"/>
              <a:t>6.4.4</a:t>
            </a:r>
            <a:r>
              <a:rPr lang="zh-CN" altLang="en-US" dirty="0"/>
              <a:t>小节</a:t>
            </a:r>
            <a:r>
              <a:rPr lang="en-US" altLang="zh-CN" dirty="0"/>
              <a:t>)</a:t>
            </a:r>
            <a:endParaRPr lang="zh-CN" altLang="en-US" dirty="0"/>
          </a:p>
        </p:txBody>
      </p:sp>
      <p:sp>
        <p:nvSpPr>
          <p:cNvPr id="126979"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数组元素地址的计算</a:t>
            </a:r>
          </a:p>
          <a:p>
            <a:pPr marL="818954" lvl="1" indent="-314982" algn="just"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X := A[i</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,i</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a:t>
            </a:r>
            <a:r>
              <a:rPr lang="en-US" altLang="zh-CN" sz="2646" dirty="0" err="1">
                <a:solidFill>
                  <a:schemeClr val="tx1">
                    <a:lumMod val="75000"/>
                    <a:lumOff val="25000"/>
                  </a:schemeClr>
                </a:solidFill>
              </a:rPr>
              <a:t>i</a:t>
            </a:r>
            <a:r>
              <a:rPr lang="en-US" altLang="zh-CN" sz="2646" baseline="-30000" dirty="0" err="1">
                <a:solidFill>
                  <a:schemeClr val="tx1">
                    <a:lumMod val="75000"/>
                    <a:lumOff val="25000"/>
                  </a:schemeClr>
                </a:solidFill>
              </a:rPr>
              <a:t>k</a:t>
            </a:r>
            <a:r>
              <a:rPr lang="en-US" altLang="zh-CN" sz="2646" dirty="0">
                <a:solidFill>
                  <a:schemeClr val="tx1">
                    <a:lumMod val="75000"/>
                    <a:lumOff val="25000"/>
                  </a:schemeClr>
                </a:solidFill>
              </a:rPr>
              <a:t>] + Y</a:t>
            </a:r>
          </a:p>
          <a:p>
            <a:pPr marL="818954" lvl="1" indent="-314982" algn="just"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A[i</a:t>
            </a:r>
            <a:r>
              <a:rPr lang="en-US" altLang="zh-CN" sz="2646" baseline="-30000" dirty="0">
                <a:solidFill>
                  <a:schemeClr val="tx1">
                    <a:lumMod val="75000"/>
                    <a:lumOff val="25000"/>
                  </a:schemeClr>
                </a:solidFill>
              </a:rPr>
              <a:t>1</a:t>
            </a:r>
            <a:r>
              <a:rPr lang="en-US" altLang="zh-CN" sz="2646" dirty="0">
                <a:solidFill>
                  <a:schemeClr val="tx1">
                    <a:lumMod val="75000"/>
                    <a:lumOff val="25000"/>
                  </a:schemeClr>
                </a:solidFill>
              </a:rPr>
              <a:t>,i</a:t>
            </a:r>
            <a:r>
              <a:rPr lang="en-US" altLang="zh-CN" sz="2646" baseline="-30000" dirty="0">
                <a:solidFill>
                  <a:schemeClr val="tx1">
                    <a:lumMod val="75000"/>
                    <a:lumOff val="25000"/>
                  </a:schemeClr>
                </a:solidFill>
              </a:rPr>
              <a:t>2</a:t>
            </a:r>
            <a:r>
              <a:rPr lang="en-US" altLang="zh-CN" sz="2646" dirty="0">
                <a:solidFill>
                  <a:schemeClr val="tx1">
                    <a:lumMod val="75000"/>
                    <a:lumOff val="25000"/>
                  </a:schemeClr>
                </a:solidFill>
              </a:rPr>
              <a:t>,…,</a:t>
            </a:r>
            <a:r>
              <a:rPr lang="en-US" altLang="zh-CN" sz="2646" dirty="0" err="1">
                <a:solidFill>
                  <a:schemeClr val="tx1">
                    <a:lumMod val="75000"/>
                    <a:lumOff val="25000"/>
                  </a:schemeClr>
                </a:solidFill>
              </a:rPr>
              <a:t>i</a:t>
            </a:r>
            <a:r>
              <a:rPr lang="en-US" altLang="zh-CN" sz="2646" baseline="-30000" dirty="0" err="1">
                <a:solidFill>
                  <a:schemeClr val="tx1">
                    <a:lumMod val="75000"/>
                    <a:lumOff val="25000"/>
                  </a:schemeClr>
                </a:solidFill>
              </a:rPr>
              <a:t>k</a:t>
            </a:r>
            <a:r>
              <a:rPr lang="en-US" altLang="zh-CN" sz="2646">
                <a:solidFill>
                  <a:schemeClr val="tx1">
                    <a:lumMod val="75000"/>
                    <a:lumOff val="25000"/>
                  </a:schemeClr>
                </a:solidFill>
              </a:rPr>
              <a:t>] := X + Y </a:t>
            </a:r>
            <a:endParaRPr lang="zh-CN" altLang="zh-CN" sz="2646">
              <a:solidFill>
                <a:schemeClr val="tx1">
                  <a:lumMod val="75000"/>
                  <a:lumOff val="25000"/>
                </a:schemeClr>
              </a:solidFill>
            </a:endParaRPr>
          </a:p>
        </p:txBody>
      </p:sp>
      <p:sp>
        <p:nvSpPr>
          <p:cNvPr id="2" name="灯片编号占位符 1">
            <a:extLst>
              <a:ext uri="{FF2B5EF4-FFF2-40B4-BE49-F238E27FC236}">
                <a16:creationId xmlns:a16="http://schemas.microsoft.com/office/drawing/2014/main" id="{843B0773-C084-40AB-7883-DE84F6C15E3C}"/>
              </a:ext>
            </a:extLst>
          </p:cNvPr>
          <p:cNvSpPr>
            <a:spLocks noGrp="1"/>
          </p:cNvSpPr>
          <p:nvPr>
            <p:ph type="sldNum" sz="quarter" idx="12"/>
          </p:nvPr>
        </p:nvSpPr>
        <p:spPr/>
        <p:txBody>
          <a:bodyPr/>
          <a:lstStyle/>
          <a:p>
            <a:pPr>
              <a:defRPr/>
            </a:pPr>
            <a:fld id="{B5CE71F7-80F6-49F3-B376-E746E3021031}" type="slidenum">
              <a:rPr lang="en-US" smtClean="0"/>
              <a:pPr>
                <a:defRPr/>
              </a:pPr>
              <a:t>59</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79">
                                            <p:txEl>
                                              <p:pRg st="1" end="1"/>
                                            </p:txEl>
                                          </p:spTgt>
                                        </p:tgtEl>
                                        <p:attrNameLst>
                                          <p:attrName>style.visibility</p:attrName>
                                        </p:attrNameLst>
                                      </p:cBhvr>
                                      <p:to>
                                        <p:strVal val="visible"/>
                                      </p:to>
                                    </p:set>
                                    <p:animEffect transition="in" filter="wipe(left)">
                                      <p:cBhvr>
                                        <p:cTn id="12" dur="500"/>
                                        <p:tgtEl>
                                          <p:spTgt spid="126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wipe(left)">
                                      <p:cBhvr>
                                        <p:cTn id="17" dur="500"/>
                                        <p:tgtEl>
                                          <p:spTgt spid="1269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sz="3307" dirty="0">
                <a:latin typeface="宋体" panose="02010600030101010101" pitchFamily="2" charset="-122"/>
              </a:rPr>
              <a:t>数组元素地址计算</a:t>
            </a:r>
          </a:p>
        </p:txBody>
      </p:sp>
      <p:sp>
        <p:nvSpPr>
          <p:cNvPr id="138243" name="Rectangle 3"/>
          <p:cNvSpPr>
            <a:spLocks noGrp="1" noChangeArrowheads="1"/>
          </p:cNvSpPr>
          <p:nvPr>
            <p:ph idx="1"/>
          </p:nvPr>
        </p:nvSpPr>
        <p:spPr/>
        <p:txBody>
          <a:bodyPr rtlCol="0">
            <a:normAutofit/>
          </a:bodyPr>
          <a:lstStyle/>
          <a:p>
            <a:pPr marL="377979" indent="-377979" defTabSz="503972" eaLnBrk="1" fontAlgn="auto" hangingPunct="1">
              <a:lnSpc>
                <a:spcPct val="80000"/>
              </a:lnSpc>
              <a:spcBef>
                <a:spcPct val="50000"/>
              </a:spcBef>
              <a:spcAft>
                <a:spcPts val="0"/>
              </a:spcAft>
              <a:buFont typeface="Wingdings 3" charset="2"/>
              <a:buChar char=""/>
              <a:defRPr/>
            </a:pPr>
            <a:r>
              <a:rPr lang="zh-CN" altLang="en-US" sz="2646" dirty="0">
                <a:solidFill>
                  <a:schemeClr val="tx1"/>
                </a:solidFill>
              </a:rPr>
              <a:t>设</a:t>
            </a:r>
            <a:r>
              <a:rPr lang="en-US" altLang="zh-CN" sz="2646" dirty="0">
                <a:solidFill>
                  <a:schemeClr val="tx1"/>
                </a:solidFill>
              </a:rPr>
              <a:t>A</a:t>
            </a:r>
            <a:r>
              <a:rPr lang="zh-CN" altLang="en-US" sz="2646" dirty="0">
                <a:solidFill>
                  <a:schemeClr val="tx1"/>
                </a:solidFill>
              </a:rPr>
              <a:t>为</a:t>
            </a:r>
            <a:r>
              <a:rPr lang="en-US" altLang="zh-CN" sz="2646" dirty="0">
                <a:solidFill>
                  <a:schemeClr val="tx1"/>
                </a:solidFill>
              </a:rPr>
              <a:t>n</a:t>
            </a:r>
            <a:r>
              <a:rPr lang="zh-CN" altLang="en-US" sz="2646" dirty="0">
                <a:solidFill>
                  <a:schemeClr val="tx1"/>
                </a:solidFill>
              </a:rPr>
              <a:t>维数组，按行存放，每个元素宽度为</a:t>
            </a:r>
            <a:r>
              <a:rPr lang="en-US" altLang="zh-CN" sz="2646" dirty="0">
                <a:solidFill>
                  <a:schemeClr val="tx1"/>
                </a:solidFill>
              </a:rPr>
              <a:t>w</a:t>
            </a:r>
          </a:p>
          <a:p>
            <a:pPr marL="818954" lvl="1" indent="-314982" defTabSz="503972" eaLnBrk="1" fontAlgn="auto" hangingPunct="1">
              <a:lnSpc>
                <a:spcPct val="80000"/>
              </a:lnSpc>
              <a:spcBef>
                <a:spcPct val="50000"/>
              </a:spcBef>
              <a:spcAft>
                <a:spcPts val="0"/>
              </a:spcAft>
              <a:buFont typeface="Wingdings 3" charset="2"/>
              <a:buChar char=""/>
              <a:defRPr/>
            </a:pPr>
            <a:r>
              <a:rPr lang="en-US" altLang="zh-CN" sz="2646" dirty="0" err="1">
                <a:solidFill>
                  <a:schemeClr val="tx1"/>
                </a:solidFill>
              </a:rPr>
              <a:t>low</a:t>
            </a:r>
            <a:r>
              <a:rPr lang="en-US" altLang="zh-CN" sz="2646" baseline="-30000" dirty="0" err="1">
                <a:solidFill>
                  <a:schemeClr val="tx1"/>
                </a:solidFill>
              </a:rPr>
              <a:t>i</a:t>
            </a:r>
            <a:r>
              <a:rPr lang="en-US" altLang="zh-CN" sz="2646" dirty="0">
                <a:solidFill>
                  <a:schemeClr val="tx1"/>
                </a:solidFill>
              </a:rPr>
              <a:t> </a:t>
            </a:r>
            <a:r>
              <a:rPr lang="zh-CN" altLang="en-US" sz="2646" dirty="0">
                <a:solidFill>
                  <a:schemeClr val="tx1"/>
                </a:solidFill>
              </a:rPr>
              <a:t>为第</a:t>
            </a:r>
            <a:r>
              <a:rPr lang="en-US" altLang="zh-CN" sz="2646" dirty="0" err="1">
                <a:solidFill>
                  <a:schemeClr val="tx1"/>
                </a:solidFill>
              </a:rPr>
              <a:t>i</a:t>
            </a:r>
            <a:r>
              <a:rPr lang="zh-CN" altLang="en-US" sz="2646" dirty="0">
                <a:solidFill>
                  <a:schemeClr val="tx1"/>
                </a:solidFill>
              </a:rPr>
              <a:t>维的下界</a:t>
            </a:r>
          </a:p>
          <a:p>
            <a:pPr marL="818954" lvl="1" indent="-314982" defTabSz="503972" eaLnBrk="1" fontAlgn="auto" hangingPunct="1">
              <a:lnSpc>
                <a:spcPct val="80000"/>
              </a:lnSpc>
              <a:spcBef>
                <a:spcPct val="50000"/>
              </a:spcBef>
              <a:spcAft>
                <a:spcPts val="0"/>
              </a:spcAft>
              <a:buFont typeface="Wingdings 3" charset="2"/>
              <a:buChar char=""/>
              <a:defRPr/>
            </a:pPr>
            <a:r>
              <a:rPr lang="en-US" altLang="zh-CN" sz="2646" dirty="0" err="1">
                <a:solidFill>
                  <a:schemeClr val="tx1"/>
                </a:solidFill>
              </a:rPr>
              <a:t>up</a:t>
            </a:r>
            <a:r>
              <a:rPr lang="en-US" altLang="zh-CN" sz="2646" baseline="-30000" dirty="0" err="1">
                <a:solidFill>
                  <a:schemeClr val="tx1"/>
                </a:solidFill>
              </a:rPr>
              <a:t>i</a:t>
            </a:r>
            <a:r>
              <a:rPr lang="en-US" altLang="zh-CN" sz="2646" dirty="0">
                <a:solidFill>
                  <a:schemeClr val="tx1"/>
                </a:solidFill>
              </a:rPr>
              <a:t> </a:t>
            </a:r>
            <a:r>
              <a:rPr lang="zh-CN" altLang="en-US" sz="2646" dirty="0">
                <a:solidFill>
                  <a:schemeClr val="tx1"/>
                </a:solidFill>
              </a:rPr>
              <a:t>为第</a:t>
            </a:r>
            <a:r>
              <a:rPr lang="en-US" altLang="zh-CN" sz="2646" dirty="0" err="1">
                <a:solidFill>
                  <a:schemeClr val="tx1"/>
                </a:solidFill>
              </a:rPr>
              <a:t>i</a:t>
            </a:r>
            <a:r>
              <a:rPr lang="zh-CN" altLang="en-US" sz="2646" dirty="0">
                <a:solidFill>
                  <a:schemeClr val="tx1"/>
                </a:solidFill>
              </a:rPr>
              <a:t>维的上界</a:t>
            </a:r>
          </a:p>
          <a:p>
            <a:pPr marL="818954" lvl="1" indent="-314982" defTabSz="503972" eaLnBrk="1" fontAlgn="auto" hangingPunct="1">
              <a:lnSpc>
                <a:spcPct val="80000"/>
              </a:lnSpc>
              <a:spcBef>
                <a:spcPct val="50000"/>
              </a:spcBef>
              <a:spcAft>
                <a:spcPts val="0"/>
              </a:spcAft>
              <a:buFont typeface="Wingdings 3" charset="2"/>
              <a:buChar char=""/>
              <a:defRPr/>
            </a:pPr>
            <a:r>
              <a:rPr lang="en-US" altLang="zh-CN" sz="2646" dirty="0" err="1">
                <a:solidFill>
                  <a:schemeClr val="tx1"/>
                </a:solidFill>
              </a:rPr>
              <a:t>n</a:t>
            </a:r>
            <a:r>
              <a:rPr lang="en-US" altLang="zh-CN" sz="2646" baseline="-30000" dirty="0" err="1">
                <a:solidFill>
                  <a:schemeClr val="tx1"/>
                </a:solidFill>
              </a:rPr>
              <a:t>i</a:t>
            </a:r>
            <a:r>
              <a:rPr lang="en-US" altLang="zh-CN" sz="2646" dirty="0">
                <a:solidFill>
                  <a:schemeClr val="tx1"/>
                </a:solidFill>
              </a:rPr>
              <a:t> </a:t>
            </a:r>
            <a:r>
              <a:rPr lang="zh-CN" altLang="en-US" sz="2646" dirty="0">
                <a:solidFill>
                  <a:schemeClr val="tx1"/>
                </a:solidFill>
              </a:rPr>
              <a:t>为第</a:t>
            </a:r>
            <a:r>
              <a:rPr lang="en-US" altLang="zh-CN" sz="2646" dirty="0" err="1">
                <a:solidFill>
                  <a:schemeClr val="tx1"/>
                </a:solidFill>
              </a:rPr>
              <a:t>i</a:t>
            </a:r>
            <a:r>
              <a:rPr lang="zh-CN" altLang="en-US" sz="2646" dirty="0">
                <a:solidFill>
                  <a:schemeClr val="tx1"/>
                </a:solidFill>
              </a:rPr>
              <a:t>维可取值的个数</a:t>
            </a:r>
            <a:r>
              <a:rPr lang="en-US" altLang="zh-CN" sz="2646" dirty="0">
                <a:solidFill>
                  <a:schemeClr val="tx1"/>
                </a:solidFill>
              </a:rPr>
              <a:t>(</a:t>
            </a:r>
            <a:r>
              <a:rPr lang="en-US" altLang="zh-CN" sz="2646" dirty="0" err="1">
                <a:solidFill>
                  <a:schemeClr val="tx1"/>
                </a:solidFill>
              </a:rPr>
              <a:t>n</a:t>
            </a:r>
            <a:r>
              <a:rPr lang="en-US" altLang="zh-CN" sz="2646" baseline="-30000" dirty="0" err="1">
                <a:solidFill>
                  <a:schemeClr val="tx1"/>
                </a:solidFill>
              </a:rPr>
              <a:t>i</a:t>
            </a:r>
            <a:r>
              <a:rPr lang="en-US" altLang="zh-CN" sz="2646" baseline="-30000" dirty="0">
                <a:solidFill>
                  <a:schemeClr val="tx1"/>
                </a:solidFill>
              </a:rPr>
              <a:t> </a:t>
            </a:r>
            <a:r>
              <a:rPr lang="en-US" altLang="zh-CN" sz="2646" dirty="0">
                <a:solidFill>
                  <a:schemeClr val="tx1"/>
                </a:solidFill>
              </a:rPr>
              <a:t>=</a:t>
            </a:r>
            <a:r>
              <a:rPr lang="en-US" altLang="zh-CN" sz="2646" baseline="-30000" dirty="0">
                <a:solidFill>
                  <a:schemeClr val="tx1"/>
                </a:solidFill>
              </a:rPr>
              <a:t> </a:t>
            </a:r>
            <a:r>
              <a:rPr lang="en-US" altLang="zh-CN" sz="2646" dirty="0" err="1">
                <a:solidFill>
                  <a:schemeClr val="tx1"/>
                </a:solidFill>
              </a:rPr>
              <a:t>up</a:t>
            </a:r>
            <a:r>
              <a:rPr lang="en-US" altLang="zh-CN" sz="2646" baseline="-30000" dirty="0" err="1">
                <a:solidFill>
                  <a:schemeClr val="tx1"/>
                </a:solidFill>
              </a:rPr>
              <a:t>i</a:t>
            </a:r>
            <a:r>
              <a:rPr lang="en-US" altLang="zh-CN" sz="2646" baseline="-30000" dirty="0">
                <a:solidFill>
                  <a:schemeClr val="tx1"/>
                </a:solidFill>
              </a:rPr>
              <a:t> </a:t>
            </a:r>
            <a:r>
              <a:rPr lang="en-US" altLang="zh-CN" sz="2646" dirty="0">
                <a:solidFill>
                  <a:schemeClr val="tx1"/>
                </a:solidFill>
              </a:rPr>
              <a:t>-</a:t>
            </a:r>
            <a:r>
              <a:rPr lang="en-US" altLang="zh-CN" sz="2646" dirty="0" err="1">
                <a:solidFill>
                  <a:schemeClr val="tx1"/>
                </a:solidFill>
              </a:rPr>
              <a:t>low</a:t>
            </a:r>
            <a:r>
              <a:rPr lang="en-US" altLang="zh-CN" sz="2646" baseline="-30000" dirty="0" err="1">
                <a:solidFill>
                  <a:schemeClr val="tx1"/>
                </a:solidFill>
              </a:rPr>
              <a:t>i</a:t>
            </a:r>
            <a:r>
              <a:rPr lang="en-US" altLang="zh-CN" sz="2646" baseline="-30000" dirty="0">
                <a:solidFill>
                  <a:schemeClr val="tx1"/>
                </a:solidFill>
              </a:rPr>
              <a:t> </a:t>
            </a:r>
            <a:r>
              <a:rPr lang="en-US" altLang="zh-CN" sz="2646" dirty="0">
                <a:solidFill>
                  <a:schemeClr val="tx1"/>
                </a:solidFill>
              </a:rPr>
              <a:t>+ 1)</a:t>
            </a:r>
          </a:p>
          <a:p>
            <a:pPr marL="818954" lvl="1" indent="-314982" defTabSz="503972" eaLnBrk="1" fontAlgn="auto" hangingPunct="1">
              <a:lnSpc>
                <a:spcPct val="80000"/>
              </a:lnSpc>
              <a:spcBef>
                <a:spcPct val="50000"/>
              </a:spcBef>
              <a:spcAft>
                <a:spcPts val="0"/>
              </a:spcAft>
              <a:buFont typeface="Wingdings 3" charset="2"/>
              <a:buChar char=""/>
              <a:defRPr/>
            </a:pPr>
            <a:r>
              <a:rPr lang="en-US" altLang="zh-CN" sz="2646" dirty="0">
                <a:solidFill>
                  <a:schemeClr val="tx1"/>
                </a:solidFill>
              </a:rPr>
              <a:t>base</a:t>
            </a:r>
            <a:r>
              <a:rPr lang="zh-CN" altLang="en-US" sz="2646" dirty="0">
                <a:solidFill>
                  <a:schemeClr val="tx1"/>
                </a:solidFill>
              </a:rPr>
              <a:t>为</a:t>
            </a:r>
            <a:r>
              <a:rPr lang="en-US" altLang="zh-CN" sz="2646" dirty="0">
                <a:solidFill>
                  <a:schemeClr val="tx1"/>
                </a:solidFill>
              </a:rPr>
              <a:t>A</a:t>
            </a:r>
            <a:r>
              <a:rPr lang="zh-CN" altLang="en-US" sz="2646" dirty="0">
                <a:solidFill>
                  <a:schemeClr val="tx1"/>
                </a:solidFill>
              </a:rPr>
              <a:t>的第一个元素相对地址</a:t>
            </a:r>
          </a:p>
          <a:p>
            <a:pPr marL="377979" indent="-377979" defTabSz="503972" eaLnBrk="1" fontAlgn="auto" hangingPunct="1">
              <a:lnSpc>
                <a:spcPct val="90000"/>
              </a:lnSpc>
              <a:spcBef>
                <a:spcPct val="50000"/>
              </a:spcBef>
              <a:spcAft>
                <a:spcPts val="0"/>
              </a:spcAft>
              <a:buFont typeface="Wingdings 3" charset="2"/>
              <a:buChar char=""/>
              <a:defRPr/>
            </a:pPr>
            <a:r>
              <a:rPr lang="zh-CN" altLang="en-US" sz="2646" dirty="0">
                <a:solidFill>
                  <a:schemeClr val="tx1"/>
                </a:solidFill>
              </a:rPr>
              <a:t>元素</a:t>
            </a:r>
            <a:r>
              <a:rPr lang="en-US" altLang="zh-CN" sz="2646" dirty="0">
                <a:solidFill>
                  <a:schemeClr val="tx1"/>
                </a:solidFill>
              </a:rPr>
              <a:t>A[i</a:t>
            </a:r>
            <a:r>
              <a:rPr lang="en-US" altLang="zh-CN" sz="2646" baseline="-30000" dirty="0">
                <a:solidFill>
                  <a:schemeClr val="tx1"/>
                </a:solidFill>
              </a:rPr>
              <a:t>1</a:t>
            </a:r>
            <a:r>
              <a:rPr lang="en-US" altLang="zh-CN" sz="2646" dirty="0">
                <a:solidFill>
                  <a:schemeClr val="tx1"/>
                </a:solidFill>
              </a:rPr>
              <a:t>,i</a:t>
            </a:r>
            <a:r>
              <a:rPr lang="en-US" altLang="zh-CN" sz="2646" baseline="-30000" dirty="0">
                <a:solidFill>
                  <a:schemeClr val="tx1"/>
                </a:solidFill>
              </a:rPr>
              <a:t>2</a:t>
            </a:r>
            <a:r>
              <a:rPr lang="en-US" altLang="zh-CN" sz="2646" dirty="0">
                <a:solidFill>
                  <a:schemeClr val="tx1"/>
                </a:solidFill>
              </a:rPr>
              <a:t>,…,</a:t>
            </a:r>
            <a:r>
              <a:rPr lang="en-US" altLang="zh-CN" sz="2646" dirty="0" err="1">
                <a:solidFill>
                  <a:schemeClr val="tx1"/>
                </a:solidFill>
              </a:rPr>
              <a:t>i</a:t>
            </a:r>
            <a:r>
              <a:rPr lang="en-US" altLang="zh-CN" sz="2646" baseline="-30000" dirty="0" err="1">
                <a:solidFill>
                  <a:schemeClr val="tx1"/>
                </a:solidFill>
              </a:rPr>
              <a:t>k</a:t>
            </a:r>
            <a:r>
              <a:rPr lang="en-US" altLang="zh-CN" sz="2646" dirty="0">
                <a:solidFill>
                  <a:schemeClr val="tx1"/>
                </a:solidFill>
              </a:rPr>
              <a:t>]</a:t>
            </a:r>
            <a:r>
              <a:rPr lang="zh-CN" altLang="en-US" sz="2646" dirty="0">
                <a:solidFill>
                  <a:schemeClr val="tx1"/>
                </a:solidFill>
              </a:rPr>
              <a:t>相对地址公式 </a:t>
            </a:r>
          </a:p>
          <a:p>
            <a:pPr marL="377979" indent="-377979" defTabSz="503972" eaLnBrk="1" fontAlgn="auto" hangingPunct="1">
              <a:lnSpc>
                <a:spcPct val="90000"/>
              </a:lnSpc>
              <a:spcBef>
                <a:spcPct val="50000"/>
              </a:spcBef>
              <a:spcAft>
                <a:spcPts val="0"/>
              </a:spcAft>
              <a:buFont typeface="Wingdings" panose="05000000000000000000" pitchFamily="2" charset="2"/>
              <a:buNone/>
              <a:defRPr/>
            </a:pPr>
            <a:r>
              <a:rPr lang="zh-CN" altLang="en-US" sz="2646" dirty="0">
                <a:solidFill>
                  <a:srgbClr val="C00000"/>
                </a:solidFill>
              </a:rPr>
              <a:t>((…</a:t>
            </a:r>
            <a:r>
              <a:rPr lang="en-US" altLang="zh-CN" sz="2646" dirty="0">
                <a:solidFill>
                  <a:srgbClr val="C00000"/>
                </a:solidFill>
              </a:rPr>
              <a:t>i</a:t>
            </a:r>
            <a:r>
              <a:rPr lang="en-US" altLang="zh-CN" sz="2646" baseline="-30000" dirty="0">
                <a:solidFill>
                  <a:srgbClr val="C00000"/>
                </a:solidFill>
              </a:rPr>
              <a:t>1</a:t>
            </a:r>
            <a:r>
              <a:rPr lang="en-US" altLang="zh-CN" sz="2646" dirty="0">
                <a:solidFill>
                  <a:srgbClr val="C00000"/>
                </a:solidFill>
              </a:rPr>
              <a:t> n</a:t>
            </a:r>
            <a:r>
              <a:rPr lang="en-US" altLang="zh-CN" sz="2646" baseline="-30000" dirty="0">
                <a:solidFill>
                  <a:srgbClr val="C00000"/>
                </a:solidFill>
              </a:rPr>
              <a:t>2</a:t>
            </a:r>
            <a:r>
              <a:rPr lang="en-US" altLang="zh-CN" sz="2646" dirty="0">
                <a:solidFill>
                  <a:srgbClr val="C00000"/>
                </a:solidFill>
              </a:rPr>
              <a:t>+i</a:t>
            </a:r>
            <a:r>
              <a:rPr lang="en-US" altLang="zh-CN" sz="2646" baseline="-30000" dirty="0">
                <a:solidFill>
                  <a:srgbClr val="C00000"/>
                </a:solidFill>
              </a:rPr>
              <a:t>2</a:t>
            </a:r>
            <a:r>
              <a:rPr lang="en-US" altLang="zh-CN" sz="2646" dirty="0">
                <a:solidFill>
                  <a:srgbClr val="C00000"/>
                </a:solidFill>
              </a:rPr>
              <a:t>)n</a:t>
            </a:r>
            <a:r>
              <a:rPr lang="en-US" altLang="zh-CN" sz="2646" baseline="-30000" dirty="0">
                <a:solidFill>
                  <a:srgbClr val="C00000"/>
                </a:solidFill>
              </a:rPr>
              <a:t>3</a:t>
            </a:r>
            <a:r>
              <a:rPr lang="en-US" altLang="zh-CN" sz="2646" dirty="0">
                <a:solidFill>
                  <a:srgbClr val="C00000"/>
                </a:solidFill>
              </a:rPr>
              <a:t>+i</a:t>
            </a:r>
            <a:r>
              <a:rPr lang="en-US" altLang="zh-CN" sz="2646" baseline="-30000" dirty="0">
                <a:solidFill>
                  <a:srgbClr val="C00000"/>
                </a:solidFill>
              </a:rPr>
              <a:t>3</a:t>
            </a:r>
            <a:r>
              <a:rPr lang="en-US" altLang="zh-CN" sz="2646" dirty="0">
                <a:solidFill>
                  <a:srgbClr val="C00000"/>
                </a:solidFill>
              </a:rPr>
              <a:t>)…)</a:t>
            </a:r>
            <a:r>
              <a:rPr lang="en-US" altLang="zh-CN" sz="2646" dirty="0" err="1">
                <a:solidFill>
                  <a:srgbClr val="C00000"/>
                </a:solidFill>
              </a:rPr>
              <a:t>n</a:t>
            </a:r>
            <a:r>
              <a:rPr lang="en-US" altLang="zh-CN" sz="2646" baseline="-30000" dirty="0" err="1">
                <a:solidFill>
                  <a:srgbClr val="C00000"/>
                </a:solidFill>
              </a:rPr>
              <a:t>k</a:t>
            </a:r>
            <a:r>
              <a:rPr lang="en-US" altLang="zh-CN" sz="2646" dirty="0" err="1">
                <a:solidFill>
                  <a:srgbClr val="C00000"/>
                </a:solidFill>
              </a:rPr>
              <a:t>+i</a:t>
            </a:r>
            <a:r>
              <a:rPr lang="en-US" altLang="zh-CN" sz="2646" baseline="-30000" dirty="0" err="1">
                <a:solidFill>
                  <a:srgbClr val="C00000"/>
                </a:solidFill>
              </a:rPr>
              <a:t>k</a:t>
            </a:r>
            <a:r>
              <a:rPr lang="en-US" altLang="zh-CN" sz="2646" dirty="0">
                <a:solidFill>
                  <a:srgbClr val="C00000"/>
                </a:solidFill>
              </a:rPr>
              <a:t>)×w </a:t>
            </a:r>
            <a:r>
              <a:rPr lang="en-US" altLang="zh-CN" sz="2646" dirty="0">
                <a:solidFill>
                  <a:schemeClr val="tx1"/>
                </a:solidFill>
              </a:rPr>
              <a:t>+</a:t>
            </a:r>
          </a:p>
          <a:p>
            <a:pPr marL="377979" indent="-377979" defTabSz="503972" eaLnBrk="1" fontAlgn="auto" hangingPunct="1">
              <a:lnSpc>
                <a:spcPct val="90000"/>
              </a:lnSpc>
              <a:spcBef>
                <a:spcPct val="50000"/>
              </a:spcBef>
              <a:spcAft>
                <a:spcPts val="0"/>
              </a:spcAft>
              <a:buFont typeface="Wingdings" panose="05000000000000000000" pitchFamily="2" charset="2"/>
              <a:buNone/>
              <a:defRPr/>
            </a:pPr>
            <a:r>
              <a:rPr lang="en-US" altLang="zh-CN" sz="2646" dirty="0">
                <a:solidFill>
                  <a:srgbClr val="0070C0"/>
                </a:solidFill>
              </a:rPr>
              <a:t>base-((…((low</a:t>
            </a:r>
            <a:r>
              <a:rPr lang="en-US" altLang="zh-CN" sz="2646" baseline="-30000" dirty="0">
                <a:solidFill>
                  <a:srgbClr val="0070C0"/>
                </a:solidFill>
              </a:rPr>
              <a:t>1</a:t>
            </a:r>
            <a:r>
              <a:rPr lang="en-US" altLang="zh-CN" sz="2646" dirty="0">
                <a:solidFill>
                  <a:srgbClr val="0070C0"/>
                </a:solidFill>
              </a:rPr>
              <a:t> n</a:t>
            </a:r>
            <a:r>
              <a:rPr lang="en-US" altLang="zh-CN" sz="2646" baseline="-30000" dirty="0">
                <a:solidFill>
                  <a:srgbClr val="0070C0"/>
                </a:solidFill>
              </a:rPr>
              <a:t>2</a:t>
            </a:r>
            <a:r>
              <a:rPr lang="en-US" altLang="zh-CN" sz="2646" dirty="0">
                <a:solidFill>
                  <a:srgbClr val="0070C0"/>
                </a:solidFill>
              </a:rPr>
              <a:t>+low</a:t>
            </a:r>
            <a:r>
              <a:rPr lang="en-US" altLang="zh-CN" sz="2646" baseline="-30000" dirty="0">
                <a:solidFill>
                  <a:srgbClr val="0070C0"/>
                </a:solidFill>
              </a:rPr>
              <a:t>2</a:t>
            </a:r>
            <a:r>
              <a:rPr lang="en-US" altLang="zh-CN" sz="2646" dirty="0">
                <a:solidFill>
                  <a:srgbClr val="0070C0"/>
                </a:solidFill>
              </a:rPr>
              <a:t>)n</a:t>
            </a:r>
            <a:r>
              <a:rPr lang="en-US" altLang="zh-CN" sz="2646" baseline="-30000" dirty="0">
                <a:solidFill>
                  <a:srgbClr val="0070C0"/>
                </a:solidFill>
              </a:rPr>
              <a:t>3</a:t>
            </a:r>
            <a:r>
              <a:rPr lang="en-US" altLang="zh-CN" sz="2646" dirty="0">
                <a:solidFill>
                  <a:srgbClr val="0070C0"/>
                </a:solidFill>
              </a:rPr>
              <a:t>+low</a:t>
            </a:r>
            <a:r>
              <a:rPr lang="en-US" altLang="zh-CN" sz="2646" baseline="-30000" dirty="0">
                <a:solidFill>
                  <a:srgbClr val="0070C0"/>
                </a:solidFill>
              </a:rPr>
              <a:t>3</a:t>
            </a:r>
            <a:r>
              <a:rPr lang="en-US" altLang="zh-CN" sz="2646" dirty="0">
                <a:solidFill>
                  <a:srgbClr val="0070C0"/>
                </a:solidFill>
              </a:rPr>
              <a:t>)…)</a:t>
            </a:r>
            <a:r>
              <a:rPr lang="en-US" altLang="zh-CN" sz="2646" dirty="0" err="1">
                <a:solidFill>
                  <a:srgbClr val="0070C0"/>
                </a:solidFill>
              </a:rPr>
              <a:t>n</a:t>
            </a:r>
            <a:r>
              <a:rPr lang="en-US" altLang="zh-CN" sz="2646" baseline="-30000" dirty="0" err="1">
                <a:solidFill>
                  <a:srgbClr val="0070C0"/>
                </a:solidFill>
              </a:rPr>
              <a:t>k</a:t>
            </a:r>
            <a:r>
              <a:rPr lang="en-US" altLang="zh-CN" sz="2646" dirty="0" err="1">
                <a:solidFill>
                  <a:srgbClr val="0070C0"/>
                </a:solidFill>
              </a:rPr>
              <a:t>+low</a:t>
            </a:r>
            <a:r>
              <a:rPr lang="en-US" altLang="zh-CN" sz="2646" baseline="-30000" dirty="0" err="1">
                <a:solidFill>
                  <a:srgbClr val="0070C0"/>
                </a:solidFill>
              </a:rPr>
              <a:t>k</a:t>
            </a:r>
            <a:r>
              <a:rPr lang="en-US" altLang="zh-CN" sz="2646" dirty="0">
                <a:solidFill>
                  <a:srgbClr val="0070C0"/>
                </a:solidFill>
              </a:rPr>
              <a:t>)×w </a:t>
            </a:r>
          </a:p>
          <a:p>
            <a:pPr marL="377979" indent="-377979" defTabSz="503972" eaLnBrk="1" fontAlgn="auto" hangingPunct="1">
              <a:lnSpc>
                <a:spcPct val="90000"/>
              </a:lnSpc>
              <a:spcBef>
                <a:spcPct val="50000"/>
              </a:spcBef>
              <a:spcAft>
                <a:spcPts val="0"/>
              </a:spcAft>
              <a:buFont typeface="Wingdings 3" charset="2"/>
              <a:buChar char=""/>
              <a:defRPr/>
            </a:pPr>
            <a:r>
              <a:rPr lang="en-US" altLang="zh-CN" sz="2646" dirty="0">
                <a:solidFill>
                  <a:srgbClr val="0070C0"/>
                </a:solidFill>
              </a:rPr>
              <a:t>C = ((…((low</a:t>
            </a:r>
            <a:r>
              <a:rPr lang="en-US" altLang="zh-CN" sz="2646" baseline="-30000" dirty="0">
                <a:solidFill>
                  <a:srgbClr val="0070C0"/>
                </a:solidFill>
              </a:rPr>
              <a:t>1</a:t>
            </a:r>
            <a:r>
              <a:rPr lang="en-US" altLang="zh-CN" sz="2646" dirty="0">
                <a:solidFill>
                  <a:srgbClr val="0070C0"/>
                </a:solidFill>
              </a:rPr>
              <a:t> n</a:t>
            </a:r>
            <a:r>
              <a:rPr lang="en-US" altLang="zh-CN" sz="2646" baseline="-30000" dirty="0">
                <a:solidFill>
                  <a:srgbClr val="0070C0"/>
                </a:solidFill>
              </a:rPr>
              <a:t>2</a:t>
            </a:r>
            <a:r>
              <a:rPr lang="en-US" altLang="zh-CN" sz="2646" dirty="0">
                <a:solidFill>
                  <a:srgbClr val="0070C0"/>
                </a:solidFill>
              </a:rPr>
              <a:t>+low</a:t>
            </a:r>
            <a:r>
              <a:rPr lang="en-US" altLang="zh-CN" sz="2646" baseline="-30000" dirty="0">
                <a:solidFill>
                  <a:srgbClr val="0070C0"/>
                </a:solidFill>
              </a:rPr>
              <a:t>2</a:t>
            </a:r>
            <a:r>
              <a:rPr lang="en-US" altLang="zh-CN" sz="2646" dirty="0">
                <a:solidFill>
                  <a:srgbClr val="0070C0"/>
                </a:solidFill>
              </a:rPr>
              <a:t>)n</a:t>
            </a:r>
            <a:r>
              <a:rPr lang="en-US" altLang="zh-CN" sz="2646" baseline="-30000" dirty="0">
                <a:solidFill>
                  <a:srgbClr val="0070C0"/>
                </a:solidFill>
              </a:rPr>
              <a:t>3</a:t>
            </a:r>
            <a:r>
              <a:rPr lang="en-US" altLang="zh-CN" sz="2646" dirty="0">
                <a:solidFill>
                  <a:srgbClr val="0070C0"/>
                </a:solidFill>
              </a:rPr>
              <a:t>+low</a:t>
            </a:r>
            <a:r>
              <a:rPr lang="en-US" altLang="zh-CN" sz="2646" baseline="-30000" dirty="0">
                <a:solidFill>
                  <a:srgbClr val="0070C0"/>
                </a:solidFill>
              </a:rPr>
              <a:t>3</a:t>
            </a:r>
            <a:r>
              <a:rPr lang="en-US" altLang="zh-CN" sz="2646" dirty="0">
                <a:solidFill>
                  <a:srgbClr val="0070C0"/>
                </a:solidFill>
              </a:rPr>
              <a:t>)…)</a:t>
            </a:r>
            <a:r>
              <a:rPr lang="en-US" altLang="zh-CN" sz="2646" dirty="0" err="1">
                <a:solidFill>
                  <a:srgbClr val="0070C0"/>
                </a:solidFill>
              </a:rPr>
              <a:t>n</a:t>
            </a:r>
            <a:r>
              <a:rPr lang="en-US" altLang="zh-CN" sz="2646" baseline="-30000" dirty="0" err="1">
                <a:solidFill>
                  <a:srgbClr val="0070C0"/>
                </a:solidFill>
              </a:rPr>
              <a:t>k</a:t>
            </a:r>
            <a:r>
              <a:rPr lang="en-US" altLang="zh-CN" sz="2646" dirty="0" err="1">
                <a:solidFill>
                  <a:srgbClr val="0070C0"/>
                </a:solidFill>
              </a:rPr>
              <a:t>+low</a:t>
            </a:r>
            <a:r>
              <a:rPr lang="en-US" altLang="zh-CN" sz="2646" baseline="-30000" dirty="0" err="1">
                <a:solidFill>
                  <a:srgbClr val="0070C0"/>
                </a:solidFill>
              </a:rPr>
              <a:t>k</a:t>
            </a:r>
            <a:r>
              <a:rPr lang="en-US" altLang="zh-CN" sz="2646" dirty="0">
                <a:solidFill>
                  <a:srgbClr val="0070C0"/>
                </a:solidFill>
              </a:rPr>
              <a:t>)×w </a:t>
            </a:r>
            <a:endParaRPr lang="zh-CN" altLang="en-US" sz="2646" dirty="0">
              <a:solidFill>
                <a:srgbClr val="0070C0"/>
              </a:solidFill>
            </a:endParaRPr>
          </a:p>
        </p:txBody>
      </p:sp>
      <p:sp>
        <p:nvSpPr>
          <p:cNvPr id="138244" name="AutoShape 4"/>
          <p:cNvSpPr>
            <a:spLocks noChangeArrowheads="1"/>
          </p:cNvSpPr>
          <p:nvPr/>
        </p:nvSpPr>
        <p:spPr bwMode="auto">
          <a:xfrm>
            <a:off x="6316663" y="4224338"/>
            <a:ext cx="1906587" cy="595312"/>
          </a:xfrm>
          <a:prstGeom prst="wedgeRoundRectCallout">
            <a:avLst>
              <a:gd name="adj1" fmla="val -135831"/>
              <a:gd name="adj2" fmla="val 140191"/>
              <a:gd name="adj3" fmla="val 16667"/>
            </a:avLst>
          </a:prstGeom>
          <a:ln>
            <a:headEnd/>
            <a:tailEnd type="none" w="lg" len="lg"/>
          </a:ln>
        </p:spPr>
        <p:style>
          <a:lnRef idx="3">
            <a:schemeClr val="lt1"/>
          </a:lnRef>
          <a:fillRef idx="1">
            <a:schemeClr val="accent2"/>
          </a:fillRef>
          <a:effectRef idx="1">
            <a:schemeClr val="accent2"/>
          </a:effectRef>
          <a:fontRef idx="minor">
            <a:schemeClr val="lt1"/>
          </a:fontRef>
        </p:style>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zh-CN" altLang="en-GB" sz="3086" dirty="0">
                <a:solidFill>
                  <a:prstClr val="white"/>
                </a:solidFill>
              </a:rPr>
              <a:t>可变部分</a:t>
            </a:r>
            <a:endParaRPr lang="en-GB" altLang="zh-CN" sz="3086" dirty="0">
              <a:solidFill>
                <a:prstClr val="white"/>
              </a:solidFill>
            </a:endParaRPr>
          </a:p>
        </p:txBody>
      </p:sp>
      <p:sp>
        <p:nvSpPr>
          <p:cNvPr id="138245" name="AutoShape 5"/>
          <p:cNvSpPr>
            <a:spLocks noChangeArrowheads="1"/>
          </p:cNvSpPr>
          <p:nvPr/>
        </p:nvSpPr>
        <p:spPr bwMode="auto">
          <a:xfrm>
            <a:off x="5645150" y="6807200"/>
            <a:ext cx="1906588" cy="595313"/>
          </a:xfrm>
          <a:prstGeom prst="wedgeRoundRectCallout">
            <a:avLst>
              <a:gd name="adj1" fmla="val -58819"/>
              <a:gd name="adj2" fmla="val -152836"/>
              <a:gd name="adj3" fmla="val 16667"/>
            </a:avLst>
          </a:prstGeom>
          <a:ln>
            <a:headEnd/>
            <a:tailEnd type="none" w="lg" len="lg"/>
          </a:ln>
        </p:spPr>
        <p:style>
          <a:lnRef idx="3">
            <a:schemeClr val="lt1"/>
          </a:lnRef>
          <a:fillRef idx="1">
            <a:schemeClr val="accent1"/>
          </a:fillRef>
          <a:effectRef idx="1">
            <a:schemeClr val="accent1"/>
          </a:effectRef>
          <a:fontRef idx="minor">
            <a:schemeClr val="lt1"/>
          </a:fontRef>
        </p:style>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zh-CN" altLang="en-GB" sz="3086" dirty="0">
                <a:solidFill>
                  <a:prstClr val="white"/>
                </a:solidFill>
              </a:rPr>
              <a:t>不变部分</a:t>
            </a:r>
            <a:endParaRPr lang="en-GB" altLang="zh-CN" sz="3086" dirty="0">
              <a:solidFill>
                <a:prstClr val="white"/>
              </a:solidFill>
            </a:endParaRPr>
          </a:p>
        </p:txBody>
      </p:sp>
      <p:sp>
        <p:nvSpPr>
          <p:cNvPr id="138246" name="Line 6"/>
          <p:cNvSpPr>
            <a:spLocks noChangeShapeType="1"/>
          </p:cNvSpPr>
          <p:nvPr/>
        </p:nvSpPr>
        <p:spPr bwMode="auto">
          <a:xfrm>
            <a:off x="2449513" y="6199188"/>
            <a:ext cx="5792787" cy="0"/>
          </a:xfrm>
          <a:prstGeom prst="line">
            <a:avLst/>
          </a:prstGeom>
          <a:noFill/>
          <a:ln w="38100">
            <a:solidFill>
              <a:srgbClr val="0000FF"/>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3086">
              <a:solidFill>
                <a:prstClr val="black"/>
              </a:solidFill>
              <a:latin typeface="Arial" panose="020B0604020202020204"/>
              <a:ea typeface="黑体" panose="02010609060101010101" pitchFamily="49" charset="-122"/>
            </a:endParaRPr>
          </a:p>
        </p:txBody>
      </p:sp>
      <p:sp>
        <p:nvSpPr>
          <p:cNvPr id="2" name="灯片编号占位符 1">
            <a:extLst>
              <a:ext uri="{FF2B5EF4-FFF2-40B4-BE49-F238E27FC236}">
                <a16:creationId xmlns:a16="http://schemas.microsoft.com/office/drawing/2014/main" id="{2FA4FCB4-C3F6-D958-A6B9-FC378BC70033}"/>
              </a:ext>
            </a:extLst>
          </p:cNvPr>
          <p:cNvSpPr>
            <a:spLocks noGrp="1"/>
          </p:cNvSpPr>
          <p:nvPr>
            <p:ph type="sldNum" sz="quarter" idx="12"/>
          </p:nvPr>
        </p:nvSpPr>
        <p:spPr/>
        <p:txBody>
          <a:bodyPr/>
          <a:lstStyle/>
          <a:p>
            <a:pPr>
              <a:defRPr/>
            </a:pPr>
            <a:fld id="{04ECE402-23CC-449A-8394-82699BFE9E6E}" type="slidenum">
              <a:rPr lang="en-US" smtClean="0"/>
              <a:pPr>
                <a:defRPr/>
              </a:pPr>
              <a:t>60</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wipe(left)">
                                      <p:cBhvr>
                                        <p:cTn id="7" dur="500"/>
                                        <p:tgtEl>
                                          <p:spTgt spid="13824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8243">
                                            <p:txEl>
                                              <p:pRg st="1" end="1"/>
                                            </p:txEl>
                                          </p:spTgt>
                                        </p:tgtEl>
                                        <p:attrNameLst>
                                          <p:attrName>style.visibility</p:attrName>
                                        </p:attrNameLst>
                                      </p:cBhvr>
                                      <p:to>
                                        <p:strVal val="visible"/>
                                      </p:to>
                                    </p:set>
                                    <p:animEffect transition="in" filter="wipe(left)">
                                      <p:cBhvr>
                                        <p:cTn id="10" dur="500"/>
                                        <p:tgtEl>
                                          <p:spTgt spid="13824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8243">
                                            <p:txEl>
                                              <p:pRg st="2" end="2"/>
                                            </p:txEl>
                                          </p:spTgt>
                                        </p:tgtEl>
                                        <p:attrNameLst>
                                          <p:attrName>style.visibility</p:attrName>
                                        </p:attrNameLst>
                                      </p:cBhvr>
                                      <p:to>
                                        <p:strVal val="visible"/>
                                      </p:to>
                                    </p:set>
                                    <p:animEffect transition="in" filter="wipe(left)">
                                      <p:cBhvr>
                                        <p:cTn id="13" dur="500"/>
                                        <p:tgtEl>
                                          <p:spTgt spid="13824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8243">
                                            <p:txEl>
                                              <p:pRg st="3" end="3"/>
                                            </p:txEl>
                                          </p:spTgt>
                                        </p:tgtEl>
                                        <p:attrNameLst>
                                          <p:attrName>style.visibility</p:attrName>
                                        </p:attrNameLst>
                                      </p:cBhvr>
                                      <p:to>
                                        <p:strVal val="visible"/>
                                      </p:to>
                                    </p:set>
                                    <p:animEffect transition="in" filter="wipe(left)">
                                      <p:cBhvr>
                                        <p:cTn id="16" dur="500"/>
                                        <p:tgtEl>
                                          <p:spTgt spid="13824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8243">
                                            <p:txEl>
                                              <p:pRg st="4" end="4"/>
                                            </p:txEl>
                                          </p:spTgt>
                                        </p:tgtEl>
                                        <p:attrNameLst>
                                          <p:attrName>style.visibility</p:attrName>
                                        </p:attrNameLst>
                                      </p:cBhvr>
                                      <p:to>
                                        <p:strVal val="visible"/>
                                      </p:to>
                                    </p:set>
                                    <p:animEffect transition="in" filter="wipe(left)">
                                      <p:cBhvr>
                                        <p:cTn id="19" dur="500"/>
                                        <p:tgtEl>
                                          <p:spTgt spid="13824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8243">
                                            <p:txEl>
                                              <p:pRg st="5" end="5"/>
                                            </p:txEl>
                                          </p:spTgt>
                                        </p:tgtEl>
                                        <p:attrNameLst>
                                          <p:attrName>style.visibility</p:attrName>
                                        </p:attrNameLst>
                                      </p:cBhvr>
                                      <p:to>
                                        <p:strVal val="visible"/>
                                      </p:to>
                                    </p:set>
                                    <p:animEffect transition="in" filter="wipe(left)">
                                      <p:cBhvr>
                                        <p:cTn id="24" dur="500"/>
                                        <p:tgtEl>
                                          <p:spTgt spid="138243">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8243">
                                            <p:txEl>
                                              <p:pRg st="6" end="6"/>
                                            </p:txEl>
                                          </p:spTgt>
                                        </p:tgtEl>
                                        <p:attrNameLst>
                                          <p:attrName>style.visibility</p:attrName>
                                        </p:attrNameLst>
                                      </p:cBhvr>
                                      <p:to>
                                        <p:strVal val="visible"/>
                                      </p:to>
                                    </p:set>
                                    <p:animEffect transition="in" filter="wipe(left)">
                                      <p:cBhvr>
                                        <p:cTn id="29" dur="500"/>
                                        <p:tgtEl>
                                          <p:spTgt spid="138243">
                                            <p:txEl>
                                              <p:pRg st="6" end="6"/>
                                            </p:txEl>
                                          </p:spTgt>
                                        </p:tgtEl>
                                      </p:cBhvr>
                                    </p:animEffect>
                                  </p:childTnLst>
                                </p:cTn>
                              </p:par>
                            </p:childTnLst>
                          </p:cTn>
                        </p:par>
                        <p:par>
                          <p:cTn id="30" fill="hold" nodeType="afterGroup">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38243">
                                            <p:txEl>
                                              <p:pRg st="7" end="7"/>
                                            </p:txEl>
                                          </p:spTgt>
                                        </p:tgtEl>
                                        <p:attrNameLst>
                                          <p:attrName>style.visibility</p:attrName>
                                        </p:attrNameLst>
                                      </p:cBhvr>
                                      <p:to>
                                        <p:strVal val="visible"/>
                                      </p:to>
                                    </p:set>
                                    <p:animEffect transition="in" filter="wipe(left)">
                                      <p:cBhvr>
                                        <p:cTn id="33" dur="500"/>
                                        <p:tgtEl>
                                          <p:spTgt spid="138243">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8244"/>
                                        </p:tgtEl>
                                        <p:attrNameLst>
                                          <p:attrName>style.visibility</p:attrName>
                                        </p:attrNameLst>
                                      </p:cBhvr>
                                      <p:to>
                                        <p:strVal val="visible"/>
                                      </p:to>
                                    </p:set>
                                    <p:animEffect transition="in" filter="wipe(left)">
                                      <p:cBhvr>
                                        <p:cTn id="38" dur="500"/>
                                        <p:tgtEl>
                                          <p:spTgt spid="13824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8245"/>
                                        </p:tgtEl>
                                        <p:attrNameLst>
                                          <p:attrName>style.visibility</p:attrName>
                                        </p:attrNameLst>
                                      </p:cBhvr>
                                      <p:to>
                                        <p:strVal val="visible"/>
                                      </p:to>
                                    </p:set>
                                    <p:animEffect transition="in" filter="wipe(left)">
                                      <p:cBhvr>
                                        <p:cTn id="43" dur="500"/>
                                        <p:tgtEl>
                                          <p:spTgt spid="13824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xit" presetSubtype="2" fill="hold" grpId="1" nodeType="clickEffect">
                                  <p:stCondLst>
                                    <p:cond delay="0"/>
                                  </p:stCondLst>
                                  <p:childTnLst>
                                    <p:animEffect transition="out" filter="wipe(right)">
                                      <p:cBhvr>
                                        <p:cTn id="47" dur="500"/>
                                        <p:tgtEl>
                                          <p:spTgt spid="138244"/>
                                        </p:tgtEl>
                                      </p:cBhvr>
                                    </p:animEffect>
                                    <p:set>
                                      <p:cBhvr>
                                        <p:cTn id="48" dur="1" fill="hold">
                                          <p:stCondLst>
                                            <p:cond delay="499"/>
                                          </p:stCondLst>
                                        </p:cTn>
                                        <p:tgtEl>
                                          <p:spTgt spid="138244"/>
                                        </p:tgtEl>
                                        <p:attrNameLst>
                                          <p:attrName>style.visibility</p:attrName>
                                        </p:attrNameLst>
                                      </p:cBhvr>
                                      <p:to>
                                        <p:strVal val="hidden"/>
                                      </p:to>
                                    </p:set>
                                  </p:childTnLst>
                                </p:cTn>
                              </p:par>
                              <p:par>
                                <p:cTn id="49" presetID="22" presetClass="exit" presetSubtype="2" fill="hold" grpId="1" nodeType="withEffect">
                                  <p:stCondLst>
                                    <p:cond delay="0"/>
                                  </p:stCondLst>
                                  <p:childTnLst>
                                    <p:animEffect transition="out" filter="wipe(right)">
                                      <p:cBhvr>
                                        <p:cTn id="50" dur="500"/>
                                        <p:tgtEl>
                                          <p:spTgt spid="138245"/>
                                        </p:tgtEl>
                                      </p:cBhvr>
                                    </p:animEffect>
                                    <p:set>
                                      <p:cBhvr>
                                        <p:cTn id="51" dur="1" fill="hold">
                                          <p:stCondLst>
                                            <p:cond delay="499"/>
                                          </p:stCondLst>
                                        </p:cTn>
                                        <p:tgtEl>
                                          <p:spTgt spid="138245"/>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38246"/>
                                        </p:tgtEl>
                                        <p:attrNameLst>
                                          <p:attrName>style.visibility</p:attrName>
                                        </p:attrNameLst>
                                      </p:cBhvr>
                                      <p:to>
                                        <p:strVal val="visible"/>
                                      </p:to>
                                    </p:set>
                                    <p:animEffect transition="in" filter="wipe(left)">
                                      <p:cBhvr>
                                        <p:cTn id="56" dur="500"/>
                                        <p:tgtEl>
                                          <p:spTgt spid="13824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8243">
                                            <p:txEl>
                                              <p:pRg st="8" end="8"/>
                                            </p:txEl>
                                          </p:spTgt>
                                        </p:tgtEl>
                                        <p:attrNameLst>
                                          <p:attrName>style.visibility</p:attrName>
                                        </p:attrNameLst>
                                      </p:cBhvr>
                                      <p:to>
                                        <p:strVal val="visible"/>
                                      </p:to>
                                    </p:set>
                                    <p:animEffect transition="in" filter="wipe(left)">
                                      <p:cBhvr>
                                        <p:cTn id="61" dur="500"/>
                                        <p:tgtEl>
                                          <p:spTgt spid="1382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P spid="138244" grpId="0" animBg="1"/>
      <p:bldP spid="138244" grpId="1" animBg="1"/>
      <p:bldP spid="138245" grpId="0" animBg="1"/>
      <p:bldP spid="138245" grpId="1"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latin typeface="宋体" panose="02010600030101010101" pitchFamily="2" charset="-122"/>
              </a:rPr>
              <a:t>数组元素地址计算</a:t>
            </a:r>
            <a:endParaRPr lang="zh-CN" altLang="en-US" dirty="0"/>
          </a:p>
        </p:txBody>
      </p:sp>
      <p:sp>
        <p:nvSpPr>
          <p:cNvPr id="130051" name="Rectangle 3"/>
          <p:cNvSpPr>
            <a:spLocks noGrp="1" noChangeArrowheads="1"/>
          </p:cNvSpPr>
          <p:nvPr>
            <p:ph idx="1"/>
          </p:nvPr>
        </p:nvSpPr>
        <p:spPr/>
        <p:txBody>
          <a:bodyPr rtlCol="0">
            <a:normAutofit/>
          </a:bodyPr>
          <a:lstStyle/>
          <a:p>
            <a:pPr marL="377979" indent="-377979" algn="just" defTabSz="503972" eaLnBrk="1" fontAlgn="auto" hangingPunct="1">
              <a:spcBef>
                <a:spcPts val="0"/>
              </a:spcBef>
              <a:spcAft>
                <a:spcPts val="0"/>
              </a:spcAft>
              <a:buFont typeface="Wingdings 3" charset="2"/>
              <a:buChar char=""/>
              <a:defRPr/>
            </a:pPr>
            <a:r>
              <a:rPr lang="en-US" altLang="zh-CN" sz="3086" dirty="0">
                <a:solidFill>
                  <a:schemeClr val="tx1">
                    <a:lumMod val="75000"/>
                    <a:lumOff val="25000"/>
                  </a:schemeClr>
                </a:solidFill>
              </a:rPr>
              <a:t>id</a:t>
            </a:r>
            <a:r>
              <a:rPr lang="zh-CN" altLang="en-US" sz="3086" dirty="0">
                <a:solidFill>
                  <a:schemeClr val="tx1">
                    <a:lumMod val="75000"/>
                    <a:lumOff val="25000"/>
                  </a:schemeClr>
                </a:solidFill>
              </a:rPr>
              <a:t>出现的地方也允许下面产生式中的</a:t>
            </a:r>
            <a:r>
              <a:rPr lang="en-US" altLang="zh-CN" sz="3086" dirty="0">
                <a:solidFill>
                  <a:schemeClr val="tx1">
                    <a:lumMod val="75000"/>
                    <a:lumOff val="25000"/>
                  </a:schemeClr>
                </a:solidFill>
              </a:rPr>
              <a:t>L</a:t>
            </a:r>
            <a:r>
              <a:rPr lang="zh-CN" altLang="en-US" sz="3086" dirty="0">
                <a:solidFill>
                  <a:schemeClr val="tx1">
                    <a:lumMod val="75000"/>
                    <a:lumOff val="25000"/>
                  </a:schemeClr>
                </a:solidFill>
              </a:rPr>
              <a:t>出现 </a:t>
            </a:r>
            <a:endParaRPr lang="en-US" altLang="zh-CN" sz="3086" dirty="0">
              <a:solidFill>
                <a:schemeClr val="tx1">
                  <a:lumMod val="75000"/>
                  <a:lumOff val="25000"/>
                </a:schemeClr>
              </a:solidFill>
            </a:endParaRPr>
          </a:p>
          <a:p>
            <a:pPr marL="377979" indent="-377979" defTabSz="503972" eaLnBrk="1" fontAlgn="auto" hangingPunct="1">
              <a:spcBef>
                <a:spcPts val="0"/>
              </a:spcBef>
              <a:spcAft>
                <a:spcPts val="0"/>
              </a:spcAft>
              <a:buFont typeface="Wingdings 3" charset="2"/>
              <a:buNone/>
              <a:defRPr/>
            </a:pPr>
            <a:r>
              <a:rPr lang="en-US" altLang="zh-CN" sz="3086" dirty="0">
                <a:solidFill>
                  <a:schemeClr val="tx1">
                    <a:lumMod val="75000"/>
                    <a:lumOff val="25000"/>
                  </a:schemeClr>
                </a:solidFill>
              </a:rPr>
              <a:t>	L → id [ </a:t>
            </a:r>
            <a:r>
              <a:rPr lang="en-US" altLang="zh-CN" sz="3086" dirty="0" err="1">
                <a:solidFill>
                  <a:schemeClr val="tx1">
                    <a:lumMod val="75000"/>
                    <a:lumOff val="25000"/>
                  </a:schemeClr>
                </a:solidFill>
              </a:rPr>
              <a:t>Elist</a:t>
            </a:r>
            <a:r>
              <a:rPr lang="en-US" altLang="zh-CN" sz="3086" dirty="0">
                <a:solidFill>
                  <a:schemeClr val="tx1">
                    <a:lumMod val="75000"/>
                    <a:lumOff val="25000"/>
                  </a:schemeClr>
                </a:solidFill>
              </a:rPr>
              <a:t> ] | id</a:t>
            </a:r>
          </a:p>
          <a:p>
            <a:pPr marL="377979" indent="-377979" defTabSz="503972" eaLnBrk="1" fontAlgn="auto" hangingPunct="1">
              <a:spcBef>
                <a:spcPts val="0"/>
              </a:spcBef>
              <a:spcAft>
                <a:spcPts val="0"/>
              </a:spcAft>
              <a:buFont typeface="Wingdings 3"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Elist</a:t>
            </a:r>
            <a:r>
              <a:rPr lang="en-US" altLang="zh-CN" sz="3086" dirty="0">
                <a:solidFill>
                  <a:schemeClr val="tx1">
                    <a:lumMod val="75000"/>
                    <a:lumOff val="25000"/>
                  </a:schemeClr>
                </a:solidFill>
              </a:rPr>
              <a:t> → </a:t>
            </a:r>
            <a:r>
              <a:rPr lang="en-US" altLang="zh-CN" sz="3086" dirty="0" err="1">
                <a:solidFill>
                  <a:schemeClr val="tx1">
                    <a:lumMod val="75000"/>
                    <a:lumOff val="25000"/>
                  </a:schemeClr>
                </a:solidFill>
              </a:rPr>
              <a:t>Elist,E</a:t>
            </a:r>
            <a:r>
              <a:rPr lang="en-US" altLang="zh-CN" sz="3086" dirty="0">
                <a:solidFill>
                  <a:schemeClr val="tx1">
                    <a:lumMod val="75000"/>
                    <a:lumOff val="25000"/>
                  </a:schemeClr>
                </a:solidFill>
              </a:rPr>
              <a:t> | E </a:t>
            </a:r>
            <a:endParaRPr lang="zh-CN" altLang="en-US" sz="3086" dirty="0">
              <a:solidFill>
                <a:schemeClr val="tx1">
                  <a:lumMod val="75000"/>
                  <a:lumOff val="25000"/>
                </a:schemeClr>
              </a:solidFill>
            </a:endParaRPr>
          </a:p>
          <a:p>
            <a:pPr marL="377979" indent="-377979" algn="just" defTabSz="503972" eaLnBrk="1" fontAlgn="auto" hangingPunct="1">
              <a:spcBef>
                <a:spcPts val="0"/>
              </a:spcBef>
              <a:spcAft>
                <a:spcPts val="0"/>
              </a:spcAft>
              <a:buFont typeface="Wingdings 3" charset="2"/>
              <a:buNone/>
              <a:defRPr/>
            </a:pPr>
            <a:r>
              <a:rPr lang="zh-CN" altLang="en-US" sz="3086" dirty="0">
                <a:solidFill>
                  <a:schemeClr val="tx1">
                    <a:lumMod val="75000"/>
                    <a:lumOff val="25000"/>
                  </a:schemeClr>
                </a:solidFill>
              </a:rPr>
              <a:t>为了便于处理，文法改写为</a:t>
            </a:r>
          </a:p>
          <a:p>
            <a:pPr marL="377979" indent="-377979" defTabSz="503972" eaLnBrk="1" fontAlgn="auto" hangingPunct="1">
              <a:spcBef>
                <a:spcPts val="0"/>
              </a:spcBef>
              <a:spcAft>
                <a:spcPts val="0"/>
              </a:spcAft>
              <a:buFont typeface="Wingdings 3" charset="2"/>
              <a:buNone/>
              <a:defRPr/>
            </a:pPr>
            <a:r>
              <a:rPr lang="zh-CN" altLang="zh-CN" sz="3086" dirty="0">
                <a:solidFill>
                  <a:schemeClr val="tx1">
                    <a:lumMod val="75000"/>
                    <a:lumOff val="25000"/>
                  </a:schemeClr>
                </a:solidFill>
              </a:rPr>
              <a:t>    </a:t>
            </a:r>
            <a:r>
              <a:rPr lang="en-US" altLang="zh-CN" sz="3086" dirty="0">
                <a:solidFill>
                  <a:schemeClr val="tx1">
                    <a:lumMod val="75000"/>
                    <a:lumOff val="25000"/>
                  </a:schemeClr>
                </a:solidFill>
              </a:rPr>
              <a:t>L → </a:t>
            </a:r>
            <a:r>
              <a:rPr lang="en-US" altLang="zh-CN" sz="3086" dirty="0" err="1">
                <a:solidFill>
                  <a:srgbClr val="C00000"/>
                </a:solidFill>
              </a:rPr>
              <a:t>Elist</a:t>
            </a:r>
            <a:r>
              <a:rPr lang="en-US" altLang="zh-CN" sz="3086" dirty="0">
                <a:solidFill>
                  <a:srgbClr val="C00000"/>
                </a:solidFill>
              </a:rPr>
              <a:t> ] </a:t>
            </a:r>
            <a:r>
              <a:rPr lang="en-US" altLang="zh-CN" sz="3086" dirty="0">
                <a:solidFill>
                  <a:schemeClr val="tx1">
                    <a:lumMod val="75000"/>
                    <a:lumOff val="25000"/>
                  </a:schemeClr>
                </a:solidFill>
              </a:rPr>
              <a:t>| id </a:t>
            </a:r>
          </a:p>
          <a:p>
            <a:pPr marL="377979" indent="-377979" defTabSz="503972" eaLnBrk="1" fontAlgn="auto" hangingPunct="1">
              <a:spcBef>
                <a:spcPts val="0"/>
              </a:spcBef>
              <a:spcAft>
                <a:spcPts val="0"/>
              </a:spcAft>
              <a:buFont typeface="Wingdings 3"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Elist</a:t>
            </a:r>
            <a:r>
              <a:rPr lang="en-US" altLang="zh-CN" sz="3086" dirty="0">
                <a:solidFill>
                  <a:schemeClr val="tx1">
                    <a:lumMod val="75000"/>
                    <a:lumOff val="25000"/>
                  </a:schemeClr>
                </a:solidFill>
              </a:rPr>
              <a:t> → </a:t>
            </a:r>
            <a:r>
              <a:rPr lang="en-US" altLang="zh-CN" sz="3086" dirty="0" err="1">
                <a:solidFill>
                  <a:srgbClr val="C00000"/>
                </a:solidFill>
              </a:rPr>
              <a:t>Elist</a:t>
            </a:r>
            <a:r>
              <a:rPr lang="en-US" altLang="zh-CN" sz="3086" dirty="0">
                <a:solidFill>
                  <a:srgbClr val="C00000"/>
                </a:solidFill>
              </a:rPr>
              <a:t>, E </a:t>
            </a:r>
            <a:r>
              <a:rPr lang="en-US" altLang="zh-CN" sz="3086" dirty="0">
                <a:solidFill>
                  <a:schemeClr val="tx1">
                    <a:lumMod val="75000"/>
                    <a:lumOff val="25000"/>
                  </a:schemeClr>
                </a:solidFill>
              </a:rPr>
              <a:t>| </a:t>
            </a:r>
            <a:r>
              <a:rPr lang="en-US" altLang="zh-CN" sz="3086" dirty="0">
                <a:solidFill>
                  <a:srgbClr val="C00000"/>
                </a:solidFill>
              </a:rPr>
              <a:t>id [ E </a:t>
            </a:r>
            <a:endParaRPr lang="zh-CN" altLang="en-US" sz="3086" dirty="0">
              <a:solidFill>
                <a:srgbClr val="C00000"/>
              </a:solidFill>
            </a:endParaRPr>
          </a:p>
        </p:txBody>
      </p:sp>
      <p:sp>
        <p:nvSpPr>
          <p:cNvPr id="6" name="Rectangle 4"/>
          <p:cNvSpPr>
            <a:spLocks noChangeArrowheads="1"/>
          </p:cNvSpPr>
          <p:nvPr/>
        </p:nvSpPr>
        <p:spPr bwMode="auto">
          <a:xfrm>
            <a:off x="747713" y="5122863"/>
            <a:ext cx="8296275" cy="13970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50000"/>
              </a:spcBef>
              <a:spcAft>
                <a:spcPts val="0"/>
              </a:spcAft>
              <a:buClr>
                <a:srgbClr val="EEECE1"/>
              </a:buClr>
              <a:buFont typeface="Wingdings" panose="05000000000000000000" pitchFamily="2" charset="2"/>
              <a:buNone/>
              <a:defRPr/>
            </a:pPr>
            <a:r>
              <a:rPr lang="zh-CN" altLang="en-US" sz="3086" dirty="0">
                <a:solidFill>
                  <a:srgbClr val="C00000"/>
                </a:solidFill>
              </a:rPr>
              <a:t>((</a:t>
            </a:r>
            <a:r>
              <a:rPr lang="zh-CN" altLang="en-US" sz="3086" dirty="0">
                <a:solidFill>
                  <a:srgbClr val="C00000"/>
                </a:solidFill>
                <a:latin typeface="微软雅黑" panose="020B0503020204020204" pitchFamily="34" charset="-122"/>
              </a:rPr>
              <a:t>…</a:t>
            </a:r>
            <a:r>
              <a:rPr lang="en-US" altLang="zh-CN" sz="3086" dirty="0">
                <a:solidFill>
                  <a:srgbClr val="C00000"/>
                </a:solidFill>
              </a:rPr>
              <a:t>i</a:t>
            </a:r>
            <a:r>
              <a:rPr lang="en-US" altLang="zh-CN" sz="3086" baseline="-30000" dirty="0">
                <a:solidFill>
                  <a:srgbClr val="C00000"/>
                </a:solidFill>
              </a:rPr>
              <a:t>1</a:t>
            </a:r>
            <a:r>
              <a:rPr lang="en-US" altLang="zh-CN" sz="3086" dirty="0">
                <a:solidFill>
                  <a:srgbClr val="C00000"/>
                </a:solidFill>
              </a:rPr>
              <a:t> n</a:t>
            </a:r>
            <a:r>
              <a:rPr lang="en-US" altLang="zh-CN" sz="3086" baseline="-30000" dirty="0">
                <a:solidFill>
                  <a:srgbClr val="C00000"/>
                </a:solidFill>
              </a:rPr>
              <a:t>2</a:t>
            </a:r>
            <a:r>
              <a:rPr lang="en-US" altLang="zh-CN" sz="3086" dirty="0">
                <a:solidFill>
                  <a:srgbClr val="C00000"/>
                </a:solidFill>
              </a:rPr>
              <a:t>+i</a:t>
            </a:r>
            <a:r>
              <a:rPr lang="en-US" altLang="zh-CN" sz="3086" baseline="-30000" dirty="0">
                <a:solidFill>
                  <a:srgbClr val="C00000"/>
                </a:solidFill>
              </a:rPr>
              <a:t>2</a:t>
            </a:r>
            <a:r>
              <a:rPr lang="en-US" altLang="zh-CN" sz="3086" dirty="0">
                <a:solidFill>
                  <a:srgbClr val="C00000"/>
                </a:solidFill>
              </a:rPr>
              <a:t>)n</a:t>
            </a:r>
            <a:r>
              <a:rPr lang="en-US" altLang="zh-CN" sz="3086" baseline="-30000" dirty="0">
                <a:solidFill>
                  <a:srgbClr val="C00000"/>
                </a:solidFill>
              </a:rPr>
              <a:t>3</a:t>
            </a:r>
            <a:r>
              <a:rPr lang="en-US" altLang="zh-CN" sz="3086" dirty="0">
                <a:solidFill>
                  <a:srgbClr val="C00000"/>
                </a:solidFill>
              </a:rPr>
              <a:t>+i</a:t>
            </a:r>
            <a:r>
              <a:rPr lang="en-US" altLang="zh-CN" sz="3086" baseline="-30000" dirty="0">
                <a:solidFill>
                  <a:srgbClr val="C00000"/>
                </a:solidFill>
              </a:rPr>
              <a:t>3</a:t>
            </a:r>
            <a:r>
              <a:rPr lang="en-US" altLang="zh-CN" sz="3086" dirty="0">
                <a:solidFill>
                  <a:srgbClr val="C00000"/>
                </a:solidFill>
              </a:rPr>
              <a:t>)</a:t>
            </a:r>
            <a:r>
              <a:rPr lang="en-US" altLang="zh-CN" sz="3086" dirty="0">
                <a:solidFill>
                  <a:srgbClr val="C00000"/>
                </a:solidFill>
                <a:latin typeface="微软雅黑" panose="020B0503020204020204" pitchFamily="34" charset="-122"/>
              </a:rPr>
              <a:t>…</a:t>
            </a:r>
            <a:r>
              <a:rPr lang="en-US" altLang="zh-CN" sz="3086" dirty="0">
                <a:solidFill>
                  <a:srgbClr val="C00000"/>
                </a:solidFill>
              </a:rPr>
              <a:t>)</a:t>
            </a:r>
            <a:r>
              <a:rPr lang="en-US" altLang="zh-CN" sz="3086" dirty="0" err="1">
                <a:solidFill>
                  <a:srgbClr val="C00000"/>
                </a:solidFill>
              </a:rPr>
              <a:t>n</a:t>
            </a:r>
            <a:r>
              <a:rPr lang="en-US" altLang="zh-CN" sz="3086" baseline="-30000" dirty="0" err="1">
                <a:solidFill>
                  <a:srgbClr val="C00000"/>
                </a:solidFill>
              </a:rPr>
              <a:t>k</a:t>
            </a:r>
            <a:r>
              <a:rPr lang="en-US" altLang="zh-CN" sz="3086" dirty="0" err="1">
                <a:solidFill>
                  <a:srgbClr val="C00000"/>
                </a:solidFill>
              </a:rPr>
              <a:t>+i</a:t>
            </a:r>
            <a:r>
              <a:rPr lang="en-US" altLang="zh-CN" sz="3086" baseline="-30000" dirty="0" err="1">
                <a:solidFill>
                  <a:srgbClr val="C00000"/>
                </a:solidFill>
              </a:rPr>
              <a:t>k</a:t>
            </a:r>
            <a:r>
              <a:rPr lang="en-US" altLang="zh-CN" sz="3086" dirty="0">
                <a:solidFill>
                  <a:srgbClr val="C00000"/>
                </a:solidFill>
              </a:rPr>
              <a:t>)×w </a:t>
            </a:r>
            <a:r>
              <a:rPr lang="en-US" altLang="zh-CN" sz="3086" dirty="0">
                <a:solidFill>
                  <a:prstClr val="black"/>
                </a:solidFill>
              </a:rPr>
              <a:t>+</a:t>
            </a:r>
          </a:p>
          <a:p>
            <a:pPr defTabSz="503972" eaLnBrk="1" fontAlgn="auto" hangingPunct="1">
              <a:spcBef>
                <a:spcPct val="50000"/>
              </a:spcBef>
              <a:spcAft>
                <a:spcPts val="0"/>
              </a:spcAft>
              <a:buClr>
                <a:srgbClr val="EEECE1"/>
              </a:buClr>
              <a:buFont typeface="Wingdings" panose="05000000000000000000" pitchFamily="2" charset="2"/>
              <a:buNone/>
              <a:defRPr/>
            </a:pPr>
            <a:r>
              <a:rPr lang="en-US" altLang="zh-CN" sz="3086" dirty="0">
                <a:solidFill>
                  <a:srgbClr val="0070C0"/>
                </a:solidFill>
              </a:rPr>
              <a:t>base-((</a:t>
            </a:r>
            <a:r>
              <a:rPr lang="en-US" altLang="zh-CN" sz="3086" dirty="0">
                <a:solidFill>
                  <a:srgbClr val="0070C0"/>
                </a:solidFill>
                <a:latin typeface="微软雅黑" panose="020B0503020204020204" pitchFamily="34" charset="-122"/>
              </a:rPr>
              <a:t>…</a:t>
            </a:r>
            <a:r>
              <a:rPr lang="en-US" altLang="zh-CN" sz="3086" dirty="0">
                <a:solidFill>
                  <a:srgbClr val="0070C0"/>
                </a:solidFill>
              </a:rPr>
              <a:t>((low</a:t>
            </a:r>
            <a:r>
              <a:rPr lang="en-US" altLang="zh-CN" sz="3086" baseline="-30000" dirty="0">
                <a:solidFill>
                  <a:srgbClr val="0070C0"/>
                </a:solidFill>
              </a:rPr>
              <a:t>1</a:t>
            </a:r>
            <a:r>
              <a:rPr lang="en-US" altLang="zh-CN" sz="3086" dirty="0">
                <a:solidFill>
                  <a:srgbClr val="0070C0"/>
                </a:solidFill>
              </a:rPr>
              <a:t> n</a:t>
            </a:r>
            <a:r>
              <a:rPr lang="en-US" altLang="zh-CN" sz="3086" baseline="-30000" dirty="0">
                <a:solidFill>
                  <a:srgbClr val="0070C0"/>
                </a:solidFill>
              </a:rPr>
              <a:t>2</a:t>
            </a:r>
            <a:r>
              <a:rPr lang="en-US" altLang="zh-CN" sz="3086" dirty="0">
                <a:solidFill>
                  <a:srgbClr val="0070C0"/>
                </a:solidFill>
              </a:rPr>
              <a:t>+low</a:t>
            </a:r>
            <a:r>
              <a:rPr lang="en-US" altLang="zh-CN" sz="3086" baseline="-30000" dirty="0">
                <a:solidFill>
                  <a:srgbClr val="0070C0"/>
                </a:solidFill>
              </a:rPr>
              <a:t>2</a:t>
            </a:r>
            <a:r>
              <a:rPr lang="en-US" altLang="zh-CN" sz="3086" dirty="0">
                <a:solidFill>
                  <a:srgbClr val="0070C0"/>
                </a:solidFill>
              </a:rPr>
              <a:t>)n</a:t>
            </a:r>
            <a:r>
              <a:rPr lang="en-US" altLang="zh-CN" sz="3086" baseline="-30000" dirty="0">
                <a:solidFill>
                  <a:srgbClr val="0070C0"/>
                </a:solidFill>
              </a:rPr>
              <a:t>3</a:t>
            </a:r>
            <a:r>
              <a:rPr lang="en-US" altLang="zh-CN" sz="3086" dirty="0">
                <a:solidFill>
                  <a:srgbClr val="0070C0"/>
                </a:solidFill>
              </a:rPr>
              <a:t>+low</a:t>
            </a:r>
            <a:r>
              <a:rPr lang="en-US" altLang="zh-CN" sz="3086" baseline="-30000" dirty="0">
                <a:solidFill>
                  <a:srgbClr val="0070C0"/>
                </a:solidFill>
              </a:rPr>
              <a:t>3</a:t>
            </a:r>
            <a:r>
              <a:rPr lang="en-US" altLang="zh-CN" sz="3086" dirty="0">
                <a:solidFill>
                  <a:srgbClr val="0070C0"/>
                </a:solidFill>
              </a:rPr>
              <a:t>)</a:t>
            </a:r>
            <a:r>
              <a:rPr lang="en-US" altLang="zh-CN" sz="3086" dirty="0">
                <a:solidFill>
                  <a:srgbClr val="0070C0"/>
                </a:solidFill>
                <a:latin typeface="微软雅黑" panose="020B0503020204020204" pitchFamily="34" charset="-122"/>
              </a:rPr>
              <a:t>…</a:t>
            </a:r>
            <a:r>
              <a:rPr lang="en-US" altLang="zh-CN" sz="3086" dirty="0">
                <a:solidFill>
                  <a:srgbClr val="0070C0"/>
                </a:solidFill>
              </a:rPr>
              <a:t>)</a:t>
            </a:r>
            <a:r>
              <a:rPr lang="en-US" altLang="zh-CN" sz="3086" dirty="0" err="1">
                <a:solidFill>
                  <a:srgbClr val="0070C0"/>
                </a:solidFill>
              </a:rPr>
              <a:t>n</a:t>
            </a:r>
            <a:r>
              <a:rPr lang="en-US" altLang="zh-CN" sz="3086" baseline="-30000" dirty="0" err="1">
                <a:solidFill>
                  <a:srgbClr val="0070C0"/>
                </a:solidFill>
              </a:rPr>
              <a:t>k</a:t>
            </a:r>
            <a:r>
              <a:rPr lang="en-US" altLang="zh-CN" sz="3086" dirty="0" err="1">
                <a:solidFill>
                  <a:srgbClr val="0070C0"/>
                </a:solidFill>
              </a:rPr>
              <a:t>+low</a:t>
            </a:r>
            <a:r>
              <a:rPr lang="en-US" altLang="zh-CN" sz="3086" baseline="-30000" dirty="0" err="1">
                <a:solidFill>
                  <a:srgbClr val="0070C0"/>
                </a:solidFill>
              </a:rPr>
              <a:t>k</a:t>
            </a:r>
            <a:r>
              <a:rPr lang="en-US" altLang="zh-CN" sz="3086" dirty="0">
                <a:solidFill>
                  <a:srgbClr val="0070C0"/>
                </a:solidFill>
              </a:rPr>
              <a:t>)×w</a:t>
            </a:r>
          </a:p>
        </p:txBody>
      </p:sp>
      <p:sp>
        <p:nvSpPr>
          <p:cNvPr id="3" name="灯片编号占位符 2">
            <a:extLst>
              <a:ext uri="{FF2B5EF4-FFF2-40B4-BE49-F238E27FC236}">
                <a16:creationId xmlns:a16="http://schemas.microsoft.com/office/drawing/2014/main" id="{47E0D411-F8B9-9D22-7BD2-97E57E6D0987}"/>
              </a:ext>
            </a:extLst>
          </p:cNvPr>
          <p:cNvSpPr>
            <a:spLocks noGrp="1"/>
          </p:cNvSpPr>
          <p:nvPr>
            <p:ph type="sldNum" sz="quarter" idx="12"/>
          </p:nvPr>
        </p:nvSpPr>
        <p:spPr/>
        <p:txBody>
          <a:bodyPr/>
          <a:lstStyle/>
          <a:p>
            <a:pPr>
              <a:defRPr/>
            </a:pPr>
            <a:fld id="{18E7D68B-C88F-43E9-9804-360AF6DBD025}" type="slidenum">
              <a:rPr lang="en-US" smtClean="0"/>
              <a:pPr>
                <a:defRPr/>
              </a:pPr>
              <a:t>61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wipe(left)">
                                      <p:cBhvr>
                                        <p:cTn id="7" dur="500"/>
                                        <p:tgtEl>
                                          <p:spTgt spid="130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0051">
                                            <p:txEl>
                                              <p:pRg st="1" end="1"/>
                                            </p:txEl>
                                          </p:spTgt>
                                        </p:tgtEl>
                                        <p:attrNameLst>
                                          <p:attrName>style.visibility</p:attrName>
                                        </p:attrNameLst>
                                      </p:cBhvr>
                                      <p:to>
                                        <p:strVal val="visible"/>
                                      </p:to>
                                    </p:set>
                                    <p:animEffect transition="in" filter="wipe(left)">
                                      <p:cBhvr>
                                        <p:cTn id="12" dur="500"/>
                                        <p:tgtEl>
                                          <p:spTgt spid="1300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51">
                                            <p:txEl>
                                              <p:pRg st="2" end="2"/>
                                            </p:txEl>
                                          </p:spTgt>
                                        </p:tgtEl>
                                        <p:attrNameLst>
                                          <p:attrName>style.visibility</p:attrName>
                                        </p:attrNameLst>
                                      </p:cBhvr>
                                      <p:to>
                                        <p:strVal val="visible"/>
                                      </p:to>
                                    </p:set>
                                    <p:animEffect transition="in" filter="wipe(left)">
                                      <p:cBhvr>
                                        <p:cTn id="17" dur="500"/>
                                        <p:tgtEl>
                                          <p:spTgt spid="1300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0051">
                                            <p:txEl>
                                              <p:pRg st="3" end="3"/>
                                            </p:txEl>
                                          </p:spTgt>
                                        </p:tgtEl>
                                        <p:attrNameLst>
                                          <p:attrName>style.visibility</p:attrName>
                                        </p:attrNameLst>
                                      </p:cBhvr>
                                      <p:to>
                                        <p:strVal val="visible"/>
                                      </p:to>
                                    </p:set>
                                    <p:animEffect transition="in" filter="wipe(left)">
                                      <p:cBhvr>
                                        <p:cTn id="27" dur="500"/>
                                        <p:tgtEl>
                                          <p:spTgt spid="13005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0051">
                                            <p:txEl>
                                              <p:pRg st="4" end="4"/>
                                            </p:txEl>
                                          </p:spTgt>
                                        </p:tgtEl>
                                        <p:attrNameLst>
                                          <p:attrName>style.visibility</p:attrName>
                                        </p:attrNameLst>
                                      </p:cBhvr>
                                      <p:to>
                                        <p:strVal val="visible"/>
                                      </p:to>
                                    </p:set>
                                    <p:animEffect transition="in" filter="wipe(left)">
                                      <p:cBhvr>
                                        <p:cTn id="32" dur="500"/>
                                        <p:tgtEl>
                                          <p:spTgt spid="13005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0051">
                                            <p:txEl>
                                              <p:pRg st="5" end="5"/>
                                            </p:txEl>
                                          </p:spTgt>
                                        </p:tgtEl>
                                        <p:attrNameLst>
                                          <p:attrName>style.visibility</p:attrName>
                                        </p:attrNameLst>
                                      </p:cBhvr>
                                      <p:to>
                                        <p:strVal val="visible"/>
                                      </p:to>
                                    </p:set>
                                    <p:animEffect transition="in" filter="wipe(left)">
                                      <p:cBhvr>
                                        <p:cTn id="37" dur="500"/>
                                        <p:tgtEl>
                                          <p:spTgt spid="1300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latin typeface="宋体" panose="02010600030101010101" pitchFamily="2" charset="-122"/>
              </a:rPr>
              <a:t>数组元素地址计算</a:t>
            </a:r>
            <a:endParaRPr lang="zh-CN" altLang="en-US" dirty="0"/>
          </a:p>
        </p:txBody>
      </p:sp>
      <p:sp>
        <p:nvSpPr>
          <p:cNvPr id="131074" name="Rectangle 2"/>
          <p:cNvSpPr>
            <a:spLocks noGrp="1" noChangeArrowheads="1"/>
          </p:cNvSpPr>
          <p:nvPr>
            <p:ph idx="1"/>
          </p:nvPr>
        </p:nvSpPr>
        <p:spPr/>
        <p:txBody>
          <a:bodyPr rtlCol="0">
            <a:normAutofit/>
          </a:bodyPr>
          <a:lstStyle/>
          <a:p>
            <a:pPr marL="377979" indent="-377979" algn="just" defTabSz="503972" eaLnBrk="1" fontAlgn="auto" hangingPunct="1">
              <a:spcBef>
                <a:spcPts val="496"/>
              </a:spcBef>
              <a:spcAft>
                <a:spcPts val="0"/>
              </a:spcAft>
              <a:buFont typeface="Wingdings 3" charset="2"/>
              <a:buChar char=""/>
              <a:defRPr/>
            </a:pPr>
            <a:r>
              <a:rPr lang="zh-CN" altLang="en-US" sz="3086" dirty="0">
                <a:solidFill>
                  <a:schemeClr val="tx1">
                    <a:lumMod val="75000"/>
                    <a:lumOff val="25000"/>
                  </a:schemeClr>
                </a:solidFill>
              </a:rPr>
              <a:t>引入下列语义变量或语义过程</a:t>
            </a:r>
          </a:p>
          <a:p>
            <a:pPr marL="818954" lvl="1" indent="-314982" algn="just" defTabSz="503972" eaLnBrk="1" fontAlgn="auto" hangingPunct="1">
              <a:spcBef>
                <a:spcPts val="496"/>
              </a:spcBef>
              <a:spcAft>
                <a:spcPts val="0"/>
              </a:spcAft>
              <a:buFont typeface="Wingdings 3" charset="2"/>
              <a:buChar char=""/>
              <a:defRPr/>
            </a:pPr>
            <a:r>
              <a:rPr lang="en-US" altLang="zh-CN" sz="2646" dirty="0" err="1">
                <a:solidFill>
                  <a:schemeClr val="tx1">
                    <a:lumMod val="75000"/>
                    <a:lumOff val="25000"/>
                  </a:schemeClr>
                </a:solidFill>
              </a:rPr>
              <a:t>Elist.ndim</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下标个数计数器</a:t>
            </a:r>
          </a:p>
          <a:p>
            <a:pPr marL="818954" lvl="1" indent="-314982" algn="just" defTabSz="503972" eaLnBrk="1" fontAlgn="auto" hangingPunct="1">
              <a:spcBef>
                <a:spcPts val="496"/>
              </a:spcBef>
              <a:spcAft>
                <a:spcPts val="0"/>
              </a:spcAft>
              <a:buFont typeface="Wingdings 3" charset="2"/>
              <a:buChar char=""/>
              <a:defRPr/>
            </a:pPr>
            <a:r>
              <a:rPr lang="en-US" altLang="zh-CN" sz="2646" dirty="0" err="1">
                <a:solidFill>
                  <a:schemeClr val="tx1">
                    <a:lumMod val="75000"/>
                    <a:lumOff val="25000"/>
                  </a:schemeClr>
                </a:solidFill>
              </a:rPr>
              <a:t>Elist.place</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保存临时变量的名字，这些临时变量存放已形成的</a:t>
            </a:r>
            <a:r>
              <a:rPr lang="en-US" altLang="zh-CN" sz="2646" dirty="0" err="1">
                <a:solidFill>
                  <a:schemeClr val="tx1">
                    <a:lumMod val="75000"/>
                    <a:lumOff val="25000"/>
                  </a:schemeClr>
                </a:solidFill>
              </a:rPr>
              <a:t>Elist</a:t>
            </a:r>
            <a:r>
              <a:rPr lang="zh-CN" altLang="en-US" sz="2646" dirty="0">
                <a:solidFill>
                  <a:schemeClr val="tx1">
                    <a:lumMod val="75000"/>
                    <a:lumOff val="25000"/>
                  </a:schemeClr>
                </a:solidFill>
              </a:rPr>
              <a:t>中的下标表达式计算出来的值</a:t>
            </a:r>
          </a:p>
          <a:p>
            <a:pPr marL="818954" lvl="1" indent="-314982" algn="just" defTabSz="503972" eaLnBrk="1" fontAlgn="auto" hangingPunct="1">
              <a:spcBef>
                <a:spcPts val="496"/>
              </a:spcBef>
              <a:spcAft>
                <a:spcPts val="0"/>
              </a:spcAft>
              <a:buFont typeface="Wingdings 3" charset="2"/>
              <a:buChar char=""/>
              <a:defRPr/>
            </a:pPr>
            <a:r>
              <a:rPr lang="en-US" altLang="zh-CN" sz="2646" dirty="0" err="1">
                <a:solidFill>
                  <a:schemeClr val="tx1">
                    <a:lumMod val="75000"/>
                    <a:lumOff val="25000"/>
                  </a:schemeClr>
                </a:solidFill>
              </a:rPr>
              <a:t>Elist.array</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保存数组名</a:t>
            </a:r>
            <a:endParaRPr lang="en-US" altLang="zh-CN" sz="2149" dirty="0">
              <a:solidFill>
                <a:schemeClr val="tx1">
                  <a:lumMod val="75000"/>
                  <a:lumOff val="25000"/>
                </a:schemeClr>
              </a:solidFill>
            </a:endParaRPr>
          </a:p>
          <a:p>
            <a:pPr marL="818954" lvl="1" indent="-314982" algn="just" defTabSz="503972" eaLnBrk="1" fontAlgn="auto" hangingPunct="1">
              <a:spcBef>
                <a:spcPts val="496"/>
              </a:spcBef>
              <a:spcAft>
                <a:spcPts val="0"/>
              </a:spcAft>
              <a:buFont typeface="Wingdings 3" charset="2"/>
              <a:buChar char=""/>
              <a:defRPr/>
            </a:pPr>
            <a:r>
              <a:rPr lang="en-US" altLang="zh-CN" sz="2646" dirty="0">
                <a:solidFill>
                  <a:schemeClr val="tx1">
                    <a:lumMod val="75000"/>
                    <a:lumOff val="25000"/>
                  </a:schemeClr>
                </a:solidFill>
              </a:rPr>
              <a:t>limit(</a:t>
            </a:r>
            <a:r>
              <a:rPr lang="en-US" altLang="zh-CN" sz="2646" dirty="0" err="1">
                <a:solidFill>
                  <a:schemeClr val="tx1">
                    <a:lumMod val="75000"/>
                    <a:lumOff val="25000"/>
                  </a:schemeClr>
                </a:solidFill>
              </a:rPr>
              <a:t>array，j</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函数过程，它给出数组</a:t>
            </a:r>
            <a:r>
              <a:rPr lang="en-US" altLang="zh-CN" sz="2646" dirty="0">
                <a:solidFill>
                  <a:schemeClr val="tx1">
                    <a:lumMod val="75000"/>
                    <a:lumOff val="25000"/>
                  </a:schemeClr>
                </a:solidFill>
              </a:rPr>
              <a:t>array</a:t>
            </a:r>
            <a:r>
              <a:rPr lang="zh-CN" altLang="en-US" sz="2646" dirty="0">
                <a:solidFill>
                  <a:schemeClr val="tx1">
                    <a:lumMod val="75000"/>
                    <a:lumOff val="25000"/>
                  </a:schemeClr>
                </a:solidFill>
              </a:rPr>
              <a:t>的第</a:t>
            </a:r>
            <a:r>
              <a:rPr lang="en-US" altLang="zh-CN" sz="2646" dirty="0">
                <a:solidFill>
                  <a:schemeClr val="tx1">
                    <a:lumMod val="75000"/>
                    <a:lumOff val="25000"/>
                  </a:schemeClr>
                </a:solidFill>
              </a:rPr>
              <a:t>j</a:t>
            </a:r>
            <a:r>
              <a:rPr lang="zh-CN" altLang="en-US" sz="2646" dirty="0">
                <a:solidFill>
                  <a:schemeClr val="tx1">
                    <a:lumMod val="75000"/>
                    <a:lumOff val="25000"/>
                  </a:schemeClr>
                </a:solidFill>
              </a:rPr>
              <a:t>维的长度</a:t>
            </a:r>
          </a:p>
        </p:txBody>
      </p:sp>
      <p:sp>
        <p:nvSpPr>
          <p:cNvPr id="9" name="Rectangle 4"/>
          <p:cNvSpPr>
            <a:spLocks noChangeArrowheads="1"/>
          </p:cNvSpPr>
          <p:nvPr/>
        </p:nvSpPr>
        <p:spPr bwMode="auto">
          <a:xfrm>
            <a:off x="893763" y="5794375"/>
            <a:ext cx="8296275" cy="11620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661"/>
              </a:spcBef>
              <a:spcAft>
                <a:spcPts val="0"/>
              </a:spcAft>
              <a:buClr>
                <a:srgbClr val="EEECE1"/>
              </a:buClr>
              <a:buFont typeface="Wingdings" panose="05000000000000000000" pitchFamily="2" charset="2"/>
              <a:buNone/>
              <a:defRPr/>
            </a:pPr>
            <a:r>
              <a:rPr lang="zh-CN" altLang="en-US" sz="3086" dirty="0">
                <a:solidFill>
                  <a:srgbClr val="C00000"/>
                </a:solidFill>
              </a:rPr>
              <a:t>((</a:t>
            </a:r>
            <a:r>
              <a:rPr lang="zh-CN" altLang="en-US" sz="3086" dirty="0">
                <a:solidFill>
                  <a:srgbClr val="C00000"/>
                </a:solidFill>
                <a:latin typeface="微软雅黑" panose="020B0503020204020204" pitchFamily="34" charset="-122"/>
              </a:rPr>
              <a:t>…</a:t>
            </a:r>
            <a:r>
              <a:rPr lang="en-US" altLang="zh-CN" sz="3086" dirty="0">
                <a:solidFill>
                  <a:srgbClr val="C00000"/>
                </a:solidFill>
              </a:rPr>
              <a:t>i</a:t>
            </a:r>
            <a:r>
              <a:rPr lang="en-US" altLang="zh-CN" sz="3086" baseline="-30000" dirty="0">
                <a:solidFill>
                  <a:srgbClr val="C00000"/>
                </a:solidFill>
              </a:rPr>
              <a:t>1</a:t>
            </a:r>
            <a:r>
              <a:rPr lang="en-US" altLang="zh-CN" sz="3086" dirty="0">
                <a:solidFill>
                  <a:srgbClr val="C00000"/>
                </a:solidFill>
              </a:rPr>
              <a:t> n</a:t>
            </a:r>
            <a:r>
              <a:rPr lang="en-US" altLang="zh-CN" sz="3086" baseline="-30000" dirty="0">
                <a:solidFill>
                  <a:srgbClr val="C00000"/>
                </a:solidFill>
              </a:rPr>
              <a:t>2</a:t>
            </a:r>
            <a:r>
              <a:rPr lang="en-US" altLang="zh-CN" sz="3086" dirty="0">
                <a:solidFill>
                  <a:srgbClr val="C00000"/>
                </a:solidFill>
              </a:rPr>
              <a:t>+i</a:t>
            </a:r>
            <a:r>
              <a:rPr lang="en-US" altLang="zh-CN" sz="3086" baseline="-30000" dirty="0">
                <a:solidFill>
                  <a:srgbClr val="C00000"/>
                </a:solidFill>
              </a:rPr>
              <a:t>2</a:t>
            </a:r>
            <a:r>
              <a:rPr lang="en-US" altLang="zh-CN" sz="3086" dirty="0">
                <a:solidFill>
                  <a:srgbClr val="C00000"/>
                </a:solidFill>
              </a:rPr>
              <a:t>)n</a:t>
            </a:r>
            <a:r>
              <a:rPr lang="en-US" altLang="zh-CN" sz="3086" baseline="-30000" dirty="0">
                <a:solidFill>
                  <a:srgbClr val="C00000"/>
                </a:solidFill>
              </a:rPr>
              <a:t>3</a:t>
            </a:r>
            <a:r>
              <a:rPr lang="en-US" altLang="zh-CN" sz="3086" dirty="0">
                <a:solidFill>
                  <a:srgbClr val="C00000"/>
                </a:solidFill>
              </a:rPr>
              <a:t>+i</a:t>
            </a:r>
            <a:r>
              <a:rPr lang="en-US" altLang="zh-CN" sz="3086" baseline="-30000" dirty="0">
                <a:solidFill>
                  <a:srgbClr val="C00000"/>
                </a:solidFill>
              </a:rPr>
              <a:t>3</a:t>
            </a:r>
            <a:r>
              <a:rPr lang="en-US" altLang="zh-CN" sz="3086" dirty="0">
                <a:solidFill>
                  <a:srgbClr val="C00000"/>
                </a:solidFill>
              </a:rPr>
              <a:t>)</a:t>
            </a:r>
            <a:r>
              <a:rPr lang="en-US" altLang="zh-CN" sz="3086" dirty="0">
                <a:solidFill>
                  <a:srgbClr val="C00000"/>
                </a:solidFill>
                <a:latin typeface="微软雅黑" panose="020B0503020204020204" pitchFamily="34" charset="-122"/>
              </a:rPr>
              <a:t>…</a:t>
            </a:r>
            <a:r>
              <a:rPr lang="en-US" altLang="zh-CN" sz="3086" dirty="0">
                <a:solidFill>
                  <a:srgbClr val="C00000"/>
                </a:solidFill>
              </a:rPr>
              <a:t>)</a:t>
            </a:r>
            <a:r>
              <a:rPr lang="en-US" altLang="zh-CN" sz="3086" dirty="0" err="1">
                <a:solidFill>
                  <a:srgbClr val="C00000"/>
                </a:solidFill>
              </a:rPr>
              <a:t>n</a:t>
            </a:r>
            <a:r>
              <a:rPr lang="en-US" altLang="zh-CN" sz="3086" baseline="-30000" dirty="0" err="1">
                <a:solidFill>
                  <a:srgbClr val="C00000"/>
                </a:solidFill>
              </a:rPr>
              <a:t>k</a:t>
            </a:r>
            <a:r>
              <a:rPr lang="en-US" altLang="zh-CN" sz="3086" dirty="0" err="1">
                <a:solidFill>
                  <a:srgbClr val="C00000"/>
                </a:solidFill>
              </a:rPr>
              <a:t>+i</a:t>
            </a:r>
            <a:r>
              <a:rPr lang="en-US" altLang="zh-CN" sz="3086" baseline="-30000" dirty="0" err="1">
                <a:solidFill>
                  <a:srgbClr val="C00000"/>
                </a:solidFill>
              </a:rPr>
              <a:t>k</a:t>
            </a:r>
            <a:r>
              <a:rPr lang="en-US" altLang="zh-CN" sz="3086" dirty="0">
                <a:solidFill>
                  <a:srgbClr val="C00000"/>
                </a:solidFill>
              </a:rPr>
              <a:t>)×w </a:t>
            </a:r>
            <a:r>
              <a:rPr lang="en-US" altLang="zh-CN" sz="3086" dirty="0">
                <a:solidFill>
                  <a:prstClr val="black"/>
                </a:solidFill>
              </a:rPr>
              <a:t>+</a:t>
            </a:r>
          </a:p>
          <a:p>
            <a:pPr defTabSz="503972" eaLnBrk="1" fontAlgn="auto" hangingPunct="1">
              <a:spcBef>
                <a:spcPts val="661"/>
              </a:spcBef>
              <a:spcAft>
                <a:spcPts val="0"/>
              </a:spcAft>
              <a:buClr>
                <a:srgbClr val="EEECE1"/>
              </a:buClr>
              <a:buFont typeface="Wingdings" panose="05000000000000000000" pitchFamily="2" charset="2"/>
              <a:buNone/>
              <a:defRPr/>
            </a:pPr>
            <a:r>
              <a:rPr lang="en-US" altLang="zh-CN" sz="3086" dirty="0">
                <a:solidFill>
                  <a:srgbClr val="0070C0"/>
                </a:solidFill>
              </a:rPr>
              <a:t>base-((</a:t>
            </a:r>
            <a:r>
              <a:rPr lang="en-US" altLang="zh-CN" sz="3086" dirty="0">
                <a:solidFill>
                  <a:srgbClr val="0070C0"/>
                </a:solidFill>
                <a:latin typeface="微软雅黑" panose="020B0503020204020204" pitchFamily="34" charset="-122"/>
              </a:rPr>
              <a:t>…</a:t>
            </a:r>
            <a:r>
              <a:rPr lang="en-US" altLang="zh-CN" sz="3086" dirty="0">
                <a:solidFill>
                  <a:srgbClr val="0070C0"/>
                </a:solidFill>
              </a:rPr>
              <a:t>((low</a:t>
            </a:r>
            <a:r>
              <a:rPr lang="en-US" altLang="zh-CN" sz="3086" baseline="-30000" dirty="0">
                <a:solidFill>
                  <a:srgbClr val="0070C0"/>
                </a:solidFill>
              </a:rPr>
              <a:t>1</a:t>
            </a:r>
            <a:r>
              <a:rPr lang="en-US" altLang="zh-CN" sz="3086" dirty="0">
                <a:solidFill>
                  <a:srgbClr val="0070C0"/>
                </a:solidFill>
              </a:rPr>
              <a:t> n</a:t>
            </a:r>
            <a:r>
              <a:rPr lang="en-US" altLang="zh-CN" sz="3086" baseline="-30000" dirty="0">
                <a:solidFill>
                  <a:srgbClr val="0070C0"/>
                </a:solidFill>
              </a:rPr>
              <a:t>2</a:t>
            </a:r>
            <a:r>
              <a:rPr lang="en-US" altLang="zh-CN" sz="3086" dirty="0">
                <a:solidFill>
                  <a:srgbClr val="0070C0"/>
                </a:solidFill>
              </a:rPr>
              <a:t>+low</a:t>
            </a:r>
            <a:r>
              <a:rPr lang="en-US" altLang="zh-CN" sz="3086" baseline="-30000" dirty="0">
                <a:solidFill>
                  <a:srgbClr val="0070C0"/>
                </a:solidFill>
              </a:rPr>
              <a:t>2</a:t>
            </a:r>
            <a:r>
              <a:rPr lang="en-US" altLang="zh-CN" sz="3086" dirty="0">
                <a:solidFill>
                  <a:srgbClr val="0070C0"/>
                </a:solidFill>
              </a:rPr>
              <a:t>)n</a:t>
            </a:r>
            <a:r>
              <a:rPr lang="en-US" altLang="zh-CN" sz="3086" baseline="-30000" dirty="0">
                <a:solidFill>
                  <a:srgbClr val="0070C0"/>
                </a:solidFill>
              </a:rPr>
              <a:t>3</a:t>
            </a:r>
            <a:r>
              <a:rPr lang="en-US" altLang="zh-CN" sz="3086" dirty="0">
                <a:solidFill>
                  <a:srgbClr val="0070C0"/>
                </a:solidFill>
              </a:rPr>
              <a:t>+low</a:t>
            </a:r>
            <a:r>
              <a:rPr lang="en-US" altLang="zh-CN" sz="3086" baseline="-30000" dirty="0">
                <a:solidFill>
                  <a:srgbClr val="0070C0"/>
                </a:solidFill>
              </a:rPr>
              <a:t>3</a:t>
            </a:r>
            <a:r>
              <a:rPr lang="en-US" altLang="zh-CN" sz="3086" dirty="0">
                <a:solidFill>
                  <a:srgbClr val="0070C0"/>
                </a:solidFill>
              </a:rPr>
              <a:t>)</a:t>
            </a:r>
            <a:r>
              <a:rPr lang="en-US" altLang="zh-CN" sz="3086" dirty="0">
                <a:solidFill>
                  <a:srgbClr val="0070C0"/>
                </a:solidFill>
                <a:latin typeface="微软雅黑" panose="020B0503020204020204" pitchFamily="34" charset="-122"/>
              </a:rPr>
              <a:t>…</a:t>
            </a:r>
            <a:r>
              <a:rPr lang="en-US" altLang="zh-CN" sz="3086" dirty="0">
                <a:solidFill>
                  <a:srgbClr val="0070C0"/>
                </a:solidFill>
              </a:rPr>
              <a:t>)</a:t>
            </a:r>
            <a:r>
              <a:rPr lang="en-US" altLang="zh-CN" sz="3086" dirty="0" err="1">
                <a:solidFill>
                  <a:srgbClr val="0070C0"/>
                </a:solidFill>
              </a:rPr>
              <a:t>n</a:t>
            </a:r>
            <a:r>
              <a:rPr lang="en-US" altLang="zh-CN" sz="3086" baseline="-30000" dirty="0" err="1">
                <a:solidFill>
                  <a:srgbClr val="0070C0"/>
                </a:solidFill>
              </a:rPr>
              <a:t>k</a:t>
            </a:r>
            <a:r>
              <a:rPr lang="en-US" altLang="zh-CN" sz="3086" dirty="0" err="1">
                <a:solidFill>
                  <a:srgbClr val="0070C0"/>
                </a:solidFill>
              </a:rPr>
              <a:t>+low</a:t>
            </a:r>
            <a:r>
              <a:rPr lang="en-US" altLang="zh-CN" sz="3086" baseline="-30000" dirty="0" err="1">
                <a:solidFill>
                  <a:srgbClr val="0070C0"/>
                </a:solidFill>
              </a:rPr>
              <a:t>k</a:t>
            </a:r>
            <a:r>
              <a:rPr lang="en-US" altLang="zh-CN" sz="3086" dirty="0">
                <a:solidFill>
                  <a:srgbClr val="0070C0"/>
                </a:solidFill>
              </a:rPr>
              <a:t>)×w</a:t>
            </a:r>
          </a:p>
        </p:txBody>
      </p:sp>
      <p:sp>
        <p:nvSpPr>
          <p:cNvPr id="3" name="灯片编号占位符 2">
            <a:extLst>
              <a:ext uri="{FF2B5EF4-FFF2-40B4-BE49-F238E27FC236}">
                <a16:creationId xmlns:a16="http://schemas.microsoft.com/office/drawing/2014/main" id="{7841CA8C-B11D-3EB8-AB23-59324926153A}"/>
              </a:ext>
            </a:extLst>
          </p:cNvPr>
          <p:cNvSpPr>
            <a:spLocks noGrp="1"/>
          </p:cNvSpPr>
          <p:nvPr>
            <p:ph type="sldNum" sz="quarter" idx="12"/>
          </p:nvPr>
        </p:nvSpPr>
        <p:spPr/>
        <p:txBody>
          <a:bodyPr/>
          <a:lstStyle/>
          <a:p>
            <a:pPr>
              <a:defRPr/>
            </a:pPr>
            <a:fld id="{B59B9037-634B-49F4-9AEC-77E166A72F93}" type="slidenum">
              <a:rPr lang="en-US" smtClean="0"/>
              <a:pPr>
                <a:defRPr/>
              </a:pPr>
              <a:t>62</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74">
                                            <p:txEl>
                                              <p:pRg st="0" end="0"/>
                                            </p:txEl>
                                          </p:spTgt>
                                        </p:tgtEl>
                                        <p:attrNameLst>
                                          <p:attrName>style.visibility</p:attrName>
                                        </p:attrNameLst>
                                      </p:cBhvr>
                                      <p:to>
                                        <p:strVal val="visible"/>
                                      </p:to>
                                    </p:set>
                                    <p:animEffect transition="in" filter="wipe(left)">
                                      <p:cBhvr>
                                        <p:cTn id="7" dur="500"/>
                                        <p:tgtEl>
                                          <p:spTgt spid="131074">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1074">
                                            <p:txEl>
                                              <p:pRg st="1" end="1"/>
                                            </p:txEl>
                                          </p:spTgt>
                                        </p:tgtEl>
                                        <p:attrNameLst>
                                          <p:attrName>style.visibility</p:attrName>
                                        </p:attrNameLst>
                                      </p:cBhvr>
                                      <p:to>
                                        <p:strVal val="visible"/>
                                      </p:to>
                                    </p:set>
                                    <p:animEffect transition="in" filter="wipe(left)">
                                      <p:cBhvr>
                                        <p:cTn id="10" dur="500"/>
                                        <p:tgtEl>
                                          <p:spTgt spid="131074">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1074">
                                            <p:txEl>
                                              <p:pRg st="2" end="2"/>
                                            </p:txEl>
                                          </p:spTgt>
                                        </p:tgtEl>
                                        <p:attrNameLst>
                                          <p:attrName>style.visibility</p:attrName>
                                        </p:attrNameLst>
                                      </p:cBhvr>
                                      <p:to>
                                        <p:strVal val="visible"/>
                                      </p:to>
                                    </p:set>
                                    <p:animEffect transition="in" filter="wipe(left)">
                                      <p:cBhvr>
                                        <p:cTn id="13" dur="500"/>
                                        <p:tgtEl>
                                          <p:spTgt spid="131074">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1074">
                                            <p:txEl>
                                              <p:pRg st="3" end="3"/>
                                            </p:txEl>
                                          </p:spTgt>
                                        </p:tgtEl>
                                        <p:attrNameLst>
                                          <p:attrName>style.visibility</p:attrName>
                                        </p:attrNameLst>
                                      </p:cBhvr>
                                      <p:to>
                                        <p:strVal val="visible"/>
                                      </p:to>
                                    </p:set>
                                    <p:animEffect transition="in" filter="wipe(left)">
                                      <p:cBhvr>
                                        <p:cTn id="16" dur="500"/>
                                        <p:tgtEl>
                                          <p:spTgt spid="131074">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1074">
                                            <p:txEl>
                                              <p:pRg st="4" end="4"/>
                                            </p:txEl>
                                          </p:spTgt>
                                        </p:tgtEl>
                                        <p:attrNameLst>
                                          <p:attrName>style.visibility</p:attrName>
                                        </p:attrNameLst>
                                      </p:cBhvr>
                                      <p:to>
                                        <p:strVal val="visible"/>
                                      </p:to>
                                    </p:set>
                                    <p:animEffect transition="in" filter="wipe(left)">
                                      <p:cBhvr>
                                        <p:cTn id="19" dur="500"/>
                                        <p:tgtEl>
                                          <p:spTgt spid="1310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数组元素地址计算</a:t>
            </a:r>
          </a:p>
        </p:txBody>
      </p:sp>
      <p:sp>
        <p:nvSpPr>
          <p:cNvPr id="132098" name="Rectangle 2"/>
          <p:cNvSpPr>
            <a:spLocks noGrp="1" noChangeArrowheads="1"/>
          </p:cNvSpPr>
          <p:nvPr>
            <p:ph idx="1"/>
          </p:nvPr>
        </p:nvSpPr>
        <p:spPr>
          <a:xfrm>
            <a:off x="1588" y="2051050"/>
            <a:ext cx="10080625" cy="4797425"/>
          </a:xfrm>
        </p:spPr>
        <p:txBody>
          <a:bodyPr rtlCol="0">
            <a:normAutofit/>
          </a:bodyPr>
          <a:lstStyle/>
          <a:p>
            <a:pPr marL="377979" indent="-377979" defTabSz="503972" eaLnBrk="1" fontAlgn="auto" hangingPunct="1">
              <a:lnSpc>
                <a:spcPct val="110000"/>
              </a:lnSpc>
              <a:spcBef>
                <a:spcPts val="0"/>
              </a:spcBef>
              <a:spcAft>
                <a:spcPts val="0"/>
              </a:spcAft>
              <a:buFont typeface="Wingdings 3" charset="2"/>
              <a:buChar char=""/>
              <a:defRPr/>
            </a:pPr>
            <a:r>
              <a:rPr lang="zh-CN" altLang="en-US" sz="3086" dirty="0">
                <a:solidFill>
                  <a:schemeClr val="tx1">
                    <a:lumMod val="75000"/>
                    <a:lumOff val="25000"/>
                  </a:schemeClr>
                </a:solidFill>
              </a:rPr>
              <a:t>代表变量的非终结符</a:t>
            </a:r>
            <a:r>
              <a:rPr lang="en-US" altLang="zh-CN" sz="3086" dirty="0">
                <a:solidFill>
                  <a:schemeClr val="tx1">
                    <a:lumMod val="75000"/>
                    <a:lumOff val="25000"/>
                  </a:schemeClr>
                </a:solidFill>
              </a:rPr>
              <a:t>L</a:t>
            </a:r>
            <a:r>
              <a:rPr lang="zh-CN" altLang="en-US" sz="3086" dirty="0">
                <a:solidFill>
                  <a:schemeClr val="tx1">
                    <a:lumMod val="75000"/>
                    <a:lumOff val="25000"/>
                  </a:schemeClr>
                </a:solidFill>
              </a:rPr>
              <a:t>有两项语义值</a:t>
            </a:r>
          </a:p>
          <a:p>
            <a:pPr marL="818954" lvl="1" indent="-314982" defTabSz="503972" eaLnBrk="1" fontAlgn="auto" hangingPunct="1">
              <a:lnSpc>
                <a:spcPct val="110000"/>
              </a:lnSpc>
              <a:spcBef>
                <a:spcPts val="0"/>
              </a:spcBef>
              <a:spcAft>
                <a:spcPts val="0"/>
              </a:spcAft>
              <a:buFont typeface="Wingdings 3" charset="2"/>
              <a:buChar char=""/>
              <a:defRPr/>
            </a:pPr>
            <a:r>
              <a:rPr lang="en-US" altLang="zh-CN" sz="3086" dirty="0" err="1">
                <a:solidFill>
                  <a:schemeClr val="tx1">
                    <a:lumMod val="75000"/>
                    <a:lumOff val="25000"/>
                  </a:schemeClr>
                </a:solidFill>
              </a:rPr>
              <a:t>L.place</a:t>
            </a:r>
            <a:endParaRPr lang="en-US" altLang="zh-CN" sz="3086" dirty="0">
              <a:solidFill>
                <a:schemeClr val="tx1">
                  <a:lumMod val="75000"/>
                  <a:lumOff val="25000"/>
                </a:schemeClr>
              </a:solidFill>
            </a:endParaRPr>
          </a:p>
          <a:p>
            <a:pPr marL="1259929" lvl="2" indent="-251986"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若</a:t>
            </a:r>
            <a:r>
              <a:rPr lang="en-US" altLang="zh-CN" sz="2646" dirty="0">
                <a:solidFill>
                  <a:schemeClr val="tx1">
                    <a:lumMod val="75000"/>
                    <a:lumOff val="25000"/>
                  </a:schemeClr>
                </a:solidFill>
              </a:rPr>
              <a:t>L</a:t>
            </a:r>
            <a:r>
              <a:rPr lang="zh-CN" altLang="en-US" sz="2646" dirty="0">
                <a:solidFill>
                  <a:schemeClr val="tx1">
                    <a:lumMod val="75000"/>
                    <a:lumOff val="25000"/>
                  </a:schemeClr>
                </a:solidFill>
              </a:rPr>
              <a:t>为简单变量</a:t>
            </a:r>
            <a:r>
              <a:rPr lang="en-US" altLang="zh-CN" sz="2646" dirty="0" err="1">
                <a:solidFill>
                  <a:schemeClr val="tx1">
                    <a:lumMod val="75000"/>
                    <a:lumOff val="25000"/>
                  </a:schemeClr>
                </a:solidFill>
              </a:rPr>
              <a:t>i</a:t>
            </a:r>
            <a:r>
              <a:rPr lang="en-US" altLang="zh-CN" sz="2646" dirty="0">
                <a:solidFill>
                  <a:schemeClr val="tx1">
                    <a:lumMod val="75000"/>
                    <a:lumOff val="25000"/>
                  </a:schemeClr>
                </a:solidFill>
              </a:rPr>
              <a:t>, </a:t>
            </a:r>
            <a:r>
              <a:rPr lang="zh-CN" altLang="en-US" sz="2646" dirty="0">
                <a:solidFill>
                  <a:schemeClr val="tx1">
                    <a:lumMod val="75000"/>
                    <a:lumOff val="25000"/>
                  </a:schemeClr>
                </a:solidFill>
              </a:rPr>
              <a:t>指变量</a:t>
            </a:r>
            <a:r>
              <a:rPr lang="en-US" altLang="zh-CN" sz="2646" dirty="0" err="1">
                <a:solidFill>
                  <a:schemeClr val="tx1">
                    <a:lumMod val="75000"/>
                    <a:lumOff val="25000"/>
                  </a:schemeClr>
                </a:solidFill>
              </a:rPr>
              <a:t>i</a:t>
            </a:r>
            <a:r>
              <a:rPr lang="zh-CN" altLang="en-US" sz="2646" dirty="0">
                <a:solidFill>
                  <a:schemeClr val="tx1">
                    <a:lumMod val="75000"/>
                    <a:lumOff val="25000"/>
                  </a:schemeClr>
                </a:solidFill>
              </a:rPr>
              <a:t>的符号表入口  </a:t>
            </a:r>
          </a:p>
          <a:p>
            <a:pPr marL="1259929" lvl="2" indent="-251986"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若</a:t>
            </a:r>
            <a:r>
              <a:rPr lang="en-US" altLang="zh-CN" sz="2646" dirty="0">
                <a:solidFill>
                  <a:schemeClr val="tx1">
                    <a:lumMod val="75000"/>
                    <a:lumOff val="25000"/>
                  </a:schemeClr>
                </a:solidFill>
              </a:rPr>
              <a:t>L</a:t>
            </a:r>
            <a:r>
              <a:rPr lang="zh-CN" altLang="en-US" sz="2646" dirty="0">
                <a:solidFill>
                  <a:schemeClr val="tx1">
                    <a:lumMod val="75000"/>
                    <a:lumOff val="25000"/>
                  </a:schemeClr>
                </a:solidFill>
              </a:rPr>
              <a:t>为下标变量，指存放</a:t>
            </a:r>
            <a:r>
              <a:rPr lang="zh-CN" altLang="en-US" sz="2646" dirty="0">
                <a:solidFill>
                  <a:srgbClr val="0070C0"/>
                </a:solidFill>
              </a:rPr>
              <a:t>不变部分</a:t>
            </a:r>
            <a:r>
              <a:rPr lang="zh-CN" altLang="en-US" sz="2646" dirty="0">
                <a:solidFill>
                  <a:schemeClr val="tx1">
                    <a:lumMod val="75000"/>
                    <a:lumOff val="25000"/>
                  </a:schemeClr>
                </a:solidFill>
              </a:rPr>
              <a:t>的临时变量的名字或地址  </a:t>
            </a:r>
          </a:p>
          <a:p>
            <a:pPr marL="818954" lvl="1" indent="-314982" defTabSz="503972" eaLnBrk="1" fontAlgn="auto" hangingPunct="1">
              <a:lnSpc>
                <a:spcPct val="110000"/>
              </a:lnSpc>
              <a:spcBef>
                <a:spcPts val="0"/>
              </a:spcBef>
              <a:spcAft>
                <a:spcPts val="0"/>
              </a:spcAft>
              <a:buFont typeface="Wingdings 3" charset="2"/>
              <a:buChar char=""/>
              <a:defRPr/>
            </a:pPr>
            <a:r>
              <a:rPr lang="en-US" altLang="zh-CN" sz="3086" dirty="0" err="1">
                <a:solidFill>
                  <a:schemeClr val="tx1">
                    <a:lumMod val="75000"/>
                    <a:lumOff val="25000"/>
                  </a:schemeClr>
                </a:solidFill>
              </a:rPr>
              <a:t>L.offset</a:t>
            </a:r>
            <a:r>
              <a:rPr lang="en-US" altLang="zh-CN" sz="3086" dirty="0">
                <a:solidFill>
                  <a:schemeClr val="tx1">
                    <a:lumMod val="75000"/>
                    <a:lumOff val="25000"/>
                  </a:schemeClr>
                </a:solidFill>
              </a:rPr>
              <a:t> </a:t>
            </a:r>
          </a:p>
          <a:p>
            <a:pPr marL="1259929" lvl="2" indent="-251986"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若</a:t>
            </a:r>
            <a:r>
              <a:rPr lang="en-US" altLang="zh-CN" sz="2646" dirty="0">
                <a:solidFill>
                  <a:schemeClr val="tx1">
                    <a:lumMod val="75000"/>
                    <a:lumOff val="25000"/>
                  </a:schemeClr>
                </a:solidFill>
              </a:rPr>
              <a:t>L</a:t>
            </a:r>
            <a:r>
              <a:rPr lang="zh-CN" altLang="en-US" sz="2646" dirty="0">
                <a:solidFill>
                  <a:schemeClr val="tx1">
                    <a:lumMod val="75000"/>
                    <a:lumOff val="25000"/>
                  </a:schemeClr>
                </a:solidFill>
              </a:rPr>
              <a:t>为简单变量，</a:t>
            </a:r>
            <a:r>
              <a:rPr lang="en-US" altLang="zh-CN" sz="2646" dirty="0">
                <a:solidFill>
                  <a:schemeClr val="tx1">
                    <a:lumMod val="75000"/>
                    <a:lumOff val="25000"/>
                  </a:schemeClr>
                </a:solidFill>
              </a:rPr>
              <a:t>null</a:t>
            </a:r>
          </a:p>
          <a:p>
            <a:pPr marL="1259929" lvl="2" indent="-251986" defTabSz="503972" eaLnBrk="1" fontAlgn="auto" hangingPunct="1">
              <a:lnSpc>
                <a:spcPct val="110000"/>
              </a:lnSpc>
              <a:spcBef>
                <a:spcPts val="0"/>
              </a:spcBef>
              <a:spcAft>
                <a:spcPts val="0"/>
              </a:spcAft>
              <a:buFont typeface="Wingdings 3" charset="2"/>
              <a:buChar char=""/>
              <a:defRPr/>
            </a:pPr>
            <a:r>
              <a:rPr lang="zh-CN" altLang="en-US" sz="2646" dirty="0">
                <a:solidFill>
                  <a:schemeClr val="tx1">
                    <a:lumMod val="75000"/>
                    <a:lumOff val="25000"/>
                  </a:schemeClr>
                </a:solidFill>
              </a:rPr>
              <a:t>若</a:t>
            </a:r>
            <a:r>
              <a:rPr lang="en-US" altLang="zh-CN" sz="2646" dirty="0">
                <a:solidFill>
                  <a:schemeClr val="tx1">
                    <a:lumMod val="75000"/>
                    <a:lumOff val="25000"/>
                  </a:schemeClr>
                </a:solidFill>
              </a:rPr>
              <a:t>L</a:t>
            </a:r>
            <a:r>
              <a:rPr lang="zh-CN" altLang="en-US" sz="2646" dirty="0">
                <a:solidFill>
                  <a:schemeClr val="tx1">
                    <a:lumMod val="75000"/>
                    <a:lumOff val="25000"/>
                  </a:schemeClr>
                </a:solidFill>
              </a:rPr>
              <a:t>为下标变量，指存放</a:t>
            </a:r>
            <a:r>
              <a:rPr lang="zh-CN" altLang="en-US" sz="2646" dirty="0">
                <a:solidFill>
                  <a:srgbClr val="C00000"/>
                </a:solidFill>
              </a:rPr>
              <a:t>可变部分</a:t>
            </a:r>
            <a:r>
              <a:rPr lang="zh-CN" altLang="en-US" sz="2646" dirty="0">
                <a:solidFill>
                  <a:schemeClr val="tx1">
                    <a:lumMod val="75000"/>
                    <a:lumOff val="25000"/>
                  </a:schemeClr>
                </a:solidFill>
              </a:rPr>
              <a:t>的临时变量的名字或地址 </a:t>
            </a:r>
          </a:p>
        </p:txBody>
      </p:sp>
      <p:sp>
        <p:nvSpPr>
          <p:cNvPr id="9" name="Rectangle 4"/>
          <p:cNvSpPr>
            <a:spLocks noChangeArrowheads="1"/>
          </p:cNvSpPr>
          <p:nvPr/>
        </p:nvSpPr>
        <p:spPr bwMode="auto">
          <a:xfrm>
            <a:off x="893763" y="5794375"/>
            <a:ext cx="8296275" cy="11620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661"/>
              </a:spcBef>
              <a:spcAft>
                <a:spcPts val="0"/>
              </a:spcAft>
              <a:buClr>
                <a:srgbClr val="EEECE1"/>
              </a:buClr>
              <a:buFont typeface="Wingdings" panose="05000000000000000000" pitchFamily="2" charset="2"/>
              <a:buNone/>
              <a:defRPr/>
            </a:pPr>
            <a:r>
              <a:rPr lang="zh-CN" altLang="en-US" sz="3086" dirty="0">
                <a:solidFill>
                  <a:srgbClr val="C00000"/>
                </a:solidFill>
              </a:rPr>
              <a:t>((</a:t>
            </a:r>
            <a:r>
              <a:rPr lang="zh-CN" altLang="en-US" sz="3086" dirty="0">
                <a:solidFill>
                  <a:srgbClr val="C00000"/>
                </a:solidFill>
                <a:latin typeface="微软雅黑" panose="020B0503020204020204" pitchFamily="34" charset="-122"/>
              </a:rPr>
              <a:t>…</a:t>
            </a:r>
            <a:r>
              <a:rPr lang="en-US" altLang="zh-CN" sz="3086" dirty="0">
                <a:solidFill>
                  <a:srgbClr val="C00000"/>
                </a:solidFill>
              </a:rPr>
              <a:t>i</a:t>
            </a:r>
            <a:r>
              <a:rPr lang="en-US" altLang="zh-CN" sz="3086" baseline="-30000" dirty="0">
                <a:solidFill>
                  <a:srgbClr val="C00000"/>
                </a:solidFill>
              </a:rPr>
              <a:t>1</a:t>
            </a:r>
            <a:r>
              <a:rPr lang="en-US" altLang="zh-CN" sz="3086" dirty="0">
                <a:solidFill>
                  <a:srgbClr val="C00000"/>
                </a:solidFill>
              </a:rPr>
              <a:t> n</a:t>
            </a:r>
            <a:r>
              <a:rPr lang="en-US" altLang="zh-CN" sz="3086" baseline="-30000" dirty="0">
                <a:solidFill>
                  <a:srgbClr val="C00000"/>
                </a:solidFill>
              </a:rPr>
              <a:t>2</a:t>
            </a:r>
            <a:r>
              <a:rPr lang="en-US" altLang="zh-CN" sz="3086" dirty="0">
                <a:solidFill>
                  <a:srgbClr val="C00000"/>
                </a:solidFill>
              </a:rPr>
              <a:t>+i</a:t>
            </a:r>
            <a:r>
              <a:rPr lang="en-US" altLang="zh-CN" sz="3086" baseline="-30000" dirty="0">
                <a:solidFill>
                  <a:srgbClr val="C00000"/>
                </a:solidFill>
              </a:rPr>
              <a:t>2</a:t>
            </a:r>
            <a:r>
              <a:rPr lang="en-US" altLang="zh-CN" sz="3086" dirty="0">
                <a:solidFill>
                  <a:srgbClr val="C00000"/>
                </a:solidFill>
              </a:rPr>
              <a:t>)n</a:t>
            </a:r>
            <a:r>
              <a:rPr lang="en-US" altLang="zh-CN" sz="3086" baseline="-30000" dirty="0">
                <a:solidFill>
                  <a:srgbClr val="C00000"/>
                </a:solidFill>
              </a:rPr>
              <a:t>3</a:t>
            </a:r>
            <a:r>
              <a:rPr lang="en-US" altLang="zh-CN" sz="3086" dirty="0">
                <a:solidFill>
                  <a:srgbClr val="C00000"/>
                </a:solidFill>
              </a:rPr>
              <a:t>+i</a:t>
            </a:r>
            <a:r>
              <a:rPr lang="en-US" altLang="zh-CN" sz="3086" baseline="-30000" dirty="0">
                <a:solidFill>
                  <a:srgbClr val="C00000"/>
                </a:solidFill>
              </a:rPr>
              <a:t>3</a:t>
            </a:r>
            <a:r>
              <a:rPr lang="en-US" altLang="zh-CN" sz="3086" dirty="0">
                <a:solidFill>
                  <a:srgbClr val="C00000"/>
                </a:solidFill>
              </a:rPr>
              <a:t>)</a:t>
            </a:r>
            <a:r>
              <a:rPr lang="en-US" altLang="zh-CN" sz="3086" dirty="0">
                <a:solidFill>
                  <a:srgbClr val="C00000"/>
                </a:solidFill>
                <a:latin typeface="微软雅黑" panose="020B0503020204020204" pitchFamily="34" charset="-122"/>
              </a:rPr>
              <a:t>…</a:t>
            </a:r>
            <a:r>
              <a:rPr lang="en-US" altLang="zh-CN" sz="3086" dirty="0">
                <a:solidFill>
                  <a:srgbClr val="C00000"/>
                </a:solidFill>
              </a:rPr>
              <a:t>)</a:t>
            </a:r>
            <a:r>
              <a:rPr lang="en-US" altLang="zh-CN" sz="3086" dirty="0" err="1">
                <a:solidFill>
                  <a:srgbClr val="C00000"/>
                </a:solidFill>
              </a:rPr>
              <a:t>n</a:t>
            </a:r>
            <a:r>
              <a:rPr lang="en-US" altLang="zh-CN" sz="3086" baseline="-30000" dirty="0" err="1">
                <a:solidFill>
                  <a:srgbClr val="C00000"/>
                </a:solidFill>
              </a:rPr>
              <a:t>k</a:t>
            </a:r>
            <a:r>
              <a:rPr lang="en-US" altLang="zh-CN" sz="3086" dirty="0" err="1">
                <a:solidFill>
                  <a:srgbClr val="C00000"/>
                </a:solidFill>
              </a:rPr>
              <a:t>+i</a:t>
            </a:r>
            <a:r>
              <a:rPr lang="en-US" altLang="zh-CN" sz="3086" baseline="-30000" dirty="0" err="1">
                <a:solidFill>
                  <a:srgbClr val="C00000"/>
                </a:solidFill>
              </a:rPr>
              <a:t>k</a:t>
            </a:r>
            <a:r>
              <a:rPr lang="en-US" altLang="zh-CN" sz="3086" dirty="0">
                <a:solidFill>
                  <a:srgbClr val="C00000"/>
                </a:solidFill>
              </a:rPr>
              <a:t>)×w </a:t>
            </a:r>
            <a:r>
              <a:rPr lang="en-US" altLang="zh-CN" sz="3086" dirty="0">
                <a:solidFill>
                  <a:prstClr val="black"/>
                </a:solidFill>
              </a:rPr>
              <a:t>+</a:t>
            </a:r>
          </a:p>
          <a:p>
            <a:pPr defTabSz="503972" eaLnBrk="1" fontAlgn="auto" hangingPunct="1">
              <a:spcBef>
                <a:spcPts val="661"/>
              </a:spcBef>
              <a:spcAft>
                <a:spcPts val="0"/>
              </a:spcAft>
              <a:buClr>
                <a:srgbClr val="EEECE1"/>
              </a:buClr>
              <a:buFont typeface="Wingdings" panose="05000000000000000000" pitchFamily="2" charset="2"/>
              <a:buNone/>
              <a:defRPr/>
            </a:pPr>
            <a:r>
              <a:rPr lang="en-US" altLang="zh-CN" sz="3086" dirty="0">
                <a:solidFill>
                  <a:srgbClr val="0070C0"/>
                </a:solidFill>
              </a:rPr>
              <a:t>base-((</a:t>
            </a:r>
            <a:r>
              <a:rPr lang="en-US" altLang="zh-CN" sz="3086" dirty="0">
                <a:solidFill>
                  <a:srgbClr val="0070C0"/>
                </a:solidFill>
                <a:latin typeface="微软雅黑" panose="020B0503020204020204" pitchFamily="34" charset="-122"/>
              </a:rPr>
              <a:t>…</a:t>
            </a:r>
            <a:r>
              <a:rPr lang="en-US" altLang="zh-CN" sz="3086" dirty="0">
                <a:solidFill>
                  <a:srgbClr val="0070C0"/>
                </a:solidFill>
              </a:rPr>
              <a:t>((low</a:t>
            </a:r>
            <a:r>
              <a:rPr lang="en-US" altLang="zh-CN" sz="3086" baseline="-30000" dirty="0">
                <a:solidFill>
                  <a:srgbClr val="0070C0"/>
                </a:solidFill>
              </a:rPr>
              <a:t>1</a:t>
            </a:r>
            <a:r>
              <a:rPr lang="en-US" altLang="zh-CN" sz="3086" dirty="0">
                <a:solidFill>
                  <a:srgbClr val="0070C0"/>
                </a:solidFill>
              </a:rPr>
              <a:t> n</a:t>
            </a:r>
            <a:r>
              <a:rPr lang="en-US" altLang="zh-CN" sz="3086" baseline="-30000" dirty="0">
                <a:solidFill>
                  <a:srgbClr val="0070C0"/>
                </a:solidFill>
              </a:rPr>
              <a:t>2</a:t>
            </a:r>
            <a:r>
              <a:rPr lang="en-US" altLang="zh-CN" sz="3086" dirty="0">
                <a:solidFill>
                  <a:srgbClr val="0070C0"/>
                </a:solidFill>
              </a:rPr>
              <a:t>+low</a:t>
            </a:r>
            <a:r>
              <a:rPr lang="en-US" altLang="zh-CN" sz="3086" baseline="-30000" dirty="0">
                <a:solidFill>
                  <a:srgbClr val="0070C0"/>
                </a:solidFill>
              </a:rPr>
              <a:t>2</a:t>
            </a:r>
            <a:r>
              <a:rPr lang="en-US" altLang="zh-CN" sz="3086" dirty="0">
                <a:solidFill>
                  <a:srgbClr val="0070C0"/>
                </a:solidFill>
              </a:rPr>
              <a:t>)n</a:t>
            </a:r>
            <a:r>
              <a:rPr lang="en-US" altLang="zh-CN" sz="3086" baseline="-30000" dirty="0">
                <a:solidFill>
                  <a:srgbClr val="0070C0"/>
                </a:solidFill>
              </a:rPr>
              <a:t>3</a:t>
            </a:r>
            <a:r>
              <a:rPr lang="en-US" altLang="zh-CN" sz="3086" dirty="0">
                <a:solidFill>
                  <a:srgbClr val="0070C0"/>
                </a:solidFill>
              </a:rPr>
              <a:t>+low</a:t>
            </a:r>
            <a:r>
              <a:rPr lang="en-US" altLang="zh-CN" sz="3086" baseline="-30000" dirty="0">
                <a:solidFill>
                  <a:srgbClr val="0070C0"/>
                </a:solidFill>
              </a:rPr>
              <a:t>3</a:t>
            </a:r>
            <a:r>
              <a:rPr lang="en-US" altLang="zh-CN" sz="3086" dirty="0">
                <a:solidFill>
                  <a:srgbClr val="0070C0"/>
                </a:solidFill>
              </a:rPr>
              <a:t>)</a:t>
            </a:r>
            <a:r>
              <a:rPr lang="en-US" altLang="zh-CN" sz="3086" dirty="0">
                <a:solidFill>
                  <a:srgbClr val="0070C0"/>
                </a:solidFill>
                <a:latin typeface="微软雅黑" panose="020B0503020204020204" pitchFamily="34" charset="-122"/>
              </a:rPr>
              <a:t>…</a:t>
            </a:r>
            <a:r>
              <a:rPr lang="en-US" altLang="zh-CN" sz="3086" dirty="0">
                <a:solidFill>
                  <a:srgbClr val="0070C0"/>
                </a:solidFill>
              </a:rPr>
              <a:t>)</a:t>
            </a:r>
            <a:r>
              <a:rPr lang="en-US" altLang="zh-CN" sz="3086" dirty="0" err="1">
                <a:solidFill>
                  <a:srgbClr val="0070C0"/>
                </a:solidFill>
              </a:rPr>
              <a:t>n</a:t>
            </a:r>
            <a:r>
              <a:rPr lang="en-US" altLang="zh-CN" sz="3086" baseline="-30000" dirty="0" err="1">
                <a:solidFill>
                  <a:srgbClr val="0070C0"/>
                </a:solidFill>
              </a:rPr>
              <a:t>k</a:t>
            </a:r>
            <a:r>
              <a:rPr lang="en-US" altLang="zh-CN" sz="3086" dirty="0" err="1">
                <a:solidFill>
                  <a:srgbClr val="0070C0"/>
                </a:solidFill>
              </a:rPr>
              <a:t>+low</a:t>
            </a:r>
            <a:r>
              <a:rPr lang="en-US" altLang="zh-CN" sz="3086" baseline="-30000" dirty="0" err="1">
                <a:solidFill>
                  <a:srgbClr val="0070C0"/>
                </a:solidFill>
              </a:rPr>
              <a:t>k</a:t>
            </a:r>
            <a:r>
              <a:rPr lang="en-US" altLang="zh-CN" sz="3086" dirty="0">
                <a:solidFill>
                  <a:srgbClr val="0070C0"/>
                </a:solidFill>
              </a:rPr>
              <a:t>)×w</a:t>
            </a:r>
          </a:p>
        </p:txBody>
      </p:sp>
      <p:sp>
        <p:nvSpPr>
          <p:cNvPr id="3" name="灯片编号占位符 2">
            <a:extLst>
              <a:ext uri="{FF2B5EF4-FFF2-40B4-BE49-F238E27FC236}">
                <a16:creationId xmlns:a16="http://schemas.microsoft.com/office/drawing/2014/main" id="{71F60497-232C-AD6B-E72F-32CA06BCE2C0}"/>
              </a:ext>
            </a:extLst>
          </p:cNvPr>
          <p:cNvSpPr>
            <a:spLocks noGrp="1"/>
          </p:cNvSpPr>
          <p:nvPr>
            <p:ph type="sldNum" sz="quarter" idx="12"/>
          </p:nvPr>
        </p:nvSpPr>
        <p:spPr/>
        <p:txBody>
          <a:bodyPr/>
          <a:lstStyle/>
          <a:p>
            <a:pPr>
              <a:defRPr/>
            </a:pPr>
            <a:fld id="{B59B9037-634B-49F4-9AEC-77E166A72F93}" type="slidenum">
              <a:rPr lang="en-US" smtClean="0"/>
              <a:pPr>
                <a:defRPr/>
              </a:pPr>
              <a:t>63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098">
                                            <p:txEl>
                                              <p:pRg st="0" end="0"/>
                                            </p:txEl>
                                          </p:spTgt>
                                        </p:tgtEl>
                                        <p:attrNameLst>
                                          <p:attrName>style.visibility</p:attrName>
                                        </p:attrNameLst>
                                      </p:cBhvr>
                                      <p:to>
                                        <p:strVal val="visible"/>
                                      </p:to>
                                    </p:set>
                                    <p:animEffect transition="in" filter="wipe(left)">
                                      <p:cBhvr>
                                        <p:cTn id="7" dur="500"/>
                                        <p:tgtEl>
                                          <p:spTgt spid="13209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2098">
                                            <p:txEl>
                                              <p:pRg st="1" end="1"/>
                                            </p:txEl>
                                          </p:spTgt>
                                        </p:tgtEl>
                                        <p:attrNameLst>
                                          <p:attrName>style.visibility</p:attrName>
                                        </p:attrNameLst>
                                      </p:cBhvr>
                                      <p:to>
                                        <p:strVal val="visible"/>
                                      </p:to>
                                    </p:set>
                                    <p:animEffect transition="in" filter="wipe(left)">
                                      <p:cBhvr>
                                        <p:cTn id="10" dur="500"/>
                                        <p:tgtEl>
                                          <p:spTgt spid="13209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2098">
                                            <p:txEl>
                                              <p:pRg st="2" end="2"/>
                                            </p:txEl>
                                          </p:spTgt>
                                        </p:tgtEl>
                                        <p:attrNameLst>
                                          <p:attrName>style.visibility</p:attrName>
                                        </p:attrNameLst>
                                      </p:cBhvr>
                                      <p:to>
                                        <p:strVal val="visible"/>
                                      </p:to>
                                    </p:set>
                                    <p:animEffect transition="in" filter="wipe(left)">
                                      <p:cBhvr>
                                        <p:cTn id="13" dur="500"/>
                                        <p:tgtEl>
                                          <p:spTgt spid="13209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2098">
                                            <p:txEl>
                                              <p:pRg st="3" end="3"/>
                                            </p:txEl>
                                          </p:spTgt>
                                        </p:tgtEl>
                                        <p:attrNameLst>
                                          <p:attrName>style.visibility</p:attrName>
                                        </p:attrNameLst>
                                      </p:cBhvr>
                                      <p:to>
                                        <p:strVal val="visible"/>
                                      </p:to>
                                    </p:set>
                                    <p:animEffect transition="in" filter="wipe(left)">
                                      <p:cBhvr>
                                        <p:cTn id="16" dur="500"/>
                                        <p:tgtEl>
                                          <p:spTgt spid="132098">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2098">
                                            <p:txEl>
                                              <p:pRg st="4" end="4"/>
                                            </p:txEl>
                                          </p:spTgt>
                                        </p:tgtEl>
                                        <p:attrNameLst>
                                          <p:attrName>style.visibility</p:attrName>
                                        </p:attrNameLst>
                                      </p:cBhvr>
                                      <p:to>
                                        <p:strVal val="visible"/>
                                      </p:to>
                                    </p:set>
                                    <p:animEffect transition="in" filter="wipe(left)">
                                      <p:cBhvr>
                                        <p:cTn id="19" dur="500"/>
                                        <p:tgtEl>
                                          <p:spTgt spid="132098">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2098">
                                            <p:txEl>
                                              <p:pRg st="5" end="5"/>
                                            </p:txEl>
                                          </p:spTgt>
                                        </p:tgtEl>
                                        <p:attrNameLst>
                                          <p:attrName>style.visibility</p:attrName>
                                        </p:attrNameLst>
                                      </p:cBhvr>
                                      <p:to>
                                        <p:strVal val="visible"/>
                                      </p:to>
                                    </p:set>
                                    <p:animEffect transition="in" filter="wipe(left)">
                                      <p:cBhvr>
                                        <p:cTn id="22" dur="500"/>
                                        <p:tgtEl>
                                          <p:spTgt spid="132098">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2098">
                                            <p:txEl>
                                              <p:pRg st="6" end="6"/>
                                            </p:txEl>
                                          </p:spTgt>
                                        </p:tgtEl>
                                        <p:attrNameLst>
                                          <p:attrName>style.visibility</p:attrName>
                                        </p:attrNameLst>
                                      </p:cBhvr>
                                      <p:to>
                                        <p:strVal val="visible"/>
                                      </p:to>
                                    </p:set>
                                    <p:animEffect transition="in" filter="wipe(left)">
                                      <p:cBhvr>
                                        <p:cTn id="25" dur="500"/>
                                        <p:tgtEl>
                                          <p:spTgt spid="13209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a:t>
            </a:r>
          </a:p>
        </p:txBody>
      </p:sp>
      <p:sp>
        <p:nvSpPr>
          <p:cNvPr id="61444" name="Rectangle 3"/>
          <p:cNvSpPr>
            <a:spLocks noGrp="1" noChangeArrowheads="1"/>
          </p:cNvSpPr>
          <p:nvPr>
            <p:ph idx="1"/>
          </p:nvPr>
        </p:nvSpPr>
        <p:spPr/>
        <p:txBody>
          <a:bodyPr rtlCol="0">
            <a:normAutofit lnSpcReduction="10000"/>
          </a:bodyPr>
          <a:lstStyle/>
          <a:p>
            <a:pPr marL="377979" indent="-377979"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(1)  </a:t>
            </a:r>
            <a:r>
              <a:rPr lang="en-US" altLang="zh-CN" sz="3086" dirty="0">
                <a:solidFill>
                  <a:schemeClr val="tx1">
                    <a:lumMod val="75000"/>
                    <a:lumOff val="25000"/>
                  </a:schemeClr>
                </a:solidFill>
              </a:rPr>
              <a:t>S→L:=E</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(2)  E→E+E</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(3)  E→(E)</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(4)  E→L</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(5)  </a:t>
            </a:r>
            <a:r>
              <a:rPr lang="en-US" altLang="zh-CN" sz="3086" dirty="0" err="1">
                <a:solidFill>
                  <a:schemeClr val="tx1">
                    <a:lumMod val="75000"/>
                    <a:lumOff val="25000"/>
                  </a:schemeClr>
                </a:solidFill>
              </a:rPr>
              <a:t>L→Elist</a:t>
            </a:r>
            <a:r>
              <a:rPr lang="en-US" altLang="zh-CN" sz="3086" dirty="0">
                <a:solidFill>
                  <a:schemeClr val="tx1">
                    <a:lumMod val="75000"/>
                    <a:lumOff val="25000"/>
                  </a:schemeClr>
                </a:solidFill>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(6)  </a:t>
            </a:r>
            <a:r>
              <a:rPr lang="en-US" altLang="zh-CN" sz="3086" dirty="0" err="1">
                <a:solidFill>
                  <a:schemeClr val="tx1">
                    <a:lumMod val="75000"/>
                    <a:lumOff val="25000"/>
                  </a:schemeClr>
                </a:solidFill>
              </a:rPr>
              <a:t>L→id</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(7)  </a:t>
            </a:r>
            <a:r>
              <a:rPr lang="en-US" altLang="zh-CN" sz="3086" dirty="0" err="1">
                <a:solidFill>
                  <a:schemeClr val="tx1">
                    <a:lumMod val="75000"/>
                    <a:lumOff val="25000"/>
                  </a:schemeClr>
                </a:solidFill>
              </a:rPr>
              <a:t>Elist</a:t>
            </a: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Elist</a:t>
            </a:r>
            <a:r>
              <a:rPr lang="en-US" altLang="zh-CN" sz="3086" dirty="0">
                <a:solidFill>
                  <a:schemeClr val="tx1">
                    <a:lumMod val="75000"/>
                    <a:lumOff val="25000"/>
                  </a:schemeClr>
                </a:solidFill>
              </a:rPr>
              <a:t>, E</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(8)  </a:t>
            </a:r>
            <a:r>
              <a:rPr lang="en-US" altLang="zh-CN" sz="3086" dirty="0" err="1">
                <a:solidFill>
                  <a:schemeClr val="tx1">
                    <a:lumMod val="75000"/>
                    <a:lumOff val="25000"/>
                  </a:schemeClr>
                </a:solidFill>
              </a:rPr>
              <a:t>Elist→id</a:t>
            </a:r>
            <a:r>
              <a:rPr lang="en-US" altLang="zh-CN" sz="3086" dirty="0">
                <a:solidFill>
                  <a:schemeClr val="tx1">
                    <a:lumMod val="75000"/>
                    <a:lumOff val="25000"/>
                  </a:schemeClr>
                </a:solidFill>
              </a:rPr>
              <a:t> [ E</a:t>
            </a:r>
            <a:endParaRPr lang="zh-CN" altLang="en-US" sz="308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B2892D29-106E-9BC7-5A6D-B49F4466C79D}"/>
              </a:ext>
            </a:extLst>
          </p:cNvPr>
          <p:cNvSpPr>
            <a:spLocks noGrp="1"/>
          </p:cNvSpPr>
          <p:nvPr>
            <p:ph type="sldNum" sz="quarter" idx="12"/>
          </p:nvPr>
        </p:nvSpPr>
        <p:spPr/>
        <p:txBody>
          <a:bodyPr/>
          <a:lstStyle/>
          <a:p>
            <a:pPr>
              <a:defRPr/>
            </a:pPr>
            <a:fld id="{C2F5438C-1096-4202-8DD1-D36E1B1399E5}" type="slidenum">
              <a:rPr lang="en-US" smtClean="0"/>
              <a:pPr>
                <a:defRPr/>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带数组元素引用的赋值语句翻译模式</a:t>
            </a:r>
          </a:p>
        </p:txBody>
      </p:sp>
      <p:sp>
        <p:nvSpPr>
          <p:cNvPr id="140291" name="Rectangle 3"/>
          <p:cNvSpPr>
            <a:spLocks noGrp="1" noChangeArrowheads="1"/>
          </p:cNvSpPr>
          <p:nvPr>
            <p:ph idx="1"/>
          </p:nvPr>
        </p:nvSpPr>
        <p:spPr/>
        <p:txBody>
          <a:bodyPr rtlCol="0">
            <a:normAutofit lnSpcReduction="10000"/>
          </a:bodyPr>
          <a:lstStyle/>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(1)  S→L:=E</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 if </a:t>
            </a:r>
            <a:r>
              <a:rPr lang="en-US" altLang="zh-CN" sz="3086" dirty="0" err="1">
                <a:solidFill>
                  <a:schemeClr val="tx1">
                    <a:lumMod val="75000"/>
                    <a:lumOff val="25000"/>
                  </a:schemeClr>
                </a:solidFill>
                <a:latin typeface="+mn-lt"/>
              </a:rPr>
              <a:t>L.offset</a:t>
            </a:r>
            <a:r>
              <a:rPr lang="en-US" altLang="zh-CN" sz="3086" dirty="0">
                <a:solidFill>
                  <a:schemeClr val="tx1">
                    <a:lumMod val="75000"/>
                    <a:lumOff val="25000"/>
                  </a:schemeClr>
                </a:solidFill>
                <a:latin typeface="+mn-lt"/>
              </a:rPr>
              <a:t>=null then </a:t>
            </a:r>
            <a:r>
              <a:rPr lang="en-US" altLang="zh-CN" sz="3086" dirty="0">
                <a:solidFill>
                  <a:srgbClr val="00B050"/>
                </a:solidFill>
                <a:latin typeface="+mn-lt"/>
              </a:rPr>
              <a:t>/*L</a:t>
            </a:r>
            <a:r>
              <a:rPr lang="zh-CN" altLang="en-US" sz="3086" dirty="0">
                <a:solidFill>
                  <a:srgbClr val="00B050"/>
                </a:solidFill>
                <a:latin typeface="+mn-lt"/>
              </a:rPr>
              <a:t>是简单变量*/</a:t>
            </a:r>
          </a:p>
          <a:p>
            <a:pPr marL="377979" indent="-377979"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latin typeface="+mn-lt"/>
              </a:rPr>
              <a:t>			</a:t>
            </a:r>
            <a:r>
              <a:rPr lang="en-US" altLang="zh-CN" sz="3086" dirty="0">
                <a:solidFill>
                  <a:schemeClr val="tx1">
                    <a:lumMod val="75000"/>
                    <a:lumOff val="25000"/>
                  </a:schemeClr>
                </a:solidFill>
                <a:latin typeface="+mn-lt"/>
              </a:rPr>
              <a:t>emit(</a:t>
            </a:r>
            <a:r>
              <a:rPr lang="en-US" altLang="zh-CN" sz="3086" dirty="0" err="1">
                <a:solidFill>
                  <a:schemeClr val="tx1">
                    <a:lumMod val="75000"/>
                    <a:lumOff val="25000"/>
                  </a:schemeClr>
                </a:solidFill>
                <a:latin typeface="+mn-lt"/>
              </a:rPr>
              <a:t>L.place</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else  emit( </a:t>
            </a:r>
            <a:r>
              <a:rPr lang="en-US" altLang="zh-CN" sz="3086" dirty="0" err="1">
                <a:solidFill>
                  <a:srgbClr val="003399"/>
                </a:solidFill>
                <a:latin typeface="+mn-lt"/>
              </a:rPr>
              <a:t>L.place</a:t>
            </a:r>
            <a:r>
              <a:rPr lang="en-US" altLang="zh-CN" sz="3086" dirty="0">
                <a:solidFill>
                  <a:srgbClr val="FF3300"/>
                </a:solidFill>
                <a:latin typeface="+mn-lt"/>
              </a:rPr>
              <a:t> ‘ [’ </a:t>
            </a:r>
            <a:r>
              <a:rPr lang="en-US" altLang="zh-CN" sz="3086" dirty="0" err="1">
                <a:solidFill>
                  <a:srgbClr val="FF3300"/>
                </a:solidFill>
                <a:latin typeface="+mn-lt"/>
              </a:rPr>
              <a:t>L.offset</a:t>
            </a:r>
            <a:r>
              <a:rPr lang="en-US" altLang="zh-CN" sz="3086" dirty="0">
                <a:solidFill>
                  <a:srgbClr val="FF3300"/>
                </a:solidFill>
                <a:latin typeface="+mn-lt"/>
              </a:rPr>
              <a:t>  ‘]’</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a:t>
            </a:r>
          </a:p>
          <a:p>
            <a:pPr marL="377979" indent="-377979" algn="just"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(2) E→E</a:t>
            </a:r>
            <a:r>
              <a:rPr lang="en-US" altLang="zh-CN" sz="3086" baseline="-30000" dirty="0">
                <a:solidFill>
                  <a:schemeClr val="tx1">
                    <a:lumMod val="75000"/>
                    <a:lumOff val="25000"/>
                  </a:schemeClr>
                </a:solidFill>
                <a:latin typeface="+mn-lt"/>
              </a:rPr>
              <a:t>1</a:t>
            </a:r>
            <a:r>
              <a:rPr lang="en-US" altLang="zh-CN" sz="3086" dirty="0">
                <a:solidFill>
                  <a:schemeClr val="tx1">
                    <a:lumMod val="75000"/>
                    <a:lumOff val="25000"/>
                  </a:schemeClr>
                </a:solidFill>
                <a:latin typeface="+mn-lt"/>
              </a:rPr>
              <a:t> +E</a:t>
            </a:r>
            <a:r>
              <a:rPr lang="en-US" altLang="zh-CN" sz="3086" baseline="-30000" dirty="0">
                <a:solidFill>
                  <a:schemeClr val="tx1">
                    <a:lumMod val="75000"/>
                    <a:lumOff val="25000"/>
                  </a:schemeClr>
                </a:solidFill>
                <a:latin typeface="+mn-lt"/>
              </a:rPr>
              <a:t>2</a:t>
            </a:r>
            <a:endParaRPr lang="en-US" altLang="zh-CN" sz="3086" dirty="0">
              <a:solidFill>
                <a:schemeClr val="tx1">
                  <a:lumMod val="75000"/>
                  <a:lumOff val="25000"/>
                </a:schemeClr>
              </a:solidFill>
              <a:latin typeface="+mn-lt"/>
            </a:endParaRP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newtemp</a:t>
            </a:r>
            <a:r>
              <a:rPr lang="en-US" altLang="zh-CN" sz="3086" dirty="0">
                <a:solidFill>
                  <a:schemeClr val="tx1">
                    <a:lumMod val="75000"/>
                    <a:lumOff val="25000"/>
                  </a:schemeClr>
                </a:solidFill>
                <a:latin typeface="+mn-lt"/>
              </a:rPr>
              <a:t>;</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emit(</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 ‘:=’ E</a:t>
            </a:r>
            <a:r>
              <a:rPr lang="en-US" altLang="zh-CN" sz="3086" baseline="-30000" dirty="0">
                <a:solidFill>
                  <a:schemeClr val="tx1">
                    <a:lumMod val="75000"/>
                    <a:lumOff val="25000"/>
                  </a:schemeClr>
                </a:solidFill>
                <a:latin typeface="+mn-lt"/>
              </a:rPr>
              <a:t> 1</a:t>
            </a:r>
            <a:r>
              <a:rPr lang="en-US" altLang="zh-CN" sz="3086" dirty="0">
                <a:solidFill>
                  <a:schemeClr val="tx1">
                    <a:lumMod val="75000"/>
                    <a:lumOff val="25000"/>
                  </a:schemeClr>
                </a:solidFill>
                <a:latin typeface="+mn-lt"/>
              </a:rPr>
              <a:t>.place ‘+’ E</a:t>
            </a:r>
            <a:r>
              <a:rPr lang="en-US" altLang="zh-CN" sz="3086" baseline="-30000" dirty="0">
                <a:solidFill>
                  <a:schemeClr val="tx1">
                    <a:lumMod val="75000"/>
                    <a:lumOff val="25000"/>
                  </a:schemeClr>
                </a:solidFill>
                <a:latin typeface="+mn-lt"/>
              </a:rPr>
              <a:t> 2</a:t>
            </a:r>
            <a:r>
              <a:rPr lang="en-US" altLang="zh-CN" sz="3086" dirty="0">
                <a:solidFill>
                  <a:schemeClr val="tx1">
                    <a:lumMod val="75000"/>
                    <a:lumOff val="25000"/>
                  </a:schemeClr>
                </a:solidFill>
                <a:latin typeface="+mn-lt"/>
              </a:rPr>
              <a:t>.place)}</a:t>
            </a:r>
          </a:p>
        </p:txBody>
      </p:sp>
      <p:sp>
        <p:nvSpPr>
          <p:cNvPr id="2" name="灯片编号占位符 1">
            <a:extLst>
              <a:ext uri="{FF2B5EF4-FFF2-40B4-BE49-F238E27FC236}">
                <a16:creationId xmlns:a16="http://schemas.microsoft.com/office/drawing/2014/main" id="{151AF53D-7520-1D2D-EFCA-FFA722C6BA39}"/>
              </a:ext>
            </a:extLst>
          </p:cNvPr>
          <p:cNvSpPr>
            <a:spLocks noGrp="1"/>
          </p:cNvSpPr>
          <p:nvPr>
            <p:ph type="sldNum" sz="quarter" idx="12"/>
          </p:nvPr>
        </p:nvSpPr>
        <p:spPr/>
        <p:txBody>
          <a:bodyPr/>
          <a:lstStyle/>
          <a:p>
            <a:pPr>
              <a:defRPr/>
            </a:pPr>
            <a:fld id="{5C96B514-8FA0-4179-9E84-742F83600D6C}" type="slidenum">
              <a:rPr lang="en-US" smtClean="0"/>
              <a:pPr>
                <a:defRPr/>
              </a:pPr>
              <a:t>65</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left)">
                                      <p:cBhvr>
                                        <p:cTn id="7" dur="500"/>
                                        <p:tgtEl>
                                          <p:spTgt spid="14029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0291">
                                            <p:txEl>
                                              <p:pRg st="1" end="1"/>
                                            </p:txEl>
                                          </p:spTgt>
                                        </p:tgtEl>
                                        <p:attrNameLst>
                                          <p:attrName>style.visibility</p:attrName>
                                        </p:attrNameLst>
                                      </p:cBhvr>
                                      <p:to>
                                        <p:strVal val="visible"/>
                                      </p:to>
                                    </p:set>
                                    <p:animEffect transition="in" filter="wipe(left)">
                                      <p:cBhvr>
                                        <p:cTn id="10" dur="500"/>
                                        <p:tgtEl>
                                          <p:spTgt spid="14029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0291">
                                            <p:txEl>
                                              <p:pRg st="2" end="2"/>
                                            </p:txEl>
                                          </p:spTgt>
                                        </p:tgtEl>
                                        <p:attrNameLst>
                                          <p:attrName>style.visibility</p:attrName>
                                        </p:attrNameLst>
                                      </p:cBhvr>
                                      <p:to>
                                        <p:strVal val="visible"/>
                                      </p:to>
                                    </p:set>
                                    <p:animEffect transition="in" filter="wipe(left)">
                                      <p:cBhvr>
                                        <p:cTn id="13" dur="500"/>
                                        <p:tgtEl>
                                          <p:spTgt spid="140291">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0291">
                                            <p:txEl>
                                              <p:pRg st="3" end="3"/>
                                            </p:txEl>
                                          </p:spTgt>
                                        </p:tgtEl>
                                        <p:attrNameLst>
                                          <p:attrName>style.visibility</p:attrName>
                                        </p:attrNameLst>
                                      </p:cBhvr>
                                      <p:to>
                                        <p:strVal val="visible"/>
                                      </p:to>
                                    </p:set>
                                    <p:animEffect transition="in" filter="wipe(left)">
                                      <p:cBhvr>
                                        <p:cTn id="18" dur="500"/>
                                        <p:tgtEl>
                                          <p:spTgt spid="14029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wipe(left)">
                                      <p:cBhvr>
                                        <p:cTn id="23" dur="500"/>
                                        <p:tgtEl>
                                          <p:spTgt spid="14029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0291">
                                            <p:txEl>
                                              <p:pRg st="5" end="5"/>
                                            </p:txEl>
                                          </p:spTgt>
                                        </p:tgtEl>
                                        <p:attrNameLst>
                                          <p:attrName>style.visibility</p:attrName>
                                        </p:attrNameLst>
                                      </p:cBhvr>
                                      <p:to>
                                        <p:strVal val="visible"/>
                                      </p:to>
                                    </p:set>
                                    <p:animEffect transition="in" filter="wipe(left)">
                                      <p:cBhvr>
                                        <p:cTn id="28" dur="500"/>
                                        <p:tgtEl>
                                          <p:spTgt spid="140291">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0291">
                                            <p:txEl>
                                              <p:pRg st="6" end="6"/>
                                            </p:txEl>
                                          </p:spTgt>
                                        </p:tgtEl>
                                        <p:attrNameLst>
                                          <p:attrName>style.visibility</p:attrName>
                                        </p:attrNameLst>
                                      </p:cBhvr>
                                      <p:to>
                                        <p:strVal val="visible"/>
                                      </p:to>
                                    </p:set>
                                    <p:animEffect transition="in" filter="wipe(left)">
                                      <p:cBhvr>
                                        <p:cTn id="33" dur="500"/>
                                        <p:tgtEl>
                                          <p:spTgt spid="140291">
                                            <p:txEl>
                                              <p:pRg st="6" end="6"/>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40291">
                                            <p:txEl>
                                              <p:pRg st="7" end="7"/>
                                            </p:txEl>
                                          </p:spTgt>
                                        </p:tgtEl>
                                        <p:attrNameLst>
                                          <p:attrName>style.visibility</p:attrName>
                                        </p:attrNameLst>
                                      </p:cBhvr>
                                      <p:to>
                                        <p:strVal val="visible"/>
                                      </p:to>
                                    </p:set>
                                    <p:animEffect transition="in" filter="wipe(left)">
                                      <p:cBhvr>
                                        <p:cTn id="36" dur="500"/>
                                        <p:tgtEl>
                                          <p:spTgt spid="140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带数组元素引用的赋值语句翻译模式</a:t>
            </a:r>
          </a:p>
        </p:txBody>
      </p:sp>
      <p:sp>
        <p:nvSpPr>
          <p:cNvPr id="141315" name="Rectangle 3"/>
          <p:cNvSpPr>
            <a:spLocks noGrp="1" noChangeArrowheads="1"/>
          </p:cNvSpPr>
          <p:nvPr>
            <p:ph idx="1"/>
          </p:nvPr>
        </p:nvSpPr>
        <p:spPr/>
        <p:txBody>
          <a:bodyPr rtlCol="0">
            <a:normAutofit fontScale="92500" lnSpcReduction="20000"/>
          </a:bodyPr>
          <a:lstStyle/>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latin typeface="+mn-lt"/>
              </a:rPr>
              <a:t>(3)  </a:t>
            </a:r>
            <a:r>
              <a:rPr lang="en-US" altLang="zh-CN" sz="3086" dirty="0">
                <a:solidFill>
                  <a:schemeClr val="tx1">
                    <a:lumMod val="75000"/>
                    <a:lumOff val="25000"/>
                  </a:schemeClr>
                </a:solidFill>
                <a:latin typeface="+mn-lt"/>
              </a:rPr>
              <a:t>E→(E</a:t>
            </a:r>
            <a:r>
              <a:rPr lang="en-US" altLang="zh-CN" sz="3086" baseline="-30000" dirty="0">
                <a:solidFill>
                  <a:schemeClr val="tx1">
                    <a:lumMod val="75000"/>
                    <a:lumOff val="25000"/>
                  </a:schemeClr>
                </a:solidFill>
                <a:latin typeface="+mn-lt"/>
              </a:rPr>
              <a:t>1</a:t>
            </a: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:=E</a:t>
            </a:r>
            <a:r>
              <a:rPr lang="en-US" altLang="zh-CN" sz="3086" baseline="-30000" dirty="0">
                <a:solidFill>
                  <a:schemeClr val="tx1">
                    <a:lumMod val="75000"/>
                    <a:lumOff val="25000"/>
                  </a:schemeClr>
                </a:solidFill>
                <a:latin typeface="+mn-lt"/>
              </a:rPr>
              <a:t>1</a:t>
            </a:r>
            <a:r>
              <a:rPr lang="en-US" altLang="zh-CN" sz="3086" dirty="0">
                <a:solidFill>
                  <a:schemeClr val="tx1">
                    <a:lumMod val="75000"/>
                    <a:lumOff val="25000"/>
                  </a:schemeClr>
                </a:solidFill>
                <a:latin typeface="+mn-lt"/>
              </a:rPr>
              <a:t>.place}</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endParaRPr lang="zh-CN" altLang="en-US" sz="3086" dirty="0">
              <a:solidFill>
                <a:schemeClr val="tx1">
                  <a:lumMod val="75000"/>
                  <a:lumOff val="25000"/>
                </a:schemeClr>
              </a:solidFill>
              <a:latin typeface="+mn-lt"/>
            </a:endParaRP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(4)  E→L</a:t>
            </a:r>
          </a:p>
          <a:p>
            <a:pPr marL="377979" indent="-377979" defTabSz="503972" eaLnBrk="1" fontAlgn="auto" hangingPunct="1">
              <a:lnSpc>
                <a:spcPct val="90000"/>
              </a:lnSpc>
              <a:spcBef>
                <a:spcPts val="1102"/>
              </a:spcBef>
              <a:spcAft>
                <a:spcPts val="0"/>
              </a:spcAft>
              <a:buFont typeface="Wingdings 3" charset="2"/>
              <a:buNone/>
              <a:defRPr/>
            </a:pPr>
            <a:r>
              <a:rPr lang="en-US" altLang="zh-CN" sz="3086" dirty="0">
                <a:solidFill>
                  <a:schemeClr val="tx1">
                    <a:lumMod val="75000"/>
                    <a:lumOff val="25000"/>
                  </a:schemeClr>
                </a:solidFill>
                <a:latin typeface="+mn-lt"/>
              </a:rPr>
              <a:t>		{  if </a:t>
            </a:r>
            <a:r>
              <a:rPr lang="en-US" altLang="zh-CN" sz="3086" dirty="0" err="1">
                <a:solidFill>
                  <a:schemeClr val="tx1">
                    <a:lumMod val="75000"/>
                    <a:lumOff val="25000"/>
                  </a:schemeClr>
                </a:solidFill>
                <a:latin typeface="+mn-lt"/>
              </a:rPr>
              <a:t>L.offset</a:t>
            </a:r>
            <a:r>
              <a:rPr lang="en-US" altLang="zh-CN" sz="3086" dirty="0">
                <a:solidFill>
                  <a:schemeClr val="tx1">
                    <a:lumMod val="75000"/>
                    <a:lumOff val="25000"/>
                  </a:schemeClr>
                </a:solidFill>
                <a:latin typeface="+mn-lt"/>
              </a:rPr>
              <a:t>=null then </a:t>
            </a:r>
            <a:r>
              <a:rPr lang="en-US" altLang="zh-CN" sz="3086" dirty="0">
                <a:solidFill>
                  <a:srgbClr val="00B050"/>
                </a:solidFill>
              </a:rPr>
              <a:t>/*L</a:t>
            </a:r>
            <a:r>
              <a:rPr lang="zh-CN" altLang="en-US" sz="3086" dirty="0">
                <a:solidFill>
                  <a:srgbClr val="00B050"/>
                </a:solidFill>
              </a:rPr>
              <a:t>是简单变量*/</a:t>
            </a:r>
            <a:endParaRPr lang="en-US" altLang="zh-CN" sz="3086" dirty="0">
              <a:solidFill>
                <a:schemeClr val="tx1">
                  <a:lumMod val="75000"/>
                  <a:lumOff val="25000"/>
                </a:schemeClr>
              </a:solidFill>
              <a:latin typeface="+mn-lt"/>
            </a:endParaRP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L.place</a:t>
            </a:r>
            <a:endParaRPr lang="en-US" altLang="zh-CN" sz="3086" dirty="0">
              <a:solidFill>
                <a:schemeClr val="tx1">
                  <a:lumMod val="75000"/>
                  <a:lumOff val="25000"/>
                </a:schemeClr>
              </a:solidFill>
              <a:latin typeface="+mn-lt"/>
            </a:endParaRP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else begin</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newtemp</a:t>
            </a:r>
            <a:r>
              <a:rPr lang="en-US" altLang="zh-CN" sz="3086" dirty="0">
                <a:solidFill>
                  <a:schemeClr val="tx1">
                    <a:lumMod val="75000"/>
                    <a:lumOff val="25000"/>
                  </a:schemeClr>
                </a:solidFill>
                <a:latin typeface="+mn-lt"/>
              </a:rPr>
              <a:t>;</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emit(</a:t>
            </a:r>
            <a:r>
              <a:rPr lang="en-US" altLang="zh-CN" sz="3086" dirty="0" err="1">
                <a:solidFill>
                  <a:schemeClr val="tx1">
                    <a:lumMod val="75000"/>
                    <a:lumOff val="25000"/>
                  </a:schemeClr>
                </a:solidFill>
                <a:latin typeface="+mn-lt"/>
              </a:rPr>
              <a:t>E.place</a:t>
            </a:r>
            <a:r>
              <a:rPr lang="en-US" altLang="zh-CN" sz="3086" dirty="0">
                <a:solidFill>
                  <a:schemeClr val="tx1">
                    <a:lumMod val="75000"/>
                    <a:lumOff val="25000"/>
                  </a:schemeClr>
                </a:solidFill>
                <a:latin typeface="+mn-lt"/>
              </a:rPr>
              <a:t> ‘:=’ </a:t>
            </a:r>
            <a:r>
              <a:rPr lang="en-US" altLang="zh-CN" sz="3086" dirty="0" err="1">
                <a:solidFill>
                  <a:srgbClr val="003399"/>
                </a:solidFill>
                <a:latin typeface="+mn-lt"/>
              </a:rPr>
              <a:t>L.place</a:t>
            </a:r>
            <a:r>
              <a:rPr lang="en-US" altLang="zh-CN" sz="3086" dirty="0">
                <a:solidFill>
                  <a:srgbClr val="FF3300"/>
                </a:solidFill>
                <a:latin typeface="+mn-lt"/>
              </a:rPr>
              <a:t> ‘[’ </a:t>
            </a:r>
            <a:r>
              <a:rPr lang="en-US" altLang="zh-CN" sz="3086" dirty="0" err="1">
                <a:solidFill>
                  <a:srgbClr val="FF3300"/>
                </a:solidFill>
                <a:latin typeface="+mn-lt"/>
              </a:rPr>
              <a:t>L.offset</a:t>
            </a:r>
            <a:r>
              <a:rPr lang="en-US" altLang="zh-CN" sz="3086" dirty="0">
                <a:solidFill>
                  <a:srgbClr val="FF3300"/>
                </a:solidFill>
                <a:latin typeface="+mn-lt"/>
              </a:rPr>
              <a:t> ‘]’</a:t>
            </a:r>
            <a:r>
              <a:rPr lang="en-US" altLang="zh-CN" sz="3086" dirty="0">
                <a:solidFill>
                  <a:schemeClr val="tx1">
                    <a:lumMod val="75000"/>
                    <a:lumOff val="25000"/>
                  </a:schemeClr>
                </a:solidFill>
                <a:latin typeface="+mn-lt"/>
              </a:rPr>
              <a:t> )</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end </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a:t>
            </a:r>
          </a:p>
        </p:txBody>
      </p:sp>
      <p:sp>
        <p:nvSpPr>
          <p:cNvPr id="3" name="灯片编号占位符 2">
            <a:extLst>
              <a:ext uri="{FF2B5EF4-FFF2-40B4-BE49-F238E27FC236}">
                <a16:creationId xmlns:a16="http://schemas.microsoft.com/office/drawing/2014/main" id="{5DFE2B54-59F2-34CB-9414-A3099A5BA167}"/>
              </a:ext>
            </a:extLst>
          </p:cNvPr>
          <p:cNvSpPr>
            <a:spLocks noGrp="1"/>
          </p:cNvSpPr>
          <p:nvPr>
            <p:ph type="sldNum" sz="quarter" idx="12"/>
          </p:nvPr>
        </p:nvSpPr>
        <p:spPr/>
        <p:txBody>
          <a:bodyPr/>
          <a:lstStyle/>
          <a:p>
            <a:pPr>
              <a:defRPr/>
            </a:pPr>
            <a:fld id="{86EC8CD1-FEC4-49EE-81CA-8D7A5E79254B}" type="slidenum">
              <a:rPr lang="en-US" smtClean="0"/>
              <a:pPr>
                <a:defRPr/>
              </a:pPr>
              <a:t>66</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wipe(left)">
                                      <p:cBhvr>
                                        <p:cTn id="7" dur="500"/>
                                        <p:tgtEl>
                                          <p:spTgt spid="141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5">
                                            <p:txEl>
                                              <p:pRg st="2" end="2"/>
                                            </p:txEl>
                                          </p:spTgt>
                                        </p:tgtEl>
                                        <p:attrNameLst>
                                          <p:attrName>style.visibility</p:attrName>
                                        </p:attrNameLst>
                                      </p:cBhvr>
                                      <p:to>
                                        <p:strVal val="visible"/>
                                      </p:to>
                                    </p:set>
                                    <p:animEffect transition="in" filter="wipe(left)">
                                      <p:cBhvr>
                                        <p:cTn id="12" dur="500"/>
                                        <p:tgtEl>
                                          <p:spTgt spid="1413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xEl>
                                              <p:pRg st="3" end="3"/>
                                            </p:txEl>
                                          </p:spTgt>
                                        </p:tgtEl>
                                        <p:attrNameLst>
                                          <p:attrName>style.visibility</p:attrName>
                                        </p:attrNameLst>
                                      </p:cBhvr>
                                      <p:to>
                                        <p:strVal val="visible"/>
                                      </p:to>
                                    </p:set>
                                    <p:animEffect transition="in" filter="wipe(left)">
                                      <p:cBhvr>
                                        <p:cTn id="17" dur="500"/>
                                        <p:tgtEl>
                                          <p:spTgt spid="1413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15">
                                            <p:txEl>
                                              <p:pRg st="4" end="4"/>
                                            </p:txEl>
                                          </p:spTgt>
                                        </p:tgtEl>
                                        <p:attrNameLst>
                                          <p:attrName>style.visibility</p:attrName>
                                        </p:attrNameLst>
                                      </p:cBhvr>
                                      <p:to>
                                        <p:strVal val="visible"/>
                                      </p:to>
                                    </p:set>
                                    <p:animEffect transition="in" filter="wipe(left)">
                                      <p:cBhvr>
                                        <p:cTn id="22" dur="500"/>
                                        <p:tgtEl>
                                          <p:spTgt spid="1413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1315">
                                            <p:txEl>
                                              <p:pRg st="5" end="5"/>
                                            </p:txEl>
                                          </p:spTgt>
                                        </p:tgtEl>
                                        <p:attrNameLst>
                                          <p:attrName>style.visibility</p:attrName>
                                        </p:attrNameLst>
                                      </p:cBhvr>
                                      <p:to>
                                        <p:strVal val="visible"/>
                                      </p:to>
                                    </p:set>
                                    <p:animEffect transition="in" filter="wipe(left)">
                                      <p:cBhvr>
                                        <p:cTn id="27" dur="500"/>
                                        <p:tgtEl>
                                          <p:spTgt spid="1413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1315">
                                            <p:txEl>
                                              <p:pRg st="6" end="6"/>
                                            </p:txEl>
                                          </p:spTgt>
                                        </p:tgtEl>
                                        <p:attrNameLst>
                                          <p:attrName>style.visibility</p:attrName>
                                        </p:attrNameLst>
                                      </p:cBhvr>
                                      <p:to>
                                        <p:strVal val="visible"/>
                                      </p:to>
                                    </p:set>
                                    <p:animEffect transition="in" filter="wipe(left)">
                                      <p:cBhvr>
                                        <p:cTn id="32" dur="500"/>
                                        <p:tgtEl>
                                          <p:spTgt spid="14131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1315">
                                            <p:txEl>
                                              <p:pRg st="7" end="7"/>
                                            </p:txEl>
                                          </p:spTgt>
                                        </p:tgtEl>
                                        <p:attrNameLst>
                                          <p:attrName>style.visibility</p:attrName>
                                        </p:attrNameLst>
                                      </p:cBhvr>
                                      <p:to>
                                        <p:strVal val="visible"/>
                                      </p:to>
                                    </p:set>
                                    <p:animEffect transition="in" filter="wipe(left)">
                                      <p:cBhvr>
                                        <p:cTn id="37" dur="500"/>
                                        <p:tgtEl>
                                          <p:spTgt spid="141315">
                                            <p:txEl>
                                              <p:pRg st="7" end="7"/>
                                            </p:txEl>
                                          </p:spTgt>
                                        </p:tgtEl>
                                      </p:cBhvr>
                                    </p:animEffect>
                                  </p:childTnLst>
                                </p:cTn>
                              </p:par>
                            </p:childTnLst>
                          </p:cTn>
                        </p:par>
                        <p:par>
                          <p:cTn id="38" fill="hold" nodeType="afterGroup">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41315">
                                            <p:txEl>
                                              <p:pRg st="8" end="8"/>
                                            </p:txEl>
                                          </p:spTgt>
                                        </p:tgtEl>
                                        <p:attrNameLst>
                                          <p:attrName>style.visibility</p:attrName>
                                        </p:attrNameLst>
                                      </p:cBhvr>
                                      <p:to>
                                        <p:strVal val="visible"/>
                                      </p:to>
                                    </p:set>
                                    <p:animEffect transition="in" filter="wipe(left)">
                                      <p:cBhvr>
                                        <p:cTn id="41" dur="500"/>
                                        <p:tgtEl>
                                          <p:spTgt spid="141315">
                                            <p:txEl>
                                              <p:pRg st="8" end="8"/>
                                            </p:txEl>
                                          </p:spTgt>
                                        </p:tgtEl>
                                      </p:cBhvr>
                                    </p:animEffect>
                                  </p:childTnLst>
                                </p:cTn>
                              </p:par>
                            </p:childTnLst>
                          </p:cTn>
                        </p:par>
                        <p:par>
                          <p:cTn id="42" fill="hold" nodeType="afterGroup">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41315">
                                            <p:txEl>
                                              <p:pRg st="9" end="9"/>
                                            </p:txEl>
                                          </p:spTgt>
                                        </p:tgtEl>
                                        <p:attrNameLst>
                                          <p:attrName>style.visibility</p:attrName>
                                        </p:attrNameLst>
                                      </p:cBhvr>
                                      <p:to>
                                        <p:strVal val="visible"/>
                                      </p:to>
                                    </p:set>
                                    <p:animEffect transition="in" filter="wipe(left)">
                                      <p:cBhvr>
                                        <p:cTn id="45" dur="500"/>
                                        <p:tgtEl>
                                          <p:spTgt spid="141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带数组元素引用的赋值语句翻译模式</a:t>
            </a:r>
          </a:p>
        </p:txBody>
      </p:sp>
      <p:sp>
        <p:nvSpPr>
          <p:cNvPr id="144387" name="Rectangle 3"/>
          <p:cNvSpPr>
            <a:spLocks noGrp="1" noChangeArrowheads="1"/>
          </p:cNvSpPr>
          <p:nvPr>
            <p:ph idx="1"/>
          </p:nvPr>
        </p:nvSpPr>
        <p:spPr/>
        <p:txBody>
          <a:bodyPr rtlCol="0">
            <a:normAutofit/>
          </a:bodyPr>
          <a:lstStyle/>
          <a:p>
            <a:pPr marL="0" indent="0" defTabSz="503972" eaLnBrk="1" fontAlgn="auto" hangingPunct="1">
              <a:spcBef>
                <a:spcPts val="1102"/>
              </a:spcBef>
              <a:spcAft>
                <a:spcPts val="0"/>
              </a:spcAft>
              <a:buFont typeface="Wingdings 3" charset="2"/>
              <a:buNone/>
              <a:defRPr/>
            </a:pPr>
            <a:r>
              <a:rPr lang="zh-CN" altLang="en-US" sz="3086" dirty="0">
                <a:solidFill>
                  <a:schemeClr val="tx1">
                    <a:lumMod val="75000"/>
                    <a:lumOff val="25000"/>
                  </a:schemeClr>
                </a:solidFill>
              </a:rPr>
              <a:t>(8)  </a:t>
            </a:r>
            <a:r>
              <a:rPr lang="en-US" altLang="zh-CN" sz="3086" dirty="0" err="1">
                <a:solidFill>
                  <a:schemeClr val="tx1">
                    <a:lumMod val="75000"/>
                    <a:lumOff val="25000"/>
                  </a:schemeClr>
                </a:solidFill>
              </a:rPr>
              <a:t>Elist→id</a:t>
            </a:r>
            <a:r>
              <a:rPr lang="en-US" altLang="zh-CN" sz="3086" dirty="0">
                <a:solidFill>
                  <a:schemeClr val="tx1">
                    <a:lumMod val="75000"/>
                    <a:lumOff val="25000"/>
                  </a:schemeClr>
                </a:solidFill>
              </a:rPr>
              <a:t> [ E</a:t>
            </a:r>
          </a:p>
          <a:p>
            <a:pPr marL="0" indent="0" defTabSz="503972" eaLnBrk="1" fontAlgn="auto" hangingPunct="1">
              <a:spcBef>
                <a:spcPts val="1102"/>
              </a:spcBef>
              <a:spcAft>
                <a:spcPts val="0"/>
              </a:spcAft>
              <a:buFont typeface="Wingdings 3" charset="2"/>
              <a:buNone/>
              <a:defRPr/>
            </a:pPr>
            <a:r>
              <a:rPr lang="en-US" altLang="zh-CN" sz="3086" dirty="0">
                <a:solidFill>
                  <a:schemeClr val="tx1">
                    <a:lumMod val="75000"/>
                    <a:lumOff val="25000"/>
                  </a:schemeClr>
                </a:solidFill>
              </a:rPr>
              <a:t>		{  </a:t>
            </a:r>
            <a:r>
              <a:rPr lang="en-US" altLang="zh-CN" sz="3086" dirty="0" err="1">
                <a:solidFill>
                  <a:schemeClr val="tx1">
                    <a:lumMod val="75000"/>
                    <a:lumOff val="25000"/>
                  </a:schemeClr>
                </a:solidFill>
              </a:rPr>
              <a:t>Elist.place</a:t>
            </a:r>
            <a:r>
              <a:rPr lang="en-US" altLang="zh-CN" sz="3086" dirty="0">
                <a:solidFill>
                  <a:schemeClr val="tx1">
                    <a:lumMod val="75000"/>
                    <a:lumOff val="25000"/>
                  </a:schemeClr>
                </a:solidFill>
              </a:rPr>
              <a:t>:=</a:t>
            </a:r>
            <a:r>
              <a:rPr lang="en-US" altLang="zh-CN" sz="3086" dirty="0" err="1">
                <a:solidFill>
                  <a:srgbClr val="C00000"/>
                </a:solidFill>
              </a:rPr>
              <a:t>E.place</a:t>
            </a:r>
            <a:r>
              <a:rPr lang="en-US" altLang="zh-CN" sz="3086" dirty="0">
                <a:solidFill>
                  <a:schemeClr val="tx1">
                    <a:lumMod val="75000"/>
                    <a:lumOff val="25000"/>
                  </a:schemeClr>
                </a:solidFill>
              </a:rPr>
              <a:t>;</a:t>
            </a:r>
          </a:p>
          <a:p>
            <a:pPr marL="0" indent="0" defTabSz="503972" eaLnBrk="1" fontAlgn="auto" hangingPunct="1">
              <a:spcBef>
                <a:spcPts val="1102"/>
              </a:spcBef>
              <a:spcAft>
                <a:spcPts val="0"/>
              </a:spcAft>
              <a:buFont typeface="Wingdings 3"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Elist.ndim</a:t>
            </a:r>
            <a:r>
              <a:rPr lang="en-US" altLang="zh-CN" sz="3086" dirty="0">
                <a:solidFill>
                  <a:schemeClr val="tx1">
                    <a:lumMod val="75000"/>
                    <a:lumOff val="25000"/>
                  </a:schemeClr>
                </a:solidFill>
              </a:rPr>
              <a:t>:=1;</a:t>
            </a:r>
          </a:p>
          <a:p>
            <a:pPr marL="0" indent="0" defTabSz="503972" eaLnBrk="1" fontAlgn="auto" hangingPunct="1">
              <a:spcBef>
                <a:spcPts val="1102"/>
              </a:spcBef>
              <a:spcAft>
                <a:spcPts val="0"/>
              </a:spcAft>
              <a:buFont typeface="Wingdings 3"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Elist.array</a:t>
            </a:r>
            <a:r>
              <a:rPr lang="en-US" altLang="zh-CN" sz="3086" dirty="0">
                <a:solidFill>
                  <a:schemeClr val="tx1">
                    <a:lumMod val="75000"/>
                    <a:lumOff val="25000"/>
                  </a:schemeClr>
                </a:solidFill>
              </a:rPr>
              <a:t>:=</a:t>
            </a:r>
            <a:r>
              <a:rPr lang="en-US" altLang="zh-CN" sz="3086" dirty="0" err="1">
                <a:solidFill>
                  <a:srgbClr val="0070C0"/>
                </a:solidFill>
              </a:rPr>
              <a:t>id.place</a:t>
            </a:r>
            <a:r>
              <a:rPr lang="en-US" altLang="zh-CN" sz="3086" dirty="0">
                <a:solidFill>
                  <a:srgbClr val="0070C0"/>
                </a:solidFill>
              </a:rPr>
              <a:t> </a:t>
            </a:r>
            <a:r>
              <a:rPr lang="en-US" altLang="zh-CN" sz="3086" dirty="0">
                <a:solidFill>
                  <a:schemeClr val="tx1">
                    <a:lumMod val="75000"/>
                    <a:lumOff val="25000"/>
                  </a:schemeClr>
                </a:solidFill>
              </a:rPr>
              <a:t> }</a:t>
            </a:r>
          </a:p>
          <a:p>
            <a:pPr marL="0" indent="0" defTabSz="503972" eaLnBrk="1" fontAlgn="auto" hangingPunct="1">
              <a:spcBef>
                <a:spcPts val="1102"/>
              </a:spcBef>
              <a:spcAft>
                <a:spcPts val="0"/>
              </a:spcAft>
              <a:buFont typeface="Wingdings 3" charset="2"/>
              <a:buNone/>
              <a:defRPr/>
            </a:pPr>
            <a:endParaRPr lang="zh-CN" altLang="en-US" sz="3086" dirty="0">
              <a:solidFill>
                <a:schemeClr val="tx1">
                  <a:lumMod val="75000"/>
                  <a:lumOff val="25000"/>
                </a:schemeClr>
              </a:solidFill>
            </a:endParaRPr>
          </a:p>
        </p:txBody>
      </p:sp>
      <p:sp>
        <p:nvSpPr>
          <p:cNvPr id="6" name="文本框 5"/>
          <p:cNvSpPr txBox="1"/>
          <p:nvPr/>
        </p:nvSpPr>
        <p:spPr>
          <a:xfrm>
            <a:off x="528638" y="5065713"/>
            <a:ext cx="8280400" cy="158432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defTabSz="503972" eaLnBrk="1" fontAlgn="auto" hangingPunct="1">
              <a:spcBef>
                <a:spcPts val="0"/>
              </a:spcBef>
              <a:spcAft>
                <a:spcPts val="0"/>
              </a:spcAft>
              <a:defRPr/>
            </a:pPr>
            <a:r>
              <a:rPr lang="en-US" altLang="zh-CN" sz="3527" b="1" kern="0" dirty="0">
                <a:solidFill>
                  <a:srgbClr val="CC00CC"/>
                </a:solidFill>
                <a:ea typeface="微软雅黑"/>
              </a:rPr>
              <a:t>A[</a:t>
            </a:r>
            <a:r>
              <a:rPr lang="en-US" altLang="zh-CN" sz="3527" b="1" kern="0" dirty="0">
                <a:solidFill>
                  <a:srgbClr val="C00000"/>
                </a:solidFill>
                <a:ea typeface="微软雅黑"/>
              </a:rPr>
              <a:t>i</a:t>
            </a:r>
            <a:r>
              <a:rPr lang="en-US" altLang="zh-CN" sz="3527" b="1" kern="0" baseline="-30000" dirty="0">
                <a:solidFill>
                  <a:srgbClr val="C00000"/>
                </a:solidFill>
                <a:ea typeface="微软雅黑"/>
              </a:rPr>
              <a:t>1</a:t>
            </a:r>
            <a:r>
              <a:rPr lang="en-US" altLang="zh-CN" sz="3527" kern="0" baseline="-30000" dirty="0">
                <a:solidFill>
                  <a:srgbClr val="C00000"/>
                </a:solidFill>
                <a:ea typeface="微软雅黑"/>
              </a:rPr>
              <a:t> </a:t>
            </a:r>
            <a:r>
              <a:rPr lang="en-US" altLang="zh-CN" sz="3527" kern="0" dirty="0">
                <a:solidFill>
                  <a:prstClr val="black"/>
                </a:solidFill>
                <a:ea typeface="微软雅黑"/>
              </a:rPr>
              <a:t>,i</a:t>
            </a:r>
            <a:r>
              <a:rPr lang="en-US" altLang="zh-CN" sz="3527" kern="0" baseline="-30000" dirty="0">
                <a:solidFill>
                  <a:prstClr val="black"/>
                </a:solidFill>
                <a:ea typeface="微软雅黑"/>
              </a:rPr>
              <a:t>2</a:t>
            </a:r>
            <a:r>
              <a:rPr lang="en-US" altLang="zh-CN" sz="3527" kern="0" dirty="0">
                <a:solidFill>
                  <a:prstClr val="black"/>
                </a:solidFill>
                <a:ea typeface="微软雅黑"/>
              </a:rPr>
              <a:t>,</a:t>
            </a:r>
            <a:r>
              <a:rPr lang="en-US" altLang="zh-CN" sz="3527" kern="0" dirty="0">
                <a:solidFill>
                  <a:prstClr val="black"/>
                </a:solidFill>
                <a:latin typeface="微软雅黑" panose="020B0503020204020204" pitchFamily="34" charset="-122"/>
                <a:ea typeface="微软雅黑"/>
              </a:rPr>
              <a:t>…</a:t>
            </a:r>
            <a:r>
              <a:rPr lang="en-US" altLang="zh-CN" sz="3527" kern="0" dirty="0">
                <a:solidFill>
                  <a:prstClr val="black"/>
                </a:solidFill>
                <a:ea typeface="微软雅黑"/>
              </a:rPr>
              <a:t>,</a:t>
            </a:r>
            <a:r>
              <a:rPr lang="en-US" altLang="zh-CN" sz="3527" kern="0" dirty="0" err="1">
                <a:solidFill>
                  <a:prstClr val="black"/>
                </a:solidFill>
                <a:ea typeface="微软雅黑"/>
              </a:rPr>
              <a:t>i</a:t>
            </a:r>
            <a:r>
              <a:rPr lang="en-US" altLang="zh-CN" sz="3527" kern="0" baseline="-30000" dirty="0" err="1">
                <a:solidFill>
                  <a:prstClr val="black"/>
                </a:solidFill>
                <a:ea typeface="微软雅黑"/>
              </a:rPr>
              <a:t>k</a:t>
            </a:r>
            <a:r>
              <a:rPr lang="en-US" altLang="zh-CN" sz="3527" kern="0" dirty="0">
                <a:solidFill>
                  <a:prstClr val="black"/>
                </a:solidFill>
                <a:ea typeface="微软雅黑"/>
              </a:rPr>
              <a:t>]</a:t>
            </a:r>
            <a:r>
              <a:rPr lang="zh-CN" altLang="en-US" sz="3527" kern="0" dirty="0">
                <a:solidFill>
                  <a:srgbClr val="000000"/>
                </a:solidFill>
                <a:ea typeface="微软雅黑"/>
              </a:rPr>
              <a:t> </a:t>
            </a:r>
            <a:br>
              <a:rPr lang="zh-CN" altLang="en-US" sz="3527" kern="0" dirty="0">
                <a:solidFill>
                  <a:srgbClr val="000000"/>
                </a:solidFill>
                <a:ea typeface="微软雅黑"/>
              </a:rPr>
            </a:br>
            <a:r>
              <a:rPr lang="zh-CN" altLang="en-US" sz="3086" kern="0" dirty="0">
                <a:solidFill>
                  <a:srgbClr val="CC00CC"/>
                </a:solidFill>
                <a:ea typeface="微软雅黑"/>
              </a:rPr>
              <a:t>((</a:t>
            </a:r>
            <a:r>
              <a:rPr lang="zh-CN" altLang="en-US" sz="3086" kern="0" dirty="0">
                <a:solidFill>
                  <a:srgbClr val="C00000"/>
                </a:solidFill>
                <a:latin typeface="微软雅黑" panose="020B0503020204020204" pitchFamily="34" charset="-122"/>
                <a:ea typeface="微软雅黑"/>
              </a:rPr>
              <a:t>…</a:t>
            </a:r>
            <a:r>
              <a:rPr lang="en-US" altLang="zh-CN" sz="3086" b="1" kern="0" dirty="0">
                <a:solidFill>
                  <a:srgbClr val="C00000"/>
                </a:solidFill>
                <a:ea typeface="微软雅黑"/>
              </a:rPr>
              <a:t>i</a:t>
            </a:r>
            <a:r>
              <a:rPr lang="en-US" altLang="zh-CN" sz="3086" b="1" kern="0" baseline="-30000" dirty="0">
                <a:solidFill>
                  <a:srgbClr val="C00000"/>
                </a:solidFill>
                <a:ea typeface="微软雅黑"/>
              </a:rPr>
              <a:t>1</a:t>
            </a:r>
            <a:r>
              <a:rPr lang="en-US" altLang="zh-CN" sz="3086" kern="0" dirty="0">
                <a:solidFill>
                  <a:srgbClr val="C00000"/>
                </a:solidFill>
                <a:ea typeface="微软雅黑"/>
              </a:rPr>
              <a:t> </a:t>
            </a:r>
            <a:r>
              <a:rPr lang="en-US" altLang="zh-CN" sz="3086" kern="0" dirty="0">
                <a:solidFill>
                  <a:srgbClr val="000000"/>
                </a:solidFill>
                <a:ea typeface="微软雅黑"/>
              </a:rPr>
              <a:t>n</a:t>
            </a:r>
            <a:r>
              <a:rPr lang="en-US" altLang="zh-CN" sz="3086" kern="0" baseline="-30000" dirty="0">
                <a:solidFill>
                  <a:srgbClr val="000000"/>
                </a:solidFill>
                <a:ea typeface="微软雅黑"/>
              </a:rPr>
              <a:t>2</a:t>
            </a:r>
            <a:r>
              <a:rPr lang="en-US" altLang="zh-CN" sz="3086" kern="0" dirty="0">
                <a:solidFill>
                  <a:srgbClr val="000000"/>
                </a:solidFill>
                <a:ea typeface="微软雅黑"/>
              </a:rPr>
              <a:t>+i</a:t>
            </a:r>
            <a:r>
              <a:rPr lang="en-US" altLang="zh-CN" sz="3086" kern="0" baseline="-30000" dirty="0">
                <a:solidFill>
                  <a:srgbClr val="000000"/>
                </a:solidFill>
                <a:ea typeface="微软雅黑"/>
              </a:rPr>
              <a:t>2</a:t>
            </a:r>
            <a:r>
              <a:rPr lang="en-US" altLang="zh-CN" sz="3086" kern="0" dirty="0">
                <a:solidFill>
                  <a:srgbClr val="000000"/>
                </a:solidFill>
                <a:ea typeface="微软雅黑"/>
              </a:rPr>
              <a:t>)n</a:t>
            </a:r>
            <a:r>
              <a:rPr lang="en-US" altLang="zh-CN" sz="3086" kern="0" baseline="-30000" dirty="0">
                <a:solidFill>
                  <a:srgbClr val="000000"/>
                </a:solidFill>
                <a:ea typeface="微软雅黑"/>
              </a:rPr>
              <a:t>3</a:t>
            </a:r>
            <a:r>
              <a:rPr lang="en-US" altLang="zh-CN" sz="3086" kern="0" dirty="0">
                <a:solidFill>
                  <a:srgbClr val="000000"/>
                </a:solidFill>
                <a:ea typeface="微软雅黑"/>
              </a:rPr>
              <a:t>+i</a:t>
            </a:r>
            <a:r>
              <a:rPr lang="en-US" altLang="zh-CN" sz="3086" kern="0" baseline="-30000" dirty="0">
                <a:solidFill>
                  <a:srgbClr val="000000"/>
                </a:solidFill>
                <a:ea typeface="微软雅黑"/>
              </a:rPr>
              <a:t>3</a:t>
            </a:r>
            <a:r>
              <a:rPr lang="en-US" altLang="zh-CN" sz="3086" kern="0" dirty="0">
                <a:solidFill>
                  <a:srgbClr val="000000"/>
                </a:solidFill>
                <a:ea typeface="微软雅黑"/>
              </a:rPr>
              <a:t>)</a:t>
            </a:r>
            <a:r>
              <a:rPr lang="en-US" altLang="zh-CN" sz="3086" kern="0" dirty="0">
                <a:solidFill>
                  <a:srgbClr val="000000"/>
                </a:solidFill>
                <a:latin typeface="微软雅黑" panose="020B0503020204020204" pitchFamily="34" charset="-122"/>
                <a:ea typeface="微软雅黑"/>
              </a:rPr>
              <a:t>…</a:t>
            </a:r>
            <a:r>
              <a:rPr lang="en-US" altLang="zh-CN" sz="3086" kern="0" dirty="0">
                <a:solidFill>
                  <a:srgbClr val="000000"/>
                </a:solidFill>
                <a:ea typeface="微软雅黑"/>
              </a:rPr>
              <a:t>)</a:t>
            </a:r>
            <a:r>
              <a:rPr lang="en-US" altLang="zh-CN" sz="3086" kern="0" dirty="0" err="1">
                <a:solidFill>
                  <a:srgbClr val="000000"/>
                </a:solidFill>
                <a:ea typeface="微软雅黑"/>
              </a:rPr>
              <a:t>n</a:t>
            </a:r>
            <a:r>
              <a:rPr lang="en-US" altLang="zh-CN" sz="3086" kern="0" baseline="-30000" dirty="0" err="1">
                <a:solidFill>
                  <a:srgbClr val="000000"/>
                </a:solidFill>
                <a:ea typeface="微软雅黑"/>
              </a:rPr>
              <a:t>k</a:t>
            </a:r>
            <a:r>
              <a:rPr lang="en-US" altLang="zh-CN" sz="3086" kern="0" dirty="0" err="1">
                <a:solidFill>
                  <a:srgbClr val="000000"/>
                </a:solidFill>
                <a:ea typeface="微软雅黑"/>
              </a:rPr>
              <a:t>+i</a:t>
            </a:r>
            <a:r>
              <a:rPr lang="en-US" altLang="zh-CN" sz="3086" kern="0" baseline="-30000" dirty="0" err="1">
                <a:solidFill>
                  <a:srgbClr val="000000"/>
                </a:solidFill>
                <a:ea typeface="微软雅黑"/>
              </a:rPr>
              <a:t>k</a:t>
            </a:r>
            <a:r>
              <a:rPr lang="en-US" altLang="zh-CN" sz="3086" kern="0" dirty="0">
                <a:solidFill>
                  <a:srgbClr val="000000"/>
                </a:solidFill>
                <a:ea typeface="微软雅黑"/>
              </a:rPr>
              <a:t>)×w +</a:t>
            </a:r>
            <a:br>
              <a:rPr lang="en-US" altLang="zh-CN" sz="3086" kern="0" dirty="0">
                <a:solidFill>
                  <a:srgbClr val="000000"/>
                </a:solidFill>
                <a:ea typeface="微软雅黑"/>
              </a:rPr>
            </a:br>
            <a:r>
              <a:rPr lang="en-US" altLang="zh-CN" sz="3086" kern="0" dirty="0">
                <a:solidFill>
                  <a:srgbClr val="0070C0"/>
                </a:solidFill>
                <a:ea typeface="微软雅黑"/>
              </a:rPr>
              <a:t>base-</a:t>
            </a:r>
            <a:r>
              <a:rPr lang="en-US" altLang="zh-CN" sz="3086" kern="0" dirty="0">
                <a:solidFill>
                  <a:srgbClr val="000000"/>
                </a:solidFill>
                <a:ea typeface="微软雅黑"/>
              </a:rPr>
              <a:t>((</a:t>
            </a:r>
            <a:r>
              <a:rPr lang="en-US" altLang="zh-CN" sz="3086" kern="0" dirty="0">
                <a:solidFill>
                  <a:srgbClr val="000000"/>
                </a:solidFill>
                <a:latin typeface="微软雅黑" panose="020B0503020204020204" pitchFamily="34" charset="-122"/>
                <a:ea typeface="微软雅黑"/>
              </a:rPr>
              <a:t>…</a:t>
            </a:r>
            <a:r>
              <a:rPr lang="en-US" altLang="zh-CN" sz="3086" kern="0" dirty="0">
                <a:solidFill>
                  <a:srgbClr val="000000"/>
                </a:solidFill>
                <a:ea typeface="微软雅黑"/>
              </a:rPr>
              <a:t>((low</a:t>
            </a:r>
            <a:r>
              <a:rPr lang="en-US" altLang="zh-CN" sz="3086" kern="0" baseline="-30000" dirty="0">
                <a:solidFill>
                  <a:srgbClr val="000000"/>
                </a:solidFill>
                <a:ea typeface="微软雅黑"/>
              </a:rPr>
              <a:t>1</a:t>
            </a:r>
            <a:r>
              <a:rPr lang="en-US" altLang="zh-CN" sz="3086" kern="0" dirty="0">
                <a:solidFill>
                  <a:srgbClr val="000000"/>
                </a:solidFill>
                <a:ea typeface="微软雅黑"/>
              </a:rPr>
              <a:t> n</a:t>
            </a:r>
            <a:r>
              <a:rPr lang="en-US" altLang="zh-CN" sz="3086" kern="0" baseline="-30000" dirty="0">
                <a:solidFill>
                  <a:srgbClr val="000000"/>
                </a:solidFill>
                <a:ea typeface="微软雅黑"/>
              </a:rPr>
              <a:t>2</a:t>
            </a:r>
            <a:r>
              <a:rPr lang="en-US" altLang="zh-CN" sz="3086" kern="0" dirty="0">
                <a:solidFill>
                  <a:srgbClr val="000000"/>
                </a:solidFill>
                <a:ea typeface="微软雅黑"/>
              </a:rPr>
              <a:t>+low</a:t>
            </a:r>
            <a:r>
              <a:rPr lang="en-US" altLang="zh-CN" sz="3086" kern="0" baseline="-30000" dirty="0">
                <a:solidFill>
                  <a:srgbClr val="000000"/>
                </a:solidFill>
                <a:ea typeface="微软雅黑"/>
              </a:rPr>
              <a:t>2</a:t>
            </a:r>
            <a:r>
              <a:rPr lang="en-US" altLang="zh-CN" sz="3086" kern="0" dirty="0">
                <a:solidFill>
                  <a:srgbClr val="000000"/>
                </a:solidFill>
                <a:ea typeface="微软雅黑"/>
              </a:rPr>
              <a:t>)n</a:t>
            </a:r>
            <a:r>
              <a:rPr lang="en-US" altLang="zh-CN" sz="3086" kern="0" baseline="-30000" dirty="0">
                <a:solidFill>
                  <a:srgbClr val="000000"/>
                </a:solidFill>
                <a:ea typeface="微软雅黑"/>
              </a:rPr>
              <a:t>3</a:t>
            </a:r>
            <a:r>
              <a:rPr lang="en-US" altLang="zh-CN" sz="3086" kern="0" dirty="0">
                <a:solidFill>
                  <a:srgbClr val="000000"/>
                </a:solidFill>
                <a:ea typeface="微软雅黑"/>
              </a:rPr>
              <a:t>+low</a:t>
            </a:r>
            <a:r>
              <a:rPr lang="en-US" altLang="zh-CN" sz="3086" kern="0" baseline="-30000" dirty="0">
                <a:solidFill>
                  <a:srgbClr val="000000"/>
                </a:solidFill>
                <a:ea typeface="微软雅黑"/>
              </a:rPr>
              <a:t>3</a:t>
            </a:r>
            <a:r>
              <a:rPr lang="en-US" altLang="zh-CN" sz="3086" kern="0" dirty="0">
                <a:solidFill>
                  <a:srgbClr val="000000"/>
                </a:solidFill>
                <a:ea typeface="微软雅黑"/>
              </a:rPr>
              <a:t>)</a:t>
            </a:r>
            <a:r>
              <a:rPr lang="en-US" altLang="zh-CN" sz="3086" kern="0" dirty="0">
                <a:solidFill>
                  <a:srgbClr val="000000"/>
                </a:solidFill>
                <a:latin typeface="微软雅黑" panose="020B0503020204020204" pitchFamily="34" charset="-122"/>
                <a:ea typeface="微软雅黑"/>
              </a:rPr>
              <a:t>…</a:t>
            </a:r>
            <a:r>
              <a:rPr lang="en-US" altLang="zh-CN" sz="3086" kern="0" dirty="0">
                <a:solidFill>
                  <a:srgbClr val="000000"/>
                </a:solidFill>
                <a:ea typeface="微软雅黑"/>
              </a:rPr>
              <a:t>)</a:t>
            </a:r>
            <a:r>
              <a:rPr lang="en-US" altLang="zh-CN" sz="3086" kern="0" dirty="0" err="1">
                <a:solidFill>
                  <a:srgbClr val="000000"/>
                </a:solidFill>
                <a:ea typeface="微软雅黑"/>
              </a:rPr>
              <a:t>n</a:t>
            </a:r>
            <a:r>
              <a:rPr lang="en-US" altLang="zh-CN" sz="3086" kern="0" baseline="-30000" dirty="0" err="1">
                <a:solidFill>
                  <a:srgbClr val="000000"/>
                </a:solidFill>
                <a:ea typeface="微软雅黑"/>
              </a:rPr>
              <a:t>k</a:t>
            </a:r>
            <a:r>
              <a:rPr lang="en-US" altLang="zh-CN" sz="3086" kern="0" dirty="0" err="1">
                <a:solidFill>
                  <a:srgbClr val="000000"/>
                </a:solidFill>
                <a:ea typeface="微软雅黑"/>
              </a:rPr>
              <a:t>+low</a:t>
            </a:r>
            <a:r>
              <a:rPr lang="en-US" altLang="zh-CN" sz="3086" kern="0" baseline="-30000" dirty="0" err="1">
                <a:solidFill>
                  <a:srgbClr val="000000"/>
                </a:solidFill>
                <a:ea typeface="微软雅黑"/>
              </a:rPr>
              <a:t>k</a:t>
            </a:r>
            <a:r>
              <a:rPr lang="en-US" altLang="zh-CN" sz="3086" kern="0" dirty="0">
                <a:solidFill>
                  <a:srgbClr val="000000"/>
                </a:solidFill>
                <a:ea typeface="微软雅黑"/>
              </a:rPr>
              <a:t>)×w</a:t>
            </a:r>
            <a:endParaRPr lang="zh-CN" altLang="en-US" sz="3086" dirty="0">
              <a:solidFill>
                <a:prstClr val="black"/>
              </a:solidFill>
            </a:endParaRPr>
          </a:p>
        </p:txBody>
      </p:sp>
      <p:sp>
        <p:nvSpPr>
          <p:cNvPr id="2" name="灯片编号占位符 1">
            <a:extLst>
              <a:ext uri="{FF2B5EF4-FFF2-40B4-BE49-F238E27FC236}">
                <a16:creationId xmlns:a16="http://schemas.microsoft.com/office/drawing/2014/main" id="{BF5C0FBC-6172-2EF6-0468-5B5FEC761B3A}"/>
              </a:ext>
            </a:extLst>
          </p:cNvPr>
          <p:cNvSpPr>
            <a:spLocks noGrp="1"/>
          </p:cNvSpPr>
          <p:nvPr>
            <p:ph type="sldNum" sz="quarter" idx="12"/>
          </p:nvPr>
        </p:nvSpPr>
        <p:spPr/>
        <p:txBody>
          <a:bodyPr/>
          <a:lstStyle/>
          <a:p>
            <a:pPr>
              <a:defRPr/>
            </a:pPr>
            <a:fld id="{9644DC73-7D9C-4C49-ADA7-4A386825B997}" type="slidenum">
              <a:rPr lang="en-US" smtClean="0"/>
              <a:pPr>
                <a:defRPr/>
              </a:pPr>
              <a:t>67</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wipe(left)">
                                      <p:cBhvr>
                                        <p:cTn id="7" dur="500"/>
                                        <p:tgtEl>
                                          <p:spTgt spid="144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4387">
                                            <p:txEl>
                                              <p:pRg st="1" end="1"/>
                                            </p:txEl>
                                          </p:spTgt>
                                        </p:tgtEl>
                                        <p:attrNameLst>
                                          <p:attrName>style.visibility</p:attrName>
                                        </p:attrNameLst>
                                      </p:cBhvr>
                                      <p:to>
                                        <p:strVal val="visible"/>
                                      </p:to>
                                    </p:set>
                                    <p:animEffect transition="in" filter="wipe(left)">
                                      <p:cBhvr>
                                        <p:cTn id="12" dur="500"/>
                                        <p:tgtEl>
                                          <p:spTgt spid="144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4387">
                                            <p:txEl>
                                              <p:pRg st="2" end="2"/>
                                            </p:txEl>
                                          </p:spTgt>
                                        </p:tgtEl>
                                        <p:attrNameLst>
                                          <p:attrName>style.visibility</p:attrName>
                                        </p:attrNameLst>
                                      </p:cBhvr>
                                      <p:to>
                                        <p:strVal val="visible"/>
                                      </p:to>
                                    </p:set>
                                    <p:animEffect transition="in" filter="wipe(left)">
                                      <p:cBhvr>
                                        <p:cTn id="17" dur="500"/>
                                        <p:tgtEl>
                                          <p:spTgt spid="144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4387">
                                            <p:txEl>
                                              <p:pRg st="3" end="3"/>
                                            </p:txEl>
                                          </p:spTgt>
                                        </p:tgtEl>
                                        <p:attrNameLst>
                                          <p:attrName>style.visibility</p:attrName>
                                        </p:attrNameLst>
                                      </p:cBhvr>
                                      <p:to>
                                        <p:strVal val="visible"/>
                                      </p:to>
                                    </p:set>
                                    <p:animEffect transition="in" filter="wipe(left)">
                                      <p:cBhvr>
                                        <p:cTn id="22" dur="500"/>
                                        <p:tgtEl>
                                          <p:spTgt spid="144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带数组元素引用的赋值语句翻译模式</a:t>
            </a:r>
          </a:p>
        </p:txBody>
      </p:sp>
      <p:sp>
        <p:nvSpPr>
          <p:cNvPr id="143363" name="Rectangle 3"/>
          <p:cNvSpPr>
            <a:spLocks noGrp="1" noChangeArrowheads="1"/>
          </p:cNvSpPr>
          <p:nvPr>
            <p:ph idx="1"/>
          </p:nvPr>
        </p:nvSpPr>
        <p:spPr/>
        <p:txBody>
          <a:bodyPr rtlCol="0">
            <a:noAutofit/>
          </a:bodyPr>
          <a:lstStyle/>
          <a:p>
            <a:pPr marL="0" indent="0" defTabSz="503972" eaLnBrk="1" fontAlgn="auto" hangingPunct="1">
              <a:spcBef>
                <a:spcPts val="0"/>
              </a:spcBef>
              <a:spcAft>
                <a:spcPts val="0"/>
              </a:spcAft>
              <a:buFont typeface="Wingdings 3" charset="2"/>
              <a:buNone/>
              <a:defRPr/>
            </a:pPr>
            <a:r>
              <a:rPr lang="zh-CN" altLang="en-US" sz="2646" dirty="0">
                <a:solidFill>
                  <a:schemeClr val="tx1">
                    <a:lumMod val="75000"/>
                    <a:lumOff val="25000"/>
                  </a:schemeClr>
                </a:solidFill>
                <a:latin typeface="+mn-lt"/>
              </a:rPr>
              <a:t>(7)  </a:t>
            </a:r>
            <a:r>
              <a:rPr lang="en-US" altLang="zh-CN" sz="2646" dirty="0" err="1">
                <a:solidFill>
                  <a:schemeClr val="tx1">
                    <a:lumMod val="75000"/>
                    <a:lumOff val="25000"/>
                  </a:schemeClr>
                </a:solidFill>
                <a:latin typeface="+mn-lt"/>
              </a:rPr>
              <a:t>Elist</a:t>
            </a:r>
            <a:r>
              <a:rPr lang="en-US" altLang="zh-CN" sz="2646" dirty="0">
                <a:solidFill>
                  <a:schemeClr val="tx1">
                    <a:lumMod val="75000"/>
                    <a:lumOff val="25000"/>
                  </a:schemeClr>
                </a:solidFill>
                <a:latin typeface="+mn-lt"/>
              </a:rPr>
              <a:t>→ Elist</a:t>
            </a:r>
            <a:r>
              <a:rPr lang="en-US" altLang="zh-CN" sz="2646" baseline="-25000" dirty="0">
                <a:solidFill>
                  <a:schemeClr val="tx1">
                    <a:lumMod val="75000"/>
                    <a:lumOff val="25000"/>
                  </a:schemeClr>
                </a:solidFill>
                <a:latin typeface="+mn-lt"/>
              </a:rPr>
              <a:t>1</a:t>
            </a:r>
            <a:r>
              <a:rPr lang="en-US" altLang="zh-CN" sz="2646" dirty="0">
                <a:solidFill>
                  <a:schemeClr val="tx1">
                    <a:lumMod val="75000"/>
                    <a:lumOff val="25000"/>
                  </a:schemeClr>
                </a:solidFill>
                <a:latin typeface="+mn-lt"/>
              </a:rPr>
              <a:t>, E</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  	t:=newtemp;</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m:=Elist</a:t>
            </a:r>
            <a:r>
              <a:rPr lang="en-US" altLang="zh-CN" sz="2646" baseline="-25000" dirty="0">
                <a:solidFill>
                  <a:schemeClr val="tx1">
                    <a:lumMod val="75000"/>
                    <a:lumOff val="25000"/>
                  </a:schemeClr>
                </a:solidFill>
                <a:latin typeface="+mn-lt"/>
              </a:rPr>
              <a:t>1</a:t>
            </a:r>
            <a:r>
              <a:rPr lang="en-US" altLang="zh-CN" sz="2646" dirty="0">
                <a:solidFill>
                  <a:schemeClr val="tx1">
                    <a:lumMod val="75000"/>
                    <a:lumOff val="25000"/>
                  </a:schemeClr>
                </a:solidFill>
                <a:latin typeface="+mn-lt"/>
              </a:rPr>
              <a:t>.ndim+1;</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emit(t ‘:=’ </a:t>
            </a:r>
            <a:r>
              <a:rPr lang="en-US" altLang="zh-CN" sz="2646" dirty="0">
                <a:solidFill>
                  <a:srgbClr val="CC00CC"/>
                </a:solidFill>
                <a:latin typeface="+mn-lt"/>
                <a:cs typeface="+mj-cs"/>
              </a:rPr>
              <a:t>Elist</a:t>
            </a:r>
            <a:r>
              <a:rPr lang="en-US" altLang="zh-CN" sz="2646" baseline="-25000" dirty="0">
                <a:solidFill>
                  <a:srgbClr val="CC00CC"/>
                </a:solidFill>
                <a:latin typeface="+mn-lt"/>
                <a:cs typeface="+mj-cs"/>
              </a:rPr>
              <a:t>1</a:t>
            </a:r>
            <a:r>
              <a:rPr lang="en-US" altLang="zh-CN" sz="2646" dirty="0">
                <a:solidFill>
                  <a:srgbClr val="CC00CC"/>
                </a:solidFill>
                <a:latin typeface="+mn-lt"/>
                <a:cs typeface="+mj-cs"/>
              </a:rPr>
              <a:t>.place</a:t>
            </a:r>
            <a:r>
              <a:rPr lang="en-US" altLang="zh-CN" sz="2646" dirty="0">
                <a:solidFill>
                  <a:schemeClr val="tx1">
                    <a:lumMod val="75000"/>
                    <a:lumOff val="25000"/>
                  </a:schemeClr>
                </a:solidFill>
                <a:latin typeface="+mn-lt"/>
              </a:rPr>
              <a:t> ‘*’ </a:t>
            </a:r>
            <a:r>
              <a:rPr lang="en-US" altLang="zh-CN" sz="2646" dirty="0">
                <a:solidFill>
                  <a:srgbClr val="0070C0"/>
                </a:solidFill>
                <a:latin typeface="+mn-lt"/>
              </a:rPr>
              <a:t>limit(Elist</a:t>
            </a:r>
            <a:r>
              <a:rPr lang="en-US" altLang="zh-CN" sz="2646" baseline="-25000" dirty="0">
                <a:solidFill>
                  <a:srgbClr val="0070C0"/>
                </a:solidFill>
                <a:latin typeface="+mn-lt"/>
              </a:rPr>
              <a:t>1</a:t>
            </a:r>
            <a:r>
              <a:rPr lang="en-US" altLang="zh-CN" sz="2646" dirty="0">
                <a:solidFill>
                  <a:srgbClr val="0070C0"/>
                </a:solidFill>
                <a:latin typeface="+mn-lt"/>
              </a:rPr>
              <a:t>.array,m)</a:t>
            </a:r>
            <a:r>
              <a:rPr lang="en-US" altLang="zh-CN" sz="2646" dirty="0">
                <a:solidFill>
                  <a:schemeClr val="tx1">
                    <a:lumMod val="75000"/>
                    <a:lumOff val="25000"/>
                  </a:schemeClr>
                </a:solidFill>
                <a:latin typeface="+mn-lt"/>
              </a:rPr>
              <a:t> );</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emit(t ‘:=’  t  ‘+’ </a:t>
            </a:r>
            <a:r>
              <a:rPr lang="en-US" altLang="zh-CN" sz="2646" dirty="0" err="1">
                <a:solidFill>
                  <a:srgbClr val="C00000"/>
                </a:solidFill>
                <a:latin typeface="+mn-lt"/>
              </a:rPr>
              <a:t>E.place</a:t>
            </a:r>
            <a:r>
              <a:rPr lang="en-US" altLang="zh-CN" sz="2646" dirty="0">
                <a:solidFill>
                  <a:schemeClr val="tx1">
                    <a:lumMod val="75000"/>
                    <a:lumOff val="25000"/>
                  </a:schemeClr>
                </a:solidFill>
                <a:latin typeface="+mn-lt"/>
              </a:rPr>
              <a:t>);</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a:t>
            </a:r>
            <a:r>
              <a:rPr lang="en-US" altLang="zh-CN" sz="2646" dirty="0" err="1">
                <a:solidFill>
                  <a:schemeClr val="tx1">
                    <a:lumMod val="75000"/>
                    <a:lumOff val="25000"/>
                  </a:schemeClr>
                </a:solidFill>
                <a:latin typeface="+mn-lt"/>
              </a:rPr>
              <a:t>Elist.place</a:t>
            </a:r>
            <a:r>
              <a:rPr lang="en-US" altLang="zh-CN" sz="2646" dirty="0">
                <a:solidFill>
                  <a:schemeClr val="tx1">
                    <a:lumMod val="75000"/>
                    <a:lumOff val="25000"/>
                  </a:schemeClr>
                </a:solidFill>
                <a:latin typeface="+mn-lt"/>
              </a:rPr>
              <a:t>:=t;</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a:t>
            </a:r>
            <a:r>
              <a:rPr lang="en-US" altLang="zh-CN" sz="2646" dirty="0" err="1">
                <a:solidFill>
                  <a:schemeClr val="tx1">
                    <a:lumMod val="75000"/>
                    <a:lumOff val="25000"/>
                  </a:schemeClr>
                </a:solidFill>
                <a:latin typeface="+mn-lt"/>
              </a:rPr>
              <a:t>Elist.ndim</a:t>
            </a:r>
            <a:r>
              <a:rPr lang="en-US" altLang="zh-CN" sz="2646" dirty="0">
                <a:solidFill>
                  <a:schemeClr val="tx1">
                    <a:lumMod val="75000"/>
                    <a:lumOff val="25000"/>
                  </a:schemeClr>
                </a:solidFill>
                <a:latin typeface="+mn-lt"/>
              </a:rPr>
              <a:t>:=m  </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a:t>
            </a:r>
            <a:r>
              <a:rPr lang="en-US" altLang="zh-CN" sz="2646" dirty="0" err="1">
                <a:solidFill>
                  <a:schemeClr val="tx1">
                    <a:lumMod val="75000"/>
                    <a:lumOff val="25000"/>
                  </a:schemeClr>
                </a:solidFill>
                <a:latin typeface="+mn-lt"/>
              </a:rPr>
              <a:t>Elist.array</a:t>
            </a:r>
            <a:r>
              <a:rPr lang="en-US" altLang="zh-CN" sz="2646" dirty="0">
                <a:solidFill>
                  <a:schemeClr val="tx1">
                    <a:lumMod val="75000"/>
                    <a:lumOff val="25000"/>
                  </a:schemeClr>
                </a:solidFill>
                <a:latin typeface="+mn-lt"/>
              </a:rPr>
              <a:t>:= Elist</a:t>
            </a:r>
            <a:r>
              <a:rPr lang="en-US" altLang="zh-CN" sz="2646" baseline="-25000" dirty="0">
                <a:solidFill>
                  <a:schemeClr val="tx1">
                    <a:lumMod val="75000"/>
                    <a:lumOff val="25000"/>
                  </a:schemeClr>
                </a:solidFill>
                <a:latin typeface="+mn-lt"/>
              </a:rPr>
              <a:t>1</a:t>
            </a:r>
            <a:r>
              <a:rPr lang="en-US" altLang="zh-CN" sz="2646" dirty="0">
                <a:solidFill>
                  <a:schemeClr val="tx1">
                    <a:lumMod val="75000"/>
                    <a:lumOff val="25000"/>
                  </a:schemeClr>
                </a:solidFill>
                <a:latin typeface="+mn-lt"/>
              </a:rPr>
              <a:t>.array;</a:t>
            </a:r>
          </a:p>
          <a:p>
            <a:pPr marL="0" indent="0"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a:t>
            </a:r>
            <a:endParaRPr lang="zh-CN" altLang="en-US" sz="2646" dirty="0">
              <a:solidFill>
                <a:schemeClr val="tx1">
                  <a:lumMod val="75000"/>
                  <a:lumOff val="25000"/>
                </a:schemeClr>
              </a:solidFill>
              <a:latin typeface="+mn-lt"/>
            </a:endParaRPr>
          </a:p>
        </p:txBody>
      </p:sp>
      <p:sp>
        <p:nvSpPr>
          <p:cNvPr id="8" name="文本框 7"/>
          <p:cNvSpPr txBox="1"/>
          <p:nvPr/>
        </p:nvSpPr>
        <p:spPr>
          <a:xfrm>
            <a:off x="889000" y="5910263"/>
            <a:ext cx="8066088" cy="13652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defTabSz="503972" eaLnBrk="1" fontAlgn="auto" hangingPunct="1">
              <a:spcBef>
                <a:spcPts val="0"/>
              </a:spcBef>
              <a:spcAft>
                <a:spcPts val="0"/>
              </a:spcAft>
              <a:defRPr/>
            </a:pPr>
            <a:r>
              <a:rPr lang="en-US" altLang="zh-CN" sz="2756" dirty="0">
                <a:solidFill>
                  <a:srgbClr val="CC00CC"/>
                </a:solidFill>
                <a:latin typeface="微软雅黑" panose="020B0503020204020204" pitchFamily="34" charset="-122"/>
                <a:ea typeface="微软雅黑" panose="020B0503020204020204" pitchFamily="34" charset="-122"/>
              </a:rPr>
              <a:t>A[ i</a:t>
            </a:r>
            <a:r>
              <a:rPr lang="en-US" altLang="zh-CN" sz="2756" baseline="-30000" dirty="0">
                <a:solidFill>
                  <a:srgbClr val="CC00CC"/>
                </a:solidFill>
                <a:latin typeface="微软雅黑" panose="020B0503020204020204" pitchFamily="34" charset="-122"/>
                <a:ea typeface="微软雅黑" panose="020B0503020204020204" pitchFamily="34" charset="-122"/>
              </a:rPr>
              <a:t>1</a:t>
            </a:r>
            <a:r>
              <a:rPr lang="en-US" altLang="zh-CN" sz="2756" dirty="0">
                <a:solidFill>
                  <a:srgbClr val="CC00CC"/>
                </a:solidFill>
                <a:latin typeface="微软雅黑" panose="020B0503020204020204" pitchFamily="34" charset="-122"/>
                <a:ea typeface="微软雅黑" panose="020B0503020204020204" pitchFamily="34" charset="-122"/>
              </a:rPr>
              <a:t>,i</a:t>
            </a:r>
            <a:r>
              <a:rPr lang="en-US" altLang="zh-CN" sz="2756" baseline="-30000" dirty="0">
                <a:solidFill>
                  <a:srgbClr val="CC00CC"/>
                </a:solidFill>
                <a:latin typeface="微软雅黑" panose="020B0503020204020204" pitchFamily="34" charset="-122"/>
                <a:ea typeface="微软雅黑" panose="020B0503020204020204" pitchFamily="34" charset="-122"/>
              </a:rPr>
              <a:t>2</a:t>
            </a:r>
            <a:r>
              <a:rPr lang="en-US" altLang="zh-CN" sz="2756" dirty="0">
                <a:solidFill>
                  <a:srgbClr val="CC00CC"/>
                </a:solidFill>
                <a:latin typeface="微软雅黑" panose="020B0503020204020204" pitchFamily="34" charset="-122"/>
                <a:ea typeface="微软雅黑" panose="020B0503020204020204" pitchFamily="34" charset="-122"/>
              </a:rPr>
              <a:t>,…,</a:t>
            </a:r>
            <a:r>
              <a:rPr lang="en-US" altLang="zh-CN" sz="2756" b="1" dirty="0" err="1">
                <a:solidFill>
                  <a:srgbClr val="C00000"/>
                </a:solidFill>
                <a:latin typeface="微软雅黑" panose="020B0503020204020204" pitchFamily="34" charset="-122"/>
                <a:ea typeface="微软雅黑" panose="020B0503020204020204" pitchFamily="34" charset="-122"/>
              </a:rPr>
              <a:t>i</a:t>
            </a:r>
            <a:r>
              <a:rPr lang="en-US" altLang="zh-CN" sz="2756" b="1" baseline="-30000" dirty="0" err="1">
                <a:solidFill>
                  <a:srgbClr val="C00000"/>
                </a:solidFill>
                <a:latin typeface="微软雅黑" panose="020B0503020204020204" pitchFamily="34" charset="-122"/>
                <a:ea typeface="微软雅黑" panose="020B0503020204020204" pitchFamily="34" charset="-122"/>
              </a:rPr>
              <a:t>m</a:t>
            </a:r>
            <a:r>
              <a:rPr lang="en-US" altLang="zh-CN" sz="2756" dirty="0">
                <a:solidFill>
                  <a:srgbClr val="CC00CC"/>
                </a:solidFill>
                <a:latin typeface="微软雅黑" panose="020B0503020204020204" pitchFamily="34" charset="-122"/>
                <a:ea typeface="微软雅黑" panose="020B0503020204020204" pitchFamily="34" charset="-122"/>
              </a:rPr>
              <a:t> </a:t>
            </a:r>
            <a:r>
              <a:rPr lang="en-US" altLang="zh-CN" sz="2756" dirty="0">
                <a:solidFill>
                  <a:prstClr val="black"/>
                </a:solidFill>
                <a:latin typeface="微软雅黑" panose="020B0503020204020204" pitchFamily="34" charset="-122"/>
                <a:ea typeface="微软雅黑" panose="020B0503020204020204" pitchFamily="34" charset="-122"/>
              </a:rPr>
              <a:t>,…,</a:t>
            </a:r>
            <a:r>
              <a:rPr lang="en-US" altLang="zh-CN" sz="2756" dirty="0" err="1">
                <a:solidFill>
                  <a:prstClr val="black"/>
                </a:solidFill>
                <a:latin typeface="微软雅黑" panose="020B0503020204020204" pitchFamily="34" charset="-122"/>
                <a:ea typeface="微软雅黑" panose="020B0503020204020204" pitchFamily="34" charset="-122"/>
              </a:rPr>
              <a:t>i</a:t>
            </a:r>
            <a:r>
              <a:rPr lang="en-US" altLang="zh-CN" sz="2756" baseline="-30000" dirty="0" err="1">
                <a:solidFill>
                  <a:prstClr val="black"/>
                </a:solidFill>
                <a:latin typeface="微软雅黑" panose="020B0503020204020204" pitchFamily="34" charset="-122"/>
                <a:ea typeface="微软雅黑" panose="020B0503020204020204" pitchFamily="34" charset="-122"/>
              </a:rPr>
              <a:t>k</a:t>
            </a:r>
            <a:r>
              <a:rPr lang="en-US" altLang="zh-CN" sz="2756" baseline="-30000" dirty="0">
                <a:solidFill>
                  <a:prstClr val="black"/>
                </a:solidFill>
                <a:latin typeface="微软雅黑" panose="020B0503020204020204" pitchFamily="34" charset="-122"/>
                <a:ea typeface="微软雅黑" panose="020B0503020204020204" pitchFamily="34" charset="-122"/>
              </a:rPr>
              <a:t>  </a:t>
            </a:r>
            <a:r>
              <a:rPr lang="en-US" altLang="zh-CN" sz="2756" dirty="0">
                <a:solidFill>
                  <a:prstClr val="black"/>
                </a:solidFill>
                <a:latin typeface="微软雅黑" panose="020B0503020204020204" pitchFamily="34" charset="-122"/>
                <a:ea typeface="微软雅黑" panose="020B0503020204020204" pitchFamily="34" charset="-122"/>
              </a:rPr>
              <a:t>]</a:t>
            </a:r>
            <a:br>
              <a:rPr lang="en-US" altLang="zh-CN" sz="2756" dirty="0">
                <a:solidFill>
                  <a:srgbClr val="0066FF"/>
                </a:solidFill>
                <a:latin typeface="微软雅黑" panose="020B0503020204020204" pitchFamily="34" charset="-122"/>
                <a:ea typeface="微软雅黑" panose="020B0503020204020204" pitchFamily="34" charset="-122"/>
              </a:rPr>
            </a:br>
            <a:r>
              <a:rPr lang="zh-CN" altLang="en-US" sz="2756" dirty="0">
                <a:solidFill>
                  <a:srgbClr val="CC00CC"/>
                </a:solidFill>
                <a:latin typeface="微软雅黑" panose="020B0503020204020204" pitchFamily="34" charset="-122"/>
                <a:ea typeface="微软雅黑" panose="020B0503020204020204" pitchFamily="34" charset="-122"/>
              </a:rPr>
              <a:t>((…(…</a:t>
            </a:r>
            <a:r>
              <a:rPr lang="en-US" altLang="zh-CN" sz="2756" dirty="0">
                <a:solidFill>
                  <a:srgbClr val="CC00CC"/>
                </a:solidFill>
                <a:latin typeface="微软雅黑" panose="020B0503020204020204" pitchFamily="34" charset="-122"/>
                <a:ea typeface="微软雅黑" panose="020B0503020204020204" pitchFamily="34" charset="-122"/>
              </a:rPr>
              <a:t>i</a:t>
            </a:r>
            <a:r>
              <a:rPr lang="en-US" altLang="zh-CN" sz="2756" baseline="-30000" dirty="0">
                <a:solidFill>
                  <a:srgbClr val="CC00CC"/>
                </a:solidFill>
                <a:latin typeface="微软雅黑" panose="020B0503020204020204" pitchFamily="34" charset="-122"/>
                <a:ea typeface="微软雅黑" panose="020B0503020204020204" pitchFamily="34" charset="-122"/>
              </a:rPr>
              <a:t>1</a:t>
            </a:r>
            <a:r>
              <a:rPr lang="en-US" altLang="zh-CN" sz="2756" dirty="0">
                <a:solidFill>
                  <a:srgbClr val="CC00CC"/>
                </a:solidFill>
                <a:latin typeface="微软雅黑" panose="020B0503020204020204" pitchFamily="34" charset="-122"/>
                <a:ea typeface="微软雅黑" panose="020B0503020204020204" pitchFamily="34" charset="-122"/>
              </a:rPr>
              <a:t> n</a:t>
            </a:r>
            <a:r>
              <a:rPr lang="en-US" altLang="zh-CN" sz="2756" baseline="-30000" dirty="0">
                <a:solidFill>
                  <a:srgbClr val="CC00CC"/>
                </a:solidFill>
                <a:latin typeface="微软雅黑" panose="020B0503020204020204" pitchFamily="34" charset="-122"/>
                <a:ea typeface="微软雅黑" panose="020B0503020204020204" pitchFamily="34" charset="-122"/>
              </a:rPr>
              <a:t>2</a:t>
            </a:r>
            <a:r>
              <a:rPr lang="en-US" altLang="zh-CN" sz="2756" dirty="0">
                <a:solidFill>
                  <a:srgbClr val="CC00CC"/>
                </a:solidFill>
                <a:latin typeface="微软雅黑" panose="020B0503020204020204" pitchFamily="34" charset="-122"/>
                <a:ea typeface="微软雅黑" panose="020B0503020204020204" pitchFamily="34" charset="-122"/>
              </a:rPr>
              <a:t>+i</a:t>
            </a:r>
            <a:r>
              <a:rPr lang="en-US" altLang="zh-CN" sz="2756" baseline="-30000" dirty="0">
                <a:solidFill>
                  <a:srgbClr val="CC00CC"/>
                </a:solidFill>
                <a:latin typeface="微软雅黑" panose="020B0503020204020204" pitchFamily="34" charset="-122"/>
                <a:ea typeface="微软雅黑" panose="020B0503020204020204" pitchFamily="34" charset="-122"/>
              </a:rPr>
              <a:t>2</a:t>
            </a:r>
            <a:r>
              <a:rPr lang="en-US" altLang="zh-CN" sz="2756" dirty="0">
                <a:solidFill>
                  <a:srgbClr val="CC00CC"/>
                </a:solidFill>
                <a:latin typeface="微软雅黑" panose="020B0503020204020204" pitchFamily="34" charset="-122"/>
                <a:ea typeface="微软雅黑" panose="020B0503020204020204" pitchFamily="34" charset="-122"/>
              </a:rPr>
              <a:t>)n</a:t>
            </a:r>
            <a:r>
              <a:rPr lang="en-US" altLang="zh-CN" sz="2756" baseline="-30000" dirty="0">
                <a:solidFill>
                  <a:srgbClr val="CC00CC"/>
                </a:solidFill>
                <a:latin typeface="微软雅黑" panose="020B0503020204020204" pitchFamily="34" charset="-122"/>
                <a:ea typeface="微软雅黑" panose="020B0503020204020204" pitchFamily="34" charset="-122"/>
              </a:rPr>
              <a:t>3</a:t>
            </a:r>
            <a:r>
              <a:rPr lang="en-US" altLang="zh-CN" sz="2756" dirty="0">
                <a:solidFill>
                  <a:srgbClr val="CC00CC"/>
                </a:solidFill>
                <a:latin typeface="微软雅黑" panose="020B0503020204020204" pitchFamily="34" charset="-122"/>
                <a:ea typeface="微软雅黑" panose="020B0503020204020204" pitchFamily="34" charset="-122"/>
              </a:rPr>
              <a:t>+i</a:t>
            </a:r>
            <a:r>
              <a:rPr lang="en-US" altLang="zh-CN" sz="2756" baseline="-30000" dirty="0">
                <a:solidFill>
                  <a:srgbClr val="CC00CC"/>
                </a:solidFill>
                <a:latin typeface="微软雅黑" panose="020B0503020204020204" pitchFamily="34" charset="-122"/>
                <a:ea typeface="微软雅黑" panose="020B0503020204020204" pitchFamily="34" charset="-122"/>
              </a:rPr>
              <a:t>3</a:t>
            </a:r>
            <a:r>
              <a:rPr lang="en-US" altLang="zh-CN" sz="2756" dirty="0">
                <a:solidFill>
                  <a:srgbClr val="CC00CC"/>
                </a:solidFill>
                <a:latin typeface="微软雅黑" panose="020B0503020204020204" pitchFamily="34" charset="-122"/>
                <a:ea typeface="微软雅黑" panose="020B0503020204020204" pitchFamily="34" charset="-122"/>
              </a:rPr>
              <a:t>) …)</a:t>
            </a:r>
            <a:r>
              <a:rPr lang="en-US" altLang="zh-CN" sz="2756" b="1" dirty="0" err="1">
                <a:solidFill>
                  <a:srgbClr val="0070C0"/>
                </a:solidFill>
                <a:latin typeface="微软雅黑" panose="020B0503020204020204" pitchFamily="34" charset="-122"/>
                <a:ea typeface="微软雅黑" panose="020B0503020204020204" pitchFamily="34" charset="-122"/>
              </a:rPr>
              <a:t>n</a:t>
            </a:r>
            <a:r>
              <a:rPr lang="en-US" altLang="zh-CN" sz="2756" b="1" baseline="-25000" dirty="0" err="1">
                <a:solidFill>
                  <a:srgbClr val="0070C0"/>
                </a:solidFill>
                <a:latin typeface="微软雅黑" panose="020B0503020204020204" pitchFamily="34" charset="-122"/>
                <a:ea typeface="微软雅黑" panose="020B0503020204020204" pitchFamily="34" charset="-122"/>
              </a:rPr>
              <a:t>m</a:t>
            </a:r>
            <a:r>
              <a:rPr lang="en-US" altLang="zh-CN" sz="2756" b="1" dirty="0" err="1">
                <a:solidFill>
                  <a:srgbClr val="0070C0"/>
                </a:solidFill>
                <a:latin typeface="微软雅黑" panose="020B0503020204020204" pitchFamily="34" charset="-122"/>
                <a:ea typeface="微软雅黑" panose="020B0503020204020204" pitchFamily="34" charset="-122"/>
              </a:rPr>
              <a:t>+</a:t>
            </a:r>
            <a:r>
              <a:rPr lang="en-US" altLang="zh-CN" sz="2756" b="1" dirty="0" err="1">
                <a:solidFill>
                  <a:srgbClr val="C00000"/>
                </a:solidFill>
                <a:latin typeface="微软雅黑" panose="020B0503020204020204" pitchFamily="34" charset="-122"/>
                <a:ea typeface="微软雅黑" panose="020B0503020204020204" pitchFamily="34" charset="-122"/>
              </a:rPr>
              <a:t>i</a:t>
            </a:r>
            <a:r>
              <a:rPr lang="en-US" altLang="zh-CN" sz="2756" b="1" baseline="-25000" dirty="0" err="1">
                <a:solidFill>
                  <a:srgbClr val="C00000"/>
                </a:solidFill>
                <a:latin typeface="微软雅黑" panose="020B0503020204020204" pitchFamily="34" charset="-122"/>
                <a:ea typeface="微软雅黑" panose="020B0503020204020204" pitchFamily="34" charset="-122"/>
              </a:rPr>
              <a:t>m</a:t>
            </a:r>
            <a:r>
              <a:rPr lang="en-US" altLang="zh-CN" sz="2756" dirty="0">
                <a:solidFill>
                  <a:srgbClr val="CC00CC"/>
                </a:solidFill>
                <a:latin typeface="微软雅黑" panose="020B0503020204020204" pitchFamily="34" charset="-122"/>
                <a:ea typeface="微软雅黑" panose="020B0503020204020204" pitchFamily="34" charset="-122"/>
              </a:rPr>
              <a:t>) </a:t>
            </a:r>
            <a:r>
              <a:rPr lang="en-US" altLang="zh-CN" sz="2756" dirty="0">
                <a:solidFill>
                  <a:prstClr val="black"/>
                </a:solidFill>
                <a:latin typeface="微软雅黑" panose="020B0503020204020204" pitchFamily="34" charset="-122"/>
                <a:ea typeface="微软雅黑" panose="020B0503020204020204" pitchFamily="34" charset="-122"/>
              </a:rPr>
              <a:t>…)</a:t>
            </a:r>
            <a:r>
              <a:rPr lang="en-US" altLang="zh-CN" sz="2756" dirty="0" err="1">
                <a:solidFill>
                  <a:prstClr val="black"/>
                </a:solidFill>
                <a:latin typeface="微软雅黑" panose="020B0503020204020204" pitchFamily="34" charset="-122"/>
                <a:ea typeface="微软雅黑" panose="020B0503020204020204" pitchFamily="34" charset="-122"/>
              </a:rPr>
              <a:t>n</a:t>
            </a:r>
            <a:r>
              <a:rPr lang="en-US" altLang="zh-CN" sz="2756" baseline="-30000" dirty="0" err="1">
                <a:solidFill>
                  <a:prstClr val="black"/>
                </a:solidFill>
                <a:latin typeface="微软雅黑" panose="020B0503020204020204" pitchFamily="34" charset="-122"/>
                <a:ea typeface="微软雅黑" panose="020B0503020204020204" pitchFamily="34" charset="-122"/>
              </a:rPr>
              <a:t>k</a:t>
            </a:r>
            <a:r>
              <a:rPr lang="en-US" altLang="zh-CN" sz="2756" dirty="0" err="1">
                <a:solidFill>
                  <a:prstClr val="black"/>
                </a:solidFill>
                <a:latin typeface="微软雅黑" panose="020B0503020204020204" pitchFamily="34" charset="-122"/>
                <a:ea typeface="微软雅黑" panose="020B0503020204020204" pitchFamily="34" charset="-122"/>
              </a:rPr>
              <a:t>+i</a:t>
            </a:r>
            <a:r>
              <a:rPr lang="en-US" altLang="zh-CN" sz="2756" baseline="-30000" dirty="0" err="1">
                <a:solidFill>
                  <a:prstClr val="black"/>
                </a:solidFill>
                <a:latin typeface="微软雅黑" panose="020B0503020204020204" pitchFamily="34" charset="-122"/>
                <a:ea typeface="微软雅黑" panose="020B0503020204020204" pitchFamily="34" charset="-122"/>
              </a:rPr>
              <a:t>k</a:t>
            </a:r>
            <a:r>
              <a:rPr lang="en-US" altLang="zh-CN" sz="2756" dirty="0">
                <a:solidFill>
                  <a:prstClr val="black"/>
                </a:solidFill>
                <a:latin typeface="微软雅黑" panose="020B0503020204020204" pitchFamily="34" charset="-122"/>
                <a:ea typeface="微软雅黑" panose="020B0503020204020204" pitchFamily="34" charset="-122"/>
              </a:rPr>
              <a:t>)×w +</a:t>
            </a:r>
            <a:br>
              <a:rPr lang="en-US" altLang="zh-CN" sz="2756" dirty="0">
                <a:solidFill>
                  <a:prstClr val="black"/>
                </a:solidFill>
                <a:latin typeface="微软雅黑" panose="020B0503020204020204" pitchFamily="34" charset="-122"/>
                <a:ea typeface="微软雅黑" panose="020B0503020204020204" pitchFamily="34" charset="-122"/>
              </a:rPr>
            </a:br>
            <a:r>
              <a:rPr lang="en-US" altLang="zh-CN" sz="2756" dirty="0">
                <a:solidFill>
                  <a:prstClr val="black"/>
                </a:solidFill>
                <a:latin typeface="微软雅黑" panose="020B0503020204020204" pitchFamily="34" charset="-122"/>
                <a:ea typeface="微软雅黑" panose="020B0503020204020204" pitchFamily="34" charset="-122"/>
              </a:rPr>
              <a:t>base-((…((low</a:t>
            </a:r>
            <a:r>
              <a:rPr lang="en-US" altLang="zh-CN" sz="2756" baseline="-30000" dirty="0">
                <a:solidFill>
                  <a:prstClr val="black"/>
                </a:solidFill>
                <a:latin typeface="微软雅黑" panose="020B0503020204020204" pitchFamily="34" charset="-122"/>
                <a:ea typeface="微软雅黑" panose="020B0503020204020204" pitchFamily="34" charset="-122"/>
              </a:rPr>
              <a:t>1</a:t>
            </a:r>
            <a:r>
              <a:rPr lang="en-US" altLang="zh-CN" sz="2756" dirty="0">
                <a:solidFill>
                  <a:prstClr val="black"/>
                </a:solidFill>
                <a:latin typeface="微软雅黑" panose="020B0503020204020204" pitchFamily="34" charset="-122"/>
                <a:ea typeface="微软雅黑" panose="020B0503020204020204" pitchFamily="34" charset="-122"/>
              </a:rPr>
              <a:t> n</a:t>
            </a:r>
            <a:r>
              <a:rPr lang="en-US" altLang="zh-CN" sz="2756" baseline="-30000" dirty="0">
                <a:solidFill>
                  <a:prstClr val="black"/>
                </a:solidFill>
                <a:latin typeface="微软雅黑" panose="020B0503020204020204" pitchFamily="34" charset="-122"/>
                <a:ea typeface="微软雅黑" panose="020B0503020204020204" pitchFamily="34" charset="-122"/>
              </a:rPr>
              <a:t>2</a:t>
            </a:r>
            <a:r>
              <a:rPr lang="en-US" altLang="zh-CN" sz="2756" dirty="0">
                <a:solidFill>
                  <a:prstClr val="black"/>
                </a:solidFill>
                <a:latin typeface="微软雅黑" panose="020B0503020204020204" pitchFamily="34" charset="-122"/>
                <a:ea typeface="微软雅黑" panose="020B0503020204020204" pitchFamily="34" charset="-122"/>
              </a:rPr>
              <a:t>+low</a:t>
            </a:r>
            <a:r>
              <a:rPr lang="en-US" altLang="zh-CN" sz="2756" baseline="-30000" dirty="0">
                <a:solidFill>
                  <a:prstClr val="black"/>
                </a:solidFill>
                <a:latin typeface="微软雅黑" panose="020B0503020204020204" pitchFamily="34" charset="-122"/>
                <a:ea typeface="微软雅黑" panose="020B0503020204020204" pitchFamily="34" charset="-122"/>
              </a:rPr>
              <a:t>2</a:t>
            </a:r>
            <a:r>
              <a:rPr lang="en-US" altLang="zh-CN" sz="2756" dirty="0">
                <a:solidFill>
                  <a:prstClr val="black"/>
                </a:solidFill>
                <a:latin typeface="微软雅黑" panose="020B0503020204020204" pitchFamily="34" charset="-122"/>
                <a:ea typeface="微软雅黑" panose="020B0503020204020204" pitchFamily="34" charset="-122"/>
              </a:rPr>
              <a:t>)n</a:t>
            </a:r>
            <a:r>
              <a:rPr lang="en-US" altLang="zh-CN" sz="2756" baseline="-30000" dirty="0">
                <a:solidFill>
                  <a:prstClr val="black"/>
                </a:solidFill>
                <a:latin typeface="微软雅黑" panose="020B0503020204020204" pitchFamily="34" charset="-122"/>
                <a:ea typeface="微软雅黑" panose="020B0503020204020204" pitchFamily="34" charset="-122"/>
              </a:rPr>
              <a:t>3</a:t>
            </a:r>
            <a:r>
              <a:rPr lang="en-US" altLang="zh-CN" sz="2756" dirty="0">
                <a:solidFill>
                  <a:prstClr val="black"/>
                </a:solidFill>
                <a:latin typeface="微软雅黑" panose="020B0503020204020204" pitchFamily="34" charset="-122"/>
                <a:ea typeface="微软雅黑" panose="020B0503020204020204" pitchFamily="34" charset="-122"/>
              </a:rPr>
              <a:t>+low</a:t>
            </a:r>
            <a:r>
              <a:rPr lang="en-US" altLang="zh-CN" sz="2756" baseline="-30000" dirty="0">
                <a:solidFill>
                  <a:prstClr val="black"/>
                </a:solidFill>
                <a:latin typeface="微软雅黑" panose="020B0503020204020204" pitchFamily="34" charset="-122"/>
                <a:ea typeface="微软雅黑" panose="020B0503020204020204" pitchFamily="34" charset="-122"/>
              </a:rPr>
              <a:t>3</a:t>
            </a:r>
            <a:r>
              <a:rPr lang="en-US" altLang="zh-CN" sz="2756" dirty="0">
                <a:solidFill>
                  <a:prstClr val="black"/>
                </a:solidFill>
                <a:latin typeface="微软雅黑" panose="020B0503020204020204" pitchFamily="34" charset="-122"/>
                <a:ea typeface="微软雅黑" panose="020B0503020204020204" pitchFamily="34" charset="-122"/>
              </a:rPr>
              <a:t>)…)</a:t>
            </a:r>
            <a:r>
              <a:rPr lang="en-US" altLang="zh-CN" sz="2756" dirty="0" err="1">
                <a:solidFill>
                  <a:prstClr val="black"/>
                </a:solidFill>
                <a:latin typeface="微软雅黑" panose="020B0503020204020204" pitchFamily="34" charset="-122"/>
                <a:ea typeface="微软雅黑" panose="020B0503020204020204" pitchFamily="34" charset="-122"/>
              </a:rPr>
              <a:t>n</a:t>
            </a:r>
            <a:r>
              <a:rPr lang="en-US" altLang="zh-CN" sz="2756" baseline="-30000" dirty="0" err="1">
                <a:solidFill>
                  <a:prstClr val="black"/>
                </a:solidFill>
                <a:latin typeface="微软雅黑" panose="020B0503020204020204" pitchFamily="34" charset="-122"/>
                <a:ea typeface="微软雅黑" panose="020B0503020204020204" pitchFamily="34" charset="-122"/>
              </a:rPr>
              <a:t>k</a:t>
            </a:r>
            <a:r>
              <a:rPr lang="en-US" altLang="zh-CN" sz="2756" dirty="0" err="1">
                <a:solidFill>
                  <a:prstClr val="black"/>
                </a:solidFill>
                <a:latin typeface="微软雅黑" panose="020B0503020204020204" pitchFamily="34" charset="-122"/>
                <a:ea typeface="微软雅黑" panose="020B0503020204020204" pitchFamily="34" charset="-122"/>
              </a:rPr>
              <a:t>+low</a:t>
            </a:r>
            <a:r>
              <a:rPr lang="en-US" altLang="zh-CN" sz="2756" baseline="-30000" dirty="0" err="1">
                <a:solidFill>
                  <a:prstClr val="black"/>
                </a:solidFill>
                <a:latin typeface="微软雅黑" panose="020B0503020204020204" pitchFamily="34" charset="-122"/>
                <a:ea typeface="微软雅黑" panose="020B0503020204020204" pitchFamily="34" charset="-122"/>
              </a:rPr>
              <a:t>k</a:t>
            </a:r>
            <a:r>
              <a:rPr lang="en-US" altLang="zh-CN" sz="2756" dirty="0">
                <a:solidFill>
                  <a:prstClr val="black"/>
                </a:solidFill>
                <a:latin typeface="微软雅黑" panose="020B0503020204020204" pitchFamily="34" charset="-122"/>
                <a:ea typeface="微软雅黑" panose="020B0503020204020204" pitchFamily="34" charset="-122"/>
              </a:rPr>
              <a:t>)×w</a:t>
            </a:r>
            <a:endParaRPr lang="zh-CN" altLang="en-US" sz="3086" dirty="0">
              <a:solidFill>
                <a:prstClr val="black"/>
              </a:solidFill>
            </a:endParaRPr>
          </a:p>
        </p:txBody>
      </p:sp>
      <p:sp>
        <p:nvSpPr>
          <p:cNvPr id="2" name="灯片编号占位符 1">
            <a:extLst>
              <a:ext uri="{FF2B5EF4-FFF2-40B4-BE49-F238E27FC236}">
                <a16:creationId xmlns:a16="http://schemas.microsoft.com/office/drawing/2014/main" id="{60F4AA9C-EEE2-558E-469B-9901FE0D78F8}"/>
              </a:ext>
            </a:extLst>
          </p:cNvPr>
          <p:cNvSpPr>
            <a:spLocks noGrp="1"/>
          </p:cNvSpPr>
          <p:nvPr>
            <p:ph type="sldNum" sz="quarter" idx="12"/>
          </p:nvPr>
        </p:nvSpPr>
        <p:spPr/>
        <p:txBody>
          <a:bodyPr/>
          <a:lstStyle/>
          <a:p>
            <a:pPr>
              <a:defRPr/>
            </a:pPr>
            <a:fld id="{27A22DA6-E03F-4ACC-A975-13F3A2CBD999}" type="slidenum">
              <a:rPr lang="en-US" smtClean="0"/>
              <a:pPr>
                <a:defRPr/>
              </a:pPr>
              <a:t>68</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wipe(left)">
                                      <p:cBhvr>
                                        <p:cTn id="7" dur="500"/>
                                        <p:tgtEl>
                                          <p:spTgt spid="143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63">
                                            <p:txEl>
                                              <p:pRg st="1" end="1"/>
                                            </p:txEl>
                                          </p:spTgt>
                                        </p:tgtEl>
                                        <p:attrNameLst>
                                          <p:attrName>style.visibility</p:attrName>
                                        </p:attrNameLst>
                                      </p:cBhvr>
                                      <p:to>
                                        <p:strVal val="visible"/>
                                      </p:to>
                                    </p:set>
                                    <p:animEffect transition="in" filter="wipe(left)">
                                      <p:cBhvr>
                                        <p:cTn id="12" dur="500"/>
                                        <p:tgtEl>
                                          <p:spTgt spid="143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63">
                                            <p:txEl>
                                              <p:pRg st="2" end="2"/>
                                            </p:txEl>
                                          </p:spTgt>
                                        </p:tgtEl>
                                        <p:attrNameLst>
                                          <p:attrName>style.visibility</p:attrName>
                                        </p:attrNameLst>
                                      </p:cBhvr>
                                      <p:to>
                                        <p:strVal val="visible"/>
                                      </p:to>
                                    </p:set>
                                    <p:animEffect transition="in" filter="wipe(left)">
                                      <p:cBhvr>
                                        <p:cTn id="17" dur="500"/>
                                        <p:tgtEl>
                                          <p:spTgt spid="143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63">
                                            <p:txEl>
                                              <p:pRg st="3" end="3"/>
                                            </p:txEl>
                                          </p:spTgt>
                                        </p:tgtEl>
                                        <p:attrNameLst>
                                          <p:attrName>style.visibility</p:attrName>
                                        </p:attrNameLst>
                                      </p:cBhvr>
                                      <p:to>
                                        <p:strVal val="visible"/>
                                      </p:to>
                                    </p:set>
                                    <p:animEffect transition="in" filter="wipe(left)">
                                      <p:cBhvr>
                                        <p:cTn id="22" dur="500"/>
                                        <p:tgtEl>
                                          <p:spTgt spid="143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63">
                                            <p:txEl>
                                              <p:pRg st="4" end="4"/>
                                            </p:txEl>
                                          </p:spTgt>
                                        </p:tgtEl>
                                        <p:attrNameLst>
                                          <p:attrName>style.visibility</p:attrName>
                                        </p:attrNameLst>
                                      </p:cBhvr>
                                      <p:to>
                                        <p:strVal val="visible"/>
                                      </p:to>
                                    </p:set>
                                    <p:animEffect transition="in" filter="wipe(left)">
                                      <p:cBhvr>
                                        <p:cTn id="27" dur="500"/>
                                        <p:tgtEl>
                                          <p:spTgt spid="1433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363">
                                            <p:txEl>
                                              <p:pRg st="5" end="5"/>
                                            </p:txEl>
                                          </p:spTgt>
                                        </p:tgtEl>
                                        <p:attrNameLst>
                                          <p:attrName>style.visibility</p:attrName>
                                        </p:attrNameLst>
                                      </p:cBhvr>
                                      <p:to>
                                        <p:strVal val="visible"/>
                                      </p:to>
                                    </p:set>
                                    <p:animEffect transition="in" filter="wipe(left)">
                                      <p:cBhvr>
                                        <p:cTn id="32" dur="500"/>
                                        <p:tgtEl>
                                          <p:spTgt spid="1433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363">
                                            <p:txEl>
                                              <p:pRg st="6" end="6"/>
                                            </p:txEl>
                                          </p:spTgt>
                                        </p:tgtEl>
                                        <p:attrNameLst>
                                          <p:attrName>style.visibility</p:attrName>
                                        </p:attrNameLst>
                                      </p:cBhvr>
                                      <p:to>
                                        <p:strVal val="visible"/>
                                      </p:to>
                                    </p:set>
                                    <p:animEffect transition="in" filter="wipe(left)">
                                      <p:cBhvr>
                                        <p:cTn id="37" dur="500"/>
                                        <p:tgtEl>
                                          <p:spTgt spid="14336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3363">
                                            <p:txEl>
                                              <p:pRg st="7" end="7"/>
                                            </p:txEl>
                                          </p:spTgt>
                                        </p:tgtEl>
                                        <p:attrNameLst>
                                          <p:attrName>style.visibility</p:attrName>
                                        </p:attrNameLst>
                                      </p:cBhvr>
                                      <p:to>
                                        <p:strVal val="visible"/>
                                      </p:to>
                                    </p:set>
                                    <p:animEffect transition="in" filter="wipe(left)">
                                      <p:cBhvr>
                                        <p:cTn id="42" dur="500"/>
                                        <p:tgtEl>
                                          <p:spTgt spid="14336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3363">
                                            <p:txEl>
                                              <p:pRg st="8" end="8"/>
                                            </p:txEl>
                                          </p:spTgt>
                                        </p:tgtEl>
                                        <p:attrNameLst>
                                          <p:attrName>style.visibility</p:attrName>
                                        </p:attrNameLst>
                                      </p:cBhvr>
                                      <p:to>
                                        <p:strVal val="visible"/>
                                      </p:to>
                                    </p:set>
                                    <p:animEffect transition="in" filter="wipe(left)">
                                      <p:cBhvr>
                                        <p:cTn id="47" dur="500"/>
                                        <p:tgtEl>
                                          <p:spTgt spid="1433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rtlCol="0">
            <a:normAutofit/>
          </a:bodyPr>
          <a:lstStyle/>
          <a:p>
            <a:pPr defTabSz="503972" eaLnBrk="1" fontAlgn="auto" hangingPunct="1">
              <a:spcAft>
                <a:spcPts val="0"/>
              </a:spcAft>
              <a:defRPr/>
            </a:pPr>
            <a:r>
              <a:rPr lang="zh-CN" altLang="en-US" dirty="0"/>
              <a:t>带数组元素引用的赋值语句翻译模式</a:t>
            </a:r>
          </a:p>
        </p:txBody>
      </p:sp>
      <p:sp>
        <p:nvSpPr>
          <p:cNvPr id="142339"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latin typeface="+mn-lt"/>
              </a:rPr>
              <a:t>(5)  </a:t>
            </a:r>
            <a:r>
              <a:rPr lang="en-US" altLang="zh-CN" sz="3086" dirty="0" err="1">
                <a:solidFill>
                  <a:schemeClr val="tx1">
                    <a:lumMod val="75000"/>
                    <a:lumOff val="25000"/>
                  </a:schemeClr>
                </a:solidFill>
                <a:latin typeface="+mn-lt"/>
              </a:rPr>
              <a:t>L→Elist</a:t>
            </a:r>
            <a:r>
              <a:rPr lang="en-US" altLang="zh-CN" sz="3086" dirty="0">
                <a:solidFill>
                  <a:schemeClr val="tx1">
                    <a:lumMod val="75000"/>
                    <a:lumOff val="25000"/>
                  </a:schemeClr>
                </a:solidFill>
                <a:latin typeface="+mn-lt"/>
              </a:rPr>
              <a:t> ]</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L.place</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newtemp</a:t>
            </a:r>
            <a:r>
              <a:rPr lang="en-US" altLang="zh-CN" sz="3086" dirty="0">
                <a:solidFill>
                  <a:schemeClr val="tx1">
                    <a:lumMod val="75000"/>
                    <a:lumOff val="25000"/>
                  </a:schemeClr>
                </a:solidFill>
                <a:latin typeface="+mn-lt"/>
              </a:rPr>
              <a:t>;</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emit(</a:t>
            </a:r>
            <a:r>
              <a:rPr lang="en-US" altLang="zh-CN" sz="3086" dirty="0" err="1">
                <a:solidFill>
                  <a:schemeClr val="tx1">
                    <a:lumMod val="75000"/>
                    <a:lumOff val="25000"/>
                  </a:schemeClr>
                </a:solidFill>
                <a:latin typeface="+mn-lt"/>
              </a:rPr>
              <a:t>L.place</a:t>
            </a:r>
            <a:r>
              <a:rPr lang="en-US" altLang="zh-CN" sz="3086" dirty="0">
                <a:solidFill>
                  <a:schemeClr val="tx1">
                    <a:lumMod val="75000"/>
                    <a:lumOff val="25000"/>
                  </a:schemeClr>
                </a:solidFill>
                <a:latin typeface="+mn-lt"/>
              </a:rPr>
              <a:t> ‘:=’ </a:t>
            </a:r>
            <a:r>
              <a:rPr lang="en-US" altLang="zh-CN" sz="3086" dirty="0" err="1">
                <a:solidFill>
                  <a:srgbClr val="0070C0"/>
                </a:solidFill>
                <a:latin typeface="+mn-lt"/>
              </a:rPr>
              <a:t>Elist.array</a:t>
            </a:r>
            <a:r>
              <a:rPr lang="en-US" altLang="zh-CN" sz="3086" dirty="0">
                <a:solidFill>
                  <a:srgbClr val="0070C0"/>
                </a:solidFill>
                <a:latin typeface="+mn-lt"/>
              </a:rPr>
              <a:t> </a:t>
            </a:r>
            <a:r>
              <a:rPr lang="en-US" altLang="zh-CN" sz="3086" dirty="0">
                <a:solidFill>
                  <a:schemeClr val="tx1">
                    <a:lumMod val="75000"/>
                    <a:lumOff val="25000"/>
                  </a:schemeClr>
                </a:solidFill>
                <a:latin typeface="+mn-lt"/>
              </a:rPr>
              <a:t>‘</a:t>
            </a:r>
            <a:r>
              <a:rPr lang="en-US" altLang="zh-CN" sz="3086" dirty="0">
                <a:solidFill>
                  <a:srgbClr val="3366CC"/>
                </a:solidFill>
                <a:latin typeface="+mn-lt"/>
              </a:rPr>
              <a:t>－</a:t>
            </a:r>
            <a:r>
              <a:rPr lang="en-US" altLang="zh-CN" sz="3086" dirty="0">
                <a:solidFill>
                  <a:schemeClr val="tx1">
                    <a:lumMod val="75000"/>
                    <a:lumOff val="25000"/>
                  </a:schemeClr>
                </a:solidFill>
                <a:latin typeface="+mn-lt"/>
              </a:rPr>
              <a:t>’ </a:t>
            </a:r>
            <a:r>
              <a:rPr lang="en-US" altLang="zh-CN" sz="3086" dirty="0">
                <a:solidFill>
                  <a:srgbClr val="339933"/>
                </a:solidFill>
                <a:latin typeface="+mn-lt"/>
              </a:rPr>
              <a:t>C</a:t>
            </a:r>
            <a:r>
              <a:rPr lang="en-US" altLang="zh-CN" sz="3086" dirty="0">
                <a:solidFill>
                  <a:schemeClr val="tx1">
                    <a:lumMod val="75000"/>
                    <a:lumOff val="25000"/>
                  </a:schemeClr>
                </a:solidFill>
                <a:latin typeface="+mn-lt"/>
              </a:rPr>
              <a:t>);   </a:t>
            </a:r>
            <a:endParaRPr lang="zh-CN" altLang="en-US" sz="3086" dirty="0">
              <a:solidFill>
                <a:schemeClr val="tx1">
                  <a:lumMod val="75000"/>
                  <a:lumOff val="25000"/>
                </a:schemeClr>
              </a:solidFill>
              <a:latin typeface="+mn-lt"/>
            </a:endParaRP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L.offset</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newtemp</a:t>
            </a:r>
            <a:r>
              <a:rPr lang="en-US" altLang="zh-CN" sz="3086" dirty="0">
                <a:solidFill>
                  <a:schemeClr val="tx1">
                    <a:lumMod val="75000"/>
                    <a:lumOff val="25000"/>
                  </a:schemeClr>
                </a:solidFill>
                <a:latin typeface="+mn-lt"/>
              </a:rPr>
              <a:t>;</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emit(</a:t>
            </a:r>
            <a:r>
              <a:rPr lang="en-US" altLang="zh-CN" sz="3086" dirty="0" err="1">
                <a:solidFill>
                  <a:schemeClr val="tx1">
                    <a:lumMod val="75000"/>
                    <a:lumOff val="25000"/>
                  </a:schemeClr>
                </a:solidFill>
                <a:latin typeface="+mn-lt"/>
              </a:rPr>
              <a:t>L.offset</a:t>
            </a:r>
            <a:r>
              <a:rPr lang="en-US" altLang="zh-CN" sz="3086" dirty="0">
                <a:solidFill>
                  <a:schemeClr val="tx1">
                    <a:lumMod val="75000"/>
                    <a:lumOff val="25000"/>
                  </a:schemeClr>
                </a:solidFill>
                <a:latin typeface="+mn-lt"/>
              </a:rPr>
              <a:t> ‘:=’ </a:t>
            </a:r>
            <a:r>
              <a:rPr lang="en-US" altLang="zh-CN" sz="3086" dirty="0">
                <a:solidFill>
                  <a:srgbClr val="C00000"/>
                </a:solidFill>
                <a:latin typeface="+mn-lt"/>
              </a:rPr>
              <a:t>w ‘*’ </a:t>
            </a:r>
            <a:r>
              <a:rPr lang="en-US" altLang="zh-CN" sz="3086" dirty="0" err="1">
                <a:solidFill>
                  <a:srgbClr val="CC00CC"/>
                </a:solidFill>
                <a:latin typeface="+mn-lt"/>
              </a:rPr>
              <a:t>Elist.place</a:t>
            </a:r>
            <a:r>
              <a:rPr lang="en-US" altLang="zh-CN" sz="3086" dirty="0">
                <a:solidFill>
                  <a:schemeClr val="tx1">
                    <a:lumMod val="75000"/>
                    <a:lumOff val="25000"/>
                  </a:schemeClr>
                </a:solidFill>
                <a:latin typeface="+mn-lt"/>
              </a:rPr>
              <a:t>) }</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endParaRPr lang="zh-CN" altLang="en-US" sz="3086" dirty="0">
              <a:solidFill>
                <a:schemeClr val="tx1">
                  <a:lumMod val="75000"/>
                  <a:lumOff val="25000"/>
                </a:schemeClr>
              </a:solidFill>
              <a:latin typeface="+mn-lt"/>
            </a:endParaRP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latin typeface="+mn-lt"/>
              </a:rPr>
              <a:t>(6)  </a:t>
            </a:r>
            <a:r>
              <a:rPr lang="en-US" altLang="zh-CN" sz="3086" dirty="0" err="1">
                <a:solidFill>
                  <a:schemeClr val="tx1">
                    <a:lumMod val="75000"/>
                    <a:lumOff val="25000"/>
                  </a:schemeClr>
                </a:solidFill>
                <a:latin typeface="+mn-lt"/>
              </a:rPr>
              <a:t>L→id</a:t>
            </a:r>
            <a:r>
              <a:rPr lang="en-US" altLang="zh-CN" sz="3086" dirty="0">
                <a:solidFill>
                  <a:schemeClr val="tx1">
                    <a:lumMod val="75000"/>
                    <a:lumOff val="25000"/>
                  </a:schemeClr>
                </a:solidFill>
                <a:latin typeface="+mn-lt"/>
              </a:rPr>
              <a:t>	{ </a:t>
            </a:r>
            <a:r>
              <a:rPr lang="en-US" altLang="zh-CN" sz="3086" dirty="0" err="1">
                <a:solidFill>
                  <a:schemeClr val="tx1">
                    <a:lumMod val="75000"/>
                    <a:lumOff val="25000"/>
                  </a:schemeClr>
                </a:solidFill>
                <a:latin typeface="+mn-lt"/>
              </a:rPr>
              <a:t>L.place</a:t>
            </a:r>
            <a:r>
              <a:rPr lang="en-US" altLang="zh-CN" sz="3086" dirty="0">
                <a:solidFill>
                  <a:schemeClr val="tx1">
                    <a:lumMod val="75000"/>
                    <a:lumOff val="25000"/>
                  </a:schemeClr>
                </a:solidFill>
                <a:latin typeface="+mn-lt"/>
              </a:rPr>
              <a:t>:=</a:t>
            </a:r>
            <a:r>
              <a:rPr lang="en-US" altLang="zh-CN" sz="3086" dirty="0" err="1">
                <a:solidFill>
                  <a:schemeClr val="tx1">
                    <a:lumMod val="75000"/>
                    <a:lumOff val="25000"/>
                  </a:schemeClr>
                </a:solidFill>
                <a:latin typeface="+mn-lt"/>
              </a:rPr>
              <a:t>id.place</a:t>
            </a:r>
            <a:r>
              <a:rPr lang="en-US" altLang="zh-CN" sz="3086" dirty="0">
                <a:solidFill>
                  <a:schemeClr val="tx1">
                    <a:lumMod val="75000"/>
                    <a:lumOff val="25000"/>
                  </a:schemeClr>
                </a:solidFill>
                <a:latin typeface="+mn-lt"/>
              </a:rPr>
              <a:t>;  </a:t>
            </a:r>
            <a:r>
              <a:rPr lang="en-US" altLang="zh-CN" sz="3086" dirty="0" err="1">
                <a:solidFill>
                  <a:schemeClr val="tx1">
                    <a:lumMod val="75000"/>
                    <a:lumOff val="25000"/>
                  </a:schemeClr>
                </a:solidFill>
                <a:latin typeface="+mn-lt"/>
              </a:rPr>
              <a:t>L.offset</a:t>
            </a:r>
            <a:r>
              <a:rPr lang="en-US" altLang="zh-CN" sz="3086" dirty="0">
                <a:solidFill>
                  <a:schemeClr val="tx1">
                    <a:lumMod val="75000"/>
                    <a:lumOff val="25000"/>
                  </a:schemeClr>
                </a:solidFill>
                <a:latin typeface="+mn-lt"/>
              </a:rPr>
              <a:t>:=null }</a:t>
            </a:r>
            <a:endParaRPr lang="zh-CN" altLang="en-US" sz="3086" dirty="0">
              <a:solidFill>
                <a:schemeClr val="tx1">
                  <a:lumMod val="75000"/>
                  <a:lumOff val="25000"/>
                </a:schemeClr>
              </a:solidFill>
              <a:latin typeface="+mn-lt"/>
            </a:endParaRPr>
          </a:p>
        </p:txBody>
      </p:sp>
      <p:sp>
        <p:nvSpPr>
          <p:cNvPr id="3" name="文本框 2"/>
          <p:cNvSpPr txBox="1"/>
          <p:nvPr/>
        </p:nvSpPr>
        <p:spPr>
          <a:xfrm>
            <a:off x="700088" y="6115050"/>
            <a:ext cx="9045575" cy="138430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defTabSz="503972" eaLnBrk="1" fontAlgn="auto" hangingPunct="1">
              <a:spcBef>
                <a:spcPts val="0"/>
              </a:spcBef>
              <a:spcAft>
                <a:spcPts val="0"/>
              </a:spcAft>
              <a:defRPr/>
            </a:pPr>
            <a:r>
              <a:rPr lang="en-US" altLang="zh-CN" sz="2800" dirty="0">
                <a:solidFill>
                  <a:srgbClr val="CC00CC"/>
                </a:solidFill>
              </a:rPr>
              <a:t>A[i</a:t>
            </a:r>
            <a:r>
              <a:rPr lang="en-US" altLang="zh-CN" sz="2800" baseline="-30000" dirty="0">
                <a:solidFill>
                  <a:srgbClr val="CC00CC"/>
                </a:solidFill>
              </a:rPr>
              <a:t>1</a:t>
            </a:r>
            <a:r>
              <a:rPr lang="en-US" altLang="zh-CN" sz="2800" dirty="0">
                <a:solidFill>
                  <a:srgbClr val="CC00CC"/>
                </a:solidFill>
              </a:rPr>
              <a:t>,i</a:t>
            </a:r>
            <a:r>
              <a:rPr lang="en-US" altLang="zh-CN" sz="2800" baseline="-30000" dirty="0">
                <a:solidFill>
                  <a:srgbClr val="CC00CC"/>
                </a:solidFill>
              </a:rPr>
              <a:t>2</a:t>
            </a:r>
            <a:r>
              <a:rPr lang="en-US" altLang="zh-CN" sz="2800" dirty="0">
                <a:solidFill>
                  <a:srgbClr val="CC00CC"/>
                </a:solidFill>
              </a:rPr>
              <a:t>,…,</a:t>
            </a:r>
            <a:r>
              <a:rPr lang="en-US" altLang="zh-CN" sz="2800" dirty="0" err="1">
                <a:solidFill>
                  <a:srgbClr val="CC00CC"/>
                </a:solidFill>
              </a:rPr>
              <a:t>i</a:t>
            </a:r>
            <a:r>
              <a:rPr lang="en-US" altLang="zh-CN" sz="2800" baseline="-30000" dirty="0" err="1">
                <a:solidFill>
                  <a:srgbClr val="CC00CC"/>
                </a:solidFill>
              </a:rPr>
              <a:t>k</a:t>
            </a:r>
            <a:r>
              <a:rPr lang="en-US" altLang="zh-CN" sz="2800" dirty="0">
                <a:solidFill>
                  <a:srgbClr val="C00000"/>
                </a:solidFill>
              </a:rPr>
              <a:t>]</a:t>
            </a:r>
            <a:r>
              <a:rPr lang="zh-CN" altLang="en-US" sz="2800" dirty="0">
                <a:solidFill>
                  <a:srgbClr val="FF3300"/>
                </a:solidFill>
              </a:rPr>
              <a:t> </a:t>
            </a:r>
            <a:br>
              <a:rPr lang="zh-CN" altLang="en-US" sz="2800" dirty="0">
                <a:solidFill>
                  <a:srgbClr val="FF3300"/>
                </a:solidFill>
              </a:rPr>
            </a:br>
            <a:r>
              <a:rPr lang="zh-CN" altLang="en-US" sz="2800" dirty="0">
                <a:solidFill>
                  <a:srgbClr val="CC00CC"/>
                </a:solidFill>
              </a:rPr>
              <a:t>((…</a:t>
            </a:r>
            <a:r>
              <a:rPr lang="en-US" altLang="zh-CN" sz="2800" dirty="0">
                <a:solidFill>
                  <a:srgbClr val="CC00CC"/>
                </a:solidFill>
              </a:rPr>
              <a:t>i</a:t>
            </a:r>
            <a:r>
              <a:rPr lang="en-US" altLang="zh-CN" sz="2800" baseline="-30000" dirty="0">
                <a:solidFill>
                  <a:srgbClr val="CC00CC"/>
                </a:solidFill>
              </a:rPr>
              <a:t>1</a:t>
            </a:r>
            <a:r>
              <a:rPr lang="en-US" altLang="zh-CN" sz="2800" dirty="0">
                <a:solidFill>
                  <a:srgbClr val="CC00CC"/>
                </a:solidFill>
              </a:rPr>
              <a:t> n</a:t>
            </a:r>
            <a:r>
              <a:rPr lang="en-US" altLang="zh-CN" sz="2800" baseline="-30000" dirty="0">
                <a:solidFill>
                  <a:srgbClr val="CC00CC"/>
                </a:solidFill>
              </a:rPr>
              <a:t>2</a:t>
            </a:r>
            <a:r>
              <a:rPr lang="en-US" altLang="zh-CN" sz="2800" dirty="0">
                <a:solidFill>
                  <a:srgbClr val="CC00CC"/>
                </a:solidFill>
              </a:rPr>
              <a:t>+i</a:t>
            </a:r>
            <a:r>
              <a:rPr lang="en-US" altLang="zh-CN" sz="2800" baseline="-30000" dirty="0">
                <a:solidFill>
                  <a:srgbClr val="CC00CC"/>
                </a:solidFill>
              </a:rPr>
              <a:t>2</a:t>
            </a:r>
            <a:r>
              <a:rPr lang="en-US" altLang="zh-CN" sz="2800" dirty="0">
                <a:solidFill>
                  <a:srgbClr val="CC00CC"/>
                </a:solidFill>
              </a:rPr>
              <a:t>)n</a:t>
            </a:r>
            <a:r>
              <a:rPr lang="en-US" altLang="zh-CN" sz="2800" baseline="-30000" dirty="0">
                <a:solidFill>
                  <a:srgbClr val="CC00CC"/>
                </a:solidFill>
              </a:rPr>
              <a:t>3</a:t>
            </a:r>
            <a:r>
              <a:rPr lang="en-US" altLang="zh-CN" sz="2800" dirty="0">
                <a:solidFill>
                  <a:srgbClr val="CC00CC"/>
                </a:solidFill>
              </a:rPr>
              <a:t>+i</a:t>
            </a:r>
            <a:r>
              <a:rPr lang="en-US" altLang="zh-CN" sz="2800" baseline="-30000" dirty="0">
                <a:solidFill>
                  <a:srgbClr val="CC00CC"/>
                </a:solidFill>
              </a:rPr>
              <a:t>3</a:t>
            </a:r>
            <a:r>
              <a:rPr lang="en-US" altLang="zh-CN" sz="2800" dirty="0">
                <a:solidFill>
                  <a:srgbClr val="CC00CC"/>
                </a:solidFill>
              </a:rPr>
              <a:t>)…)</a:t>
            </a:r>
            <a:r>
              <a:rPr lang="en-US" altLang="zh-CN" sz="2800" dirty="0" err="1">
                <a:solidFill>
                  <a:srgbClr val="CC00CC"/>
                </a:solidFill>
              </a:rPr>
              <a:t>n</a:t>
            </a:r>
            <a:r>
              <a:rPr lang="en-US" altLang="zh-CN" sz="2800" baseline="-30000" dirty="0" err="1">
                <a:solidFill>
                  <a:srgbClr val="CC00CC"/>
                </a:solidFill>
              </a:rPr>
              <a:t>k</a:t>
            </a:r>
            <a:r>
              <a:rPr lang="en-US" altLang="zh-CN" sz="2800" dirty="0" err="1">
                <a:solidFill>
                  <a:srgbClr val="CC00CC"/>
                </a:solidFill>
              </a:rPr>
              <a:t>+i</a:t>
            </a:r>
            <a:r>
              <a:rPr lang="en-US" altLang="zh-CN" sz="2800" baseline="-30000" dirty="0" err="1">
                <a:solidFill>
                  <a:srgbClr val="CC00CC"/>
                </a:solidFill>
              </a:rPr>
              <a:t>k</a:t>
            </a:r>
            <a:r>
              <a:rPr lang="en-US" altLang="zh-CN" sz="2800" dirty="0">
                <a:solidFill>
                  <a:srgbClr val="CC00CC"/>
                </a:solidFill>
              </a:rPr>
              <a:t>)</a:t>
            </a:r>
            <a:r>
              <a:rPr lang="en-US" altLang="zh-CN" sz="2800" dirty="0">
                <a:solidFill>
                  <a:srgbClr val="FF3300"/>
                </a:solidFill>
              </a:rPr>
              <a:t> </a:t>
            </a:r>
            <a:r>
              <a:rPr lang="en-US" altLang="zh-CN" sz="2800" dirty="0">
                <a:solidFill>
                  <a:srgbClr val="C00000"/>
                </a:solidFill>
              </a:rPr>
              <a:t>×w </a:t>
            </a:r>
            <a:r>
              <a:rPr lang="en-US" altLang="zh-CN" sz="2800" dirty="0">
                <a:solidFill>
                  <a:prstClr val="black"/>
                </a:solidFill>
              </a:rPr>
              <a:t>+</a:t>
            </a:r>
            <a:br>
              <a:rPr lang="en-US" altLang="zh-CN" sz="2800" dirty="0">
                <a:solidFill>
                  <a:srgbClr val="FF3300"/>
                </a:solidFill>
              </a:rPr>
            </a:br>
            <a:r>
              <a:rPr lang="en-US" altLang="zh-CN" sz="2800" dirty="0">
                <a:solidFill>
                  <a:srgbClr val="0070C0"/>
                </a:solidFill>
              </a:rPr>
              <a:t>base</a:t>
            </a:r>
            <a:r>
              <a:rPr lang="en-US" altLang="zh-CN" sz="2800" dirty="0">
                <a:solidFill>
                  <a:srgbClr val="3366CC"/>
                </a:solidFill>
              </a:rPr>
              <a:t>-</a:t>
            </a:r>
            <a:r>
              <a:rPr lang="en-US" altLang="zh-CN" sz="2800" dirty="0">
                <a:solidFill>
                  <a:srgbClr val="339933"/>
                </a:solidFill>
              </a:rPr>
              <a:t>((…((low</a:t>
            </a:r>
            <a:r>
              <a:rPr lang="en-US" altLang="zh-CN" sz="2800" baseline="-30000" dirty="0">
                <a:solidFill>
                  <a:srgbClr val="339933"/>
                </a:solidFill>
              </a:rPr>
              <a:t>1</a:t>
            </a:r>
            <a:r>
              <a:rPr lang="en-US" altLang="zh-CN" sz="2800" dirty="0">
                <a:solidFill>
                  <a:srgbClr val="339933"/>
                </a:solidFill>
              </a:rPr>
              <a:t> n</a:t>
            </a:r>
            <a:r>
              <a:rPr lang="en-US" altLang="zh-CN" sz="2800" baseline="-30000" dirty="0">
                <a:solidFill>
                  <a:srgbClr val="339933"/>
                </a:solidFill>
              </a:rPr>
              <a:t>2</a:t>
            </a:r>
            <a:r>
              <a:rPr lang="en-US" altLang="zh-CN" sz="2800" dirty="0">
                <a:solidFill>
                  <a:srgbClr val="339933"/>
                </a:solidFill>
              </a:rPr>
              <a:t>+low</a:t>
            </a:r>
            <a:r>
              <a:rPr lang="en-US" altLang="zh-CN" sz="2800" baseline="-30000" dirty="0">
                <a:solidFill>
                  <a:srgbClr val="339933"/>
                </a:solidFill>
              </a:rPr>
              <a:t>2</a:t>
            </a:r>
            <a:r>
              <a:rPr lang="en-US" altLang="zh-CN" sz="2800" dirty="0">
                <a:solidFill>
                  <a:srgbClr val="339933"/>
                </a:solidFill>
              </a:rPr>
              <a:t>)n</a:t>
            </a:r>
            <a:r>
              <a:rPr lang="en-US" altLang="zh-CN" sz="2800" baseline="-30000" dirty="0">
                <a:solidFill>
                  <a:srgbClr val="339933"/>
                </a:solidFill>
              </a:rPr>
              <a:t>3</a:t>
            </a:r>
            <a:r>
              <a:rPr lang="en-US" altLang="zh-CN" sz="2800" dirty="0">
                <a:solidFill>
                  <a:srgbClr val="339933"/>
                </a:solidFill>
              </a:rPr>
              <a:t>+low</a:t>
            </a:r>
            <a:r>
              <a:rPr lang="en-US" altLang="zh-CN" sz="2800" baseline="-30000" dirty="0">
                <a:solidFill>
                  <a:srgbClr val="339933"/>
                </a:solidFill>
              </a:rPr>
              <a:t>3</a:t>
            </a:r>
            <a:r>
              <a:rPr lang="en-US" altLang="zh-CN" sz="2800" dirty="0">
                <a:solidFill>
                  <a:srgbClr val="339933"/>
                </a:solidFill>
              </a:rPr>
              <a:t>)…)</a:t>
            </a:r>
            <a:r>
              <a:rPr lang="en-US" altLang="zh-CN" sz="2800" dirty="0" err="1">
                <a:solidFill>
                  <a:srgbClr val="339933"/>
                </a:solidFill>
              </a:rPr>
              <a:t>n</a:t>
            </a:r>
            <a:r>
              <a:rPr lang="en-US" altLang="zh-CN" sz="2800" baseline="-30000" dirty="0" err="1">
                <a:solidFill>
                  <a:srgbClr val="339933"/>
                </a:solidFill>
              </a:rPr>
              <a:t>k</a:t>
            </a:r>
            <a:r>
              <a:rPr lang="en-US" altLang="zh-CN" sz="2800" dirty="0" err="1">
                <a:solidFill>
                  <a:srgbClr val="339933"/>
                </a:solidFill>
              </a:rPr>
              <a:t>+low</a:t>
            </a:r>
            <a:r>
              <a:rPr lang="en-US" altLang="zh-CN" sz="2800" baseline="-30000" dirty="0" err="1">
                <a:solidFill>
                  <a:srgbClr val="339933"/>
                </a:solidFill>
              </a:rPr>
              <a:t>k</a:t>
            </a:r>
            <a:r>
              <a:rPr lang="en-US" altLang="zh-CN" sz="2800" dirty="0">
                <a:solidFill>
                  <a:srgbClr val="339933"/>
                </a:solidFill>
              </a:rPr>
              <a:t>)×w</a:t>
            </a:r>
            <a:endParaRPr lang="zh-CN" altLang="en-US" sz="2800" dirty="0">
              <a:solidFill>
                <a:prstClr val="black"/>
              </a:solidFill>
            </a:endParaRPr>
          </a:p>
        </p:txBody>
      </p:sp>
      <p:sp>
        <p:nvSpPr>
          <p:cNvPr id="2" name="灯片编号占位符 1">
            <a:extLst>
              <a:ext uri="{FF2B5EF4-FFF2-40B4-BE49-F238E27FC236}">
                <a16:creationId xmlns:a16="http://schemas.microsoft.com/office/drawing/2014/main" id="{C25C205B-212A-A187-AB12-299E08D94DEA}"/>
              </a:ext>
            </a:extLst>
          </p:cNvPr>
          <p:cNvSpPr>
            <a:spLocks noGrp="1"/>
          </p:cNvSpPr>
          <p:nvPr>
            <p:ph type="sldNum" sz="quarter" idx="12"/>
          </p:nvPr>
        </p:nvSpPr>
        <p:spPr/>
        <p:txBody>
          <a:bodyPr/>
          <a:lstStyle/>
          <a:p>
            <a:pPr>
              <a:defRPr/>
            </a:pPr>
            <a:fld id="{7332098A-EFFC-46C9-8DBF-BE07C311ABFE}" type="slidenum">
              <a:rPr lang="en-US" smtClean="0"/>
              <a:pPr>
                <a:defRPr/>
              </a:pPr>
              <a:t>69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wipe(left)">
                                      <p:cBhvr>
                                        <p:cTn id="7" dur="500"/>
                                        <p:tgtEl>
                                          <p:spTgt spid="142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wipe(left)">
                                      <p:cBhvr>
                                        <p:cTn id="12" dur="500"/>
                                        <p:tgtEl>
                                          <p:spTgt spid="142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wipe(left)">
                                      <p:cBhvr>
                                        <p:cTn id="17" dur="500"/>
                                        <p:tgtEl>
                                          <p:spTgt spid="142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wipe(left)">
                                      <p:cBhvr>
                                        <p:cTn id="22" dur="500"/>
                                        <p:tgtEl>
                                          <p:spTgt spid="142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2339">
                                            <p:txEl>
                                              <p:pRg st="4" end="4"/>
                                            </p:txEl>
                                          </p:spTgt>
                                        </p:tgtEl>
                                        <p:attrNameLst>
                                          <p:attrName>style.visibility</p:attrName>
                                        </p:attrNameLst>
                                      </p:cBhvr>
                                      <p:to>
                                        <p:strVal val="visible"/>
                                      </p:to>
                                    </p:set>
                                    <p:animEffect transition="in" filter="wipe(left)">
                                      <p:cBhvr>
                                        <p:cTn id="27" dur="500"/>
                                        <p:tgtEl>
                                          <p:spTgt spid="142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2339">
                                            <p:txEl>
                                              <p:pRg st="6" end="6"/>
                                            </p:txEl>
                                          </p:spTgt>
                                        </p:tgtEl>
                                        <p:attrNameLst>
                                          <p:attrName>style.visibility</p:attrName>
                                        </p:attrNameLst>
                                      </p:cBhvr>
                                      <p:to>
                                        <p:strVal val="visible"/>
                                      </p:to>
                                    </p:set>
                                    <p:animEffect transition="in" filter="wipe(left)">
                                      <p:cBhvr>
                                        <p:cTn id="32" dur="500"/>
                                        <p:tgtEl>
                                          <p:spTgt spid="142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类型转换</a:t>
            </a:r>
          </a:p>
        </p:txBody>
      </p:sp>
      <p:sp>
        <p:nvSpPr>
          <p:cNvPr id="3" name="内容占位符 2"/>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endParaRPr lang="zh-CN" altLang="en-US" sz="3086">
              <a:solidFill>
                <a:schemeClr val="tx1">
                  <a:lumMod val="75000"/>
                  <a:lumOff val="25000"/>
                </a:schemeClr>
              </a:solidFill>
            </a:endParaRPr>
          </a:p>
        </p:txBody>
      </p:sp>
      <p:sp>
        <p:nvSpPr>
          <p:cNvPr id="4" name="灯片编号占位符 3">
            <a:extLst>
              <a:ext uri="{FF2B5EF4-FFF2-40B4-BE49-F238E27FC236}">
                <a16:creationId xmlns:a16="http://schemas.microsoft.com/office/drawing/2014/main" id="{1B99D02C-33F2-B5FC-6865-54B24CBB1586}"/>
              </a:ext>
            </a:extLst>
          </p:cNvPr>
          <p:cNvSpPr>
            <a:spLocks noGrp="1"/>
          </p:cNvSpPr>
          <p:nvPr>
            <p:ph type="sldNum" sz="quarter" idx="12"/>
          </p:nvPr>
        </p:nvSpPr>
        <p:spPr/>
        <p:txBody>
          <a:bodyPr/>
          <a:lstStyle/>
          <a:p>
            <a:pPr>
              <a:defRPr/>
            </a:pPr>
            <a:fld id="{F02FD050-153B-496A-9CD2-BA822E8E8434}" type="slidenum">
              <a:rPr lang="en-US" smtClean="0"/>
              <a:pPr>
                <a:defRPr/>
              </a:pPr>
              <a:t>70</a:t>
            </a:fld>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类型转换</a:t>
            </a:r>
          </a:p>
        </p:txBody>
      </p:sp>
      <p:sp>
        <p:nvSpPr>
          <p:cNvPr id="14541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用</a:t>
            </a:r>
            <a:r>
              <a:rPr lang="en-US" altLang="zh-CN" sz="3086" dirty="0" err="1">
                <a:solidFill>
                  <a:schemeClr val="tx1">
                    <a:lumMod val="75000"/>
                    <a:lumOff val="25000"/>
                  </a:schemeClr>
                </a:solidFill>
              </a:rPr>
              <a:t>E.type</a:t>
            </a:r>
            <a:r>
              <a:rPr lang="zh-CN" altLang="en-US" sz="3086" dirty="0">
                <a:solidFill>
                  <a:schemeClr val="tx1">
                    <a:lumMod val="75000"/>
                    <a:lumOff val="25000"/>
                  </a:schemeClr>
                </a:solidFill>
              </a:rPr>
              <a:t>表示非终结符</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的类型属性 </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产生式</a:t>
            </a:r>
            <a:r>
              <a:rPr lang="en-US" altLang="zh-CN" sz="3086" dirty="0">
                <a:solidFill>
                  <a:schemeClr val="tx1">
                    <a:lumMod val="75000"/>
                    <a:lumOff val="25000"/>
                  </a:schemeClr>
                </a:solidFill>
              </a:rPr>
              <a:t>E</a:t>
            </a:r>
            <a:r>
              <a:rPr lang="en-US" altLang="zh-CN" sz="3086" dirty="0">
                <a:solidFill>
                  <a:schemeClr val="tx1">
                    <a:lumMod val="75000"/>
                    <a:lumOff val="25000"/>
                  </a:schemeClr>
                </a:solidFill>
                <a:sym typeface="Symbol" panose="05050102010706020507" pitchFamily="18" charset="2"/>
              </a:rPr>
              <a:t></a:t>
            </a:r>
            <a:r>
              <a:rPr lang="en-US" altLang="zh-CN" sz="3086" dirty="0">
                <a:solidFill>
                  <a:schemeClr val="tx1">
                    <a:lumMod val="75000"/>
                    <a:lumOff val="25000"/>
                  </a:schemeClr>
                </a:solidFill>
              </a:rPr>
              <a:t>E</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 op E</a:t>
            </a:r>
            <a:r>
              <a:rPr lang="en-US" altLang="zh-CN" sz="3086" baseline="-30000" dirty="0">
                <a:solidFill>
                  <a:schemeClr val="tx1">
                    <a:lumMod val="75000"/>
                    <a:lumOff val="25000"/>
                  </a:schemeClr>
                </a:solidFill>
              </a:rPr>
              <a:t>2</a:t>
            </a:r>
            <a:r>
              <a:rPr lang="zh-CN" altLang="en-US" sz="3086" dirty="0">
                <a:solidFill>
                  <a:schemeClr val="tx1">
                    <a:lumMod val="75000"/>
                    <a:lumOff val="25000"/>
                  </a:schemeClr>
                </a:solidFill>
              </a:rPr>
              <a:t>的语义动作中关于</a:t>
            </a:r>
            <a:r>
              <a:rPr lang="en-US" altLang="zh-CN" sz="3086" dirty="0" err="1">
                <a:solidFill>
                  <a:schemeClr val="tx1">
                    <a:lumMod val="75000"/>
                    <a:lumOff val="25000"/>
                  </a:schemeClr>
                </a:solidFill>
              </a:rPr>
              <a:t>E.type</a:t>
            </a:r>
            <a:r>
              <a:rPr lang="zh-CN" altLang="en-US" sz="3086" dirty="0">
                <a:solidFill>
                  <a:schemeClr val="tx1">
                    <a:lumMod val="75000"/>
                    <a:lumOff val="25000"/>
                  </a:schemeClr>
                </a:solidFill>
              </a:rPr>
              <a:t>的语义规则可定义为：</a:t>
            </a:r>
          </a:p>
          <a:p>
            <a:pPr marL="377979" indent="-377979"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	{  </a:t>
            </a:r>
            <a:r>
              <a:rPr lang="en-US" altLang="zh-CN" sz="3086" dirty="0">
                <a:solidFill>
                  <a:schemeClr val="tx1">
                    <a:lumMod val="75000"/>
                    <a:lumOff val="25000"/>
                  </a:schemeClr>
                </a:solidFill>
              </a:rPr>
              <a:t>if E</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.type=integer and E</a:t>
            </a:r>
            <a:r>
              <a:rPr lang="en-US" altLang="zh-CN" sz="3086" baseline="-30000" dirty="0">
                <a:solidFill>
                  <a:schemeClr val="tx1">
                    <a:lumMod val="75000"/>
                    <a:lumOff val="25000"/>
                  </a:schemeClr>
                </a:solidFill>
              </a:rPr>
              <a:t>2</a:t>
            </a:r>
            <a:r>
              <a:rPr lang="en-US" altLang="zh-CN" sz="3086" dirty="0">
                <a:solidFill>
                  <a:schemeClr val="tx1">
                    <a:lumMod val="75000"/>
                    <a:lumOff val="25000"/>
                  </a:schemeClr>
                </a:solidFill>
              </a:rPr>
              <a:t>.type=integer</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E.type</a:t>
            </a:r>
            <a:r>
              <a:rPr lang="en-US" altLang="zh-CN" sz="3086" dirty="0">
                <a:solidFill>
                  <a:schemeClr val="tx1">
                    <a:lumMod val="75000"/>
                    <a:lumOff val="25000"/>
                  </a:schemeClr>
                </a:solidFill>
              </a:rPr>
              <a:t>:=integer</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else </a:t>
            </a:r>
            <a:r>
              <a:rPr lang="en-US" altLang="zh-CN" sz="3086" dirty="0" err="1">
                <a:solidFill>
                  <a:schemeClr val="tx1">
                    <a:lumMod val="75000"/>
                    <a:lumOff val="25000"/>
                  </a:schemeClr>
                </a:solidFill>
              </a:rPr>
              <a:t>E.type</a:t>
            </a:r>
            <a:r>
              <a:rPr lang="en-US" altLang="zh-CN" sz="3086" dirty="0">
                <a:solidFill>
                  <a:schemeClr val="tx1">
                    <a:lumMod val="75000"/>
                    <a:lumOff val="25000"/>
                  </a:schemeClr>
                </a:solidFill>
              </a:rPr>
              <a:t>:=real  }</a:t>
            </a:r>
          </a:p>
          <a:p>
            <a:pPr marL="377979" indent="-377979" defTabSz="503972" eaLnBrk="1" fontAlgn="auto" hangingPunct="1">
              <a:spcBef>
                <a:spcPts val="1102"/>
              </a:spcBef>
              <a:spcAft>
                <a:spcPts val="0"/>
              </a:spcAft>
              <a:buFont typeface="Wingdings 3" charset="2"/>
              <a:buNone/>
              <a:defRPr/>
            </a:pPr>
            <a:r>
              <a:rPr lang="zh-CN" altLang="en-US" sz="3086" dirty="0">
                <a:solidFill>
                  <a:schemeClr val="tx1">
                    <a:lumMod val="75000"/>
                    <a:lumOff val="25000"/>
                  </a:schemeClr>
                </a:solidFill>
              </a:rPr>
              <a:t>算符区分整型算符</a:t>
            </a:r>
            <a:r>
              <a:rPr lang="en-US" altLang="zh-CN" sz="3086" dirty="0" err="1">
                <a:solidFill>
                  <a:schemeClr val="tx1">
                    <a:lumMod val="75000"/>
                    <a:lumOff val="25000"/>
                  </a:schemeClr>
                </a:solidFill>
              </a:rPr>
              <a:t>int</a:t>
            </a:r>
            <a:r>
              <a:rPr lang="en-US" altLang="zh-CN" sz="3086" dirty="0">
                <a:solidFill>
                  <a:schemeClr val="tx1">
                    <a:lumMod val="75000"/>
                    <a:lumOff val="25000"/>
                  </a:schemeClr>
                </a:solidFill>
              </a:rPr>
              <a:t> op</a:t>
            </a:r>
            <a:r>
              <a:rPr lang="zh-CN" altLang="en-US" sz="3086" dirty="0">
                <a:solidFill>
                  <a:schemeClr val="tx1">
                    <a:lumMod val="75000"/>
                    <a:lumOff val="25000"/>
                  </a:schemeClr>
                </a:solidFill>
              </a:rPr>
              <a:t>和浮点型的算法</a:t>
            </a:r>
            <a:r>
              <a:rPr lang="en-US" altLang="zh-CN" sz="3086" dirty="0">
                <a:solidFill>
                  <a:schemeClr val="tx1">
                    <a:lumMod val="75000"/>
                    <a:lumOff val="25000"/>
                  </a:schemeClr>
                </a:solidFill>
              </a:rPr>
              <a:t>real op</a:t>
            </a:r>
          </a:p>
        </p:txBody>
      </p:sp>
      <p:sp>
        <p:nvSpPr>
          <p:cNvPr id="2" name="灯片编号占位符 1">
            <a:extLst>
              <a:ext uri="{FF2B5EF4-FFF2-40B4-BE49-F238E27FC236}">
                <a16:creationId xmlns:a16="http://schemas.microsoft.com/office/drawing/2014/main" id="{FE149B26-A444-BC14-D64C-3E46B964BB6E}"/>
              </a:ext>
            </a:extLst>
          </p:cNvPr>
          <p:cNvSpPr>
            <a:spLocks noGrp="1"/>
          </p:cNvSpPr>
          <p:nvPr>
            <p:ph type="sldNum" sz="quarter" idx="12"/>
          </p:nvPr>
        </p:nvSpPr>
        <p:spPr/>
        <p:txBody>
          <a:bodyPr/>
          <a:lstStyle/>
          <a:p>
            <a:pPr>
              <a:defRPr/>
            </a:pPr>
            <a:fld id="{519DA108-B06F-4593-8B45-69E5C4BD1442}" type="slidenum">
              <a:rPr lang="en-US" smtClean="0"/>
              <a:pPr>
                <a:defRPr/>
              </a:pPr>
              <a:t>71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wipe(left)">
                                      <p:cBhvr>
                                        <p:cTn id="7" dur="500"/>
                                        <p:tgtEl>
                                          <p:spTgt spid="145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Effect transition="in" filter="wipe(left)">
                                      <p:cBhvr>
                                        <p:cTn id="12" dur="500"/>
                                        <p:tgtEl>
                                          <p:spTgt spid="145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animEffect transition="in" filter="wipe(left)">
                                      <p:cBhvr>
                                        <p:cTn id="17" dur="500"/>
                                        <p:tgtEl>
                                          <p:spTgt spid="145411">
                                            <p:txEl>
                                              <p:pRg st="2" end="2"/>
                                            </p:txEl>
                                          </p:spTgt>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45411">
                                            <p:txEl>
                                              <p:pRg st="3" end="3"/>
                                            </p:txEl>
                                          </p:spTgt>
                                        </p:tgtEl>
                                        <p:attrNameLst>
                                          <p:attrName>style.visibility</p:attrName>
                                        </p:attrNameLst>
                                      </p:cBhvr>
                                      <p:to>
                                        <p:strVal val="visible"/>
                                      </p:to>
                                    </p:set>
                                    <p:animEffect transition="in" filter="wipe(left)">
                                      <p:cBhvr>
                                        <p:cTn id="21" dur="500"/>
                                        <p:tgtEl>
                                          <p:spTgt spid="145411">
                                            <p:txEl>
                                              <p:pRg st="3" end="3"/>
                                            </p:txEl>
                                          </p:spTgt>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45411">
                                            <p:txEl>
                                              <p:pRg st="4" end="4"/>
                                            </p:txEl>
                                          </p:spTgt>
                                        </p:tgtEl>
                                        <p:attrNameLst>
                                          <p:attrName>style.visibility</p:attrName>
                                        </p:attrNameLst>
                                      </p:cBhvr>
                                      <p:to>
                                        <p:strVal val="visible"/>
                                      </p:to>
                                    </p:set>
                                    <p:animEffect transition="in" filter="wipe(left)">
                                      <p:cBhvr>
                                        <p:cTn id="25" dur="500"/>
                                        <p:tgtEl>
                                          <p:spTgt spid="145411">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5411">
                                            <p:txEl>
                                              <p:pRg st="5" end="5"/>
                                            </p:txEl>
                                          </p:spTgt>
                                        </p:tgtEl>
                                        <p:attrNameLst>
                                          <p:attrName>style.visibility</p:attrName>
                                        </p:attrNameLst>
                                      </p:cBhvr>
                                      <p:to>
                                        <p:strVal val="visible"/>
                                      </p:to>
                                    </p:set>
                                    <p:animEffect transition="in" filter="wipe(left)">
                                      <p:cBhvr>
                                        <p:cTn id="30" dur="500"/>
                                        <p:tgtEl>
                                          <p:spTgt spid="145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类型转换</a:t>
            </a:r>
          </a:p>
        </p:txBody>
      </p:sp>
      <p:sp>
        <p:nvSpPr>
          <p:cNvPr id="149507" name="Rectangle 3"/>
          <p:cNvSpPr>
            <a:spLocks noGrp="1" noChangeArrowheads="1"/>
          </p:cNvSpPr>
          <p:nvPr>
            <p:ph idx="1"/>
          </p:nvPr>
        </p:nvSpPr>
        <p:spPr/>
        <p:txBody>
          <a:bodyPr rtlCol="0">
            <a:normAutofit/>
          </a:bodyPr>
          <a:lstStyle/>
          <a:p>
            <a:pPr marL="377979" indent="-377979" defTabSz="503972" eaLnBrk="1" fontAlgn="auto" hangingPunct="1">
              <a:spcBef>
                <a:spcPts val="496"/>
              </a:spcBef>
              <a:spcAft>
                <a:spcPts val="0"/>
              </a:spcAft>
              <a:buFont typeface="Wingdings 3" charset="2"/>
              <a:buChar char=""/>
              <a:defRPr/>
            </a:pPr>
            <a:r>
              <a:rPr lang="en-US" altLang="zh-CN" sz="3086" dirty="0">
                <a:solidFill>
                  <a:schemeClr val="tx1">
                    <a:lumMod val="75000"/>
                    <a:lumOff val="25000"/>
                  </a:schemeClr>
                </a:solidFill>
              </a:rPr>
              <a:t>x := </a:t>
            </a:r>
            <a:r>
              <a:rPr lang="en-US" altLang="zh-CN" sz="3086" dirty="0" err="1">
                <a:solidFill>
                  <a:schemeClr val="tx1">
                    <a:lumMod val="75000"/>
                    <a:lumOff val="25000"/>
                  </a:schemeClr>
                </a:solidFill>
              </a:rPr>
              <a:t>y＋i</a:t>
            </a:r>
            <a:r>
              <a:rPr lang="en-US" altLang="zh-CN" sz="3086" dirty="0">
                <a:solidFill>
                  <a:schemeClr val="tx1">
                    <a:lumMod val="75000"/>
                    <a:lumOff val="25000"/>
                  </a:schemeClr>
                </a:solidFill>
              </a:rPr>
              <a:t>*j</a:t>
            </a:r>
            <a:r>
              <a:rPr lang="zh-CN" altLang="en-US" sz="3086" dirty="0">
                <a:solidFill>
                  <a:schemeClr val="tx1">
                    <a:lumMod val="75000"/>
                    <a:lumOff val="25000"/>
                  </a:schemeClr>
                </a:solidFill>
              </a:rPr>
              <a:t>，其中</a:t>
            </a:r>
            <a:r>
              <a:rPr lang="en-US" altLang="zh-CN" sz="3086" dirty="0" err="1">
                <a:solidFill>
                  <a:schemeClr val="tx1">
                    <a:lumMod val="75000"/>
                    <a:lumOff val="25000"/>
                  </a:schemeClr>
                </a:solidFill>
              </a:rPr>
              <a:t>x、y</a:t>
            </a:r>
            <a:r>
              <a:rPr lang="zh-CN" altLang="en-US" sz="3086" dirty="0">
                <a:solidFill>
                  <a:schemeClr val="tx1">
                    <a:lumMod val="75000"/>
                    <a:lumOff val="25000"/>
                  </a:schemeClr>
                </a:solidFill>
              </a:rPr>
              <a:t>为实型；</a:t>
            </a:r>
            <a:r>
              <a:rPr lang="en-US" altLang="zh-CN" sz="3086" dirty="0" err="1">
                <a:solidFill>
                  <a:schemeClr val="tx1">
                    <a:lumMod val="75000"/>
                    <a:lumOff val="25000"/>
                  </a:schemeClr>
                </a:solidFill>
              </a:rPr>
              <a:t>i、j</a:t>
            </a:r>
            <a:r>
              <a:rPr lang="zh-CN" altLang="en-US" sz="3086" dirty="0">
                <a:solidFill>
                  <a:schemeClr val="tx1">
                    <a:lumMod val="75000"/>
                    <a:lumOff val="25000"/>
                  </a:schemeClr>
                </a:solidFill>
              </a:rPr>
              <a:t>为整型</a:t>
            </a:r>
            <a:endParaRPr lang="en-US" altLang="zh-CN" sz="3086" dirty="0">
              <a:solidFill>
                <a:schemeClr val="tx1">
                  <a:lumMod val="75000"/>
                  <a:lumOff val="25000"/>
                </a:schemeClr>
              </a:solidFill>
            </a:endParaRPr>
          </a:p>
          <a:p>
            <a:pPr marL="377979" indent="-377979" algn="just" defTabSz="503972" eaLnBrk="1" fontAlgn="auto" hangingPunct="1">
              <a:spcBef>
                <a:spcPts val="496"/>
              </a:spcBef>
              <a:spcAft>
                <a:spcPts val="0"/>
              </a:spcAft>
              <a:buFont typeface="Wingdings 3" charset="2"/>
              <a:buChar char=""/>
              <a:defRPr/>
            </a:pPr>
            <a:r>
              <a:rPr lang="zh-CN" altLang="en-US" sz="3086" dirty="0">
                <a:solidFill>
                  <a:schemeClr val="tx1">
                    <a:lumMod val="75000"/>
                    <a:lumOff val="25000"/>
                  </a:schemeClr>
                </a:solidFill>
              </a:rPr>
              <a:t>该赋值句产生的三地址代码为：</a:t>
            </a:r>
          </a:p>
          <a:p>
            <a:pPr marL="377979" indent="-377979" defTabSz="503972" eaLnBrk="1" fontAlgn="auto" hangingPunct="1">
              <a:spcBef>
                <a:spcPts val="496"/>
              </a:spcBef>
              <a:spcAft>
                <a:spcPts val="0"/>
              </a:spcAft>
              <a:buFont typeface="Wingdings 3" charset="2"/>
              <a:buNone/>
              <a:defRPr/>
            </a:pPr>
            <a:r>
              <a:rPr lang="en-US" altLang="zh-CN" sz="3086" dirty="0">
                <a:solidFill>
                  <a:schemeClr val="tx1">
                    <a:lumMod val="75000"/>
                    <a:lumOff val="25000"/>
                  </a:schemeClr>
                </a:solidFill>
              </a:rPr>
              <a:t>	T</a:t>
            </a:r>
            <a:r>
              <a:rPr lang="en-US" altLang="zh-CN" sz="3086" baseline="-30000" dirty="0">
                <a:solidFill>
                  <a:schemeClr val="tx1">
                    <a:lumMod val="75000"/>
                    <a:lumOff val="25000"/>
                  </a:schemeClr>
                </a:solidFill>
              </a:rPr>
              <a:t>1 </a:t>
            </a: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i</a:t>
            </a:r>
            <a:r>
              <a:rPr lang="en-US" altLang="zh-CN" sz="3086" dirty="0">
                <a:solidFill>
                  <a:schemeClr val="tx1">
                    <a:lumMod val="75000"/>
                    <a:lumOff val="25000"/>
                  </a:schemeClr>
                </a:solidFill>
              </a:rPr>
              <a:t>  </a:t>
            </a:r>
            <a:r>
              <a:rPr lang="en-US" altLang="zh-CN" sz="3086" dirty="0" err="1">
                <a:solidFill>
                  <a:srgbClr val="C00000"/>
                </a:solidFill>
              </a:rPr>
              <a:t>int</a:t>
            </a:r>
            <a:r>
              <a:rPr lang="en-US" altLang="zh-CN" sz="3086" dirty="0">
                <a:solidFill>
                  <a:srgbClr val="C00000"/>
                </a:solidFill>
              </a:rPr>
              <a:t>*</a:t>
            </a:r>
            <a:r>
              <a:rPr lang="en-US" altLang="zh-CN" sz="3086" dirty="0">
                <a:solidFill>
                  <a:schemeClr val="tx1">
                    <a:lumMod val="75000"/>
                    <a:lumOff val="25000"/>
                  </a:schemeClr>
                </a:solidFill>
              </a:rPr>
              <a:t>  j</a:t>
            </a:r>
          </a:p>
          <a:p>
            <a:pPr marL="377979" indent="-377979" defTabSz="503972" eaLnBrk="1" fontAlgn="auto" hangingPunct="1">
              <a:spcBef>
                <a:spcPts val="496"/>
              </a:spcBef>
              <a:spcAft>
                <a:spcPts val="0"/>
              </a:spcAft>
              <a:buFont typeface="Wingdings 3" charset="2"/>
              <a:buNone/>
              <a:defRPr/>
            </a:pPr>
            <a:r>
              <a:rPr lang="en-US" altLang="zh-CN" sz="3086" dirty="0">
                <a:solidFill>
                  <a:schemeClr val="tx1">
                    <a:lumMod val="75000"/>
                    <a:lumOff val="25000"/>
                  </a:schemeClr>
                </a:solidFill>
              </a:rPr>
              <a:t>	T</a:t>
            </a:r>
            <a:r>
              <a:rPr lang="en-US" altLang="zh-CN" sz="3086" baseline="-30000" dirty="0">
                <a:solidFill>
                  <a:schemeClr val="tx1">
                    <a:lumMod val="75000"/>
                    <a:lumOff val="25000"/>
                  </a:schemeClr>
                </a:solidFill>
              </a:rPr>
              <a:t>3 </a:t>
            </a:r>
            <a:r>
              <a:rPr lang="en-US" altLang="zh-CN" sz="3086" dirty="0">
                <a:solidFill>
                  <a:schemeClr val="tx1">
                    <a:lumMod val="75000"/>
                    <a:lumOff val="25000"/>
                  </a:schemeClr>
                </a:solidFill>
              </a:rPr>
              <a:t>:= </a:t>
            </a:r>
            <a:r>
              <a:rPr lang="en-US" altLang="zh-CN" sz="3086" dirty="0" err="1">
                <a:solidFill>
                  <a:srgbClr val="C00000"/>
                </a:solidFill>
              </a:rPr>
              <a:t>inttoreal</a:t>
            </a:r>
            <a:r>
              <a:rPr lang="en-US" altLang="zh-CN" sz="3086" dirty="0">
                <a:solidFill>
                  <a:schemeClr val="tx1">
                    <a:lumMod val="75000"/>
                    <a:lumOff val="25000"/>
                  </a:schemeClr>
                </a:solidFill>
              </a:rPr>
              <a:t>  T</a:t>
            </a:r>
            <a:r>
              <a:rPr lang="en-US" altLang="zh-CN" sz="3086" baseline="-30000" dirty="0">
                <a:solidFill>
                  <a:schemeClr val="tx1">
                    <a:lumMod val="75000"/>
                    <a:lumOff val="25000"/>
                  </a:schemeClr>
                </a:solidFill>
              </a:rPr>
              <a:t>1</a:t>
            </a:r>
            <a:endParaRPr lang="en-US" altLang="zh-CN" sz="3086" dirty="0">
              <a:solidFill>
                <a:schemeClr val="tx1">
                  <a:lumMod val="75000"/>
                  <a:lumOff val="25000"/>
                </a:schemeClr>
              </a:solidFill>
            </a:endParaRPr>
          </a:p>
          <a:p>
            <a:pPr marL="377979" indent="-377979" defTabSz="503972" eaLnBrk="1" fontAlgn="auto" hangingPunct="1">
              <a:spcBef>
                <a:spcPts val="496"/>
              </a:spcBef>
              <a:spcAft>
                <a:spcPts val="0"/>
              </a:spcAft>
              <a:buFont typeface="Wingdings 3" charset="2"/>
              <a:buNone/>
              <a:defRPr/>
            </a:pPr>
            <a:r>
              <a:rPr lang="en-US" altLang="zh-CN" sz="3086" dirty="0">
                <a:solidFill>
                  <a:schemeClr val="tx1">
                    <a:lumMod val="75000"/>
                    <a:lumOff val="25000"/>
                  </a:schemeClr>
                </a:solidFill>
              </a:rPr>
              <a:t>	T</a:t>
            </a:r>
            <a:r>
              <a:rPr lang="en-US" altLang="zh-CN" sz="3086" baseline="-30000" dirty="0">
                <a:solidFill>
                  <a:schemeClr val="tx1">
                    <a:lumMod val="75000"/>
                    <a:lumOff val="25000"/>
                  </a:schemeClr>
                </a:solidFill>
              </a:rPr>
              <a:t>2 </a:t>
            </a:r>
            <a:r>
              <a:rPr lang="en-US" altLang="zh-CN" sz="3086" dirty="0">
                <a:solidFill>
                  <a:schemeClr val="tx1">
                    <a:lumMod val="75000"/>
                    <a:lumOff val="25000"/>
                  </a:schemeClr>
                </a:solidFill>
              </a:rPr>
              <a:t>:= y  </a:t>
            </a:r>
            <a:r>
              <a:rPr lang="en-US" altLang="zh-CN" sz="3086" dirty="0">
                <a:solidFill>
                  <a:srgbClr val="C00000"/>
                </a:solidFill>
              </a:rPr>
              <a:t>real+</a:t>
            </a:r>
            <a:r>
              <a:rPr lang="en-US" altLang="zh-CN" sz="3086" dirty="0">
                <a:solidFill>
                  <a:schemeClr val="tx1">
                    <a:lumMod val="75000"/>
                    <a:lumOff val="25000"/>
                  </a:schemeClr>
                </a:solidFill>
              </a:rPr>
              <a:t> T</a:t>
            </a:r>
            <a:r>
              <a:rPr lang="en-US" altLang="zh-CN" sz="3086" baseline="-30000" dirty="0">
                <a:solidFill>
                  <a:schemeClr val="tx1">
                    <a:lumMod val="75000"/>
                    <a:lumOff val="25000"/>
                  </a:schemeClr>
                </a:solidFill>
              </a:rPr>
              <a:t>3</a:t>
            </a:r>
            <a:endParaRPr lang="en-US" altLang="zh-CN" sz="3086" dirty="0">
              <a:solidFill>
                <a:schemeClr val="tx1">
                  <a:lumMod val="75000"/>
                  <a:lumOff val="25000"/>
                </a:schemeClr>
              </a:solidFill>
            </a:endParaRPr>
          </a:p>
          <a:p>
            <a:pPr marL="377979" indent="-377979" defTabSz="503972" eaLnBrk="1" fontAlgn="auto" hangingPunct="1">
              <a:spcBef>
                <a:spcPts val="496"/>
              </a:spcBef>
              <a:spcAft>
                <a:spcPts val="0"/>
              </a:spcAft>
              <a:buFont typeface="Wingdings 3" charset="2"/>
              <a:buNone/>
              <a:defRPr/>
            </a:pPr>
            <a:r>
              <a:rPr lang="en-US" altLang="zh-CN" sz="3086" dirty="0">
                <a:solidFill>
                  <a:schemeClr val="tx1">
                    <a:lumMod val="75000"/>
                    <a:lumOff val="25000"/>
                  </a:schemeClr>
                </a:solidFill>
              </a:rPr>
              <a:t>	x := T</a:t>
            </a:r>
            <a:r>
              <a:rPr lang="en-US" altLang="zh-CN" sz="3086" baseline="-30000" dirty="0">
                <a:solidFill>
                  <a:schemeClr val="tx1">
                    <a:lumMod val="75000"/>
                    <a:lumOff val="25000"/>
                  </a:schemeClr>
                </a:solidFill>
              </a:rPr>
              <a:t>2    </a:t>
            </a:r>
            <a:endParaRPr lang="zh-CN" altLang="en-US" sz="308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29E3FE0D-0622-7B66-F1AC-0B248B3033A1}"/>
              </a:ext>
            </a:extLst>
          </p:cNvPr>
          <p:cNvSpPr>
            <a:spLocks noGrp="1"/>
          </p:cNvSpPr>
          <p:nvPr>
            <p:ph type="sldNum" sz="quarter" idx="12"/>
          </p:nvPr>
        </p:nvSpPr>
        <p:spPr/>
        <p:txBody>
          <a:bodyPr/>
          <a:lstStyle/>
          <a:p>
            <a:pPr>
              <a:defRPr/>
            </a:pPr>
            <a:fld id="{27351A9D-400C-46E6-8336-A6C4AE710B02}" type="slidenum">
              <a:rPr lang="en-US" smtClean="0"/>
              <a:pPr>
                <a:defRPr/>
              </a:pPr>
              <a:t>72</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Effect transition="in" filter="wipe(left)">
                                      <p:cBhvr>
                                        <p:cTn id="7" dur="500"/>
                                        <p:tgtEl>
                                          <p:spTgt spid="149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07">
                                            <p:txEl>
                                              <p:pRg st="1" end="1"/>
                                            </p:txEl>
                                          </p:spTgt>
                                        </p:tgtEl>
                                        <p:attrNameLst>
                                          <p:attrName>style.visibility</p:attrName>
                                        </p:attrNameLst>
                                      </p:cBhvr>
                                      <p:to>
                                        <p:strVal val="visible"/>
                                      </p:to>
                                    </p:set>
                                    <p:animEffect transition="in" filter="wipe(left)">
                                      <p:cBhvr>
                                        <p:cTn id="12" dur="500"/>
                                        <p:tgtEl>
                                          <p:spTgt spid="149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07">
                                            <p:txEl>
                                              <p:pRg st="2" end="2"/>
                                            </p:txEl>
                                          </p:spTgt>
                                        </p:tgtEl>
                                        <p:attrNameLst>
                                          <p:attrName>style.visibility</p:attrName>
                                        </p:attrNameLst>
                                      </p:cBhvr>
                                      <p:to>
                                        <p:strVal val="visible"/>
                                      </p:to>
                                    </p:set>
                                    <p:animEffect transition="in" filter="wipe(left)">
                                      <p:cBhvr>
                                        <p:cTn id="17" dur="500"/>
                                        <p:tgtEl>
                                          <p:spTgt spid="149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9507">
                                            <p:txEl>
                                              <p:pRg st="3" end="3"/>
                                            </p:txEl>
                                          </p:spTgt>
                                        </p:tgtEl>
                                        <p:attrNameLst>
                                          <p:attrName>style.visibility</p:attrName>
                                        </p:attrNameLst>
                                      </p:cBhvr>
                                      <p:to>
                                        <p:strVal val="visible"/>
                                      </p:to>
                                    </p:set>
                                    <p:animEffect transition="in" filter="wipe(left)">
                                      <p:cBhvr>
                                        <p:cTn id="22" dur="500"/>
                                        <p:tgtEl>
                                          <p:spTgt spid="1495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9507">
                                            <p:txEl>
                                              <p:pRg st="4" end="4"/>
                                            </p:txEl>
                                          </p:spTgt>
                                        </p:tgtEl>
                                        <p:attrNameLst>
                                          <p:attrName>style.visibility</p:attrName>
                                        </p:attrNameLst>
                                      </p:cBhvr>
                                      <p:to>
                                        <p:strVal val="visible"/>
                                      </p:to>
                                    </p:set>
                                    <p:animEffect transition="in" filter="wipe(left)">
                                      <p:cBhvr>
                                        <p:cTn id="27" dur="500"/>
                                        <p:tgtEl>
                                          <p:spTgt spid="1495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9507">
                                            <p:txEl>
                                              <p:pRg st="5" end="5"/>
                                            </p:txEl>
                                          </p:spTgt>
                                        </p:tgtEl>
                                        <p:attrNameLst>
                                          <p:attrName>style.visibility</p:attrName>
                                        </p:attrNameLst>
                                      </p:cBhvr>
                                      <p:to>
                                        <p:strVal val="visible"/>
                                      </p:to>
                                    </p:set>
                                    <p:animEffect transition="in" filter="wipe(left)">
                                      <p:cBhvr>
                                        <p:cTn id="32" dur="500"/>
                                        <p:tgtEl>
                                          <p:spTgt spid="149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产生式</a:t>
            </a:r>
            <a:r>
              <a:rPr lang="en-US" altLang="zh-CN" dirty="0"/>
              <a:t>E→E</a:t>
            </a:r>
            <a:r>
              <a:rPr lang="en-US" altLang="zh-CN" baseline="-30000" dirty="0"/>
              <a:t>1</a:t>
            </a:r>
            <a:r>
              <a:rPr lang="en-US" altLang="zh-CN" dirty="0"/>
              <a:t> ＋E</a:t>
            </a:r>
            <a:r>
              <a:rPr lang="en-US" altLang="zh-CN" baseline="-30000" dirty="0"/>
              <a:t>2 </a:t>
            </a:r>
            <a:r>
              <a:rPr lang="zh-CN" altLang="en-US" dirty="0"/>
              <a:t>的语义动作</a:t>
            </a:r>
          </a:p>
        </p:txBody>
      </p:sp>
      <p:sp>
        <p:nvSpPr>
          <p:cNvPr id="152579" name="Rectangle 3"/>
          <p:cNvSpPr>
            <a:spLocks noGrp="1" noChangeArrowheads="1"/>
          </p:cNvSpPr>
          <p:nvPr>
            <p:ph idx="1"/>
          </p:nvPr>
        </p:nvSpPr>
        <p:spPr/>
        <p:txBody>
          <a:bodyPr rtlCol="0">
            <a:normAutofit fontScale="85000" lnSpcReduction="10000"/>
          </a:bodyPr>
          <a:lstStyle/>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 </a:t>
            </a:r>
            <a:r>
              <a:rPr lang="en-US" altLang="zh-CN" sz="3086" dirty="0" err="1">
                <a:solidFill>
                  <a:schemeClr val="tx1">
                    <a:lumMod val="75000"/>
                    <a:lumOff val="25000"/>
                  </a:schemeClr>
                </a:solidFill>
              </a:rPr>
              <a:t>E.place</a:t>
            </a:r>
            <a:r>
              <a:rPr lang="en-US" altLang="zh-CN" sz="3086" dirty="0">
                <a:solidFill>
                  <a:schemeClr val="tx1">
                    <a:lumMod val="75000"/>
                    <a:lumOff val="25000"/>
                  </a:schemeClr>
                </a:solidFill>
              </a:rPr>
              <a:t>:=</a:t>
            </a:r>
            <a:r>
              <a:rPr lang="en-US" altLang="zh-CN" sz="3086" dirty="0" err="1">
                <a:solidFill>
                  <a:schemeClr val="tx1">
                    <a:lumMod val="75000"/>
                    <a:lumOff val="25000"/>
                  </a:schemeClr>
                </a:solidFill>
              </a:rPr>
              <a:t>newtemp</a:t>
            </a:r>
            <a:r>
              <a:rPr lang="en-US" altLang="zh-CN" sz="3086" dirty="0">
                <a:solidFill>
                  <a:schemeClr val="tx1">
                    <a:lumMod val="75000"/>
                    <a:lumOff val="25000"/>
                  </a:schemeClr>
                </a:solidFill>
              </a:rPr>
              <a:t>;</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if E</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.type=integer and E</a:t>
            </a:r>
            <a:r>
              <a:rPr lang="en-US" altLang="zh-CN" sz="3086" baseline="-30000" dirty="0">
                <a:solidFill>
                  <a:schemeClr val="tx1">
                    <a:lumMod val="75000"/>
                    <a:lumOff val="25000"/>
                  </a:schemeClr>
                </a:solidFill>
              </a:rPr>
              <a:t>2</a:t>
            </a:r>
            <a:r>
              <a:rPr lang="en-US" altLang="zh-CN" sz="3086" dirty="0">
                <a:solidFill>
                  <a:schemeClr val="tx1">
                    <a:lumMod val="75000"/>
                    <a:lumOff val="25000"/>
                  </a:schemeClr>
                </a:solidFill>
              </a:rPr>
              <a:t>.type=integer then   begin</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emit (</a:t>
            </a:r>
            <a:r>
              <a:rPr lang="en-US" altLang="zh-CN" sz="3086" dirty="0" err="1">
                <a:solidFill>
                  <a:schemeClr val="tx1">
                    <a:lumMod val="75000"/>
                    <a:lumOff val="25000"/>
                  </a:schemeClr>
                </a:solidFill>
              </a:rPr>
              <a:t>E.place</a:t>
            </a:r>
            <a:r>
              <a:rPr lang="en-US" altLang="zh-CN" sz="3086" dirty="0">
                <a:solidFill>
                  <a:schemeClr val="tx1">
                    <a:lumMod val="75000"/>
                    <a:lumOff val="25000"/>
                  </a:schemeClr>
                </a:solidFill>
              </a:rPr>
              <a:t> ‘:=’ E</a:t>
            </a:r>
            <a:r>
              <a:rPr lang="en-US" altLang="zh-CN" sz="3086" baseline="-30000" dirty="0">
                <a:solidFill>
                  <a:schemeClr val="tx1">
                    <a:lumMod val="75000"/>
                    <a:lumOff val="25000"/>
                  </a:schemeClr>
                </a:solidFill>
              </a:rPr>
              <a:t> 1</a:t>
            </a:r>
            <a:r>
              <a:rPr lang="en-US" altLang="zh-CN" sz="3086" dirty="0">
                <a:solidFill>
                  <a:schemeClr val="tx1">
                    <a:lumMod val="75000"/>
                    <a:lumOff val="25000"/>
                  </a:schemeClr>
                </a:solidFill>
              </a:rPr>
              <a:t>.place ‘</a:t>
            </a:r>
            <a:r>
              <a:rPr lang="en-US" altLang="zh-CN" sz="3086" dirty="0" err="1">
                <a:solidFill>
                  <a:srgbClr val="C00000"/>
                </a:solidFill>
              </a:rPr>
              <a:t>int</a:t>
            </a:r>
            <a:r>
              <a:rPr lang="en-US" altLang="zh-CN" sz="3086" dirty="0">
                <a:solidFill>
                  <a:srgbClr val="C00000"/>
                </a:solidFill>
              </a:rPr>
              <a:t>+</a:t>
            </a:r>
            <a:r>
              <a:rPr lang="en-US" altLang="zh-CN" sz="3086" dirty="0">
                <a:solidFill>
                  <a:schemeClr val="tx1">
                    <a:lumMod val="75000"/>
                    <a:lumOff val="25000"/>
                  </a:schemeClr>
                </a:solidFill>
              </a:rPr>
              <a:t>’ E</a:t>
            </a:r>
            <a:r>
              <a:rPr lang="en-US" altLang="zh-CN" sz="3086" baseline="-30000" dirty="0">
                <a:solidFill>
                  <a:schemeClr val="tx1">
                    <a:lumMod val="75000"/>
                    <a:lumOff val="25000"/>
                  </a:schemeClr>
                </a:solidFill>
              </a:rPr>
              <a:t> 2</a:t>
            </a:r>
            <a:r>
              <a:rPr lang="en-US" altLang="zh-CN" sz="3086" dirty="0">
                <a:solidFill>
                  <a:schemeClr val="tx1">
                    <a:lumMod val="75000"/>
                    <a:lumOff val="25000"/>
                  </a:schemeClr>
                </a:solidFill>
              </a:rPr>
              <a:t>.place);</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E.type</a:t>
            </a:r>
            <a:r>
              <a:rPr lang="en-US" altLang="zh-CN" sz="3086" dirty="0">
                <a:solidFill>
                  <a:schemeClr val="tx1">
                    <a:lumMod val="75000"/>
                    <a:lumOff val="25000"/>
                  </a:schemeClr>
                </a:solidFill>
              </a:rPr>
              <a:t>:=integer</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end</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else if E</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.type=real and E</a:t>
            </a:r>
            <a:r>
              <a:rPr lang="en-US" altLang="zh-CN" sz="3086" baseline="-30000" dirty="0">
                <a:solidFill>
                  <a:schemeClr val="tx1">
                    <a:lumMod val="75000"/>
                    <a:lumOff val="25000"/>
                  </a:schemeClr>
                </a:solidFill>
              </a:rPr>
              <a:t>2</a:t>
            </a:r>
            <a:r>
              <a:rPr lang="en-US" altLang="zh-CN" sz="3086" dirty="0">
                <a:solidFill>
                  <a:schemeClr val="tx1">
                    <a:lumMod val="75000"/>
                    <a:lumOff val="25000"/>
                  </a:schemeClr>
                </a:solidFill>
              </a:rPr>
              <a:t>.type=real then begin</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emit (</a:t>
            </a:r>
            <a:r>
              <a:rPr lang="en-US" altLang="zh-CN" sz="3086" dirty="0" err="1">
                <a:solidFill>
                  <a:schemeClr val="tx1">
                    <a:lumMod val="75000"/>
                    <a:lumOff val="25000"/>
                  </a:schemeClr>
                </a:solidFill>
              </a:rPr>
              <a:t>E.place</a:t>
            </a:r>
            <a:r>
              <a:rPr lang="en-US" altLang="zh-CN" sz="3086" dirty="0">
                <a:solidFill>
                  <a:schemeClr val="tx1">
                    <a:lumMod val="75000"/>
                    <a:lumOff val="25000"/>
                  </a:schemeClr>
                </a:solidFill>
              </a:rPr>
              <a:t> ‘:=’ E</a:t>
            </a:r>
            <a:r>
              <a:rPr lang="en-US" altLang="zh-CN" sz="3086" baseline="-30000" dirty="0">
                <a:solidFill>
                  <a:schemeClr val="tx1">
                    <a:lumMod val="75000"/>
                    <a:lumOff val="25000"/>
                  </a:schemeClr>
                </a:solidFill>
              </a:rPr>
              <a:t> 1</a:t>
            </a:r>
            <a:r>
              <a:rPr lang="en-US" altLang="zh-CN" sz="3086" dirty="0">
                <a:solidFill>
                  <a:schemeClr val="tx1">
                    <a:lumMod val="75000"/>
                    <a:lumOff val="25000"/>
                  </a:schemeClr>
                </a:solidFill>
              </a:rPr>
              <a:t>.place ‘</a:t>
            </a:r>
            <a:r>
              <a:rPr lang="en-US" altLang="zh-CN" sz="3086" dirty="0">
                <a:solidFill>
                  <a:srgbClr val="C00000"/>
                </a:solidFill>
              </a:rPr>
              <a:t>real+</a:t>
            </a:r>
            <a:r>
              <a:rPr lang="en-US" altLang="zh-CN" sz="3086" dirty="0">
                <a:solidFill>
                  <a:schemeClr val="tx1">
                    <a:lumMod val="75000"/>
                    <a:lumOff val="25000"/>
                  </a:schemeClr>
                </a:solidFill>
              </a:rPr>
              <a:t>’ E</a:t>
            </a:r>
            <a:r>
              <a:rPr lang="en-US" altLang="zh-CN" sz="3086" baseline="-30000" dirty="0">
                <a:solidFill>
                  <a:schemeClr val="tx1">
                    <a:lumMod val="75000"/>
                    <a:lumOff val="25000"/>
                  </a:schemeClr>
                </a:solidFill>
              </a:rPr>
              <a:t> 2</a:t>
            </a:r>
            <a:r>
              <a:rPr lang="en-US" altLang="zh-CN" sz="3086" dirty="0">
                <a:solidFill>
                  <a:schemeClr val="tx1">
                    <a:lumMod val="75000"/>
                    <a:lumOff val="25000"/>
                  </a:schemeClr>
                </a:solidFill>
              </a:rPr>
              <a:t>.place);</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E.type</a:t>
            </a:r>
            <a:r>
              <a:rPr lang="en-US" altLang="zh-CN" sz="3086" dirty="0">
                <a:solidFill>
                  <a:schemeClr val="tx1">
                    <a:lumMod val="75000"/>
                    <a:lumOff val="25000"/>
                  </a:schemeClr>
                </a:solidFill>
              </a:rPr>
              <a:t>:=real</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dirty="0">
                <a:solidFill>
                  <a:schemeClr val="tx1">
                    <a:lumMod val="75000"/>
                    <a:lumOff val="25000"/>
                  </a:schemeClr>
                </a:solidFill>
              </a:rPr>
              <a:t>  end</a:t>
            </a:r>
          </a:p>
        </p:txBody>
      </p:sp>
      <p:sp>
        <p:nvSpPr>
          <p:cNvPr id="2" name="灯片编号占位符 1">
            <a:extLst>
              <a:ext uri="{FF2B5EF4-FFF2-40B4-BE49-F238E27FC236}">
                <a16:creationId xmlns:a16="http://schemas.microsoft.com/office/drawing/2014/main" id="{B73EDCE2-B0D8-C2D0-77D3-B61C0F086B56}"/>
              </a:ext>
            </a:extLst>
          </p:cNvPr>
          <p:cNvSpPr>
            <a:spLocks noGrp="1"/>
          </p:cNvSpPr>
          <p:nvPr>
            <p:ph type="sldNum" sz="quarter" idx="12"/>
          </p:nvPr>
        </p:nvSpPr>
        <p:spPr/>
        <p:txBody>
          <a:bodyPr/>
          <a:lstStyle/>
          <a:p>
            <a:pPr>
              <a:defRPr/>
            </a:pPr>
            <a:fld id="{82F7FB16-25ED-41C1-9CAE-EAEBF0985B6B}" type="slidenum">
              <a:rPr lang="en-US" smtClean="0"/>
              <a:pPr>
                <a:defRPr/>
              </a:pPr>
              <a:t>73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wipe(left)">
                                      <p:cBhvr>
                                        <p:cTn id="7" dur="500"/>
                                        <p:tgtEl>
                                          <p:spTgt spid="152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79">
                                            <p:txEl>
                                              <p:pRg st="1" end="1"/>
                                            </p:txEl>
                                          </p:spTgt>
                                        </p:tgtEl>
                                        <p:attrNameLst>
                                          <p:attrName>style.visibility</p:attrName>
                                        </p:attrNameLst>
                                      </p:cBhvr>
                                      <p:to>
                                        <p:strVal val="visible"/>
                                      </p:to>
                                    </p:set>
                                    <p:animEffect transition="in" filter="wipe(left)">
                                      <p:cBhvr>
                                        <p:cTn id="12" dur="500"/>
                                        <p:tgtEl>
                                          <p:spTgt spid="152579">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2579">
                                            <p:txEl>
                                              <p:pRg st="2" end="2"/>
                                            </p:txEl>
                                          </p:spTgt>
                                        </p:tgtEl>
                                        <p:attrNameLst>
                                          <p:attrName>style.visibility</p:attrName>
                                        </p:attrNameLst>
                                      </p:cBhvr>
                                      <p:to>
                                        <p:strVal val="visible"/>
                                      </p:to>
                                    </p:set>
                                    <p:animEffect transition="in" filter="wipe(left)">
                                      <p:cBhvr>
                                        <p:cTn id="15" dur="500"/>
                                        <p:tgtEl>
                                          <p:spTgt spid="15257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2579">
                                            <p:txEl>
                                              <p:pRg st="3" end="3"/>
                                            </p:txEl>
                                          </p:spTgt>
                                        </p:tgtEl>
                                        <p:attrNameLst>
                                          <p:attrName>style.visibility</p:attrName>
                                        </p:attrNameLst>
                                      </p:cBhvr>
                                      <p:to>
                                        <p:strVal val="visible"/>
                                      </p:to>
                                    </p:set>
                                    <p:animEffect transition="in" filter="wipe(left)">
                                      <p:cBhvr>
                                        <p:cTn id="18" dur="500"/>
                                        <p:tgtEl>
                                          <p:spTgt spid="15257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52579">
                                            <p:txEl>
                                              <p:pRg st="4" end="4"/>
                                            </p:txEl>
                                          </p:spTgt>
                                        </p:tgtEl>
                                        <p:attrNameLst>
                                          <p:attrName>style.visibility</p:attrName>
                                        </p:attrNameLst>
                                      </p:cBhvr>
                                      <p:to>
                                        <p:strVal val="visible"/>
                                      </p:to>
                                    </p:set>
                                    <p:animEffect transition="in" filter="wipe(left)">
                                      <p:cBhvr>
                                        <p:cTn id="21" dur="500"/>
                                        <p:tgtEl>
                                          <p:spTgt spid="152579">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2579">
                                            <p:txEl>
                                              <p:pRg st="5" end="5"/>
                                            </p:txEl>
                                          </p:spTgt>
                                        </p:tgtEl>
                                        <p:attrNameLst>
                                          <p:attrName>style.visibility</p:attrName>
                                        </p:attrNameLst>
                                      </p:cBhvr>
                                      <p:to>
                                        <p:strVal val="visible"/>
                                      </p:to>
                                    </p:set>
                                    <p:animEffect transition="in" filter="wipe(left)">
                                      <p:cBhvr>
                                        <p:cTn id="26" dur="500"/>
                                        <p:tgtEl>
                                          <p:spTgt spid="152579">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52579">
                                            <p:txEl>
                                              <p:pRg st="6" end="6"/>
                                            </p:txEl>
                                          </p:spTgt>
                                        </p:tgtEl>
                                        <p:attrNameLst>
                                          <p:attrName>style.visibility</p:attrName>
                                        </p:attrNameLst>
                                      </p:cBhvr>
                                      <p:to>
                                        <p:strVal val="visible"/>
                                      </p:to>
                                    </p:set>
                                    <p:animEffect transition="in" filter="wipe(left)">
                                      <p:cBhvr>
                                        <p:cTn id="29" dur="500"/>
                                        <p:tgtEl>
                                          <p:spTgt spid="152579">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52579">
                                            <p:txEl>
                                              <p:pRg st="7" end="7"/>
                                            </p:txEl>
                                          </p:spTgt>
                                        </p:tgtEl>
                                        <p:attrNameLst>
                                          <p:attrName>style.visibility</p:attrName>
                                        </p:attrNameLst>
                                      </p:cBhvr>
                                      <p:to>
                                        <p:strVal val="visible"/>
                                      </p:to>
                                    </p:set>
                                    <p:animEffect transition="in" filter="wipe(left)">
                                      <p:cBhvr>
                                        <p:cTn id="32" dur="500"/>
                                        <p:tgtEl>
                                          <p:spTgt spid="152579">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52579">
                                            <p:txEl>
                                              <p:pRg st="8" end="8"/>
                                            </p:txEl>
                                          </p:spTgt>
                                        </p:tgtEl>
                                        <p:attrNameLst>
                                          <p:attrName>style.visibility</p:attrName>
                                        </p:attrNameLst>
                                      </p:cBhvr>
                                      <p:to>
                                        <p:strVal val="visible"/>
                                      </p:to>
                                    </p:set>
                                    <p:animEffect transition="in" filter="wipe(left)">
                                      <p:cBhvr>
                                        <p:cTn id="35" dur="500"/>
                                        <p:tgtEl>
                                          <p:spTgt spid="1525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产生式</a:t>
            </a:r>
            <a:r>
              <a:rPr lang="en-US" altLang="zh-CN" dirty="0"/>
              <a:t>E→E</a:t>
            </a:r>
            <a:r>
              <a:rPr lang="en-US" altLang="zh-CN" baseline="-30000" dirty="0"/>
              <a:t>1</a:t>
            </a:r>
            <a:r>
              <a:rPr lang="en-US" altLang="zh-CN" dirty="0"/>
              <a:t> ＋E</a:t>
            </a:r>
            <a:r>
              <a:rPr lang="en-US" altLang="zh-CN" baseline="-30000" dirty="0"/>
              <a:t>2 </a:t>
            </a:r>
            <a:r>
              <a:rPr lang="zh-CN" altLang="en-US" dirty="0"/>
              <a:t>的语义动作</a:t>
            </a:r>
          </a:p>
        </p:txBody>
      </p:sp>
      <p:sp>
        <p:nvSpPr>
          <p:cNvPr id="151555" name="Rectangle 3"/>
          <p:cNvSpPr>
            <a:spLocks noGrp="1" noChangeArrowheads="1"/>
          </p:cNvSpPr>
          <p:nvPr>
            <p:ph idx="1"/>
          </p:nvPr>
        </p:nvSpPr>
        <p:spPr/>
        <p:txBody>
          <a:bodyPr rtlCol="0">
            <a:noAutofit/>
          </a:bodyPr>
          <a:lstStyle/>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else if E</a:t>
            </a:r>
            <a:r>
              <a:rPr lang="en-US" altLang="zh-CN" sz="2425" baseline="-30000" dirty="0">
                <a:solidFill>
                  <a:schemeClr val="tx1">
                    <a:lumMod val="75000"/>
                    <a:lumOff val="25000"/>
                  </a:schemeClr>
                </a:solidFill>
                <a:latin typeface="+mn-lt"/>
              </a:rPr>
              <a:t>1</a:t>
            </a:r>
            <a:r>
              <a:rPr lang="en-US" altLang="zh-CN" sz="2425" dirty="0">
                <a:solidFill>
                  <a:schemeClr val="tx1">
                    <a:lumMod val="75000"/>
                    <a:lumOff val="25000"/>
                  </a:schemeClr>
                </a:solidFill>
                <a:latin typeface="+mn-lt"/>
              </a:rPr>
              <a:t>.type=integer and E</a:t>
            </a:r>
            <a:r>
              <a:rPr lang="en-US" altLang="zh-CN" sz="2425" baseline="-30000" dirty="0">
                <a:solidFill>
                  <a:schemeClr val="tx1">
                    <a:lumMod val="75000"/>
                    <a:lumOff val="25000"/>
                  </a:schemeClr>
                </a:solidFill>
                <a:latin typeface="+mn-lt"/>
              </a:rPr>
              <a:t>2</a:t>
            </a:r>
            <a:r>
              <a:rPr lang="en-US" altLang="zh-CN" sz="2425" dirty="0">
                <a:solidFill>
                  <a:schemeClr val="tx1">
                    <a:lumMod val="75000"/>
                    <a:lumOff val="25000"/>
                  </a:schemeClr>
                </a:solidFill>
                <a:latin typeface="+mn-lt"/>
              </a:rPr>
              <a:t>.type=real then begin</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u:=newtemp;</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emit (u ‘:=’ ‘</a:t>
            </a:r>
            <a:r>
              <a:rPr lang="en-US" altLang="zh-CN" sz="2425" dirty="0" err="1">
                <a:solidFill>
                  <a:schemeClr val="tx1">
                    <a:lumMod val="75000"/>
                    <a:lumOff val="25000"/>
                  </a:schemeClr>
                </a:solidFill>
                <a:latin typeface="+mn-lt"/>
              </a:rPr>
              <a:t>inttoreal</a:t>
            </a:r>
            <a:r>
              <a:rPr lang="en-US" altLang="zh-CN" sz="2425" dirty="0">
                <a:solidFill>
                  <a:schemeClr val="tx1">
                    <a:lumMod val="75000"/>
                    <a:lumOff val="25000"/>
                  </a:schemeClr>
                </a:solidFill>
                <a:latin typeface="+mn-lt"/>
              </a:rPr>
              <a:t>’  E</a:t>
            </a:r>
            <a:r>
              <a:rPr lang="en-US" altLang="zh-CN" sz="2425" baseline="-30000" dirty="0">
                <a:solidFill>
                  <a:schemeClr val="tx1">
                    <a:lumMod val="75000"/>
                    <a:lumOff val="25000"/>
                  </a:schemeClr>
                </a:solidFill>
                <a:latin typeface="+mn-lt"/>
              </a:rPr>
              <a:t> 1</a:t>
            </a:r>
            <a:r>
              <a:rPr lang="en-US" altLang="zh-CN" sz="2425" dirty="0">
                <a:solidFill>
                  <a:schemeClr val="tx1">
                    <a:lumMod val="75000"/>
                    <a:lumOff val="25000"/>
                  </a:schemeClr>
                </a:solidFill>
                <a:latin typeface="+mn-lt"/>
              </a:rPr>
              <a:t>.place);</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emit (</a:t>
            </a:r>
            <a:r>
              <a:rPr lang="en-US" altLang="zh-CN" sz="2425" dirty="0" err="1">
                <a:solidFill>
                  <a:schemeClr val="tx1">
                    <a:lumMod val="75000"/>
                    <a:lumOff val="25000"/>
                  </a:schemeClr>
                </a:solidFill>
                <a:latin typeface="+mn-lt"/>
              </a:rPr>
              <a:t>E.place</a:t>
            </a:r>
            <a:r>
              <a:rPr lang="en-US" altLang="zh-CN" sz="2425" dirty="0">
                <a:solidFill>
                  <a:schemeClr val="tx1">
                    <a:lumMod val="75000"/>
                    <a:lumOff val="25000"/>
                  </a:schemeClr>
                </a:solidFill>
                <a:latin typeface="+mn-lt"/>
              </a:rPr>
              <a:t> ‘:=’ u ‘</a:t>
            </a:r>
            <a:r>
              <a:rPr lang="en-US" altLang="zh-CN" sz="2425" dirty="0">
                <a:solidFill>
                  <a:srgbClr val="C00000"/>
                </a:solidFill>
                <a:latin typeface="+mn-lt"/>
              </a:rPr>
              <a:t>real+</a:t>
            </a:r>
            <a:r>
              <a:rPr lang="en-US" altLang="zh-CN" sz="2425" dirty="0">
                <a:solidFill>
                  <a:schemeClr val="tx1">
                    <a:lumMod val="75000"/>
                    <a:lumOff val="25000"/>
                  </a:schemeClr>
                </a:solidFill>
                <a:latin typeface="+mn-lt"/>
              </a:rPr>
              <a:t>’ E</a:t>
            </a:r>
            <a:r>
              <a:rPr lang="en-US" altLang="zh-CN" sz="2425" baseline="-30000" dirty="0">
                <a:solidFill>
                  <a:schemeClr val="tx1">
                    <a:lumMod val="75000"/>
                    <a:lumOff val="25000"/>
                  </a:schemeClr>
                </a:solidFill>
                <a:latin typeface="+mn-lt"/>
              </a:rPr>
              <a:t> 2</a:t>
            </a:r>
            <a:r>
              <a:rPr lang="en-US" altLang="zh-CN" sz="2425" dirty="0">
                <a:solidFill>
                  <a:schemeClr val="tx1">
                    <a:lumMod val="75000"/>
                    <a:lumOff val="25000"/>
                  </a:schemeClr>
                </a:solidFill>
                <a:latin typeface="+mn-lt"/>
              </a:rPr>
              <a:t>.palce);</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a:t>
            </a:r>
            <a:r>
              <a:rPr lang="en-US" altLang="zh-CN" sz="2425" dirty="0" err="1">
                <a:solidFill>
                  <a:schemeClr val="tx1">
                    <a:lumMod val="75000"/>
                    <a:lumOff val="25000"/>
                  </a:schemeClr>
                </a:solidFill>
                <a:latin typeface="+mn-lt"/>
              </a:rPr>
              <a:t>E.type</a:t>
            </a:r>
            <a:r>
              <a:rPr lang="en-US" altLang="zh-CN" sz="2425" dirty="0">
                <a:solidFill>
                  <a:schemeClr val="tx1">
                    <a:lumMod val="75000"/>
                    <a:lumOff val="25000"/>
                  </a:schemeClr>
                </a:solidFill>
                <a:latin typeface="+mn-lt"/>
              </a:rPr>
              <a:t>:=real</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end</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else if E</a:t>
            </a:r>
            <a:r>
              <a:rPr lang="en-US" altLang="zh-CN" sz="2425" baseline="-30000" dirty="0">
                <a:solidFill>
                  <a:schemeClr val="tx1">
                    <a:lumMod val="75000"/>
                    <a:lumOff val="25000"/>
                  </a:schemeClr>
                </a:solidFill>
                <a:latin typeface="+mn-lt"/>
              </a:rPr>
              <a:t>1</a:t>
            </a:r>
            <a:r>
              <a:rPr lang="en-US" altLang="zh-CN" sz="2425" dirty="0">
                <a:solidFill>
                  <a:schemeClr val="tx1">
                    <a:lumMod val="75000"/>
                    <a:lumOff val="25000"/>
                  </a:schemeClr>
                </a:solidFill>
                <a:latin typeface="+mn-lt"/>
              </a:rPr>
              <a:t>.type=real and E</a:t>
            </a:r>
            <a:r>
              <a:rPr lang="en-US" altLang="zh-CN" sz="2425" baseline="-30000" dirty="0">
                <a:solidFill>
                  <a:schemeClr val="tx1">
                    <a:lumMod val="75000"/>
                    <a:lumOff val="25000"/>
                  </a:schemeClr>
                </a:solidFill>
                <a:latin typeface="+mn-lt"/>
              </a:rPr>
              <a:t>2</a:t>
            </a:r>
            <a:r>
              <a:rPr lang="en-US" altLang="zh-CN" sz="2425" dirty="0">
                <a:solidFill>
                  <a:schemeClr val="tx1">
                    <a:lumMod val="75000"/>
                    <a:lumOff val="25000"/>
                  </a:schemeClr>
                </a:solidFill>
                <a:latin typeface="+mn-lt"/>
              </a:rPr>
              <a:t>.type=integer then begin</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u:=newtemp;</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emit (u  ‘:=’ ‘</a:t>
            </a:r>
            <a:r>
              <a:rPr lang="en-US" altLang="zh-CN" sz="2425" dirty="0" err="1">
                <a:solidFill>
                  <a:schemeClr val="tx1">
                    <a:lumMod val="75000"/>
                    <a:lumOff val="25000"/>
                  </a:schemeClr>
                </a:solidFill>
                <a:latin typeface="+mn-lt"/>
              </a:rPr>
              <a:t>inttoreal</a:t>
            </a:r>
            <a:r>
              <a:rPr lang="en-US" altLang="zh-CN" sz="2425" dirty="0">
                <a:solidFill>
                  <a:schemeClr val="tx1">
                    <a:lumMod val="75000"/>
                    <a:lumOff val="25000"/>
                  </a:schemeClr>
                </a:solidFill>
                <a:latin typeface="+mn-lt"/>
              </a:rPr>
              <a:t>’ E</a:t>
            </a:r>
            <a:r>
              <a:rPr lang="en-US" altLang="zh-CN" sz="2425" baseline="-30000" dirty="0">
                <a:solidFill>
                  <a:schemeClr val="tx1">
                    <a:lumMod val="75000"/>
                    <a:lumOff val="25000"/>
                  </a:schemeClr>
                </a:solidFill>
                <a:latin typeface="+mn-lt"/>
              </a:rPr>
              <a:t> 2</a:t>
            </a:r>
            <a:r>
              <a:rPr lang="en-US" altLang="zh-CN" sz="2425" dirty="0">
                <a:solidFill>
                  <a:schemeClr val="tx1">
                    <a:lumMod val="75000"/>
                    <a:lumOff val="25000"/>
                  </a:schemeClr>
                </a:solidFill>
                <a:latin typeface="+mn-lt"/>
              </a:rPr>
              <a:t>.place);</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emit (</a:t>
            </a:r>
            <a:r>
              <a:rPr lang="en-US" altLang="zh-CN" sz="2425" dirty="0" err="1">
                <a:solidFill>
                  <a:schemeClr val="tx1">
                    <a:lumMod val="75000"/>
                    <a:lumOff val="25000"/>
                  </a:schemeClr>
                </a:solidFill>
                <a:latin typeface="+mn-lt"/>
              </a:rPr>
              <a:t>E.place</a:t>
            </a:r>
            <a:r>
              <a:rPr lang="en-US" altLang="zh-CN" sz="2425" dirty="0">
                <a:solidFill>
                  <a:schemeClr val="tx1">
                    <a:lumMod val="75000"/>
                    <a:lumOff val="25000"/>
                  </a:schemeClr>
                </a:solidFill>
                <a:latin typeface="+mn-lt"/>
              </a:rPr>
              <a:t> ‘:=’ E</a:t>
            </a:r>
            <a:r>
              <a:rPr lang="en-US" altLang="zh-CN" sz="2425" baseline="-30000" dirty="0">
                <a:solidFill>
                  <a:schemeClr val="tx1">
                    <a:lumMod val="75000"/>
                    <a:lumOff val="25000"/>
                  </a:schemeClr>
                </a:solidFill>
                <a:latin typeface="+mn-lt"/>
              </a:rPr>
              <a:t> 1</a:t>
            </a:r>
            <a:r>
              <a:rPr lang="en-US" altLang="zh-CN" sz="2425" dirty="0">
                <a:solidFill>
                  <a:schemeClr val="tx1">
                    <a:lumMod val="75000"/>
                    <a:lumOff val="25000"/>
                  </a:schemeClr>
                </a:solidFill>
                <a:latin typeface="+mn-lt"/>
              </a:rPr>
              <a:t>.place ‘</a:t>
            </a:r>
            <a:r>
              <a:rPr lang="en-US" altLang="zh-CN" sz="2425" dirty="0">
                <a:solidFill>
                  <a:srgbClr val="C00000"/>
                </a:solidFill>
                <a:latin typeface="+mn-lt"/>
              </a:rPr>
              <a:t>real+</a:t>
            </a:r>
            <a:r>
              <a:rPr lang="en-US" altLang="zh-CN" sz="2425" dirty="0">
                <a:solidFill>
                  <a:schemeClr val="tx1">
                    <a:lumMod val="75000"/>
                    <a:lumOff val="25000"/>
                  </a:schemeClr>
                </a:solidFill>
                <a:latin typeface="+mn-lt"/>
              </a:rPr>
              <a:t>’ u);</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	</a:t>
            </a:r>
            <a:r>
              <a:rPr lang="en-US" altLang="zh-CN" sz="2425" dirty="0" err="1">
                <a:solidFill>
                  <a:schemeClr val="tx1">
                    <a:lumMod val="75000"/>
                    <a:lumOff val="25000"/>
                  </a:schemeClr>
                </a:solidFill>
                <a:latin typeface="+mn-lt"/>
              </a:rPr>
              <a:t>E.type</a:t>
            </a:r>
            <a:r>
              <a:rPr lang="en-US" altLang="zh-CN" sz="2425" dirty="0">
                <a:solidFill>
                  <a:schemeClr val="tx1">
                    <a:lumMod val="75000"/>
                    <a:lumOff val="25000"/>
                  </a:schemeClr>
                </a:solidFill>
                <a:latin typeface="+mn-lt"/>
              </a:rPr>
              <a:t>:=real</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end</a:t>
            </a:r>
          </a:p>
          <a:p>
            <a:pPr marL="377979" indent="-377979" defTabSz="503972" eaLnBrk="1" fontAlgn="auto" hangingPunct="1">
              <a:spcBef>
                <a:spcPts val="0"/>
              </a:spcBef>
              <a:spcAft>
                <a:spcPts val="0"/>
              </a:spcAft>
              <a:buFont typeface="Wingdings 3" charset="2"/>
              <a:buNone/>
              <a:defRPr/>
            </a:pPr>
            <a:r>
              <a:rPr lang="en-US" altLang="zh-CN" sz="2425" dirty="0">
                <a:solidFill>
                  <a:schemeClr val="tx1">
                    <a:lumMod val="75000"/>
                    <a:lumOff val="25000"/>
                  </a:schemeClr>
                </a:solidFill>
                <a:latin typeface="+mn-lt"/>
              </a:rPr>
              <a:t>else </a:t>
            </a:r>
            <a:r>
              <a:rPr lang="en-US" altLang="zh-CN" sz="2425" dirty="0" err="1">
                <a:solidFill>
                  <a:schemeClr val="tx1">
                    <a:lumMod val="75000"/>
                    <a:lumOff val="25000"/>
                  </a:schemeClr>
                </a:solidFill>
                <a:latin typeface="+mn-lt"/>
              </a:rPr>
              <a:t>E.type</a:t>
            </a:r>
            <a:r>
              <a:rPr lang="en-US" altLang="zh-CN" sz="2425" dirty="0">
                <a:solidFill>
                  <a:schemeClr val="tx1">
                    <a:lumMod val="75000"/>
                    <a:lumOff val="25000"/>
                  </a:schemeClr>
                </a:solidFill>
                <a:latin typeface="+mn-lt"/>
              </a:rPr>
              <a:t>:=</a:t>
            </a:r>
            <a:r>
              <a:rPr lang="en-US" altLang="zh-CN" sz="2425" dirty="0" err="1">
                <a:solidFill>
                  <a:schemeClr val="tx1">
                    <a:lumMod val="75000"/>
                    <a:lumOff val="25000"/>
                  </a:schemeClr>
                </a:solidFill>
                <a:latin typeface="+mn-lt"/>
              </a:rPr>
              <a:t>type_error</a:t>
            </a:r>
            <a:r>
              <a:rPr lang="en-US" altLang="zh-CN" sz="2425" dirty="0">
                <a:solidFill>
                  <a:schemeClr val="tx1">
                    <a:lumMod val="75000"/>
                    <a:lumOff val="25000"/>
                  </a:schemeClr>
                </a:solidFill>
                <a:latin typeface="+mn-lt"/>
              </a:rPr>
              <a:t>}</a:t>
            </a:r>
            <a:endParaRPr lang="zh-CN" altLang="en-US" sz="2425" dirty="0">
              <a:solidFill>
                <a:schemeClr val="tx1">
                  <a:lumMod val="75000"/>
                  <a:lumOff val="25000"/>
                </a:schemeClr>
              </a:solidFill>
              <a:latin typeface="+mn-lt"/>
            </a:endParaRPr>
          </a:p>
        </p:txBody>
      </p:sp>
      <p:sp>
        <p:nvSpPr>
          <p:cNvPr id="3" name="灯片编号占位符 2">
            <a:extLst>
              <a:ext uri="{FF2B5EF4-FFF2-40B4-BE49-F238E27FC236}">
                <a16:creationId xmlns:a16="http://schemas.microsoft.com/office/drawing/2014/main" id="{EFD38C95-4031-D86F-0B82-504F98B501FA}"/>
              </a:ext>
            </a:extLst>
          </p:cNvPr>
          <p:cNvSpPr>
            <a:spLocks noGrp="1"/>
          </p:cNvSpPr>
          <p:nvPr>
            <p:ph type="sldNum" sz="quarter" idx="12"/>
          </p:nvPr>
        </p:nvSpPr>
        <p:spPr/>
        <p:txBody>
          <a:bodyPr/>
          <a:lstStyle/>
          <a:p>
            <a:pPr>
              <a:defRPr/>
            </a:pPr>
            <a:fld id="{82F7FB16-25ED-41C1-9CAE-EAEBF0985B6B}" type="slidenum">
              <a:rPr lang="en-US" smtClean="0"/>
              <a:pPr>
                <a:defRPr/>
              </a:pPr>
              <a:t>74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left)">
                                      <p:cBhvr>
                                        <p:cTn id="7" dur="500"/>
                                        <p:tgtEl>
                                          <p:spTgt spid="15155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1555">
                                            <p:txEl>
                                              <p:pRg st="1" end="1"/>
                                            </p:txEl>
                                          </p:spTgt>
                                        </p:tgtEl>
                                        <p:attrNameLst>
                                          <p:attrName>style.visibility</p:attrName>
                                        </p:attrNameLst>
                                      </p:cBhvr>
                                      <p:to>
                                        <p:strVal val="visible"/>
                                      </p:to>
                                    </p:set>
                                    <p:animEffect transition="in" filter="wipe(left)">
                                      <p:cBhvr>
                                        <p:cTn id="10" dur="500"/>
                                        <p:tgtEl>
                                          <p:spTgt spid="15155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1555">
                                            <p:txEl>
                                              <p:pRg st="2" end="2"/>
                                            </p:txEl>
                                          </p:spTgt>
                                        </p:tgtEl>
                                        <p:attrNameLst>
                                          <p:attrName>style.visibility</p:attrName>
                                        </p:attrNameLst>
                                      </p:cBhvr>
                                      <p:to>
                                        <p:strVal val="visible"/>
                                      </p:to>
                                    </p:set>
                                    <p:animEffect transition="in" filter="wipe(left)">
                                      <p:cBhvr>
                                        <p:cTn id="13" dur="500"/>
                                        <p:tgtEl>
                                          <p:spTgt spid="15155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1555">
                                            <p:txEl>
                                              <p:pRg st="3" end="3"/>
                                            </p:txEl>
                                          </p:spTgt>
                                        </p:tgtEl>
                                        <p:attrNameLst>
                                          <p:attrName>style.visibility</p:attrName>
                                        </p:attrNameLst>
                                      </p:cBhvr>
                                      <p:to>
                                        <p:strVal val="visible"/>
                                      </p:to>
                                    </p:set>
                                    <p:animEffect transition="in" filter="wipe(left)">
                                      <p:cBhvr>
                                        <p:cTn id="16" dur="500"/>
                                        <p:tgtEl>
                                          <p:spTgt spid="15155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51555">
                                            <p:txEl>
                                              <p:pRg st="4" end="4"/>
                                            </p:txEl>
                                          </p:spTgt>
                                        </p:tgtEl>
                                        <p:attrNameLst>
                                          <p:attrName>style.visibility</p:attrName>
                                        </p:attrNameLst>
                                      </p:cBhvr>
                                      <p:to>
                                        <p:strVal val="visible"/>
                                      </p:to>
                                    </p:set>
                                    <p:animEffect transition="in" filter="wipe(left)">
                                      <p:cBhvr>
                                        <p:cTn id="19" dur="500"/>
                                        <p:tgtEl>
                                          <p:spTgt spid="151555">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51555">
                                            <p:txEl>
                                              <p:pRg st="5" end="5"/>
                                            </p:txEl>
                                          </p:spTgt>
                                        </p:tgtEl>
                                        <p:attrNameLst>
                                          <p:attrName>style.visibility</p:attrName>
                                        </p:attrNameLst>
                                      </p:cBhvr>
                                      <p:to>
                                        <p:strVal val="visible"/>
                                      </p:to>
                                    </p:set>
                                    <p:animEffect transition="in" filter="wipe(left)">
                                      <p:cBhvr>
                                        <p:cTn id="22" dur="500"/>
                                        <p:tgtEl>
                                          <p:spTgt spid="15155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1555">
                                            <p:txEl>
                                              <p:pRg st="6" end="6"/>
                                            </p:txEl>
                                          </p:spTgt>
                                        </p:tgtEl>
                                        <p:attrNameLst>
                                          <p:attrName>style.visibility</p:attrName>
                                        </p:attrNameLst>
                                      </p:cBhvr>
                                      <p:to>
                                        <p:strVal val="visible"/>
                                      </p:to>
                                    </p:set>
                                    <p:animEffect transition="in" filter="wipe(left)">
                                      <p:cBhvr>
                                        <p:cTn id="27" dur="500"/>
                                        <p:tgtEl>
                                          <p:spTgt spid="151555">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1555">
                                            <p:txEl>
                                              <p:pRg st="7" end="7"/>
                                            </p:txEl>
                                          </p:spTgt>
                                        </p:tgtEl>
                                        <p:attrNameLst>
                                          <p:attrName>style.visibility</p:attrName>
                                        </p:attrNameLst>
                                      </p:cBhvr>
                                      <p:to>
                                        <p:strVal val="visible"/>
                                      </p:to>
                                    </p:set>
                                    <p:animEffect transition="in" filter="wipe(left)">
                                      <p:cBhvr>
                                        <p:cTn id="30" dur="500"/>
                                        <p:tgtEl>
                                          <p:spTgt spid="151555">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51555">
                                            <p:txEl>
                                              <p:pRg st="8" end="8"/>
                                            </p:txEl>
                                          </p:spTgt>
                                        </p:tgtEl>
                                        <p:attrNameLst>
                                          <p:attrName>style.visibility</p:attrName>
                                        </p:attrNameLst>
                                      </p:cBhvr>
                                      <p:to>
                                        <p:strVal val="visible"/>
                                      </p:to>
                                    </p:set>
                                    <p:animEffect transition="in" filter="wipe(left)">
                                      <p:cBhvr>
                                        <p:cTn id="33" dur="500"/>
                                        <p:tgtEl>
                                          <p:spTgt spid="151555">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1555">
                                            <p:txEl>
                                              <p:pRg st="9" end="9"/>
                                            </p:txEl>
                                          </p:spTgt>
                                        </p:tgtEl>
                                        <p:attrNameLst>
                                          <p:attrName>style.visibility</p:attrName>
                                        </p:attrNameLst>
                                      </p:cBhvr>
                                      <p:to>
                                        <p:strVal val="visible"/>
                                      </p:to>
                                    </p:set>
                                    <p:animEffect transition="in" filter="wipe(left)">
                                      <p:cBhvr>
                                        <p:cTn id="36" dur="500"/>
                                        <p:tgtEl>
                                          <p:spTgt spid="151555">
                                            <p:txEl>
                                              <p:pRg st="9" end="9"/>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51555">
                                            <p:txEl>
                                              <p:pRg st="10" end="10"/>
                                            </p:txEl>
                                          </p:spTgt>
                                        </p:tgtEl>
                                        <p:attrNameLst>
                                          <p:attrName>style.visibility</p:attrName>
                                        </p:attrNameLst>
                                      </p:cBhvr>
                                      <p:to>
                                        <p:strVal val="visible"/>
                                      </p:to>
                                    </p:set>
                                    <p:animEffect transition="in" filter="wipe(left)">
                                      <p:cBhvr>
                                        <p:cTn id="39" dur="500"/>
                                        <p:tgtEl>
                                          <p:spTgt spid="151555">
                                            <p:txEl>
                                              <p:pRg st="10" end="10"/>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51555">
                                            <p:txEl>
                                              <p:pRg st="11" end="11"/>
                                            </p:txEl>
                                          </p:spTgt>
                                        </p:tgtEl>
                                        <p:attrNameLst>
                                          <p:attrName>style.visibility</p:attrName>
                                        </p:attrNameLst>
                                      </p:cBhvr>
                                      <p:to>
                                        <p:strVal val="visible"/>
                                      </p:to>
                                    </p:set>
                                    <p:animEffect transition="in" filter="wipe(left)">
                                      <p:cBhvr>
                                        <p:cTn id="42" dur="500"/>
                                        <p:tgtEl>
                                          <p:spTgt spid="151555">
                                            <p:txEl>
                                              <p:pRg st="11" end="1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1555">
                                            <p:txEl>
                                              <p:pRg st="12" end="12"/>
                                            </p:txEl>
                                          </p:spTgt>
                                        </p:tgtEl>
                                        <p:attrNameLst>
                                          <p:attrName>style.visibility</p:attrName>
                                        </p:attrNameLst>
                                      </p:cBhvr>
                                      <p:to>
                                        <p:strVal val="visible"/>
                                      </p:to>
                                    </p:set>
                                    <p:animEffect transition="in" filter="wipe(left)">
                                      <p:cBhvr>
                                        <p:cTn id="47" dur="500"/>
                                        <p:tgtEl>
                                          <p:spTgt spid="15155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1" name="Rectangle 3"/>
          <p:cNvSpPr>
            <a:spLocks noGrp="1" noChangeArrowheads="1"/>
          </p:cNvSpPr>
          <p:nvPr>
            <p:ph idx="1"/>
          </p:nvPr>
        </p:nvSpPr>
        <p:spPr/>
        <p:txBody>
          <a:bodyPr/>
          <a:lstStyle/>
          <a:p>
            <a:pPr algn="just" eaLnBrk="1" hangingPunct="1"/>
            <a:r>
              <a:rPr lang="zh-CN" altLang="en-US" dirty="0"/>
              <a:t>赋值语句的翻译</a:t>
            </a:r>
          </a:p>
          <a:p>
            <a:pPr lvl="1" eaLnBrk="1" hangingPunct="1"/>
            <a:r>
              <a:rPr lang="zh-CN" altLang="en-US" dirty="0"/>
              <a:t>简单算术表达式及赋值语句</a:t>
            </a:r>
            <a:r>
              <a:rPr lang="zh-CN" altLang="en-GB" dirty="0"/>
              <a:t> </a:t>
            </a:r>
            <a:endParaRPr lang="zh-CN" altLang="en-US" dirty="0"/>
          </a:p>
          <a:p>
            <a:pPr lvl="1" eaLnBrk="1" hangingPunct="1"/>
            <a:r>
              <a:rPr lang="zh-CN" altLang="en-US" dirty="0"/>
              <a:t>数组元素的引用</a:t>
            </a:r>
            <a:r>
              <a:rPr lang="zh-CN" altLang="en-GB" dirty="0"/>
              <a:t> </a:t>
            </a:r>
            <a:endParaRPr lang="zh-CN" altLang="en-US" dirty="0"/>
          </a:p>
          <a:p>
            <a:pPr lvl="1" eaLnBrk="1" hangingPunct="1"/>
            <a:r>
              <a:rPr lang="zh-CN" altLang="en-US" dirty="0"/>
              <a:t>产生有关类型转换的指令</a:t>
            </a:r>
            <a:r>
              <a:rPr lang="zh-CN" altLang="en-GB" dirty="0"/>
              <a:t> </a:t>
            </a:r>
            <a:endParaRPr lang="en-US" altLang="zh-CN" dirty="0"/>
          </a:p>
        </p:txBody>
      </p:sp>
      <p:sp>
        <p:nvSpPr>
          <p:cNvPr id="2" name="灯片编号占位符 1">
            <a:extLst>
              <a:ext uri="{FF2B5EF4-FFF2-40B4-BE49-F238E27FC236}">
                <a16:creationId xmlns:a16="http://schemas.microsoft.com/office/drawing/2014/main" id="{A66E3D8A-2922-F5B7-CABC-30874D7BAF8F}"/>
              </a:ext>
            </a:extLst>
          </p:cNvPr>
          <p:cNvSpPr>
            <a:spLocks noGrp="1"/>
          </p:cNvSpPr>
          <p:nvPr>
            <p:ph type="sldNum" sz="quarter" idx="12"/>
          </p:nvPr>
        </p:nvSpPr>
        <p:spPr/>
        <p:txBody>
          <a:bodyPr/>
          <a:lstStyle/>
          <a:p>
            <a:pPr>
              <a:defRPr/>
            </a:pPr>
            <a:fld id="{82F7FB16-25ED-41C1-9CAE-EAEBF0985B6B}" type="slidenum">
              <a:rPr lang="en-US" smtClean="0"/>
              <a:pPr>
                <a:defRPr/>
              </a:pPr>
              <a:t>75</a:t>
            </a:fld>
            <a:endParaRPr lang="en-US" dirty="0"/>
          </a:p>
        </p:txBody>
      </p:sp>
    </p:spTree>
    <p:extLst>
      <p:ext uri="{BB962C8B-B14F-4D97-AF65-F5344CB8AC3E}">
        <p14:creationId xmlns:p14="http://schemas.microsoft.com/office/powerpoint/2010/main" val="3575854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3651">
                                            <p:txEl>
                                              <p:pRg st="0" end="0"/>
                                            </p:txEl>
                                          </p:spTgt>
                                        </p:tgtEl>
                                        <p:attrNameLst>
                                          <p:attrName>style.visibility</p:attrName>
                                        </p:attrNameLst>
                                      </p:cBhvr>
                                      <p:to>
                                        <p:strVal val="visible"/>
                                      </p:to>
                                    </p:set>
                                    <p:animEffect transition="in" filter="wipe(left)">
                                      <p:cBhvr>
                                        <p:cTn id="7" dur="500"/>
                                        <p:tgtEl>
                                          <p:spTgt spid="283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3651">
                                            <p:txEl>
                                              <p:pRg st="1" end="1"/>
                                            </p:txEl>
                                          </p:spTgt>
                                        </p:tgtEl>
                                        <p:attrNameLst>
                                          <p:attrName>style.visibility</p:attrName>
                                        </p:attrNameLst>
                                      </p:cBhvr>
                                      <p:to>
                                        <p:strVal val="visible"/>
                                      </p:to>
                                    </p:set>
                                    <p:animEffect transition="in" filter="wipe(left)">
                                      <p:cBhvr>
                                        <p:cTn id="12" dur="500"/>
                                        <p:tgtEl>
                                          <p:spTgt spid="283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3651">
                                            <p:txEl>
                                              <p:pRg st="2" end="2"/>
                                            </p:txEl>
                                          </p:spTgt>
                                        </p:tgtEl>
                                        <p:attrNameLst>
                                          <p:attrName>style.visibility</p:attrName>
                                        </p:attrNameLst>
                                      </p:cBhvr>
                                      <p:to>
                                        <p:strVal val="visible"/>
                                      </p:to>
                                    </p:set>
                                    <p:animEffect transition="in" filter="wipe(left)">
                                      <p:cBhvr>
                                        <p:cTn id="17" dur="500"/>
                                        <p:tgtEl>
                                          <p:spTgt spid="283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3651">
                                            <p:txEl>
                                              <p:pRg st="3" end="3"/>
                                            </p:txEl>
                                          </p:spTgt>
                                        </p:tgtEl>
                                        <p:attrNameLst>
                                          <p:attrName>style.visibility</p:attrName>
                                        </p:attrNameLst>
                                      </p:cBhvr>
                                      <p:to>
                                        <p:strVal val="visible"/>
                                      </p:to>
                                    </p:set>
                                    <p:animEffect transition="in" filter="wipe(left)">
                                      <p:cBhvr>
                                        <p:cTn id="22" dur="500"/>
                                        <p:tgtEl>
                                          <p:spTgt spid="283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布尔表达式的翻译</a:t>
            </a:r>
          </a:p>
        </p:txBody>
      </p:sp>
      <p:sp>
        <p:nvSpPr>
          <p:cNvPr id="1212419" name="内容占位符 2"/>
          <p:cNvSpPr>
            <a:spLocks noGrp="1"/>
          </p:cNvSpPr>
          <p:nvPr>
            <p:ph idx="1"/>
          </p:nvPr>
        </p:nvSpPr>
        <p:spPr/>
        <p:txBody>
          <a:bodyPr/>
          <a:lstStyle/>
          <a:p>
            <a:endParaRPr lang="zh-CN" altLang="en-US"/>
          </a:p>
        </p:txBody>
      </p:sp>
      <p:sp>
        <p:nvSpPr>
          <p:cNvPr id="3" name="灯片编号占位符 2">
            <a:extLst>
              <a:ext uri="{FF2B5EF4-FFF2-40B4-BE49-F238E27FC236}">
                <a16:creationId xmlns:a16="http://schemas.microsoft.com/office/drawing/2014/main" id="{793F9D58-3A55-9556-7888-01846F2219A2}"/>
              </a:ext>
            </a:extLst>
          </p:cNvPr>
          <p:cNvSpPr>
            <a:spLocks noGrp="1"/>
          </p:cNvSpPr>
          <p:nvPr>
            <p:ph type="sldNum" sz="quarter" idx="12"/>
          </p:nvPr>
        </p:nvSpPr>
        <p:spPr/>
        <p:txBody>
          <a:bodyPr/>
          <a:lstStyle/>
          <a:p>
            <a:pPr>
              <a:defRPr/>
            </a:pPr>
            <a:fld id="{F02FD050-153B-496A-9CD2-BA822E8E8434}" type="slidenum">
              <a:rPr lang="en-US" smtClean="0"/>
              <a:pPr>
                <a:defRPr/>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布尔表达式及其用途</a:t>
            </a:r>
          </a:p>
        </p:txBody>
      </p:sp>
      <p:sp>
        <p:nvSpPr>
          <p:cNvPr id="39939" name="Rectangle 3"/>
          <p:cNvSpPr>
            <a:spLocks noGrp="1" noChangeArrowheads="1"/>
          </p:cNvSpPr>
          <p:nvPr>
            <p:ph idx="1"/>
          </p:nvPr>
        </p:nvSpPr>
        <p:spPr/>
        <p:txBody>
          <a:bodyPr rtlCol="0">
            <a:normAutofit/>
          </a:bodyPr>
          <a:lstStyle/>
          <a:p>
            <a:pPr marL="377979" indent="-377979" algn="just" defTabSz="503972" eaLnBrk="1" fontAlgn="auto" hangingPunct="1">
              <a:lnSpc>
                <a:spcPct val="130000"/>
              </a:lnSpc>
              <a:spcBef>
                <a:spcPts val="1102"/>
              </a:spcBef>
              <a:spcAft>
                <a:spcPts val="0"/>
              </a:spcAft>
              <a:buFont typeface="Wingdings 3" charset="2"/>
              <a:buChar char=""/>
              <a:defRPr/>
            </a:pPr>
            <a:r>
              <a:rPr lang="zh-CN" altLang="en-US" sz="3086" dirty="0">
                <a:solidFill>
                  <a:schemeClr val="tx1">
                    <a:lumMod val="75000"/>
                    <a:lumOff val="25000"/>
                  </a:schemeClr>
                </a:solidFill>
              </a:rPr>
              <a:t>文法</a:t>
            </a:r>
          </a:p>
          <a:p>
            <a:pPr marL="377979" indent="-377979" algn="ctr" defTabSz="503972" eaLnBrk="1" fontAlgn="auto" hangingPunct="1">
              <a:spcBef>
                <a:spcPts val="1102"/>
              </a:spcBef>
              <a:spcAft>
                <a:spcPts val="0"/>
              </a:spcAft>
              <a:buFont typeface="Wingdings 3" charset="2"/>
              <a:buNone/>
              <a:defRPr/>
            </a:pPr>
            <a:r>
              <a:rPr lang="zh-CN" altLang="en-US" sz="3086" dirty="0">
                <a:solidFill>
                  <a:schemeClr val="tx1">
                    <a:lumMod val="75000"/>
                    <a:lumOff val="25000"/>
                  </a:schemeClr>
                </a:solidFill>
              </a:rPr>
              <a:t> </a:t>
            </a:r>
            <a:r>
              <a:rPr lang="en-US" altLang="zh-CN" sz="3086" dirty="0">
                <a:solidFill>
                  <a:schemeClr val="tx1">
                    <a:lumMod val="75000"/>
                    <a:lumOff val="25000"/>
                  </a:schemeClr>
                </a:solidFill>
              </a:rPr>
              <a:t>E → E </a:t>
            </a:r>
            <a:r>
              <a:rPr lang="en-US" altLang="zh-CN" sz="3086" dirty="0">
                <a:solidFill>
                  <a:schemeClr val="tx1">
                    <a:lumMod val="75000"/>
                    <a:lumOff val="25000"/>
                  </a:schemeClr>
                </a:solidFill>
                <a:sym typeface="Symbol" panose="05050102010706020507" pitchFamily="18" charset="2"/>
              </a:rPr>
              <a:t>or</a:t>
            </a:r>
            <a:r>
              <a:rPr lang="en-US" altLang="zh-CN" sz="3086" dirty="0">
                <a:solidFill>
                  <a:schemeClr val="tx1">
                    <a:lumMod val="75000"/>
                    <a:lumOff val="25000"/>
                  </a:schemeClr>
                </a:solidFill>
              </a:rPr>
              <a:t> E | E </a:t>
            </a:r>
            <a:r>
              <a:rPr lang="en-US" altLang="zh-CN" sz="3086" dirty="0">
                <a:solidFill>
                  <a:schemeClr val="tx1">
                    <a:lumMod val="75000"/>
                    <a:lumOff val="25000"/>
                  </a:schemeClr>
                </a:solidFill>
                <a:sym typeface="Symbol" panose="05050102010706020507" pitchFamily="18" charset="2"/>
              </a:rPr>
              <a:t>and </a:t>
            </a:r>
            <a:r>
              <a:rPr lang="en-US" altLang="zh-CN" sz="3086" dirty="0">
                <a:solidFill>
                  <a:schemeClr val="tx1">
                    <a:lumMod val="75000"/>
                    <a:lumOff val="25000"/>
                  </a:schemeClr>
                </a:solidFill>
              </a:rPr>
              <a:t>E | </a:t>
            </a:r>
            <a:r>
              <a:rPr lang="en-US" altLang="zh-CN" sz="3086" dirty="0">
                <a:solidFill>
                  <a:schemeClr val="tx1">
                    <a:lumMod val="75000"/>
                    <a:lumOff val="25000"/>
                  </a:schemeClr>
                </a:solidFill>
                <a:sym typeface="Symbol" panose="05050102010706020507" pitchFamily="18" charset="2"/>
              </a:rPr>
              <a:t>not</a:t>
            </a:r>
            <a:r>
              <a:rPr lang="en-US" altLang="zh-CN" sz="3086" dirty="0">
                <a:solidFill>
                  <a:schemeClr val="tx1">
                    <a:lumMod val="75000"/>
                    <a:lumOff val="25000"/>
                  </a:schemeClr>
                </a:solidFill>
              </a:rPr>
              <a:t> E | (E) | </a:t>
            </a:r>
            <a:r>
              <a:rPr lang="en-US" altLang="zh-CN" sz="3086" dirty="0" err="1">
                <a:solidFill>
                  <a:schemeClr val="tx1">
                    <a:lumMod val="75000"/>
                    <a:lumOff val="25000"/>
                  </a:schemeClr>
                </a:solidFill>
              </a:rPr>
              <a:t>i</a:t>
            </a: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rop</a:t>
            </a:r>
            <a:r>
              <a:rPr lang="en-US" altLang="zh-CN" sz="3086" dirty="0">
                <a:solidFill>
                  <a:schemeClr val="tx1">
                    <a:lumMod val="75000"/>
                    <a:lumOff val="25000"/>
                  </a:schemeClr>
                </a:solidFill>
              </a:rPr>
              <a:t> </a:t>
            </a:r>
            <a:r>
              <a:rPr lang="en-US" altLang="zh-CN" sz="3086" dirty="0" err="1">
                <a:solidFill>
                  <a:schemeClr val="tx1">
                    <a:lumMod val="75000"/>
                    <a:lumOff val="25000"/>
                  </a:schemeClr>
                </a:solidFill>
              </a:rPr>
              <a:t>i</a:t>
            </a:r>
            <a:r>
              <a:rPr lang="en-US" altLang="zh-CN" sz="3086" dirty="0">
                <a:solidFill>
                  <a:schemeClr val="tx1">
                    <a:lumMod val="75000"/>
                    <a:lumOff val="25000"/>
                  </a:schemeClr>
                </a:solidFill>
              </a:rPr>
              <a:t> | </a:t>
            </a:r>
            <a:r>
              <a:rPr lang="en-US" altLang="zh-CN" sz="3086" dirty="0" err="1">
                <a:solidFill>
                  <a:schemeClr val="tx1">
                    <a:lumMod val="75000"/>
                    <a:lumOff val="25000"/>
                  </a:schemeClr>
                </a:solidFill>
              </a:rPr>
              <a:t>i</a:t>
            </a:r>
            <a:endParaRPr lang="zh-CN" altLang="en-US" sz="3086" dirty="0">
              <a:solidFill>
                <a:schemeClr val="tx1">
                  <a:lumMod val="75000"/>
                  <a:lumOff val="25000"/>
                </a:schemeClr>
              </a:solidFill>
            </a:endParaRPr>
          </a:p>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用途</a:t>
            </a:r>
            <a:endParaRPr lang="en-US" altLang="zh-CN" sz="3086" dirty="0">
              <a:solidFill>
                <a:schemeClr val="tx1">
                  <a:lumMod val="75000"/>
                  <a:lumOff val="25000"/>
                </a:schemeClr>
              </a:solidFill>
            </a:endParaRPr>
          </a:p>
          <a:p>
            <a:pPr marL="818954" lvl="1" indent="-314982" algn="just"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用于逻辑演算，计算逻辑值</a:t>
            </a:r>
          </a:p>
          <a:p>
            <a:pPr marL="818954" lvl="1" indent="-314982" algn="just"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用于控制语句的条件式</a:t>
            </a:r>
          </a:p>
        </p:txBody>
      </p:sp>
      <p:sp>
        <p:nvSpPr>
          <p:cNvPr id="2" name="灯片编号占位符 1">
            <a:extLst>
              <a:ext uri="{FF2B5EF4-FFF2-40B4-BE49-F238E27FC236}">
                <a16:creationId xmlns:a16="http://schemas.microsoft.com/office/drawing/2014/main" id="{FD6080CB-624B-4D40-F16C-5591A67E9AFE}"/>
              </a:ext>
            </a:extLst>
          </p:cNvPr>
          <p:cNvSpPr>
            <a:spLocks noGrp="1"/>
          </p:cNvSpPr>
          <p:nvPr>
            <p:ph type="sldNum" sz="quarter" idx="12"/>
          </p:nvPr>
        </p:nvSpPr>
        <p:spPr/>
        <p:txBody>
          <a:bodyPr/>
          <a:lstStyle/>
          <a:p>
            <a:pPr>
              <a:defRPr/>
            </a:pPr>
            <a:fld id="{B706A450-F226-446A-8919-4BC91895974F}" type="slidenum">
              <a:rPr lang="en-US" smtClean="0"/>
              <a:pPr>
                <a:defRPr/>
              </a:pPr>
              <a:t>77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ipe(left)">
                                      <p:cBhvr>
                                        <p:cTn id="7" dur="500"/>
                                        <p:tgtEl>
                                          <p:spTgt spid="3993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wipe(left)">
                                      <p:cBhvr>
                                        <p:cTn id="10" dur="500"/>
                                        <p:tgtEl>
                                          <p:spTgt spid="3993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9939">
                                            <p:txEl>
                                              <p:pRg st="2" end="2"/>
                                            </p:txEl>
                                          </p:spTgt>
                                        </p:tgtEl>
                                        <p:attrNameLst>
                                          <p:attrName>style.visibility</p:attrName>
                                        </p:attrNameLst>
                                      </p:cBhvr>
                                      <p:to>
                                        <p:strVal val="visible"/>
                                      </p:to>
                                    </p:set>
                                    <p:animEffect transition="in" filter="wipe(left)">
                                      <p:cBhvr>
                                        <p:cTn id="15" dur="500"/>
                                        <p:tgtEl>
                                          <p:spTgt spid="3993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9939">
                                            <p:txEl>
                                              <p:pRg st="3" end="3"/>
                                            </p:txEl>
                                          </p:spTgt>
                                        </p:tgtEl>
                                        <p:attrNameLst>
                                          <p:attrName>style.visibility</p:attrName>
                                        </p:attrNameLst>
                                      </p:cBhvr>
                                      <p:to>
                                        <p:strVal val="visible"/>
                                      </p:to>
                                    </p:set>
                                    <p:animEffect transition="in" filter="wipe(left)">
                                      <p:cBhvr>
                                        <p:cTn id="18" dur="500"/>
                                        <p:tgtEl>
                                          <p:spTgt spid="3993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939">
                                            <p:txEl>
                                              <p:pRg st="4" end="4"/>
                                            </p:txEl>
                                          </p:spTgt>
                                        </p:tgtEl>
                                        <p:attrNameLst>
                                          <p:attrName>style.visibility</p:attrName>
                                        </p:attrNameLst>
                                      </p:cBhvr>
                                      <p:to>
                                        <p:strVal val="visible"/>
                                      </p:to>
                                    </p:set>
                                    <p:animEffect transition="in" filter="wipe(left)">
                                      <p:cBhvr>
                                        <p:cTn id="21" dur="500"/>
                                        <p:tgtEl>
                                          <p:spTgt spid="39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计算布尔表达式的两种方法</a:t>
            </a:r>
            <a:endParaRPr lang="en-GB" altLang="zh-CN" dirty="0"/>
          </a:p>
        </p:txBody>
      </p:sp>
      <p:sp>
        <p:nvSpPr>
          <p:cNvPr id="40963" name="Rectangle 3"/>
          <p:cNvSpPr>
            <a:spLocks noGrp="1" noChangeArrowheads="1"/>
          </p:cNvSpPr>
          <p:nvPr>
            <p:ph idx="1"/>
          </p:nvPr>
        </p:nvSpPr>
        <p:spPr/>
        <p:txBody>
          <a:bodyPr rtlCol="0">
            <a:normAutofit/>
          </a:bodyPr>
          <a:lstStyle/>
          <a:p>
            <a:pPr marL="377979" indent="-377979" defTabSz="503972" eaLnBrk="1" fontAlgn="auto" hangingPunct="1">
              <a:spcBef>
                <a:spcPts val="0"/>
              </a:spcBef>
              <a:spcAft>
                <a:spcPts val="0"/>
              </a:spcAft>
              <a:buFont typeface="Wingdings 3" charset="2"/>
              <a:buChar char=""/>
              <a:defRPr/>
            </a:pPr>
            <a:r>
              <a:rPr lang="zh-CN" altLang="en-US" sz="2646" dirty="0">
                <a:solidFill>
                  <a:srgbClr val="C00000"/>
                </a:solidFill>
              </a:rPr>
              <a:t>数值表示法</a:t>
            </a:r>
            <a:r>
              <a:rPr lang="zh-CN" altLang="en-US" sz="2646" dirty="0">
                <a:solidFill>
                  <a:schemeClr val="tx1">
                    <a:lumMod val="75000"/>
                    <a:lumOff val="25000"/>
                  </a:schemeClr>
                </a:solidFill>
              </a:rPr>
              <a:t>：如同计算算术表达式一样,一步步算</a:t>
            </a:r>
          </a:p>
          <a:p>
            <a:pPr marL="0" indent="0" defTabSz="503972" eaLnBrk="1" fontAlgn="auto" hangingPunct="1">
              <a:spcBef>
                <a:spcPts val="0"/>
              </a:spcBef>
              <a:spcAft>
                <a:spcPts val="0"/>
              </a:spcAft>
              <a:buFont typeface="Wingdings 3" charset="2"/>
              <a:buNone/>
              <a:defRPr/>
            </a:pPr>
            <a:r>
              <a:rPr lang="zh-CN" altLang="en-US" sz="2646" dirty="0">
                <a:solidFill>
                  <a:schemeClr val="tx1">
                    <a:lumMod val="75000"/>
                    <a:lumOff val="25000"/>
                  </a:schemeClr>
                </a:solidFill>
              </a:rPr>
              <a:t> 		      1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a:t>
            </a:r>
            <a:r>
              <a:rPr lang="zh-CN" altLang="en-US" sz="2646" dirty="0">
                <a:solidFill>
                  <a:schemeClr val="tx1">
                    <a:lumMod val="75000"/>
                    <a:lumOff val="25000"/>
                  </a:schemeClr>
                </a:solidFill>
                <a:sym typeface="Symbol" panose="05050102010706020507" pitchFamily="18" charset="2"/>
              </a:rPr>
              <a:t>n</a:t>
            </a:r>
            <a:r>
              <a:rPr lang="en-US" altLang="zh-CN" sz="2646" dirty="0" err="1">
                <a:solidFill>
                  <a:schemeClr val="tx1">
                    <a:lumMod val="75000"/>
                    <a:lumOff val="25000"/>
                  </a:schemeClr>
                </a:solidFill>
                <a:sym typeface="Symbol" panose="05050102010706020507" pitchFamily="18" charset="2"/>
              </a:rPr>
              <a:t>ot</a:t>
            </a:r>
            <a:r>
              <a:rPr lang="zh-CN" altLang="zh-CN" sz="2646" dirty="0">
                <a:solidFill>
                  <a:schemeClr val="tx1">
                    <a:lumMod val="75000"/>
                    <a:lumOff val="25000"/>
                  </a:schemeClr>
                </a:solidFill>
              </a:rPr>
              <a:t> 0 </a:t>
            </a:r>
            <a:r>
              <a:rPr lang="zh-CN" altLang="zh-CN" sz="2646" dirty="0">
                <a:solidFill>
                  <a:schemeClr val="tx1">
                    <a:lumMod val="75000"/>
                    <a:lumOff val="25000"/>
                  </a:schemeClr>
                </a:solidFill>
                <a:sym typeface="Symbol" panose="05050102010706020507" pitchFamily="18" charset="2"/>
              </a:rPr>
              <a:t>and</a:t>
            </a:r>
            <a:r>
              <a:rPr lang="zh-CN" altLang="zh-CN" sz="2646" dirty="0">
                <a:solidFill>
                  <a:schemeClr val="tx1">
                    <a:lumMod val="75000"/>
                    <a:lumOff val="25000"/>
                  </a:schemeClr>
                </a:solidFill>
              </a:rPr>
              <a:t> 0)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0</a:t>
            </a:r>
          </a:p>
          <a:p>
            <a:pPr marL="0" indent="0" defTabSz="503972" eaLnBrk="1" fontAlgn="auto" hangingPunct="1">
              <a:spcBef>
                <a:spcPts val="0"/>
              </a:spcBef>
              <a:spcAft>
                <a:spcPts val="0"/>
              </a:spcAft>
              <a:buFont typeface="Wingdings 3" charset="2"/>
              <a:buNone/>
              <a:defRPr/>
            </a:pPr>
            <a:r>
              <a:rPr lang="zh-CN" altLang="zh-CN" sz="2646" dirty="0">
                <a:solidFill>
                  <a:schemeClr val="tx1">
                    <a:lumMod val="75000"/>
                    <a:lumOff val="25000"/>
                  </a:schemeClr>
                </a:solidFill>
              </a:rPr>
              <a:t>             =1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(1 </a:t>
            </a:r>
            <a:r>
              <a:rPr lang="zh-CN" altLang="zh-CN" sz="2646" dirty="0">
                <a:solidFill>
                  <a:schemeClr val="tx1">
                    <a:lumMod val="75000"/>
                    <a:lumOff val="25000"/>
                  </a:schemeClr>
                </a:solidFill>
                <a:sym typeface="Symbol" panose="05050102010706020507" pitchFamily="18" charset="2"/>
              </a:rPr>
              <a:t>and</a:t>
            </a:r>
            <a:r>
              <a:rPr lang="zh-CN" altLang="zh-CN" sz="2646" dirty="0">
                <a:solidFill>
                  <a:schemeClr val="tx1">
                    <a:lumMod val="75000"/>
                    <a:lumOff val="25000"/>
                  </a:schemeClr>
                </a:solidFill>
              </a:rPr>
              <a:t> 0)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0</a:t>
            </a:r>
          </a:p>
          <a:p>
            <a:pPr marL="0" indent="0" defTabSz="503972" eaLnBrk="1" fontAlgn="auto" hangingPunct="1">
              <a:spcBef>
                <a:spcPts val="0"/>
              </a:spcBef>
              <a:spcAft>
                <a:spcPts val="0"/>
              </a:spcAft>
              <a:buFont typeface="Wingdings 3" charset="2"/>
              <a:buNone/>
              <a:defRPr/>
            </a:pPr>
            <a:r>
              <a:rPr lang="zh-CN" altLang="zh-CN" sz="2646" dirty="0">
                <a:solidFill>
                  <a:schemeClr val="tx1">
                    <a:lumMod val="75000"/>
                    <a:lumOff val="25000"/>
                  </a:schemeClr>
                </a:solidFill>
              </a:rPr>
              <a:t>             =1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0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0</a:t>
            </a:r>
          </a:p>
          <a:p>
            <a:pPr marL="0" indent="0" defTabSz="503972" eaLnBrk="1" fontAlgn="auto" hangingPunct="1">
              <a:spcBef>
                <a:spcPts val="0"/>
              </a:spcBef>
              <a:spcAft>
                <a:spcPts val="0"/>
              </a:spcAft>
              <a:buFont typeface="Wingdings 3" charset="2"/>
              <a:buNone/>
              <a:defRPr/>
            </a:pPr>
            <a:r>
              <a:rPr lang="zh-CN" altLang="zh-CN" sz="2646" dirty="0">
                <a:solidFill>
                  <a:schemeClr val="tx1">
                    <a:lumMod val="75000"/>
                    <a:lumOff val="25000"/>
                  </a:schemeClr>
                </a:solidFill>
              </a:rPr>
              <a:t>             =1 </a:t>
            </a:r>
            <a:r>
              <a:rPr lang="zh-CN" altLang="zh-CN" sz="2646" dirty="0">
                <a:solidFill>
                  <a:schemeClr val="tx1">
                    <a:lumMod val="75000"/>
                    <a:lumOff val="25000"/>
                  </a:schemeClr>
                </a:solidFill>
                <a:sym typeface="Symbol" panose="05050102010706020507" pitchFamily="18" charset="2"/>
              </a:rPr>
              <a:t>or</a:t>
            </a:r>
            <a:r>
              <a:rPr lang="zh-CN" altLang="zh-CN" sz="2646" dirty="0">
                <a:solidFill>
                  <a:schemeClr val="tx1">
                    <a:lumMod val="75000"/>
                    <a:lumOff val="25000"/>
                  </a:schemeClr>
                </a:solidFill>
              </a:rPr>
              <a:t> 0</a:t>
            </a:r>
          </a:p>
          <a:p>
            <a:pPr marL="0" indent="0" defTabSz="503972" eaLnBrk="1" fontAlgn="auto" hangingPunct="1">
              <a:spcBef>
                <a:spcPts val="0"/>
              </a:spcBef>
              <a:spcAft>
                <a:spcPts val="0"/>
              </a:spcAft>
              <a:buFont typeface="Wingdings 3" charset="2"/>
              <a:buNone/>
              <a:defRPr/>
            </a:pPr>
            <a:r>
              <a:rPr lang="zh-CN" altLang="zh-CN" sz="2646" dirty="0">
                <a:solidFill>
                  <a:schemeClr val="tx1">
                    <a:lumMod val="75000"/>
                    <a:lumOff val="25000"/>
                  </a:schemeClr>
                </a:solidFill>
              </a:rPr>
              <a:t>             =1</a:t>
            </a:r>
          </a:p>
          <a:p>
            <a:pPr marL="377979" indent="-377979" defTabSz="503972" eaLnBrk="1" fontAlgn="auto" hangingPunct="1">
              <a:spcBef>
                <a:spcPts val="992"/>
              </a:spcBef>
              <a:spcAft>
                <a:spcPts val="0"/>
              </a:spcAft>
              <a:buFont typeface="Wingdings 3" charset="2"/>
              <a:buChar char=""/>
              <a:defRPr/>
            </a:pPr>
            <a:r>
              <a:rPr lang="en-US" altLang="zh-CN" sz="2646" dirty="0">
                <a:solidFill>
                  <a:schemeClr val="tx1">
                    <a:lumMod val="75000"/>
                    <a:lumOff val="25000"/>
                  </a:schemeClr>
                </a:solidFill>
              </a:rPr>
              <a:t>A </a:t>
            </a:r>
            <a:r>
              <a:rPr lang="en-US" altLang="zh-CN" sz="2646" dirty="0">
                <a:solidFill>
                  <a:schemeClr val="tx1">
                    <a:lumMod val="75000"/>
                    <a:lumOff val="25000"/>
                  </a:schemeClr>
                </a:solidFill>
                <a:sym typeface="Symbol" panose="05050102010706020507" pitchFamily="18" charset="2"/>
              </a:rPr>
              <a:t>or</a:t>
            </a:r>
            <a:r>
              <a:rPr lang="en-US" altLang="zh-CN" sz="2646" dirty="0">
                <a:solidFill>
                  <a:schemeClr val="tx1">
                    <a:lumMod val="75000"/>
                    <a:lumOff val="25000"/>
                  </a:schemeClr>
                </a:solidFill>
              </a:rPr>
              <a:t> B </a:t>
            </a:r>
            <a:r>
              <a:rPr lang="en-US" altLang="zh-CN" sz="2646" dirty="0">
                <a:solidFill>
                  <a:schemeClr val="tx1">
                    <a:lumMod val="75000"/>
                    <a:lumOff val="25000"/>
                  </a:schemeClr>
                </a:solidFill>
                <a:sym typeface="Symbol" panose="05050102010706020507" pitchFamily="18" charset="2"/>
              </a:rPr>
              <a:t>and C&gt;D</a:t>
            </a:r>
            <a:r>
              <a:rPr lang="zh-CN" altLang="en-US" sz="2646" dirty="0">
                <a:solidFill>
                  <a:schemeClr val="tx1">
                    <a:lumMod val="75000"/>
                    <a:lumOff val="25000"/>
                  </a:schemeClr>
                </a:solidFill>
              </a:rPr>
              <a:t>翻译成</a:t>
            </a:r>
          </a:p>
        </p:txBody>
      </p:sp>
      <p:sp>
        <p:nvSpPr>
          <p:cNvPr id="7" name="TextBox 7"/>
          <p:cNvSpPr txBox="1">
            <a:spLocks noChangeArrowheads="1"/>
          </p:cNvSpPr>
          <p:nvPr/>
        </p:nvSpPr>
        <p:spPr bwMode="auto">
          <a:xfrm>
            <a:off x="5037138" y="5207000"/>
            <a:ext cx="2871787"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just" defTabSz="503972" eaLnBrk="1" fontAlgn="auto" hangingPunct="1">
              <a:spcBef>
                <a:spcPts val="661"/>
              </a:spcBef>
              <a:spcAft>
                <a:spcPts val="0"/>
              </a:spcAft>
              <a:buClrTx/>
              <a:buSzTx/>
              <a:buFont typeface="Wingdings" panose="05000000000000000000" pitchFamily="2" charset="2"/>
              <a:buNone/>
              <a:defRPr/>
            </a:pPr>
            <a:r>
              <a:rPr lang="zh-CN" altLang="en-US" sz="2646" dirty="0">
                <a:solidFill>
                  <a:prstClr val="black"/>
                </a:solidFill>
                <a:ea typeface="宋体" panose="02010600030101010101" pitchFamily="2" charset="-122"/>
              </a:rPr>
              <a:t>(1)  </a:t>
            </a:r>
            <a:r>
              <a:rPr lang="en-US" altLang="zh-CN" sz="2646" dirty="0">
                <a:solidFill>
                  <a:prstClr val="black"/>
                </a:solidFill>
                <a:ea typeface="宋体" panose="02010600030101010101" pitchFamily="2" charset="-122"/>
              </a:rPr>
              <a:t>T</a:t>
            </a:r>
            <a:r>
              <a:rPr lang="en-US" altLang="zh-CN" sz="2646" baseline="-25000" dirty="0">
                <a:solidFill>
                  <a:prstClr val="black"/>
                </a:solidFill>
                <a:ea typeface="宋体" panose="02010600030101010101" pitchFamily="2" charset="-122"/>
              </a:rPr>
              <a:t>1</a:t>
            </a:r>
            <a:r>
              <a:rPr lang="en-US" altLang="zh-CN" sz="2646" dirty="0">
                <a:solidFill>
                  <a:prstClr val="black"/>
                </a:solidFill>
                <a:ea typeface="宋体" panose="02010600030101010101" pitchFamily="2" charset="-122"/>
              </a:rPr>
              <a:t> :</a:t>
            </a:r>
            <a:r>
              <a:rPr lang="zh-CN" altLang="en-US" sz="2646" dirty="0">
                <a:solidFill>
                  <a:prstClr val="black"/>
                </a:solidFill>
                <a:ea typeface="宋体" panose="02010600030101010101" pitchFamily="2" charset="-122"/>
              </a:rPr>
              <a:t>= </a:t>
            </a:r>
            <a:r>
              <a:rPr lang="en-US" altLang="zh-CN" sz="2646" dirty="0">
                <a:solidFill>
                  <a:prstClr val="black"/>
                </a:solidFill>
                <a:ea typeface="宋体" panose="02010600030101010101" pitchFamily="2" charset="-122"/>
              </a:rPr>
              <a:t>C&gt;D</a:t>
            </a:r>
          </a:p>
          <a:p>
            <a:pPr algn="just" defTabSz="503972" eaLnBrk="1" fontAlgn="auto" hangingPunct="1">
              <a:spcBef>
                <a:spcPts val="661"/>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(2)  T</a:t>
            </a:r>
            <a:r>
              <a:rPr lang="en-US" altLang="zh-CN" sz="2646" baseline="-25000" dirty="0">
                <a:solidFill>
                  <a:prstClr val="black"/>
                </a:solidFill>
                <a:ea typeface="宋体" panose="02010600030101010101" pitchFamily="2" charset="-122"/>
              </a:rPr>
              <a:t>2 </a:t>
            </a:r>
            <a:r>
              <a:rPr lang="en-US" altLang="zh-CN" sz="2646" dirty="0">
                <a:solidFill>
                  <a:prstClr val="black"/>
                </a:solidFill>
                <a:ea typeface="宋体" panose="02010600030101010101" pitchFamily="2" charset="-122"/>
              </a:rPr>
              <a:t>:= B and T</a:t>
            </a:r>
            <a:r>
              <a:rPr lang="en-US" altLang="zh-CN" sz="2646" baseline="-25000" dirty="0">
                <a:solidFill>
                  <a:prstClr val="black"/>
                </a:solidFill>
                <a:ea typeface="宋体" panose="02010600030101010101" pitchFamily="2" charset="-122"/>
              </a:rPr>
              <a:t>1</a:t>
            </a:r>
            <a:endParaRPr lang="en-US" altLang="zh-CN" sz="2646" dirty="0">
              <a:solidFill>
                <a:prstClr val="black"/>
              </a:solidFill>
              <a:ea typeface="宋体" panose="02010600030101010101" pitchFamily="2" charset="-122"/>
            </a:endParaRPr>
          </a:p>
          <a:p>
            <a:pPr algn="just" defTabSz="503972" eaLnBrk="1" fontAlgn="auto" hangingPunct="1">
              <a:spcBef>
                <a:spcPts val="661"/>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(3)  T</a:t>
            </a:r>
            <a:r>
              <a:rPr lang="en-US" altLang="zh-CN" sz="2646" baseline="-25000" dirty="0">
                <a:solidFill>
                  <a:prstClr val="black"/>
                </a:solidFill>
                <a:ea typeface="宋体" panose="02010600030101010101" pitchFamily="2" charset="-122"/>
              </a:rPr>
              <a:t>3</a:t>
            </a:r>
            <a:r>
              <a:rPr lang="en-US" altLang="zh-CN" sz="2646" dirty="0">
                <a:solidFill>
                  <a:prstClr val="black"/>
                </a:solidFill>
                <a:ea typeface="宋体" panose="02010600030101010101" pitchFamily="2" charset="-122"/>
              </a:rPr>
              <a:t>  := A or T</a:t>
            </a:r>
            <a:r>
              <a:rPr lang="en-US" altLang="zh-CN" sz="2646" baseline="-25000" dirty="0">
                <a:solidFill>
                  <a:prstClr val="black"/>
                </a:solidFill>
                <a:ea typeface="宋体" panose="02010600030101010101" pitchFamily="2" charset="-122"/>
              </a:rPr>
              <a:t>2</a:t>
            </a:r>
            <a:endParaRPr lang="zh-CN" altLang="en-US" sz="2646" dirty="0">
              <a:solidFill>
                <a:prstClr val="black"/>
              </a:solidFill>
              <a:ea typeface="宋体" panose="02010600030101010101" pitchFamily="2" charset="-122"/>
            </a:endParaRPr>
          </a:p>
        </p:txBody>
      </p:sp>
      <p:sp>
        <p:nvSpPr>
          <p:cNvPr id="9" name="文本框 8"/>
          <p:cNvSpPr txBox="1"/>
          <p:nvPr/>
        </p:nvSpPr>
        <p:spPr>
          <a:xfrm>
            <a:off x="1304925" y="5207000"/>
            <a:ext cx="3151188" cy="1493838"/>
          </a:xfrm>
          <a:prstGeom prst="rect">
            <a:avLst/>
          </a:prstGeom>
          <a:noFill/>
        </p:spPr>
        <p:txBody>
          <a:bodyPr wrap="none">
            <a:spAutoFit/>
          </a:bodyPr>
          <a:lstStyle/>
          <a:p>
            <a:pPr defTabSz="503972" eaLnBrk="1" fontAlgn="auto" hangingPunct="1">
              <a:spcBef>
                <a:spcPts val="661"/>
              </a:spcBef>
              <a:spcAft>
                <a:spcPts val="0"/>
              </a:spcAft>
              <a:defRPr/>
            </a:pPr>
            <a:r>
              <a:rPr lang="zh-CN" altLang="en-US" sz="2646" dirty="0">
                <a:solidFill>
                  <a:prstClr val="black"/>
                </a:solidFill>
                <a:latin typeface="Arial" panose="020B0604020202020204"/>
                <a:ea typeface="黑体" panose="02010609060101010101" pitchFamily="49" charset="-122"/>
              </a:rPr>
              <a:t>(1)  (</a:t>
            </a:r>
            <a:r>
              <a:rPr lang="en-US" altLang="zh-CN" sz="2646" dirty="0">
                <a:solidFill>
                  <a:prstClr val="black"/>
                </a:solidFill>
                <a:latin typeface="Arial" panose="020B0604020202020204"/>
                <a:ea typeface="黑体" panose="02010609060101010101" pitchFamily="49" charset="-122"/>
              </a:rPr>
              <a:t>&gt;</a:t>
            </a:r>
            <a:r>
              <a:rPr lang="zh-CN" altLang="en-US" sz="2646"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C, D, T1)</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(2)  (and, B, T1, T2)</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(3)  (or, A, T2, T3)</a:t>
            </a:r>
          </a:p>
        </p:txBody>
      </p:sp>
      <p:sp>
        <p:nvSpPr>
          <p:cNvPr id="2" name="灯片编号占位符 1">
            <a:extLst>
              <a:ext uri="{FF2B5EF4-FFF2-40B4-BE49-F238E27FC236}">
                <a16:creationId xmlns:a16="http://schemas.microsoft.com/office/drawing/2014/main" id="{F8FC298D-B50D-A894-C2C8-076E150A3042}"/>
              </a:ext>
            </a:extLst>
          </p:cNvPr>
          <p:cNvSpPr>
            <a:spLocks noGrp="1"/>
          </p:cNvSpPr>
          <p:nvPr>
            <p:ph type="sldNum" sz="quarter" idx="12"/>
          </p:nvPr>
        </p:nvSpPr>
        <p:spPr/>
        <p:txBody>
          <a:bodyPr/>
          <a:lstStyle/>
          <a:p>
            <a:pPr>
              <a:defRPr/>
            </a:pPr>
            <a:fld id="{B706A450-F226-446A-8919-4BC91895974F}" type="slidenum">
              <a:rPr lang="en-US" smtClean="0"/>
              <a:pPr>
                <a:defRPr/>
              </a:pPr>
              <a:t>78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wipe(left)">
                                      <p:cBhvr>
                                        <p:cTn id="17" dur="500"/>
                                        <p:tgtEl>
                                          <p:spTgt spid="409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wipe(left)">
                                      <p:cBhvr>
                                        <p:cTn id="22" dur="500"/>
                                        <p:tgtEl>
                                          <p:spTgt spid="409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Effect transition="in" filter="wipe(left)">
                                      <p:cBhvr>
                                        <p:cTn id="27" dur="500"/>
                                        <p:tgtEl>
                                          <p:spTgt spid="409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0963">
                                            <p:txEl>
                                              <p:pRg st="5" end="5"/>
                                            </p:txEl>
                                          </p:spTgt>
                                        </p:tgtEl>
                                        <p:attrNameLst>
                                          <p:attrName>style.visibility</p:attrName>
                                        </p:attrNameLst>
                                      </p:cBhvr>
                                      <p:to>
                                        <p:strVal val="visible"/>
                                      </p:to>
                                    </p:set>
                                    <p:animEffect transition="in" filter="wipe(left)">
                                      <p:cBhvr>
                                        <p:cTn id="32" dur="500"/>
                                        <p:tgtEl>
                                          <p:spTgt spid="409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63">
                                            <p:txEl>
                                              <p:pRg st="6" end="6"/>
                                            </p:txEl>
                                          </p:spTgt>
                                        </p:tgtEl>
                                        <p:attrNameLst>
                                          <p:attrName>style.visibility</p:attrName>
                                        </p:attrNameLst>
                                      </p:cBhvr>
                                      <p:to>
                                        <p:strVal val="visible"/>
                                      </p:to>
                                    </p:set>
                                    <p:animEffect transition="in" filter="wipe(left)">
                                      <p:cBhvr>
                                        <p:cTn id="37" dur="500"/>
                                        <p:tgtEl>
                                          <p:spTgt spid="4096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7" grpId="0"/>
      <p:bldP spid="9" grpId="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4"/>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计算布尔表达式的两种方法</a:t>
            </a:r>
            <a:endParaRPr lang="en-GB" altLang="zh-CN" dirty="0"/>
          </a:p>
        </p:txBody>
      </p:sp>
      <p:sp>
        <p:nvSpPr>
          <p:cNvPr id="41987"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rgbClr val="C00000"/>
                </a:solidFill>
              </a:rPr>
              <a:t>带优化的翻译法</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 把</a:t>
            </a:r>
            <a:r>
              <a:rPr lang="en-US" altLang="zh-CN" sz="2646" dirty="0">
                <a:solidFill>
                  <a:schemeClr val="tx1">
                    <a:lumMod val="75000"/>
                    <a:lumOff val="25000"/>
                  </a:schemeClr>
                </a:solidFill>
              </a:rPr>
              <a:t>A </a:t>
            </a:r>
            <a:r>
              <a:rPr lang="en-US" altLang="zh-CN" sz="2646" dirty="0">
                <a:solidFill>
                  <a:schemeClr val="tx1">
                    <a:lumMod val="75000"/>
                    <a:lumOff val="25000"/>
                  </a:schemeClr>
                </a:solidFill>
                <a:sym typeface="Symbol" panose="05050102010706020507" pitchFamily="18" charset="2"/>
              </a:rPr>
              <a:t>or</a:t>
            </a:r>
            <a:r>
              <a:rPr lang="en-US" altLang="zh-CN" sz="2646" dirty="0">
                <a:solidFill>
                  <a:schemeClr val="tx1">
                    <a:lumMod val="75000"/>
                    <a:lumOff val="25000"/>
                  </a:schemeClr>
                </a:solidFill>
              </a:rPr>
              <a:t> B</a:t>
            </a:r>
            <a:r>
              <a:rPr lang="zh-CN" altLang="en-US" sz="2646" dirty="0">
                <a:solidFill>
                  <a:schemeClr val="tx1">
                    <a:lumMod val="75000"/>
                    <a:lumOff val="25000"/>
                  </a:schemeClr>
                </a:solidFill>
              </a:rPr>
              <a:t>解释成  	</a:t>
            </a:r>
            <a:r>
              <a:rPr lang="en-US" altLang="zh-CN" sz="2646" dirty="0">
                <a:solidFill>
                  <a:schemeClr val="tx1">
                    <a:lumMod val="75000"/>
                    <a:lumOff val="25000"/>
                  </a:schemeClr>
                </a:solidFill>
              </a:rPr>
              <a:t>if A then true else B</a:t>
            </a:r>
          </a:p>
          <a:p>
            <a:pPr marL="818954" lvl="1" indent="-314982"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 </a:t>
            </a:r>
            <a:r>
              <a:rPr lang="zh-CN" altLang="en-US" sz="2646" dirty="0">
                <a:solidFill>
                  <a:schemeClr val="tx1">
                    <a:lumMod val="75000"/>
                    <a:lumOff val="25000"/>
                  </a:schemeClr>
                </a:solidFill>
              </a:rPr>
              <a:t>把</a:t>
            </a:r>
            <a:r>
              <a:rPr lang="en-US" altLang="zh-CN" sz="2646" dirty="0">
                <a:solidFill>
                  <a:schemeClr val="tx1">
                    <a:lumMod val="75000"/>
                    <a:lumOff val="25000"/>
                  </a:schemeClr>
                </a:solidFill>
              </a:rPr>
              <a:t>A </a:t>
            </a:r>
            <a:r>
              <a:rPr lang="en-US" altLang="zh-CN" sz="2646" dirty="0">
                <a:solidFill>
                  <a:schemeClr val="tx1">
                    <a:lumMod val="75000"/>
                    <a:lumOff val="25000"/>
                  </a:schemeClr>
                </a:solidFill>
                <a:sym typeface="Symbol" panose="05050102010706020507" pitchFamily="18" charset="2"/>
              </a:rPr>
              <a:t>and</a:t>
            </a:r>
            <a:r>
              <a:rPr lang="en-US" altLang="zh-CN" sz="2646" dirty="0">
                <a:solidFill>
                  <a:schemeClr val="tx1">
                    <a:lumMod val="75000"/>
                    <a:lumOff val="25000"/>
                  </a:schemeClr>
                </a:solidFill>
              </a:rPr>
              <a:t> B</a:t>
            </a:r>
            <a:r>
              <a:rPr lang="zh-CN" altLang="en-US" sz="2646" dirty="0">
                <a:solidFill>
                  <a:schemeClr val="tx1">
                    <a:lumMod val="75000"/>
                    <a:lumOff val="25000"/>
                  </a:schemeClr>
                </a:solidFill>
              </a:rPr>
              <a:t>解释成  </a:t>
            </a:r>
            <a:r>
              <a:rPr lang="en-US" altLang="zh-CN" sz="2646" dirty="0">
                <a:solidFill>
                  <a:schemeClr val="tx1">
                    <a:lumMod val="75000"/>
                    <a:lumOff val="25000"/>
                  </a:schemeClr>
                </a:solidFill>
              </a:rPr>
              <a:t>if A then B else false</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 把</a:t>
            </a:r>
            <a:r>
              <a:rPr lang="zh-CN" altLang="zh-CN" sz="2646" dirty="0">
                <a:solidFill>
                  <a:schemeClr val="tx1">
                    <a:lumMod val="75000"/>
                    <a:lumOff val="25000"/>
                  </a:schemeClr>
                </a:solidFill>
                <a:sym typeface="Symbol" panose="05050102010706020507" pitchFamily="18" charset="2"/>
              </a:rPr>
              <a:t>not</a:t>
            </a:r>
            <a:r>
              <a:rPr lang="zh-CN" altLang="zh-CN" sz="2646" dirty="0">
                <a:solidFill>
                  <a:schemeClr val="tx1">
                    <a:lumMod val="75000"/>
                    <a:lumOff val="25000"/>
                  </a:schemeClr>
                </a:solidFill>
              </a:rPr>
              <a:t> </a:t>
            </a:r>
            <a:r>
              <a:rPr lang="en-US" altLang="zh-CN" sz="2646" dirty="0">
                <a:solidFill>
                  <a:schemeClr val="tx1">
                    <a:lumMod val="75000"/>
                    <a:lumOff val="25000"/>
                  </a:schemeClr>
                </a:solidFill>
              </a:rPr>
              <a:t>A</a:t>
            </a:r>
            <a:r>
              <a:rPr lang="zh-CN" altLang="en-US" sz="2646" dirty="0">
                <a:solidFill>
                  <a:schemeClr val="tx1">
                    <a:lumMod val="75000"/>
                    <a:lumOff val="25000"/>
                  </a:schemeClr>
                </a:solidFill>
              </a:rPr>
              <a:t>解释成	</a:t>
            </a:r>
            <a:r>
              <a:rPr lang="en-US" altLang="zh-CN" sz="2646" dirty="0">
                <a:solidFill>
                  <a:schemeClr val="tx1">
                    <a:lumMod val="75000"/>
                    <a:lumOff val="25000"/>
                  </a:schemeClr>
                </a:solidFill>
              </a:rPr>
              <a:t>if A then false else true</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适合于作为条件表达式的布尔表达式使用</a:t>
            </a:r>
          </a:p>
        </p:txBody>
      </p:sp>
      <p:sp>
        <p:nvSpPr>
          <p:cNvPr id="2" name="灯片编号占位符 1">
            <a:extLst>
              <a:ext uri="{FF2B5EF4-FFF2-40B4-BE49-F238E27FC236}">
                <a16:creationId xmlns:a16="http://schemas.microsoft.com/office/drawing/2014/main" id="{4F4AC798-9E46-7A8E-B142-38DFBD3B41B9}"/>
              </a:ext>
            </a:extLst>
          </p:cNvPr>
          <p:cNvSpPr>
            <a:spLocks noGrp="1"/>
          </p:cNvSpPr>
          <p:nvPr>
            <p:ph type="sldNum" sz="quarter" idx="12"/>
          </p:nvPr>
        </p:nvSpPr>
        <p:spPr/>
        <p:txBody>
          <a:bodyPr/>
          <a:lstStyle/>
          <a:p>
            <a:pPr>
              <a:defRPr/>
            </a:pPr>
            <a:fld id="{B706A450-F226-446A-8919-4BC91895974F}" type="slidenum">
              <a:rPr lang="en-US" smtClean="0"/>
              <a:pPr>
                <a:defRPr/>
              </a:pPr>
              <a:t>79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wipe(left)">
                                      <p:cBhvr>
                                        <p:cTn id="7" dur="500"/>
                                        <p:tgtEl>
                                          <p:spTgt spid="41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wipe(left)">
                                      <p:cBhvr>
                                        <p:cTn id="12" dur="500"/>
                                        <p:tgtEl>
                                          <p:spTgt spid="41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wipe(left)">
                                      <p:cBhvr>
                                        <p:cTn id="17" dur="500"/>
                                        <p:tgtEl>
                                          <p:spTgt spid="41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87">
                                            <p:txEl>
                                              <p:pRg st="3" end="3"/>
                                            </p:txEl>
                                          </p:spTgt>
                                        </p:tgtEl>
                                        <p:attrNameLst>
                                          <p:attrName>style.visibility</p:attrName>
                                        </p:attrNameLst>
                                      </p:cBhvr>
                                      <p:to>
                                        <p:strVal val="visible"/>
                                      </p:to>
                                    </p:set>
                                    <p:animEffect transition="in" filter="wipe(left)">
                                      <p:cBhvr>
                                        <p:cTn id="22" dur="500"/>
                                        <p:tgtEl>
                                          <p:spTgt spid="419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987">
                                            <p:txEl>
                                              <p:pRg st="4" end="4"/>
                                            </p:txEl>
                                          </p:spTgt>
                                        </p:tgtEl>
                                        <p:attrNameLst>
                                          <p:attrName>style.visibility</p:attrName>
                                        </p:attrNameLst>
                                      </p:cBhvr>
                                      <p:to>
                                        <p:strVal val="visible"/>
                                      </p:to>
                                    </p:set>
                                    <p:animEffect transition="in" filter="wipe(left)">
                                      <p:cBhvr>
                                        <p:cTn id="27"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数值表示法 </a:t>
            </a:r>
          </a:p>
        </p:txBody>
      </p:sp>
      <p:sp>
        <p:nvSpPr>
          <p:cNvPr id="154627" name="Rectangle 3"/>
          <p:cNvSpPr>
            <a:spLocks noGrp="1" noChangeArrowheads="1"/>
          </p:cNvSpPr>
          <p:nvPr>
            <p:ph idx="1"/>
          </p:nvPr>
        </p:nvSpPr>
        <p:spPr/>
        <p:txBody>
          <a:bodyPr rtlCol="0">
            <a:noAutofit/>
          </a:bodyPr>
          <a:lstStyle/>
          <a:p>
            <a:pPr marL="377979" indent="-377979" defTabSz="503972" eaLnBrk="1" fontAlgn="auto" hangingPunct="1">
              <a:lnSpc>
                <a:spcPct val="85000"/>
              </a:lnSpc>
              <a:spcBef>
                <a:spcPts val="1102"/>
              </a:spcBef>
              <a:spcAft>
                <a:spcPts val="0"/>
              </a:spcAft>
              <a:buFont typeface="Wingdings 3" charset="2"/>
              <a:buChar char=""/>
              <a:defRPr/>
            </a:pPr>
            <a:r>
              <a:rPr lang="en-US" altLang="zh-CN" sz="2646" dirty="0">
                <a:solidFill>
                  <a:schemeClr val="tx1">
                    <a:lumMod val="75000"/>
                    <a:lumOff val="25000"/>
                  </a:schemeClr>
                </a:solidFill>
              </a:rPr>
              <a:t>a or b and not c </a:t>
            </a:r>
            <a:r>
              <a:rPr lang="zh-CN" altLang="en-US" sz="2646" dirty="0">
                <a:solidFill>
                  <a:schemeClr val="tx1">
                    <a:lumMod val="75000"/>
                    <a:lumOff val="25000"/>
                  </a:schemeClr>
                </a:solidFill>
              </a:rPr>
              <a:t>翻译成</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T</a:t>
            </a:r>
            <a:r>
              <a:rPr lang="en-US" altLang="zh-CN" sz="2646" baseline="-30000" dirty="0">
                <a:solidFill>
                  <a:schemeClr val="tx1">
                    <a:lumMod val="75000"/>
                    <a:lumOff val="25000"/>
                  </a:schemeClr>
                </a:solidFill>
              </a:rPr>
              <a:t>1 </a:t>
            </a:r>
            <a:r>
              <a:rPr lang="en-US" altLang="zh-CN" sz="2646" dirty="0">
                <a:solidFill>
                  <a:schemeClr val="tx1">
                    <a:lumMod val="75000"/>
                    <a:lumOff val="25000"/>
                  </a:schemeClr>
                </a:solidFill>
              </a:rPr>
              <a:t>:= not c</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T</a:t>
            </a:r>
            <a:r>
              <a:rPr lang="en-US" altLang="zh-CN" sz="2646" baseline="-30000" dirty="0">
                <a:solidFill>
                  <a:schemeClr val="tx1">
                    <a:lumMod val="75000"/>
                    <a:lumOff val="25000"/>
                  </a:schemeClr>
                </a:solidFill>
              </a:rPr>
              <a:t>2 </a:t>
            </a:r>
            <a:r>
              <a:rPr lang="en-US" altLang="zh-CN" sz="2646" dirty="0">
                <a:solidFill>
                  <a:schemeClr val="tx1">
                    <a:lumMod val="75000"/>
                    <a:lumOff val="25000"/>
                  </a:schemeClr>
                </a:solidFill>
              </a:rPr>
              <a:t>:= b and T</a:t>
            </a:r>
            <a:r>
              <a:rPr lang="en-US" altLang="zh-CN" sz="2646" baseline="-30000" dirty="0">
                <a:solidFill>
                  <a:schemeClr val="tx1">
                    <a:lumMod val="75000"/>
                    <a:lumOff val="25000"/>
                  </a:schemeClr>
                </a:solidFill>
              </a:rPr>
              <a:t>1</a:t>
            </a:r>
            <a:endParaRPr lang="en-US" altLang="zh-CN" sz="2646" dirty="0">
              <a:solidFill>
                <a:schemeClr val="tx1">
                  <a:lumMod val="75000"/>
                  <a:lumOff val="25000"/>
                </a:schemeClr>
              </a:solidFill>
            </a:endParaRPr>
          </a:p>
          <a:p>
            <a:pPr marL="377979" indent="-377979" algn="just"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T</a:t>
            </a:r>
            <a:r>
              <a:rPr lang="en-US" altLang="zh-CN" sz="2646" baseline="-30000" dirty="0">
                <a:solidFill>
                  <a:schemeClr val="tx1">
                    <a:lumMod val="75000"/>
                    <a:lumOff val="25000"/>
                  </a:schemeClr>
                </a:solidFill>
              </a:rPr>
              <a:t>3 </a:t>
            </a:r>
            <a:r>
              <a:rPr lang="en-US" altLang="zh-CN" sz="2646" dirty="0">
                <a:solidFill>
                  <a:schemeClr val="tx1">
                    <a:lumMod val="75000"/>
                    <a:lumOff val="25000"/>
                  </a:schemeClr>
                </a:solidFill>
              </a:rPr>
              <a:t>:= a or T</a:t>
            </a:r>
            <a:r>
              <a:rPr lang="en-US" altLang="zh-CN" sz="2646" baseline="-30000" dirty="0">
                <a:solidFill>
                  <a:schemeClr val="tx1">
                    <a:lumMod val="75000"/>
                    <a:lumOff val="25000"/>
                  </a:schemeClr>
                </a:solidFill>
              </a:rPr>
              <a:t>2</a:t>
            </a:r>
            <a:endParaRPr lang="en-US" altLang="zh-CN" sz="2646" dirty="0">
              <a:solidFill>
                <a:schemeClr val="tx1">
                  <a:lumMod val="75000"/>
                  <a:lumOff val="25000"/>
                </a:schemeClr>
              </a:solidFill>
            </a:endParaRPr>
          </a:p>
          <a:p>
            <a:pPr marL="377979" indent="-377979" defTabSz="503972" eaLnBrk="1" fontAlgn="auto" hangingPunct="1">
              <a:lnSpc>
                <a:spcPct val="85000"/>
              </a:lnSpc>
              <a:spcBef>
                <a:spcPct val="50000"/>
              </a:spcBef>
              <a:spcAft>
                <a:spcPts val="0"/>
              </a:spcAft>
              <a:buFont typeface="Wingdings 3" charset="2"/>
              <a:buChar char=""/>
              <a:defRPr/>
            </a:pPr>
            <a:r>
              <a:rPr lang="en-US" altLang="zh-CN" sz="2646" dirty="0">
                <a:solidFill>
                  <a:schemeClr val="tx1">
                    <a:lumMod val="75000"/>
                    <a:lumOff val="25000"/>
                  </a:schemeClr>
                </a:solidFill>
              </a:rPr>
              <a:t>a&lt;b</a:t>
            </a:r>
            <a:r>
              <a:rPr lang="zh-CN" altLang="en-US" sz="2646" dirty="0">
                <a:solidFill>
                  <a:schemeClr val="tx1">
                    <a:lumMod val="75000"/>
                    <a:lumOff val="25000"/>
                  </a:schemeClr>
                </a:solidFill>
              </a:rPr>
              <a:t>的关系表达式可等价地写成</a:t>
            </a:r>
          </a:p>
          <a:p>
            <a:pPr marL="1259929" lvl="2" indent="-251986"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if a&lt;b then 1 else 0 ，</a:t>
            </a:r>
            <a:r>
              <a:rPr lang="zh-CN" altLang="en-US" sz="2646" dirty="0">
                <a:solidFill>
                  <a:schemeClr val="tx1">
                    <a:lumMod val="75000"/>
                    <a:lumOff val="25000"/>
                  </a:schemeClr>
                </a:solidFill>
              </a:rPr>
              <a:t>翻译成</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zh-CN" altLang="en-US" sz="2646" dirty="0">
                <a:solidFill>
                  <a:schemeClr val="tx1">
                    <a:lumMod val="75000"/>
                    <a:lumOff val="25000"/>
                  </a:schemeClr>
                </a:solidFill>
              </a:rPr>
              <a:t> 	100: </a:t>
            </a:r>
            <a:r>
              <a:rPr lang="en-US" altLang="zh-CN" sz="2646" dirty="0">
                <a:solidFill>
                  <a:schemeClr val="tx1">
                    <a:lumMod val="75000"/>
                    <a:lumOff val="25000"/>
                  </a:schemeClr>
                </a:solidFill>
              </a:rPr>
              <a:t>if a&lt;b </a:t>
            </a:r>
            <a:r>
              <a:rPr lang="en-US" altLang="zh-CN" sz="2646" dirty="0" err="1">
                <a:solidFill>
                  <a:schemeClr val="tx1">
                    <a:lumMod val="75000"/>
                    <a:lumOff val="25000"/>
                  </a:schemeClr>
                </a:solidFill>
              </a:rPr>
              <a:t>goto</a:t>
            </a:r>
            <a:r>
              <a:rPr lang="en-US" altLang="zh-CN" sz="2646" dirty="0">
                <a:solidFill>
                  <a:schemeClr val="tx1">
                    <a:lumMod val="75000"/>
                    <a:lumOff val="25000"/>
                  </a:schemeClr>
                </a:solidFill>
              </a:rPr>
              <a:t> 103</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101: T := 0</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102: </a:t>
            </a:r>
            <a:r>
              <a:rPr lang="en-US" altLang="zh-CN" sz="2646" dirty="0" err="1">
                <a:solidFill>
                  <a:schemeClr val="tx1">
                    <a:lumMod val="75000"/>
                    <a:lumOff val="25000"/>
                  </a:schemeClr>
                </a:solidFill>
              </a:rPr>
              <a:t>goto</a:t>
            </a:r>
            <a:r>
              <a:rPr lang="en-US" altLang="zh-CN" sz="2646" dirty="0">
                <a:solidFill>
                  <a:schemeClr val="tx1">
                    <a:lumMod val="75000"/>
                    <a:lumOff val="25000"/>
                  </a:schemeClr>
                </a:solidFill>
              </a:rPr>
              <a:t> 104</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103: T := 1</a:t>
            </a:r>
          </a:p>
          <a:p>
            <a:pPr marL="377979" indent="-377979" defTabSz="503972" eaLnBrk="1" fontAlgn="auto" hangingPunct="1">
              <a:lnSpc>
                <a:spcPct val="85000"/>
              </a:lnSpc>
              <a:spcBef>
                <a:spcPts val="1102"/>
              </a:spcBef>
              <a:spcAft>
                <a:spcPts val="0"/>
              </a:spcAft>
              <a:buFont typeface="Wingdings" panose="05000000000000000000" pitchFamily="2" charset="2"/>
              <a:buNone/>
              <a:defRPr/>
            </a:pPr>
            <a:r>
              <a:rPr lang="en-US" altLang="zh-CN" sz="2646" dirty="0">
                <a:solidFill>
                  <a:schemeClr val="tx1">
                    <a:lumMod val="75000"/>
                    <a:lumOff val="25000"/>
                  </a:schemeClr>
                </a:solidFill>
              </a:rPr>
              <a:t>	104:</a:t>
            </a:r>
            <a:endParaRPr lang="zh-CN" altLang="en-US" sz="2646" dirty="0">
              <a:solidFill>
                <a:schemeClr val="tx1">
                  <a:lumMod val="75000"/>
                  <a:lumOff val="25000"/>
                </a:schemeClr>
              </a:solidFill>
            </a:endParaRPr>
          </a:p>
        </p:txBody>
      </p:sp>
      <p:sp>
        <p:nvSpPr>
          <p:cNvPr id="2" name="灯片编号占位符 1">
            <a:extLst>
              <a:ext uri="{FF2B5EF4-FFF2-40B4-BE49-F238E27FC236}">
                <a16:creationId xmlns:a16="http://schemas.microsoft.com/office/drawing/2014/main" id="{1F95A2C0-62CD-AB1F-ACFA-1ED2D678F847}"/>
              </a:ext>
            </a:extLst>
          </p:cNvPr>
          <p:cNvSpPr>
            <a:spLocks noGrp="1"/>
          </p:cNvSpPr>
          <p:nvPr>
            <p:ph type="sldNum" sz="quarter" idx="12"/>
          </p:nvPr>
        </p:nvSpPr>
        <p:spPr/>
        <p:txBody>
          <a:bodyPr/>
          <a:lstStyle/>
          <a:p>
            <a:pPr>
              <a:defRPr/>
            </a:pPr>
            <a:fld id="{34D770F9-6874-436D-B2CF-845083506424}" type="slidenum">
              <a:rPr lang="en-US" smtClean="0"/>
              <a:pPr>
                <a:defRPr/>
              </a:pPr>
              <a:t>80</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wipe(left)">
                                      <p:cBhvr>
                                        <p:cTn id="7" dur="500"/>
                                        <p:tgtEl>
                                          <p:spTgt spid="154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27">
                                            <p:txEl>
                                              <p:pRg st="1" end="1"/>
                                            </p:txEl>
                                          </p:spTgt>
                                        </p:tgtEl>
                                        <p:attrNameLst>
                                          <p:attrName>style.visibility</p:attrName>
                                        </p:attrNameLst>
                                      </p:cBhvr>
                                      <p:to>
                                        <p:strVal val="visible"/>
                                      </p:to>
                                    </p:set>
                                    <p:animEffect transition="in" filter="wipe(left)">
                                      <p:cBhvr>
                                        <p:cTn id="12" dur="500"/>
                                        <p:tgtEl>
                                          <p:spTgt spid="154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7">
                                            <p:txEl>
                                              <p:pRg st="2" end="2"/>
                                            </p:txEl>
                                          </p:spTgt>
                                        </p:tgtEl>
                                        <p:attrNameLst>
                                          <p:attrName>style.visibility</p:attrName>
                                        </p:attrNameLst>
                                      </p:cBhvr>
                                      <p:to>
                                        <p:strVal val="visible"/>
                                      </p:to>
                                    </p:set>
                                    <p:animEffect transition="in" filter="wipe(left)">
                                      <p:cBhvr>
                                        <p:cTn id="17" dur="500"/>
                                        <p:tgtEl>
                                          <p:spTgt spid="1546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4627">
                                            <p:txEl>
                                              <p:pRg st="3" end="3"/>
                                            </p:txEl>
                                          </p:spTgt>
                                        </p:tgtEl>
                                        <p:attrNameLst>
                                          <p:attrName>style.visibility</p:attrName>
                                        </p:attrNameLst>
                                      </p:cBhvr>
                                      <p:to>
                                        <p:strVal val="visible"/>
                                      </p:to>
                                    </p:set>
                                    <p:animEffect transition="in" filter="wipe(left)">
                                      <p:cBhvr>
                                        <p:cTn id="22" dur="500"/>
                                        <p:tgtEl>
                                          <p:spTgt spid="1546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627">
                                            <p:txEl>
                                              <p:pRg st="4" end="4"/>
                                            </p:txEl>
                                          </p:spTgt>
                                        </p:tgtEl>
                                        <p:attrNameLst>
                                          <p:attrName>style.visibility</p:attrName>
                                        </p:attrNameLst>
                                      </p:cBhvr>
                                      <p:to>
                                        <p:strVal val="visible"/>
                                      </p:to>
                                    </p:set>
                                    <p:animEffect transition="in" filter="wipe(left)">
                                      <p:cBhvr>
                                        <p:cTn id="27" dur="500"/>
                                        <p:tgtEl>
                                          <p:spTgt spid="154627">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4627">
                                            <p:txEl>
                                              <p:pRg st="5" end="5"/>
                                            </p:txEl>
                                          </p:spTgt>
                                        </p:tgtEl>
                                        <p:attrNameLst>
                                          <p:attrName>style.visibility</p:attrName>
                                        </p:attrNameLst>
                                      </p:cBhvr>
                                      <p:to>
                                        <p:strVal val="visible"/>
                                      </p:to>
                                    </p:set>
                                    <p:animEffect transition="in" filter="wipe(left)">
                                      <p:cBhvr>
                                        <p:cTn id="30" dur="500"/>
                                        <p:tgtEl>
                                          <p:spTgt spid="154627">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4627">
                                            <p:txEl>
                                              <p:pRg st="6" end="6"/>
                                            </p:txEl>
                                          </p:spTgt>
                                        </p:tgtEl>
                                        <p:attrNameLst>
                                          <p:attrName>style.visibility</p:attrName>
                                        </p:attrNameLst>
                                      </p:cBhvr>
                                      <p:to>
                                        <p:strVal val="visible"/>
                                      </p:to>
                                    </p:set>
                                    <p:animEffect transition="in" filter="wipe(left)">
                                      <p:cBhvr>
                                        <p:cTn id="35" dur="500"/>
                                        <p:tgtEl>
                                          <p:spTgt spid="154627">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4627">
                                            <p:txEl>
                                              <p:pRg st="7" end="7"/>
                                            </p:txEl>
                                          </p:spTgt>
                                        </p:tgtEl>
                                        <p:attrNameLst>
                                          <p:attrName>style.visibility</p:attrName>
                                        </p:attrNameLst>
                                      </p:cBhvr>
                                      <p:to>
                                        <p:strVal val="visible"/>
                                      </p:to>
                                    </p:set>
                                    <p:animEffect transition="in" filter="wipe(left)">
                                      <p:cBhvr>
                                        <p:cTn id="40" dur="500"/>
                                        <p:tgtEl>
                                          <p:spTgt spid="154627">
                                            <p:txEl>
                                              <p:pRg st="7" end="7"/>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4627">
                                            <p:txEl>
                                              <p:pRg st="8" end="8"/>
                                            </p:txEl>
                                          </p:spTgt>
                                        </p:tgtEl>
                                        <p:attrNameLst>
                                          <p:attrName>style.visibility</p:attrName>
                                        </p:attrNameLst>
                                      </p:cBhvr>
                                      <p:to>
                                        <p:strVal val="visible"/>
                                      </p:to>
                                    </p:set>
                                    <p:animEffect transition="in" filter="wipe(left)">
                                      <p:cBhvr>
                                        <p:cTn id="45" dur="500"/>
                                        <p:tgtEl>
                                          <p:spTgt spid="154627">
                                            <p:txEl>
                                              <p:pRg st="8" end="8"/>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4627">
                                            <p:txEl>
                                              <p:pRg st="9" end="9"/>
                                            </p:txEl>
                                          </p:spTgt>
                                        </p:tgtEl>
                                        <p:attrNameLst>
                                          <p:attrName>style.visibility</p:attrName>
                                        </p:attrNameLst>
                                      </p:cBhvr>
                                      <p:to>
                                        <p:strVal val="visible"/>
                                      </p:to>
                                    </p:set>
                                    <p:animEffect transition="in" filter="wipe(left)">
                                      <p:cBhvr>
                                        <p:cTn id="50" dur="500"/>
                                        <p:tgtEl>
                                          <p:spTgt spid="154627">
                                            <p:txEl>
                                              <p:pRg st="9" end="9"/>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4627">
                                            <p:txEl>
                                              <p:pRg st="10" end="10"/>
                                            </p:txEl>
                                          </p:spTgt>
                                        </p:tgtEl>
                                        <p:attrNameLst>
                                          <p:attrName>style.visibility</p:attrName>
                                        </p:attrNameLst>
                                      </p:cBhvr>
                                      <p:to>
                                        <p:strVal val="visible"/>
                                      </p:to>
                                    </p:set>
                                    <p:animEffect transition="in" filter="wipe(left)">
                                      <p:cBhvr>
                                        <p:cTn id="55" dur="500"/>
                                        <p:tgtEl>
                                          <p:spTgt spid="15462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a:xfrm>
            <a:off x="388938" y="400050"/>
            <a:ext cx="9691687" cy="1460500"/>
          </a:xfrm>
        </p:spPr>
        <p:txBody>
          <a:bodyPr rtlCol="0">
            <a:normAutofit/>
          </a:bodyPr>
          <a:lstStyle/>
          <a:p>
            <a:pPr defTabSz="503972" eaLnBrk="1" fontAlgn="auto" hangingPunct="1">
              <a:spcAft>
                <a:spcPts val="0"/>
              </a:spcAft>
              <a:defRPr/>
            </a:pPr>
            <a:r>
              <a:rPr lang="zh-CN" altLang="en-US" dirty="0"/>
              <a:t> 关于布尔表达式的数值表示法的翻译模式 </a:t>
            </a:r>
          </a:p>
        </p:txBody>
      </p:sp>
      <p:sp>
        <p:nvSpPr>
          <p:cNvPr id="155651"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过程</a:t>
            </a:r>
            <a:r>
              <a:rPr lang="en-US" altLang="zh-CN" sz="3086" dirty="0">
                <a:solidFill>
                  <a:schemeClr val="tx1">
                    <a:lumMod val="75000"/>
                    <a:lumOff val="25000"/>
                  </a:schemeClr>
                </a:solidFill>
              </a:rPr>
              <a:t>emit</a:t>
            </a:r>
            <a:r>
              <a:rPr lang="zh-CN" altLang="en-US" sz="3086" dirty="0">
                <a:solidFill>
                  <a:schemeClr val="tx1">
                    <a:lumMod val="75000"/>
                    <a:lumOff val="25000"/>
                  </a:schemeClr>
                </a:solidFill>
              </a:rPr>
              <a:t>将三地址代码送到输出文件中</a:t>
            </a:r>
          </a:p>
          <a:p>
            <a:pPr marL="377979" indent="-377979" defTabSz="503972" eaLnBrk="1" fontAlgn="auto" hangingPunct="1">
              <a:spcBef>
                <a:spcPts val="1102"/>
              </a:spcBef>
              <a:spcAft>
                <a:spcPts val="0"/>
              </a:spcAft>
              <a:buFont typeface="Wingdings 3" charset="2"/>
              <a:buChar char=""/>
              <a:defRPr/>
            </a:pPr>
            <a:r>
              <a:rPr lang="en-US" altLang="zh-CN" sz="3086" dirty="0" err="1">
                <a:solidFill>
                  <a:schemeClr val="tx1">
                    <a:lumMod val="75000"/>
                    <a:lumOff val="25000"/>
                  </a:schemeClr>
                </a:solidFill>
              </a:rPr>
              <a:t>nextstat</a:t>
            </a:r>
            <a:r>
              <a:rPr lang="zh-CN" altLang="en-US" sz="3086" dirty="0">
                <a:solidFill>
                  <a:schemeClr val="tx1">
                    <a:lumMod val="75000"/>
                    <a:lumOff val="25000"/>
                  </a:schemeClr>
                </a:solidFill>
              </a:rPr>
              <a:t>：输出序列中下一条三地址语句的地址索引</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过程</a:t>
            </a:r>
            <a:r>
              <a:rPr lang="en-US" altLang="zh-CN" sz="3086" dirty="0">
                <a:solidFill>
                  <a:schemeClr val="tx1">
                    <a:lumMod val="75000"/>
                    <a:lumOff val="25000"/>
                  </a:schemeClr>
                </a:solidFill>
              </a:rPr>
              <a:t>emit</a:t>
            </a:r>
            <a:r>
              <a:rPr lang="zh-CN" altLang="en-US" sz="3086" dirty="0">
                <a:solidFill>
                  <a:schemeClr val="tx1">
                    <a:lumMod val="75000"/>
                    <a:lumOff val="25000"/>
                  </a:schemeClr>
                </a:solidFill>
              </a:rPr>
              <a:t>每产生一条指令，</a:t>
            </a:r>
            <a:r>
              <a:rPr lang="en-US" altLang="zh-CN" sz="3086" dirty="0" err="1">
                <a:solidFill>
                  <a:schemeClr val="tx1">
                    <a:lumMod val="75000"/>
                    <a:lumOff val="25000"/>
                  </a:schemeClr>
                </a:solidFill>
              </a:rPr>
              <a:t>nextstat</a:t>
            </a:r>
            <a:r>
              <a:rPr lang="zh-CN" altLang="en-US" sz="3086" dirty="0">
                <a:solidFill>
                  <a:schemeClr val="tx1">
                    <a:lumMod val="75000"/>
                    <a:lumOff val="25000"/>
                  </a:schemeClr>
                </a:solidFill>
              </a:rPr>
              <a:t>加1 </a:t>
            </a:r>
          </a:p>
        </p:txBody>
      </p:sp>
      <p:sp>
        <p:nvSpPr>
          <p:cNvPr id="32" name="Rectangle 4"/>
          <p:cNvSpPr>
            <a:spLocks noChangeArrowheads="1"/>
          </p:cNvSpPr>
          <p:nvPr/>
        </p:nvSpPr>
        <p:spPr bwMode="auto">
          <a:xfrm>
            <a:off x="4144963" y="4438650"/>
            <a:ext cx="2659062" cy="555625"/>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white"/>
                </a:solidFill>
                <a:latin typeface="微软雅黑" panose="020B0503020204020204" pitchFamily="34" charset="-122"/>
              </a:rPr>
              <a:t>T</a:t>
            </a:r>
            <a:r>
              <a:rPr lang="en-US" altLang="zh-CN" sz="3086" baseline="-25000" dirty="0">
                <a:solidFill>
                  <a:prstClr val="white"/>
                </a:solidFill>
                <a:latin typeface="微软雅黑" panose="020B0503020204020204" pitchFamily="34" charset="-122"/>
              </a:rPr>
              <a:t>1</a:t>
            </a:r>
            <a:r>
              <a:rPr lang="en-US" altLang="zh-CN" sz="3086" dirty="0">
                <a:solidFill>
                  <a:prstClr val="white"/>
                </a:solidFill>
                <a:latin typeface="微软雅黑" panose="020B0503020204020204" pitchFamily="34" charset="-122"/>
              </a:rPr>
              <a:t> := y + z</a:t>
            </a:r>
            <a:endParaRPr lang="en-GB" altLang="zh-CN" sz="3086" dirty="0">
              <a:solidFill>
                <a:prstClr val="white"/>
              </a:solidFill>
              <a:latin typeface="微软雅黑" panose="020B0503020204020204" pitchFamily="34" charset="-122"/>
            </a:endParaRPr>
          </a:p>
        </p:txBody>
      </p:sp>
      <p:sp>
        <p:nvSpPr>
          <p:cNvPr id="33" name="Rectangle 5"/>
          <p:cNvSpPr>
            <a:spLocks noChangeArrowheads="1"/>
          </p:cNvSpPr>
          <p:nvPr/>
        </p:nvSpPr>
        <p:spPr bwMode="auto">
          <a:xfrm>
            <a:off x="4144963" y="4994275"/>
            <a:ext cx="2659062" cy="557213"/>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white"/>
                </a:solidFill>
                <a:latin typeface="微软雅黑" panose="020B0503020204020204" pitchFamily="34" charset="-122"/>
              </a:rPr>
              <a:t>a := T</a:t>
            </a:r>
            <a:r>
              <a:rPr lang="en-US" altLang="zh-CN" sz="3086" baseline="-25000" dirty="0">
                <a:solidFill>
                  <a:prstClr val="white"/>
                </a:solidFill>
                <a:latin typeface="微软雅黑" panose="020B0503020204020204" pitchFamily="34" charset="-122"/>
              </a:rPr>
              <a:t>1</a:t>
            </a:r>
            <a:endParaRPr lang="en-GB" altLang="zh-CN" sz="3086" baseline="-25000" dirty="0">
              <a:solidFill>
                <a:prstClr val="white"/>
              </a:solidFill>
              <a:latin typeface="微软雅黑" panose="020B0503020204020204" pitchFamily="34" charset="-122"/>
            </a:endParaRPr>
          </a:p>
        </p:txBody>
      </p:sp>
      <p:sp>
        <p:nvSpPr>
          <p:cNvPr id="34" name="Rectangle 6"/>
          <p:cNvSpPr>
            <a:spLocks noChangeArrowheads="1"/>
          </p:cNvSpPr>
          <p:nvPr/>
        </p:nvSpPr>
        <p:spPr bwMode="auto">
          <a:xfrm>
            <a:off x="4144963" y="5549900"/>
            <a:ext cx="2659062" cy="555625"/>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white"/>
                </a:solidFill>
                <a:latin typeface="微软雅黑" panose="020B0503020204020204" pitchFamily="34" charset="-122"/>
              </a:rPr>
              <a:t>T</a:t>
            </a:r>
            <a:r>
              <a:rPr lang="en-US" altLang="zh-CN" sz="3086" baseline="-25000" dirty="0">
                <a:solidFill>
                  <a:prstClr val="white"/>
                </a:solidFill>
                <a:latin typeface="微软雅黑" panose="020B0503020204020204" pitchFamily="34" charset="-122"/>
              </a:rPr>
              <a:t>2</a:t>
            </a:r>
            <a:r>
              <a:rPr lang="en-US" altLang="zh-CN" sz="3086" dirty="0">
                <a:solidFill>
                  <a:prstClr val="white"/>
                </a:solidFill>
                <a:latin typeface="微软雅黑" panose="020B0503020204020204" pitchFamily="34" charset="-122"/>
              </a:rPr>
              <a:t> := y - z</a:t>
            </a:r>
            <a:endParaRPr lang="en-GB" altLang="zh-CN" sz="3086" dirty="0">
              <a:solidFill>
                <a:prstClr val="white"/>
              </a:solidFill>
              <a:latin typeface="微软雅黑" panose="020B0503020204020204" pitchFamily="34" charset="-122"/>
            </a:endParaRPr>
          </a:p>
        </p:txBody>
      </p:sp>
      <p:sp>
        <p:nvSpPr>
          <p:cNvPr id="35" name="Rectangle 7"/>
          <p:cNvSpPr>
            <a:spLocks noChangeArrowheads="1"/>
          </p:cNvSpPr>
          <p:nvPr/>
        </p:nvSpPr>
        <p:spPr bwMode="auto">
          <a:xfrm>
            <a:off x="4144963" y="6105525"/>
            <a:ext cx="2659062" cy="557213"/>
          </a:xfrm>
          <a:prstGeom prst="rect">
            <a:avLst/>
          </a:prstGeom>
          <a:solidFill>
            <a:schemeClr val="accent1"/>
          </a:solidFill>
          <a:ln w="1905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prstClr val="white"/>
                </a:solidFill>
                <a:latin typeface="微软雅黑" panose="020B0503020204020204" pitchFamily="34" charset="-122"/>
              </a:rPr>
              <a:t>b := T</a:t>
            </a:r>
            <a:r>
              <a:rPr lang="en-US" altLang="zh-CN" sz="3086" baseline="-25000" dirty="0">
                <a:solidFill>
                  <a:prstClr val="white"/>
                </a:solidFill>
                <a:latin typeface="微软雅黑" panose="020B0503020204020204" pitchFamily="34" charset="-122"/>
              </a:rPr>
              <a:t>2</a:t>
            </a:r>
            <a:endParaRPr lang="en-GB" altLang="zh-CN" sz="3086" baseline="-25000" dirty="0">
              <a:solidFill>
                <a:prstClr val="white"/>
              </a:solidFill>
              <a:latin typeface="微软雅黑" panose="020B0503020204020204" pitchFamily="34" charset="-122"/>
            </a:endParaRPr>
          </a:p>
        </p:txBody>
      </p:sp>
      <p:sp>
        <p:nvSpPr>
          <p:cNvPr id="36" name="Rectangle 8"/>
          <p:cNvSpPr>
            <a:spLocks noChangeArrowheads="1"/>
          </p:cNvSpPr>
          <p:nvPr/>
        </p:nvSpPr>
        <p:spPr bwMode="auto">
          <a:xfrm>
            <a:off x="4144963" y="4438650"/>
            <a:ext cx="2659062" cy="3017838"/>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zh-CN" altLang="en-GB" sz="3968">
              <a:solidFill>
                <a:prstClr val="black"/>
              </a:solidFill>
              <a:latin typeface="微软雅黑" panose="020B0503020204020204" pitchFamily="34" charset="-122"/>
            </a:endParaRPr>
          </a:p>
        </p:txBody>
      </p:sp>
      <p:grpSp>
        <p:nvGrpSpPr>
          <p:cNvPr id="37" name="组合 36"/>
          <p:cNvGrpSpPr>
            <a:grpSpLocks/>
          </p:cNvGrpSpPr>
          <p:nvPr/>
        </p:nvGrpSpPr>
        <p:grpSpPr bwMode="auto">
          <a:xfrm>
            <a:off x="2597150" y="4333875"/>
            <a:ext cx="1547813" cy="509588"/>
            <a:chOff x="9430816" y="4029983"/>
            <a:chExt cx="1404000" cy="461665"/>
          </a:xfrm>
        </p:grpSpPr>
        <p:sp>
          <p:nvSpPr>
            <p:cNvPr id="1221654"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文本框 38"/>
            <p:cNvSpPr txBox="1"/>
            <p:nvPr/>
          </p:nvSpPr>
          <p:spPr>
            <a:xfrm>
              <a:off x="9430816" y="4029983"/>
              <a:ext cx="1248480" cy="453036"/>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grpSp>
        <p:nvGrpSpPr>
          <p:cNvPr id="40" name="组合 39"/>
          <p:cNvGrpSpPr>
            <a:grpSpLocks/>
          </p:cNvGrpSpPr>
          <p:nvPr/>
        </p:nvGrpSpPr>
        <p:grpSpPr bwMode="auto">
          <a:xfrm>
            <a:off x="2597150" y="4883150"/>
            <a:ext cx="1547813" cy="508000"/>
            <a:chOff x="9430816" y="4029983"/>
            <a:chExt cx="1404000" cy="461665"/>
          </a:xfrm>
        </p:grpSpPr>
        <p:sp>
          <p:nvSpPr>
            <p:cNvPr id="1221652"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文本框 41"/>
            <p:cNvSpPr txBox="1"/>
            <p:nvPr/>
          </p:nvSpPr>
          <p:spPr>
            <a:xfrm>
              <a:off x="9430816" y="4029983"/>
              <a:ext cx="1248480" cy="453009"/>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grpSp>
        <p:nvGrpSpPr>
          <p:cNvPr id="43" name="组合 42"/>
          <p:cNvGrpSpPr>
            <a:grpSpLocks/>
          </p:cNvGrpSpPr>
          <p:nvPr/>
        </p:nvGrpSpPr>
        <p:grpSpPr bwMode="auto">
          <a:xfrm>
            <a:off x="2597150" y="5430838"/>
            <a:ext cx="1547813" cy="509587"/>
            <a:chOff x="9430816" y="4029983"/>
            <a:chExt cx="1404000" cy="461665"/>
          </a:xfrm>
        </p:grpSpPr>
        <p:sp>
          <p:nvSpPr>
            <p:cNvPr id="1221650"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文本框 44"/>
            <p:cNvSpPr txBox="1"/>
            <p:nvPr/>
          </p:nvSpPr>
          <p:spPr>
            <a:xfrm>
              <a:off x="9430816" y="4029983"/>
              <a:ext cx="1248480" cy="453036"/>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grpSp>
        <p:nvGrpSpPr>
          <p:cNvPr id="46" name="组合 45"/>
          <p:cNvGrpSpPr>
            <a:grpSpLocks/>
          </p:cNvGrpSpPr>
          <p:nvPr/>
        </p:nvGrpSpPr>
        <p:grpSpPr bwMode="auto">
          <a:xfrm>
            <a:off x="2597150" y="5980113"/>
            <a:ext cx="1547813" cy="508000"/>
            <a:chOff x="9430816" y="4029983"/>
            <a:chExt cx="1404000" cy="461665"/>
          </a:xfrm>
        </p:grpSpPr>
        <p:sp>
          <p:nvSpPr>
            <p:cNvPr id="1221648"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文本框 47"/>
            <p:cNvSpPr txBox="1"/>
            <p:nvPr/>
          </p:nvSpPr>
          <p:spPr>
            <a:xfrm>
              <a:off x="9430816" y="4029983"/>
              <a:ext cx="1248480" cy="453009"/>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grpSp>
        <p:nvGrpSpPr>
          <p:cNvPr id="49" name="组合 48"/>
          <p:cNvGrpSpPr>
            <a:grpSpLocks/>
          </p:cNvGrpSpPr>
          <p:nvPr/>
        </p:nvGrpSpPr>
        <p:grpSpPr bwMode="auto">
          <a:xfrm>
            <a:off x="2597150" y="6527800"/>
            <a:ext cx="1547813" cy="509588"/>
            <a:chOff x="9430816" y="4029983"/>
            <a:chExt cx="1404000" cy="461665"/>
          </a:xfrm>
        </p:grpSpPr>
        <p:sp>
          <p:nvSpPr>
            <p:cNvPr id="1221646"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文本框 50"/>
            <p:cNvSpPr txBox="1"/>
            <p:nvPr/>
          </p:nvSpPr>
          <p:spPr>
            <a:xfrm>
              <a:off x="9430816" y="4029983"/>
              <a:ext cx="1248480" cy="453036"/>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sp>
        <p:nvSpPr>
          <p:cNvPr id="2" name="灯片编号占位符 1">
            <a:extLst>
              <a:ext uri="{FF2B5EF4-FFF2-40B4-BE49-F238E27FC236}">
                <a16:creationId xmlns:a16="http://schemas.microsoft.com/office/drawing/2014/main" id="{02D8A59E-35D6-A3E0-92C7-D31EA95369C5}"/>
              </a:ext>
            </a:extLst>
          </p:cNvPr>
          <p:cNvSpPr>
            <a:spLocks noGrp="1"/>
          </p:cNvSpPr>
          <p:nvPr>
            <p:ph type="sldNum" sz="quarter" idx="12"/>
          </p:nvPr>
        </p:nvSpPr>
        <p:spPr/>
        <p:txBody>
          <a:bodyPr/>
          <a:lstStyle/>
          <a:p>
            <a:pPr>
              <a:defRPr/>
            </a:pPr>
            <a:fld id="{34D770F9-6874-436D-B2CF-845083506424}" type="slidenum">
              <a:rPr lang="en-US" smtClean="0"/>
              <a:pPr>
                <a:defRPr/>
              </a:pPr>
              <a:t>81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Effect transition="in" filter="wipe(left)">
                                      <p:cBhvr>
                                        <p:cTn id="7" dur="500"/>
                                        <p:tgtEl>
                                          <p:spTgt spid="155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51">
                                            <p:txEl>
                                              <p:pRg st="1" end="1"/>
                                            </p:txEl>
                                          </p:spTgt>
                                        </p:tgtEl>
                                        <p:attrNameLst>
                                          <p:attrName>style.visibility</p:attrName>
                                        </p:attrNameLst>
                                      </p:cBhvr>
                                      <p:to>
                                        <p:strVal val="visible"/>
                                      </p:to>
                                    </p:set>
                                    <p:animEffect transition="in" filter="wipe(left)">
                                      <p:cBhvr>
                                        <p:cTn id="17" dur="500"/>
                                        <p:tgtEl>
                                          <p:spTgt spid="15565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5651">
                                            <p:txEl>
                                              <p:pRg st="2" end="2"/>
                                            </p:txEl>
                                          </p:spTgt>
                                        </p:tgtEl>
                                        <p:attrNameLst>
                                          <p:attrName>style.visibility</p:attrName>
                                        </p:attrNameLst>
                                      </p:cBhvr>
                                      <p:to>
                                        <p:strVal val="visible"/>
                                      </p:to>
                                    </p:set>
                                    <p:animEffect transition="in" filter="wipe(left)">
                                      <p:cBhvr>
                                        <p:cTn id="22" dur="500"/>
                                        <p:tgtEl>
                                          <p:spTgt spid="15565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xit" presetSubtype="2" fill="hold" nodeType="clickEffect">
                                  <p:stCondLst>
                                    <p:cond delay="0"/>
                                  </p:stCondLst>
                                  <p:childTnLst>
                                    <p:animEffect transition="out" filter="wipe(right)">
                                      <p:cBhvr>
                                        <p:cTn id="36" dur="500"/>
                                        <p:tgtEl>
                                          <p:spTgt spid="37"/>
                                        </p:tgtEl>
                                      </p:cBhvr>
                                    </p:animEffect>
                                    <p:set>
                                      <p:cBhvr>
                                        <p:cTn id="37" dur="1" fill="hold">
                                          <p:stCondLst>
                                            <p:cond delay="499"/>
                                          </p:stCondLst>
                                        </p:cTn>
                                        <p:tgtEl>
                                          <p:spTgt spid="37"/>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500"/>
                                        <p:tgtEl>
                                          <p:spTgt spid="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xit" presetSubtype="2" fill="hold" nodeType="clickEffect">
                                  <p:stCondLst>
                                    <p:cond delay="0"/>
                                  </p:stCondLst>
                                  <p:childTnLst>
                                    <p:animEffect transition="out" filter="wipe(right)">
                                      <p:cBhvr>
                                        <p:cTn id="51" dur="500"/>
                                        <p:tgtEl>
                                          <p:spTgt spid="40"/>
                                        </p:tgtEl>
                                      </p:cBhvr>
                                    </p:animEffect>
                                    <p:set>
                                      <p:cBhvr>
                                        <p:cTn id="52" dur="1" fill="hold">
                                          <p:stCondLst>
                                            <p:cond delay="499"/>
                                          </p:stCondLst>
                                        </p:cTn>
                                        <p:tgtEl>
                                          <p:spTgt spid="40"/>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xit" presetSubtype="2" fill="hold" nodeType="clickEffect">
                                  <p:stCondLst>
                                    <p:cond delay="0"/>
                                  </p:stCondLst>
                                  <p:childTnLst>
                                    <p:animEffect transition="out" filter="wipe(right)">
                                      <p:cBhvr>
                                        <p:cTn id="66" dur="500"/>
                                        <p:tgtEl>
                                          <p:spTgt spid="43"/>
                                        </p:tgtEl>
                                      </p:cBhvr>
                                    </p:animEffect>
                                    <p:set>
                                      <p:cBhvr>
                                        <p:cTn id="67" dur="1" fill="hold">
                                          <p:stCondLst>
                                            <p:cond delay="499"/>
                                          </p:stCondLst>
                                        </p:cTn>
                                        <p:tgtEl>
                                          <p:spTgt spid="43"/>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left)">
                                      <p:cBhvr>
                                        <p:cTn id="72" dur="500"/>
                                        <p:tgtEl>
                                          <p:spTgt spid="4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wipe(left)">
                                      <p:cBhvr>
                                        <p:cTn id="77" dur="500"/>
                                        <p:tgtEl>
                                          <p:spTgt spid="3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xit" presetSubtype="2" fill="hold" nodeType="clickEffect">
                                  <p:stCondLst>
                                    <p:cond delay="0"/>
                                  </p:stCondLst>
                                  <p:childTnLst>
                                    <p:animEffect transition="out" filter="wipe(right)">
                                      <p:cBhvr>
                                        <p:cTn id="81" dur="500"/>
                                        <p:tgtEl>
                                          <p:spTgt spid="46"/>
                                        </p:tgtEl>
                                      </p:cBhvr>
                                    </p:animEffect>
                                    <p:set>
                                      <p:cBhvr>
                                        <p:cTn id="82" dur="1" fill="hold">
                                          <p:stCondLst>
                                            <p:cond delay="499"/>
                                          </p:stCondLst>
                                        </p:cTn>
                                        <p:tgtEl>
                                          <p:spTgt spid="46"/>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wipe(left)">
                                      <p:cBhvr>
                                        <p:cTn id="8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P spid="32" grpId="0" animBg="1"/>
      <p:bldP spid="33" grpId="0" animBg="1"/>
      <p:bldP spid="34" grpId="0" animBg="1"/>
      <p:bldP spid="35" grpId="0" animBg="1"/>
      <p:bldP spid="36" grpId="0" animBg="1"/>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 name="Rectangle 4"/>
          <p:cNvSpPr>
            <a:spLocks noChangeArrowheads="1"/>
          </p:cNvSpPr>
          <p:nvPr/>
        </p:nvSpPr>
        <p:spPr bwMode="auto">
          <a:xfrm>
            <a:off x="6151563" y="4164013"/>
            <a:ext cx="2659062" cy="755650"/>
          </a:xfrm>
          <a:prstGeom prst="rect">
            <a:avLst/>
          </a:prstGeom>
          <a:ln>
            <a:headEnd/>
            <a:tailEnd type="none" w="med" len="lg"/>
          </a:ln>
        </p:spPr>
        <p:style>
          <a:lnRef idx="2">
            <a:schemeClr val="accent1">
              <a:shade val="50000"/>
            </a:schemeClr>
          </a:lnRef>
          <a:fillRef idx="1">
            <a:schemeClr val="accent1"/>
          </a:fillRef>
          <a:effectRef idx="0">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white"/>
                </a:solidFill>
                <a:latin typeface="Arial" panose="020B0604020202020204"/>
                <a:ea typeface="宋体" panose="02010600030101010101" pitchFamily="2" charset="-122"/>
              </a:rPr>
              <a:t>E</a:t>
            </a:r>
            <a:r>
              <a:rPr kumimoji="1" lang="en-US" altLang="zh-CN" sz="3086" baseline="-25000" dirty="0">
                <a:solidFill>
                  <a:prstClr val="white"/>
                </a:solidFill>
                <a:latin typeface="Arial" panose="020B0604020202020204"/>
                <a:ea typeface="宋体" panose="02010600030101010101" pitchFamily="2" charset="-122"/>
              </a:rPr>
              <a:t>1</a:t>
            </a:r>
            <a:r>
              <a:rPr kumimoji="1" lang="zh-CN" altLang="en-US" sz="3086" dirty="0">
                <a:solidFill>
                  <a:prstClr val="white"/>
                </a:solidFill>
                <a:latin typeface="Arial" panose="020B0604020202020204"/>
                <a:ea typeface="宋体" panose="02010600030101010101" pitchFamily="2" charset="-122"/>
              </a:rPr>
              <a:t>.</a:t>
            </a:r>
            <a:r>
              <a:rPr kumimoji="1" lang="en-US" altLang="zh-CN" sz="3086" dirty="0">
                <a:solidFill>
                  <a:prstClr val="white"/>
                </a:solidFill>
                <a:latin typeface="Arial" panose="020B0604020202020204"/>
                <a:ea typeface="宋体" panose="02010600030101010101" pitchFamily="2" charset="-122"/>
              </a:rPr>
              <a:t>code</a:t>
            </a:r>
            <a:endParaRPr kumimoji="1" lang="en-US" altLang="zh-CN" sz="2646" dirty="0">
              <a:solidFill>
                <a:prstClr val="white"/>
              </a:solidFill>
              <a:latin typeface="Arial" panose="020B0604020202020204"/>
              <a:ea typeface="宋体" panose="02010600030101010101" pitchFamily="2" charset="-122"/>
            </a:endParaRPr>
          </a:p>
        </p:txBody>
      </p:sp>
      <p:sp>
        <p:nvSpPr>
          <p:cNvPr id="27" name="Rectangle 4"/>
          <p:cNvSpPr>
            <a:spLocks noChangeArrowheads="1"/>
          </p:cNvSpPr>
          <p:nvPr/>
        </p:nvSpPr>
        <p:spPr bwMode="auto">
          <a:xfrm>
            <a:off x="6151563" y="4900613"/>
            <a:ext cx="2659062" cy="755650"/>
          </a:xfrm>
          <a:prstGeom prst="rect">
            <a:avLst/>
          </a:prstGeom>
          <a:ln>
            <a:headEnd/>
            <a:tailEnd type="none" w="med" len="lg"/>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white"/>
                </a:solidFill>
                <a:latin typeface="Arial" panose="020B0604020202020204"/>
                <a:ea typeface="宋体" panose="02010600030101010101" pitchFamily="2" charset="-122"/>
              </a:rPr>
              <a:t>E</a:t>
            </a:r>
            <a:r>
              <a:rPr kumimoji="1" lang="en-US" altLang="zh-CN" sz="3086" baseline="-25000" dirty="0">
                <a:solidFill>
                  <a:prstClr val="white"/>
                </a:solidFill>
                <a:latin typeface="Arial" panose="020B0604020202020204"/>
                <a:ea typeface="宋体" panose="02010600030101010101" pitchFamily="2" charset="-122"/>
              </a:rPr>
              <a:t>2</a:t>
            </a:r>
            <a:r>
              <a:rPr kumimoji="1" lang="zh-CN" altLang="en-US" sz="3086" dirty="0">
                <a:solidFill>
                  <a:prstClr val="white"/>
                </a:solidFill>
                <a:latin typeface="Arial" panose="020B0604020202020204"/>
                <a:ea typeface="宋体" panose="02010600030101010101" pitchFamily="2" charset="-122"/>
              </a:rPr>
              <a:t>.</a:t>
            </a:r>
            <a:r>
              <a:rPr kumimoji="1" lang="en-US" altLang="zh-CN" sz="3086" dirty="0">
                <a:solidFill>
                  <a:prstClr val="white"/>
                </a:solidFill>
                <a:latin typeface="Arial" panose="020B0604020202020204"/>
                <a:ea typeface="宋体" panose="02010600030101010101" pitchFamily="2" charset="-122"/>
              </a:rPr>
              <a:t>code</a:t>
            </a:r>
            <a:endParaRPr kumimoji="1" lang="en-US" altLang="zh-CN" sz="2646" dirty="0">
              <a:solidFill>
                <a:prstClr val="white"/>
              </a:solidFill>
              <a:latin typeface="Arial" panose="020B0604020202020204"/>
              <a:ea typeface="宋体" panose="02010600030101010101" pitchFamily="2" charset="-122"/>
            </a:endParaRPr>
          </a:p>
        </p:txBody>
      </p:sp>
      <p:sp>
        <p:nvSpPr>
          <p:cNvPr id="28" name="Rectangle 4"/>
          <p:cNvSpPr>
            <a:spLocks noChangeArrowheads="1"/>
          </p:cNvSpPr>
          <p:nvPr/>
        </p:nvSpPr>
        <p:spPr bwMode="auto">
          <a:xfrm>
            <a:off x="6151563" y="5657850"/>
            <a:ext cx="2659062" cy="757238"/>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dirty="0">
                <a:solidFill>
                  <a:srgbClr val="C00000"/>
                </a:solidFill>
              </a:rPr>
              <a:t>T</a:t>
            </a:r>
            <a:r>
              <a:rPr lang="en-US" altLang="zh-CN" sz="3086" dirty="0">
                <a:solidFill>
                  <a:srgbClr val="0070C0"/>
                </a:solidFill>
              </a:rPr>
              <a:t> :=T</a:t>
            </a:r>
            <a:r>
              <a:rPr lang="en-US" altLang="zh-CN" sz="3086" baseline="-30000" dirty="0">
                <a:solidFill>
                  <a:srgbClr val="0070C0"/>
                </a:solidFill>
              </a:rPr>
              <a:t>1</a:t>
            </a:r>
            <a:r>
              <a:rPr lang="en-US" altLang="zh-CN" sz="3086" dirty="0">
                <a:solidFill>
                  <a:srgbClr val="0070C0"/>
                </a:solidFill>
              </a:rPr>
              <a:t> </a:t>
            </a:r>
            <a:r>
              <a:rPr lang="en-US" altLang="zh-CN" sz="3086" dirty="0">
                <a:solidFill>
                  <a:prstClr val="black"/>
                </a:solidFill>
              </a:rPr>
              <a:t>or</a:t>
            </a:r>
            <a:r>
              <a:rPr lang="en-US" altLang="zh-CN" sz="3086" dirty="0">
                <a:solidFill>
                  <a:srgbClr val="0070C0"/>
                </a:solidFill>
              </a:rPr>
              <a:t> </a:t>
            </a:r>
            <a:r>
              <a:rPr lang="en-US" altLang="zh-CN" sz="3086" dirty="0">
                <a:solidFill>
                  <a:srgbClr val="009644"/>
                </a:solidFill>
              </a:rPr>
              <a:t>T</a:t>
            </a:r>
            <a:r>
              <a:rPr lang="en-US" altLang="zh-CN" sz="3086" baseline="-30000" dirty="0">
                <a:solidFill>
                  <a:srgbClr val="009644"/>
                </a:solidFill>
              </a:rPr>
              <a:t>2</a:t>
            </a:r>
            <a:endParaRPr kumimoji="1" lang="en-US" altLang="zh-CN" sz="2646" dirty="0">
              <a:solidFill>
                <a:prstClr val="white"/>
              </a:solidFill>
              <a:latin typeface="Arial" panose="020B0604020202020204"/>
              <a:ea typeface="宋体" panose="02010600030101010101" pitchFamily="2" charset="-122"/>
            </a:endParaRPr>
          </a:p>
        </p:txBody>
      </p:sp>
      <p:sp>
        <p:nvSpPr>
          <p:cNvPr id="29" name="Rectangle 3"/>
          <p:cNvSpPr>
            <a:spLocks noGrp="1" noChangeArrowheads="1"/>
          </p:cNvSpPr>
          <p:nvPr>
            <p:ph idx="1"/>
          </p:nvPr>
        </p:nvSpPr>
        <p:spPr>
          <a:xfrm>
            <a:off x="747713" y="2009775"/>
            <a:ext cx="8562975" cy="4649788"/>
          </a:xfrm>
        </p:spPr>
        <p:txBody>
          <a:bodyPr rtlCol="0">
            <a:noAutofit/>
          </a:bodyPr>
          <a:lstStyle/>
          <a:p>
            <a:pPr marL="377979" indent="-377979" defTabSz="503972" eaLnBrk="1" fontAlgn="auto" hangingPunct="1">
              <a:spcBef>
                <a:spcPts val="0"/>
              </a:spcBef>
              <a:spcAft>
                <a:spcPts val="0"/>
              </a:spcAft>
              <a:buFont typeface="Wingdings 3" charset="2"/>
              <a:buNone/>
              <a:defRPr/>
            </a:pPr>
            <a:r>
              <a:rPr lang="en-US" altLang="zh-CN" sz="2646" dirty="0">
                <a:solidFill>
                  <a:srgbClr val="C00000"/>
                </a:solidFill>
                <a:latin typeface="+mn-lt"/>
              </a:rPr>
              <a:t>E</a:t>
            </a:r>
            <a:r>
              <a:rPr lang="en-US" altLang="zh-CN" sz="2646" dirty="0">
                <a:solidFill>
                  <a:srgbClr val="0070C0"/>
                </a:solidFill>
                <a:latin typeface="+mn-lt"/>
              </a:rPr>
              <a:t>→E</a:t>
            </a:r>
            <a:r>
              <a:rPr lang="en-US" altLang="zh-CN" sz="2646" baseline="-30000" dirty="0">
                <a:solidFill>
                  <a:srgbClr val="0070C0"/>
                </a:solidFill>
                <a:latin typeface="+mn-lt"/>
              </a:rPr>
              <a:t>1</a:t>
            </a:r>
            <a:r>
              <a:rPr lang="en-US" altLang="zh-CN" sz="2646" dirty="0">
                <a:solidFill>
                  <a:srgbClr val="0070C0"/>
                </a:solidFill>
                <a:latin typeface="+mn-lt"/>
              </a:rPr>
              <a:t> </a:t>
            </a:r>
            <a:r>
              <a:rPr lang="en-US" altLang="zh-CN" sz="2646" dirty="0">
                <a:solidFill>
                  <a:schemeClr val="tx1"/>
                </a:solidFill>
                <a:latin typeface="+mn-lt"/>
              </a:rPr>
              <a:t>or</a:t>
            </a:r>
            <a:r>
              <a:rPr lang="en-US" altLang="zh-CN" sz="2646" dirty="0">
                <a:solidFill>
                  <a:srgbClr val="0070C0"/>
                </a:solidFill>
                <a:latin typeface="+mn-lt"/>
              </a:rPr>
              <a:t> </a:t>
            </a:r>
            <a:r>
              <a:rPr lang="en-US" altLang="zh-CN" sz="2646" dirty="0">
                <a:solidFill>
                  <a:srgbClr val="009644"/>
                </a:solidFill>
                <a:latin typeface="+mn-lt"/>
              </a:rPr>
              <a:t>E</a:t>
            </a:r>
            <a:r>
              <a:rPr lang="en-US" altLang="zh-CN" sz="2646" baseline="-30000" dirty="0">
                <a:solidFill>
                  <a:srgbClr val="009644"/>
                </a:solidFill>
                <a:latin typeface="+mn-lt"/>
              </a:rPr>
              <a:t>2</a:t>
            </a:r>
            <a:r>
              <a:rPr lang="en-US" altLang="zh-CN" sz="2646" dirty="0">
                <a:solidFill>
                  <a:srgbClr val="009644"/>
                </a:solidFill>
                <a:latin typeface="+mn-lt"/>
              </a:rPr>
              <a:t> </a:t>
            </a:r>
            <a:r>
              <a:rPr lang="en-US" altLang="zh-CN" sz="2646" dirty="0">
                <a:solidFill>
                  <a:srgbClr val="0070C0"/>
                </a:solidFill>
                <a:latin typeface="+mn-lt"/>
              </a:rPr>
              <a:t>    </a:t>
            </a: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 </a:t>
            </a:r>
            <a:r>
              <a:rPr lang="en-US" altLang="zh-CN" sz="2646" dirty="0" err="1">
                <a:solidFill>
                  <a:srgbClr val="0070C0"/>
                </a:solidFill>
                <a:latin typeface="+mn-lt"/>
              </a:rPr>
              <a:t>E.place</a:t>
            </a:r>
            <a:r>
              <a:rPr lang="en-US" altLang="zh-CN" sz="2646" dirty="0">
                <a:solidFill>
                  <a:srgbClr val="0070C0"/>
                </a:solidFill>
                <a:latin typeface="+mn-lt"/>
              </a:rPr>
              <a:t>:=</a:t>
            </a:r>
            <a:r>
              <a:rPr lang="en-US" altLang="zh-CN" sz="2646" dirty="0" err="1">
                <a:solidFill>
                  <a:srgbClr val="0070C0"/>
                </a:solidFill>
                <a:latin typeface="+mn-lt"/>
              </a:rPr>
              <a:t>newtemp</a:t>
            </a:r>
            <a:r>
              <a:rPr lang="en-US" altLang="zh-CN" sz="2646" dirty="0">
                <a:solidFill>
                  <a:srgbClr val="0070C0"/>
                </a:solidFill>
                <a:latin typeface="+mn-lt"/>
              </a:rPr>
              <a:t>;</a:t>
            </a: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emit(</a:t>
            </a:r>
            <a:r>
              <a:rPr lang="en-US" altLang="zh-CN" sz="2646" dirty="0" err="1">
                <a:solidFill>
                  <a:srgbClr val="C00000"/>
                </a:solidFill>
                <a:latin typeface="+mn-lt"/>
              </a:rPr>
              <a:t>E.place</a:t>
            </a:r>
            <a:r>
              <a:rPr lang="en-US" altLang="zh-CN" sz="2646" dirty="0">
                <a:solidFill>
                  <a:srgbClr val="0070C0"/>
                </a:solidFill>
                <a:latin typeface="+mn-lt"/>
              </a:rPr>
              <a:t> ‘:=’ E</a:t>
            </a:r>
            <a:r>
              <a:rPr lang="en-US" altLang="zh-CN" sz="2646" baseline="-30000" dirty="0">
                <a:solidFill>
                  <a:srgbClr val="0070C0"/>
                </a:solidFill>
                <a:latin typeface="+mn-lt"/>
              </a:rPr>
              <a:t> 1</a:t>
            </a:r>
            <a:r>
              <a:rPr lang="en-US" altLang="zh-CN" sz="2646" dirty="0">
                <a:solidFill>
                  <a:srgbClr val="0070C0"/>
                </a:solidFill>
                <a:latin typeface="+mn-lt"/>
              </a:rPr>
              <a:t>.place ‘</a:t>
            </a:r>
            <a:r>
              <a:rPr lang="en-US" altLang="zh-CN" sz="2646" dirty="0">
                <a:solidFill>
                  <a:schemeClr val="tx1"/>
                </a:solidFill>
                <a:latin typeface="+mn-lt"/>
              </a:rPr>
              <a:t>or</a:t>
            </a:r>
            <a:r>
              <a:rPr lang="en-US" altLang="zh-CN" sz="2646" dirty="0">
                <a:solidFill>
                  <a:srgbClr val="0070C0"/>
                </a:solidFill>
                <a:latin typeface="+mn-lt"/>
              </a:rPr>
              <a:t>’ </a:t>
            </a:r>
            <a:r>
              <a:rPr lang="en-US" altLang="zh-CN" sz="2646" dirty="0">
                <a:solidFill>
                  <a:srgbClr val="009644"/>
                </a:solidFill>
                <a:latin typeface="+mn-lt"/>
              </a:rPr>
              <a:t>E</a:t>
            </a:r>
            <a:r>
              <a:rPr lang="en-US" altLang="zh-CN" sz="2646" baseline="-30000" dirty="0">
                <a:solidFill>
                  <a:srgbClr val="009644"/>
                </a:solidFill>
                <a:latin typeface="+mn-lt"/>
              </a:rPr>
              <a:t>2</a:t>
            </a:r>
            <a:r>
              <a:rPr lang="en-US" altLang="zh-CN" sz="2646" dirty="0">
                <a:solidFill>
                  <a:srgbClr val="009644"/>
                </a:solidFill>
                <a:latin typeface="+mn-lt"/>
              </a:rPr>
              <a:t>.place</a:t>
            </a:r>
            <a:r>
              <a:rPr lang="en-US" altLang="zh-CN" sz="2646" dirty="0">
                <a:solidFill>
                  <a:srgbClr val="0070C0"/>
                </a:solidFill>
                <a:latin typeface="+mn-lt"/>
              </a:rPr>
              <a:t>)}</a:t>
            </a:r>
          </a:p>
        </p:txBody>
      </p:sp>
      <p:sp>
        <p:nvSpPr>
          <p:cNvPr id="30" name="Text Box 4"/>
          <p:cNvSpPr txBox="1">
            <a:spLocks noChangeArrowheads="1"/>
          </p:cNvSpPr>
          <p:nvPr/>
        </p:nvSpPr>
        <p:spPr bwMode="auto">
          <a:xfrm>
            <a:off x="1562100" y="4532313"/>
            <a:ext cx="5349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dirty="0">
                <a:solidFill>
                  <a:srgbClr val="0070C0"/>
                </a:solidFill>
                <a:ea typeface="宋体" panose="02010600030101010101" pitchFamily="2" charset="-122"/>
              </a:rPr>
              <a:t>E</a:t>
            </a:r>
            <a:r>
              <a:rPr lang="en-GB" altLang="zh-CN" sz="2646" baseline="-25000" dirty="0">
                <a:solidFill>
                  <a:srgbClr val="0070C0"/>
                </a:solidFill>
                <a:ea typeface="宋体" panose="02010600030101010101" pitchFamily="2" charset="-122"/>
              </a:rPr>
              <a:t>1</a:t>
            </a:r>
          </a:p>
        </p:txBody>
      </p:sp>
      <p:sp>
        <p:nvSpPr>
          <p:cNvPr id="31" name="Text Box 5"/>
          <p:cNvSpPr txBox="1">
            <a:spLocks noChangeArrowheads="1"/>
          </p:cNvSpPr>
          <p:nvPr/>
        </p:nvSpPr>
        <p:spPr bwMode="auto">
          <a:xfrm>
            <a:off x="2328863" y="4540250"/>
            <a:ext cx="485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or</a:t>
            </a:r>
            <a:endParaRPr lang="en-GB" altLang="zh-CN" sz="2646" dirty="0">
              <a:solidFill>
                <a:prstClr val="black"/>
              </a:solidFill>
              <a:ea typeface="宋体" panose="02010600030101010101" pitchFamily="2" charset="-122"/>
            </a:endParaRPr>
          </a:p>
        </p:txBody>
      </p:sp>
      <p:sp>
        <p:nvSpPr>
          <p:cNvPr id="32" name="Text Box 6"/>
          <p:cNvSpPr txBox="1">
            <a:spLocks noChangeArrowheads="1"/>
          </p:cNvSpPr>
          <p:nvPr/>
        </p:nvSpPr>
        <p:spPr bwMode="auto">
          <a:xfrm>
            <a:off x="2986088" y="4541838"/>
            <a:ext cx="5365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dirty="0">
                <a:solidFill>
                  <a:srgbClr val="009644"/>
                </a:solidFill>
                <a:ea typeface="宋体" panose="02010600030101010101" pitchFamily="2" charset="-122"/>
              </a:rPr>
              <a:t>E</a:t>
            </a:r>
            <a:r>
              <a:rPr lang="en-GB" altLang="zh-CN" sz="2646" baseline="-25000" dirty="0">
                <a:solidFill>
                  <a:srgbClr val="009644"/>
                </a:solidFill>
                <a:ea typeface="宋体" panose="02010600030101010101" pitchFamily="2" charset="-122"/>
              </a:rPr>
              <a:t>2</a:t>
            </a:r>
          </a:p>
        </p:txBody>
      </p:sp>
      <p:sp>
        <p:nvSpPr>
          <p:cNvPr id="33" name="Line 7"/>
          <p:cNvSpPr>
            <a:spLocks noChangeShapeType="1"/>
          </p:cNvSpPr>
          <p:nvPr/>
        </p:nvSpPr>
        <p:spPr bwMode="auto">
          <a:xfrm flipV="1">
            <a:off x="1830388" y="4064000"/>
            <a:ext cx="658812" cy="4746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sp>
        <p:nvSpPr>
          <p:cNvPr id="34" name="Line 8"/>
          <p:cNvSpPr>
            <a:spLocks noChangeShapeType="1"/>
          </p:cNvSpPr>
          <p:nvPr/>
        </p:nvSpPr>
        <p:spPr bwMode="auto">
          <a:xfrm>
            <a:off x="2489200" y="4064000"/>
            <a:ext cx="77788" cy="4762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sp>
        <p:nvSpPr>
          <p:cNvPr id="35" name="Line 9"/>
          <p:cNvSpPr>
            <a:spLocks noChangeShapeType="1"/>
          </p:cNvSpPr>
          <p:nvPr/>
        </p:nvSpPr>
        <p:spPr bwMode="auto">
          <a:xfrm>
            <a:off x="2489200" y="4064000"/>
            <a:ext cx="711200" cy="46831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endParaRPr>
          </a:p>
        </p:txBody>
      </p:sp>
      <p:sp>
        <p:nvSpPr>
          <p:cNvPr id="36" name="Text Box 10"/>
          <p:cNvSpPr txBox="1">
            <a:spLocks noChangeArrowheads="1"/>
          </p:cNvSpPr>
          <p:nvPr/>
        </p:nvSpPr>
        <p:spPr bwMode="auto">
          <a:xfrm>
            <a:off x="2289175" y="3498850"/>
            <a:ext cx="4111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dirty="0">
                <a:solidFill>
                  <a:srgbClr val="C00000"/>
                </a:solidFill>
                <a:ea typeface="宋体" panose="02010600030101010101" pitchFamily="2" charset="-122"/>
              </a:rPr>
              <a:t>E</a:t>
            </a:r>
          </a:p>
        </p:txBody>
      </p:sp>
      <p:sp>
        <p:nvSpPr>
          <p:cNvPr id="37" name="Rectangle 8"/>
          <p:cNvSpPr>
            <a:spLocks noChangeArrowheads="1"/>
          </p:cNvSpPr>
          <p:nvPr/>
        </p:nvSpPr>
        <p:spPr bwMode="auto">
          <a:xfrm>
            <a:off x="6151563" y="4160838"/>
            <a:ext cx="2659062" cy="3019425"/>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zh-CN" altLang="en-GB" sz="3968">
              <a:solidFill>
                <a:prstClr val="black"/>
              </a:solidFill>
              <a:latin typeface="微软雅黑" panose="020B0503020204020204" pitchFamily="34" charset="-122"/>
            </a:endParaRPr>
          </a:p>
        </p:txBody>
      </p:sp>
      <p:grpSp>
        <p:nvGrpSpPr>
          <p:cNvPr id="38" name="组合 37"/>
          <p:cNvGrpSpPr>
            <a:grpSpLocks/>
          </p:cNvGrpSpPr>
          <p:nvPr/>
        </p:nvGrpSpPr>
        <p:grpSpPr bwMode="auto">
          <a:xfrm>
            <a:off x="4525963" y="5603875"/>
            <a:ext cx="1547812" cy="508000"/>
            <a:chOff x="9430816" y="4029983"/>
            <a:chExt cx="1404000" cy="461665"/>
          </a:xfrm>
        </p:grpSpPr>
        <p:sp>
          <p:nvSpPr>
            <p:cNvPr id="1223701"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文本框 39"/>
            <p:cNvSpPr txBox="1"/>
            <p:nvPr/>
          </p:nvSpPr>
          <p:spPr>
            <a:xfrm>
              <a:off x="9430816" y="4029983"/>
              <a:ext cx="1248480" cy="453009"/>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grpSp>
        <p:nvGrpSpPr>
          <p:cNvPr id="41" name="组合 40"/>
          <p:cNvGrpSpPr>
            <a:grpSpLocks/>
          </p:cNvGrpSpPr>
          <p:nvPr/>
        </p:nvGrpSpPr>
        <p:grpSpPr bwMode="auto">
          <a:xfrm>
            <a:off x="4525963" y="6151563"/>
            <a:ext cx="1547812" cy="509587"/>
            <a:chOff x="9430816" y="4029983"/>
            <a:chExt cx="1404000" cy="461665"/>
          </a:xfrm>
        </p:grpSpPr>
        <p:sp>
          <p:nvSpPr>
            <p:cNvPr id="1223699" name="Line 13"/>
            <p:cNvSpPr>
              <a:spLocks noChangeShapeType="1"/>
            </p:cNvSpPr>
            <p:nvPr/>
          </p:nvSpPr>
          <p:spPr bwMode="auto">
            <a:xfrm>
              <a:off x="9430816" y="4491648"/>
              <a:ext cx="14040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文本框 42"/>
            <p:cNvSpPr txBox="1"/>
            <p:nvPr/>
          </p:nvSpPr>
          <p:spPr>
            <a:xfrm>
              <a:off x="9430816" y="4029983"/>
              <a:ext cx="1248480" cy="453036"/>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err="1">
                  <a:solidFill>
                    <a:prstClr val="black"/>
                  </a:solidFill>
                  <a:latin typeface="Arial" panose="020B0604020202020204"/>
                  <a:ea typeface="黑体" panose="02010609060101010101" pitchFamily="49" charset="-122"/>
                </a:rPr>
                <a:t>nextstat</a:t>
              </a:r>
              <a:endParaRPr lang="zh-CN" altLang="en-US" sz="2646" dirty="0">
                <a:solidFill>
                  <a:prstClr val="black"/>
                </a:solidFill>
                <a:latin typeface="Arial" panose="020B0604020202020204"/>
                <a:ea typeface="黑体" panose="02010609060101010101" pitchFamily="49" charset="-122"/>
              </a:endParaRPr>
            </a:p>
          </p:txBody>
        </p:sp>
      </p:grpSp>
      <p:sp>
        <p:nvSpPr>
          <p:cNvPr id="44" name="文本框 43"/>
          <p:cNvSpPr txBox="1"/>
          <p:nvPr/>
        </p:nvSpPr>
        <p:spPr>
          <a:xfrm>
            <a:off x="341313" y="4954588"/>
            <a:ext cx="2219325"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srgbClr val="0070C0"/>
                </a:solidFill>
                <a:latin typeface="Arial" panose="020B0604020202020204"/>
                <a:ea typeface="黑体" panose="02010609060101010101" pitchFamily="49" charset="-122"/>
              </a:rPr>
              <a:t>E</a:t>
            </a:r>
            <a:r>
              <a:rPr lang="en-US" altLang="zh-CN" sz="2646" baseline="-30000" dirty="0">
                <a:solidFill>
                  <a:srgbClr val="0070C0"/>
                </a:solidFill>
                <a:latin typeface="Arial" panose="020B0604020202020204"/>
                <a:ea typeface="黑体" panose="02010609060101010101" pitchFamily="49" charset="-122"/>
              </a:rPr>
              <a:t> 1</a:t>
            </a:r>
            <a:r>
              <a:rPr lang="en-US" altLang="zh-CN" sz="2646" dirty="0">
                <a:solidFill>
                  <a:srgbClr val="0070C0"/>
                </a:solidFill>
                <a:latin typeface="Arial" panose="020B0604020202020204"/>
                <a:ea typeface="黑体" panose="02010609060101010101" pitchFamily="49" charset="-122"/>
              </a:rPr>
              <a:t>.place </a:t>
            </a:r>
            <a:r>
              <a:rPr lang="en-US" altLang="zh-CN" sz="2646" dirty="0">
                <a:solidFill>
                  <a:prstClr val="black"/>
                </a:solidFill>
                <a:latin typeface="Arial" panose="020B0604020202020204"/>
                <a:ea typeface="黑体" panose="02010609060101010101" pitchFamily="49" charset="-122"/>
              </a:rPr>
              <a:t>= T</a:t>
            </a:r>
            <a:r>
              <a:rPr lang="en-US" altLang="zh-CN" sz="2646" baseline="-25000" dirty="0">
                <a:solidFill>
                  <a:prstClr val="black"/>
                </a:solidFill>
                <a:latin typeface="Arial" panose="020B0604020202020204"/>
                <a:ea typeface="黑体" panose="02010609060101010101" pitchFamily="49" charset="-122"/>
              </a:rPr>
              <a:t>1</a:t>
            </a:r>
            <a:endParaRPr lang="zh-CN" altLang="en-US" sz="2646" baseline="-25000" dirty="0">
              <a:solidFill>
                <a:prstClr val="black"/>
              </a:solidFill>
              <a:latin typeface="Arial" panose="020B0604020202020204"/>
              <a:ea typeface="黑体" panose="02010609060101010101" pitchFamily="49" charset="-122"/>
            </a:endParaRPr>
          </a:p>
        </p:txBody>
      </p:sp>
      <p:sp>
        <p:nvSpPr>
          <p:cNvPr id="45" name="文本框 44"/>
          <p:cNvSpPr txBox="1"/>
          <p:nvPr/>
        </p:nvSpPr>
        <p:spPr>
          <a:xfrm>
            <a:off x="2790825" y="4933950"/>
            <a:ext cx="2219325" cy="500063"/>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srgbClr val="009644"/>
                </a:solidFill>
                <a:latin typeface="Arial" panose="020B0604020202020204"/>
                <a:ea typeface="黑体" panose="02010609060101010101" pitchFamily="49" charset="-122"/>
              </a:rPr>
              <a:t>E</a:t>
            </a:r>
            <a:r>
              <a:rPr lang="en-US" altLang="zh-CN" sz="2646" baseline="-30000" dirty="0">
                <a:solidFill>
                  <a:srgbClr val="009644"/>
                </a:solidFill>
                <a:latin typeface="Arial" panose="020B0604020202020204"/>
                <a:ea typeface="黑体" panose="02010609060101010101" pitchFamily="49" charset="-122"/>
              </a:rPr>
              <a:t> 2</a:t>
            </a:r>
            <a:r>
              <a:rPr lang="en-US" altLang="zh-CN" sz="2646" dirty="0">
                <a:solidFill>
                  <a:srgbClr val="009644"/>
                </a:solidFill>
                <a:latin typeface="Arial" panose="020B0604020202020204"/>
                <a:ea typeface="黑体" panose="02010609060101010101" pitchFamily="49" charset="-122"/>
              </a:rPr>
              <a:t>.place </a:t>
            </a:r>
            <a:r>
              <a:rPr lang="en-US" altLang="zh-CN" sz="2646" dirty="0">
                <a:solidFill>
                  <a:prstClr val="black"/>
                </a:solidFill>
                <a:latin typeface="Arial" panose="020B0604020202020204"/>
                <a:ea typeface="黑体" panose="02010609060101010101" pitchFamily="49" charset="-122"/>
              </a:rPr>
              <a:t>=</a:t>
            </a:r>
            <a:r>
              <a:rPr lang="en-US" altLang="zh-CN" sz="2646" dirty="0">
                <a:solidFill>
                  <a:srgbClr val="0070C0"/>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T</a:t>
            </a:r>
            <a:r>
              <a:rPr lang="en-US" altLang="zh-CN" sz="2646" baseline="-25000" dirty="0">
                <a:solidFill>
                  <a:prstClr val="black"/>
                </a:solidFill>
                <a:latin typeface="Arial" panose="020B0604020202020204"/>
                <a:ea typeface="黑体" panose="02010609060101010101" pitchFamily="49" charset="-122"/>
              </a:rPr>
              <a:t>2</a:t>
            </a:r>
            <a:endParaRPr lang="zh-CN" altLang="en-US" sz="2646" baseline="-25000" dirty="0">
              <a:solidFill>
                <a:prstClr val="black"/>
              </a:solidFill>
              <a:latin typeface="Arial" panose="020B0604020202020204"/>
              <a:ea typeface="黑体" panose="02010609060101010101" pitchFamily="49" charset="-122"/>
            </a:endParaRPr>
          </a:p>
        </p:txBody>
      </p:sp>
      <p:sp>
        <p:nvSpPr>
          <p:cNvPr id="51" name="Rectangle 2"/>
          <p:cNvSpPr>
            <a:spLocks noGrp="1" noChangeArrowheads="1"/>
          </p:cNvSpPr>
          <p:nvPr>
            <p:ph type="title"/>
          </p:nvPr>
        </p:nvSpPr>
        <p:spPr>
          <a:xfrm>
            <a:off x="388938" y="400050"/>
            <a:ext cx="9691687" cy="1460500"/>
          </a:xfrm>
        </p:spPr>
        <p:txBody>
          <a:bodyPr rtlCol="0">
            <a:normAutofit/>
          </a:bodyPr>
          <a:lstStyle/>
          <a:p>
            <a:pPr defTabSz="503972" eaLnBrk="1" fontAlgn="auto" hangingPunct="1">
              <a:spcAft>
                <a:spcPts val="0"/>
              </a:spcAft>
              <a:defRPr/>
            </a:pPr>
            <a:r>
              <a:rPr lang="zh-CN" altLang="en-US" dirty="0"/>
              <a:t> 关于布尔表达式的数值表示法的翻译模式 </a:t>
            </a:r>
          </a:p>
        </p:txBody>
      </p:sp>
      <p:sp>
        <p:nvSpPr>
          <p:cNvPr id="2" name="灯片编号占位符 1">
            <a:extLst>
              <a:ext uri="{FF2B5EF4-FFF2-40B4-BE49-F238E27FC236}">
                <a16:creationId xmlns:a16="http://schemas.microsoft.com/office/drawing/2014/main" id="{4AED9C7C-9E37-C53A-C573-FEB7E49AFE68}"/>
              </a:ext>
            </a:extLst>
          </p:cNvPr>
          <p:cNvSpPr>
            <a:spLocks noGrp="1"/>
          </p:cNvSpPr>
          <p:nvPr>
            <p:ph type="sldNum" sz="quarter" idx="12"/>
          </p:nvPr>
        </p:nvSpPr>
        <p:spPr/>
        <p:txBody>
          <a:bodyPr/>
          <a:lstStyle/>
          <a:p>
            <a:pPr>
              <a:defRPr/>
            </a:pPr>
            <a:fld id="{34D770F9-6874-436D-B2CF-845083506424}" type="slidenum">
              <a:rPr lang="en-US" smtClean="0"/>
              <a:pPr>
                <a:defRPr/>
              </a:pPr>
              <a:t>82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9">
                                            <p:txEl>
                                              <p:pRg st="2" end="2"/>
                                            </p:txEl>
                                          </p:spTgt>
                                        </p:tgtEl>
                                        <p:attrNameLst>
                                          <p:attrName>style.visibility</p:attrName>
                                        </p:attrNameLst>
                                      </p:cBhvr>
                                      <p:to>
                                        <p:strVal val="visible"/>
                                      </p:to>
                                    </p:set>
                                    <p:animEffect transition="in" filter="wipe(left)">
                                      <p:cBhvr>
                                        <p:cTn id="16" dur="500"/>
                                        <p:tgtEl>
                                          <p:spTgt spid="2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up)">
                                      <p:cBhvr>
                                        <p:cTn id="21" dur="500"/>
                                        <p:tgtEl>
                                          <p:spTgt spid="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left)">
                                      <p:cBhvr>
                                        <p:cTn id="26" dur="500"/>
                                        <p:tgtEl>
                                          <p:spTgt spid="3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left)">
                                      <p:cBhvr>
                                        <p:cTn id="29" dur="500"/>
                                        <p:tgtEl>
                                          <p:spTgt spid="44"/>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wipe(left)">
                                      <p:cBhvr>
                                        <p:cTn id="35" dur="500"/>
                                        <p:tgtEl>
                                          <p:spTgt spid="4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up)">
                                      <p:cBhvr>
                                        <p:cTn id="40" dur="500"/>
                                        <p:tgtEl>
                                          <p:spTgt spid="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up)">
                                      <p:cBhvr>
                                        <p:cTn id="45" dur="500"/>
                                        <p:tgtEl>
                                          <p:spTgt spid="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wipe(left)">
                                      <p:cBhvr>
                                        <p:cTn id="50" dur="500"/>
                                        <p:tgtEl>
                                          <p:spTgt spid="3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down)">
                                      <p:cBhvr>
                                        <p:cTn id="60" dur="500"/>
                                        <p:tgtEl>
                                          <p:spTgt spid="33"/>
                                        </p:tgtEl>
                                      </p:cBhvr>
                                    </p:animEffect>
                                  </p:childTnLst>
                                </p:cTn>
                              </p:par>
                              <p:par>
                                <p:cTn id="61" presetID="22" presetClass="entr" presetSubtype="4"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wipe(down)">
                                      <p:cBhvr>
                                        <p:cTn id="63" dur="500"/>
                                        <p:tgtEl>
                                          <p:spTgt spid="34"/>
                                        </p:tgtEl>
                                      </p:cBhvr>
                                    </p:animEffect>
                                  </p:childTnLst>
                                </p:cTn>
                              </p:par>
                              <p:par>
                                <p:cTn id="64" presetID="22" presetClass="entr" presetSubtype="4" fill="hold"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wipe(down)">
                                      <p:cBhvr>
                                        <p:cTn id="66" dur="500"/>
                                        <p:tgtEl>
                                          <p:spTgt spid="3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500"/>
                                        <p:tgtEl>
                                          <p:spTgt spid="3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wipe(up)">
                                      <p:cBhvr>
                                        <p:cTn id="76" dur="500"/>
                                        <p:tgtEl>
                                          <p:spTgt spid="2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xit" presetSubtype="2" fill="hold" nodeType="clickEffect">
                                  <p:stCondLst>
                                    <p:cond delay="0"/>
                                  </p:stCondLst>
                                  <p:childTnLst>
                                    <p:animEffect transition="out" filter="wipe(right)">
                                      <p:cBhvr>
                                        <p:cTn id="80" dur="500"/>
                                        <p:tgtEl>
                                          <p:spTgt spid="38"/>
                                        </p:tgtEl>
                                      </p:cBhvr>
                                    </p:animEffect>
                                    <p:set>
                                      <p:cBhvr>
                                        <p:cTn id="81" dur="1" fill="hold">
                                          <p:stCondLst>
                                            <p:cond delay="499"/>
                                          </p:stCondLst>
                                        </p:cTn>
                                        <p:tgtEl>
                                          <p:spTgt spid="38"/>
                                        </p:tgtEl>
                                        <p:attrNameLst>
                                          <p:attrName>style.visibility</p:attrName>
                                        </p:attrNameLst>
                                      </p:cBhvr>
                                      <p:to>
                                        <p:strVal val="hidden"/>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autoUpdateAnimBg="0"/>
      <p:bldP spid="27" grpId="0" animBg="1" autoUpdateAnimBg="0"/>
      <p:bldP spid="28" grpId="0" animBg="1" autoUpdateAnimBg="0"/>
      <p:bldP spid="29" grpId="0" build="p"/>
      <p:bldP spid="30" grpId="0"/>
      <p:bldP spid="31" grpId="0"/>
      <p:bldP spid="32" grpId="0"/>
      <p:bldP spid="36" grpId="0"/>
      <p:bldP spid="37" grpId="0" animBg="1"/>
      <p:bldP spid="44" grpId="0"/>
      <p:bldP spid="45"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5" name="Rectangle 3"/>
          <p:cNvSpPr>
            <a:spLocks noGrp="1" noChangeArrowheads="1"/>
          </p:cNvSpPr>
          <p:nvPr>
            <p:ph idx="1"/>
          </p:nvPr>
        </p:nvSpPr>
        <p:spPr/>
        <p:txBody>
          <a:bodyPr rtlCol="0">
            <a:noAutofit/>
          </a:bodyPr>
          <a:lstStyle/>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E→E</a:t>
            </a:r>
            <a:r>
              <a:rPr lang="en-US" altLang="zh-CN" sz="2646" baseline="-30000" dirty="0">
                <a:solidFill>
                  <a:srgbClr val="0070C0"/>
                </a:solidFill>
                <a:latin typeface="+mn-lt"/>
              </a:rPr>
              <a:t>1</a:t>
            </a:r>
            <a:r>
              <a:rPr lang="en-US" altLang="zh-CN" sz="2646" dirty="0">
                <a:solidFill>
                  <a:srgbClr val="0070C0"/>
                </a:solidFill>
                <a:latin typeface="+mn-lt"/>
              </a:rPr>
              <a:t> or E</a:t>
            </a:r>
            <a:r>
              <a:rPr lang="en-US" altLang="zh-CN" sz="2646" baseline="-30000" dirty="0">
                <a:solidFill>
                  <a:srgbClr val="0070C0"/>
                </a:solidFill>
                <a:latin typeface="+mn-lt"/>
              </a:rPr>
              <a:t>2</a:t>
            </a:r>
            <a:r>
              <a:rPr lang="en-US" altLang="zh-CN" sz="2646" dirty="0">
                <a:solidFill>
                  <a:srgbClr val="0070C0"/>
                </a:solidFill>
                <a:latin typeface="+mn-lt"/>
              </a:rPr>
              <a:t>     </a:t>
            </a: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 </a:t>
            </a:r>
            <a:r>
              <a:rPr lang="en-US" altLang="zh-CN" sz="2646" dirty="0" err="1">
                <a:solidFill>
                  <a:srgbClr val="0070C0"/>
                </a:solidFill>
                <a:latin typeface="+mn-lt"/>
              </a:rPr>
              <a:t>E.place</a:t>
            </a:r>
            <a:r>
              <a:rPr lang="en-US" altLang="zh-CN" sz="2646" dirty="0">
                <a:solidFill>
                  <a:srgbClr val="0070C0"/>
                </a:solidFill>
                <a:latin typeface="+mn-lt"/>
              </a:rPr>
              <a:t>:=</a:t>
            </a:r>
            <a:r>
              <a:rPr lang="en-US" altLang="zh-CN" sz="2646" dirty="0" err="1">
                <a:solidFill>
                  <a:srgbClr val="0070C0"/>
                </a:solidFill>
                <a:latin typeface="+mn-lt"/>
              </a:rPr>
              <a:t>newtemp</a:t>
            </a:r>
            <a:r>
              <a:rPr lang="en-US" altLang="zh-CN" sz="2646" dirty="0">
                <a:solidFill>
                  <a:srgbClr val="0070C0"/>
                </a:solidFill>
                <a:latin typeface="+mn-lt"/>
              </a:rPr>
              <a:t>;</a:t>
            </a: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emit(</a:t>
            </a:r>
            <a:r>
              <a:rPr lang="en-US" altLang="zh-CN" sz="2646" dirty="0" err="1">
                <a:solidFill>
                  <a:srgbClr val="0070C0"/>
                </a:solidFill>
                <a:latin typeface="+mn-lt"/>
              </a:rPr>
              <a:t>E.place</a:t>
            </a:r>
            <a:r>
              <a:rPr lang="en-US" altLang="zh-CN" sz="2646" dirty="0">
                <a:solidFill>
                  <a:srgbClr val="0070C0"/>
                </a:solidFill>
                <a:latin typeface="+mn-lt"/>
              </a:rPr>
              <a:t> ‘:=’ E</a:t>
            </a:r>
            <a:r>
              <a:rPr lang="en-US" altLang="zh-CN" sz="2646" baseline="-30000" dirty="0">
                <a:solidFill>
                  <a:srgbClr val="0070C0"/>
                </a:solidFill>
                <a:latin typeface="+mn-lt"/>
              </a:rPr>
              <a:t> 1</a:t>
            </a:r>
            <a:r>
              <a:rPr lang="en-US" altLang="zh-CN" sz="2646" dirty="0">
                <a:solidFill>
                  <a:srgbClr val="0070C0"/>
                </a:solidFill>
                <a:latin typeface="+mn-lt"/>
              </a:rPr>
              <a:t>.place ‘or’ E</a:t>
            </a:r>
            <a:r>
              <a:rPr lang="en-US" altLang="zh-CN" sz="2646" baseline="-30000" dirty="0">
                <a:solidFill>
                  <a:srgbClr val="0070C0"/>
                </a:solidFill>
                <a:latin typeface="+mn-lt"/>
              </a:rPr>
              <a:t>2</a:t>
            </a:r>
            <a:r>
              <a:rPr lang="en-US" altLang="zh-CN" sz="2646" dirty="0">
                <a:solidFill>
                  <a:srgbClr val="0070C0"/>
                </a:solidFill>
                <a:latin typeface="+mn-lt"/>
              </a:rPr>
              <a:t>.place)}</a:t>
            </a:r>
          </a:p>
          <a:p>
            <a:pPr marL="377979" indent="-377979" defTabSz="503972" eaLnBrk="1" fontAlgn="auto" hangingPunct="1">
              <a:spcBef>
                <a:spcPts val="992"/>
              </a:spcBef>
              <a:spcAft>
                <a:spcPts val="0"/>
              </a:spcAft>
              <a:buFont typeface="Wingdings 3" charset="2"/>
              <a:buNone/>
              <a:defRPr/>
            </a:pPr>
            <a:r>
              <a:rPr lang="en-US" altLang="zh-CN" sz="2646" dirty="0">
                <a:solidFill>
                  <a:srgbClr val="C00000"/>
                </a:solidFill>
                <a:latin typeface="+mn-lt"/>
              </a:rPr>
              <a:t>E→E</a:t>
            </a:r>
            <a:r>
              <a:rPr lang="en-US" altLang="zh-CN" sz="2646" baseline="-30000" dirty="0">
                <a:solidFill>
                  <a:srgbClr val="C00000"/>
                </a:solidFill>
                <a:latin typeface="+mn-lt"/>
              </a:rPr>
              <a:t>1</a:t>
            </a:r>
            <a:r>
              <a:rPr lang="en-US" altLang="zh-CN" sz="2646" dirty="0">
                <a:solidFill>
                  <a:srgbClr val="C00000"/>
                </a:solidFill>
                <a:latin typeface="+mn-lt"/>
              </a:rPr>
              <a:t> and E</a:t>
            </a:r>
            <a:r>
              <a:rPr lang="en-US" altLang="zh-CN" sz="2646" baseline="-30000" dirty="0">
                <a:solidFill>
                  <a:srgbClr val="C00000"/>
                </a:solidFill>
                <a:latin typeface="+mn-lt"/>
              </a:rPr>
              <a:t>2</a:t>
            </a:r>
          </a:p>
          <a:p>
            <a:pPr marL="377979" indent="-377979" defTabSz="503972" eaLnBrk="1" fontAlgn="auto" hangingPunct="1">
              <a:spcBef>
                <a:spcPts val="0"/>
              </a:spcBef>
              <a:spcAft>
                <a:spcPts val="0"/>
              </a:spcAft>
              <a:buFont typeface="Wingdings 3" charset="2"/>
              <a:buNone/>
              <a:defRPr/>
            </a:pPr>
            <a:r>
              <a:rPr lang="en-US" altLang="zh-CN" sz="2646" baseline="-30000" dirty="0">
                <a:solidFill>
                  <a:srgbClr val="C00000"/>
                </a:solidFill>
                <a:latin typeface="+mn-lt"/>
              </a:rPr>
              <a:t>				</a:t>
            </a:r>
            <a:r>
              <a:rPr lang="en-US" altLang="zh-CN" sz="2646" dirty="0">
                <a:solidFill>
                  <a:srgbClr val="C00000"/>
                </a:solidFill>
                <a:latin typeface="+mn-lt"/>
              </a:rPr>
              <a:t>{ </a:t>
            </a:r>
            <a:r>
              <a:rPr lang="en-US" altLang="zh-CN" sz="2646" dirty="0" err="1">
                <a:solidFill>
                  <a:srgbClr val="C00000"/>
                </a:solidFill>
                <a:latin typeface="+mn-lt"/>
              </a:rPr>
              <a:t>E.place</a:t>
            </a:r>
            <a:r>
              <a:rPr lang="en-US" altLang="zh-CN" sz="2646" dirty="0">
                <a:solidFill>
                  <a:srgbClr val="C00000"/>
                </a:solidFill>
                <a:latin typeface="+mn-lt"/>
              </a:rPr>
              <a:t>:=</a:t>
            </a:r>
            <a:r>
              <a:rPr lang="en-US" altLang="zh-CN" sz="2646" dirty="0" err="1">
                <a:solidFill>
                  <a:srgbClr val="C00000"/>
                </a:solidFill>
                <a:latin typeface="+mn-lt"/>
              </a:rPr>
              <a:t>newtemp</a:t>
            </a:r>
            <a:r>
              <a:rPr lang="en-US" altLang="zh-CN" sz="2646" dirty="0">
                <a:solidFill>
                  <a:srgbClr val="C00000"/>
                </a:solidFill>
                <a:latin typeface="+mn-lt"/>
              </a:rPr>
              <a:t>;</a:t>
            </a:r>
          </a:p>
          <a:p>
            <a:pPr marL="377979" indent="-377979" defTabSz="503972" eaLnBrk="1" fontAlgn="auto" hangingPunct="1">
              <a:spcBef>
                <a:spcPts val="0"/>
              </a:spcBef>
              <a:spcAft>
                <a:spcPts val="0"/>
              </a:spcAft>
              <a:buFont typeface="Wingdings 3" charset="2"/>
              <a:buNone/>
              <a:defRPr/>
            </a:pPr>
            <a:r>
              <a:rPr lang="en-US" altLang="zh-CN" sz="2646" dirty="0">
                <a:solidFill>
                  <a:srgbClr val="C00000"/>
                </a:solidFill>
                <a:latin typeface="+mn-lt"/>
              </a:rPr>
              <a:t>			        emit(</a:t>
            </a:r>
            <a:r>
              <a:rPr lang="en-US" altLang="zh-CN" sz="2646" dirty="0" err="1">
                <a:solidFill>
                  <a:srgbClr val="C00000"/>
                </a:solidFill>
                <a:latin typeface="+mn-lt"/>
              </a:rPr>
              <a:t>E.place</a:t>
            </a:r>
            <a:r>
              <a:rPr lang="en-US" altLang="zh-CN" sz="2646" dirty="0">
                <a:solidFill>
                  <a:srgbClr val="C00000"/>
                </a:solidFill>
                <a:latin typeface="+mn-lt"/>
              </a:rPr>
              <a:t> ‘:=’ E</a:t>
            </a:r>
            <a:r>
              <a:rPr lang="en-US" altLang="zh-CN" sz="2646" baseline="-30000" dirty="0">
                <a:solidFill>
                  <a:srgbClr val="C00000"/>
                </a:solidFill>
                <a:latin typeface="+mn-lt"/>
              </a:rPr>
              <a:t> 1</a:t>
            </a:r>
            <a:r>
              <a:rPr lang="en-US" altLang="zh-CN" sz="2646" dirty="0">
                <a:solidFill>
                  <a:srgbClr val="C00000"/>
                </a:solidFill>
                <a:latin typeface="+mn-lt"/>
              </a:rPr>
              <a:t>.place ‘and’ E</a:t>
            </a:r>
            <a:r>
              <a:rPr lang="en-US" altLang="zh-CN" sz="2646" baseline="-30000" dirty="0">
                <a:solidFill>
                  <a:srgbClr val="C00000"/>
                </a:solidFill>
                <a:latin typeface="+mn-lt"/>
              </a:rPr>
              <a:t>2</a:t>
            </a:r>
            <a:r>
              <a:rPr lang="en-US" altLang="zh-CN" sz="2646" dirty="0">
                <a:solidFill>
                  <a:srgbClr val="C00000"/>
                </a:solidFill>
                <a:latin typeface="+mn-lt"/>
              </a:rPr>
              <a:t>.place)}</a:t>
            </a:r>
          </a:p>
          <a:p>
            <a:pPr marL="377979" indent="-377979" defTabSz="503972" eaLnBrk="1" fontAlgn="auto" hangingPunct="1">
              <a:spcBef>
                <a:spcPts val="992"/>
              </a:spcBef>
              <a:spcAft>
                <a:spcPts val="0"/>
              </a:spcAft>
              <a:buFont typeface="Wingdings 3" charset="2"/>
              <a:buNone/>
              <a:defRPr/>
            </a:pPr>
            <a:r>
              <a:rPr lang="en-US" altLang="zh-CN" sz="2646" dirty="0" err="1">
                <a:solidFill>
                  <a:srgbClr val="0070C0"/>
                </a:solidFill>
                <a:latin typeface="+mn-lt"/>
              </a:rPr>
              <a:t>E→not</a:t>
            </a:r>
            <a:r>
              <a:rPr lang="en-US" altLang="zh-CN" sz="2646" dirty="0">
                <a:solidFill>
                  <a:srgbClr val="0070C0"/>
                </a:solidFill>
                <a:latin typeface="+mn-lt"/>
              </a:rPr>
              <a:t> E</a:t>
            </a:r>
            <a:r>
              <a:rPr lang="en-US" altLang="zh-CN" sz="2646" baseline="-30000" dirty="0">
                <a:solidFill>
                  <a:srgbClr val="0070C0"/>
                </a:solidFill>
                <a:latin typeface="+mn-lt"/>
              </a:rPr>
              <a:t>1</a:t>
            </a:r>
            <a:endParaRPr lang="en-US" altLang="zh-CN" sz="2646" dirty="0">
              <a:solidFill>
                <a:srgbClr val="0070C0"/>
              </a:solidFill>
              <a:latin typeface="+mn-lt"/>
            </a:endParaRP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 </a:t>
            </a:r>
            <a:r>
              <a:rPr lang="en-US" altLang="zh-CN" sz="2646" dirty="0" err="1">
                <a:solidFill>
                  <a:srgbClr val="0070C0"/>
                </a:solidFill>
                <a:latin typeface="+mn-lt"/>
              </a:rPr>
              <a:t>E.place</a:t>
            </a:r>
            <a:r>
              <a:rPr lang="en-US" altLang="zh-CN" sz="2646" dirty="0">
                <a:solidFill>
                  <a:srgbClr val="0070C0"/>
                </a:solidFill>
                <a:latin typeface="+mn-lt"/>
              </a:rPr>
              <a:t>:=</a:t>
            </a:r>
            <a:r>
              <a:rPr lang="en-US" altLang="zh-CN" sz="2646" dirty="0" err="1">
                <a:solidFill>
                  <a:srgbClr val="0070C0"/>
                </a:solidFill>
                <a:latin typeface="+mn-lt"/>
              </a:rPr>
              <a:t>newtemp</a:t>
            </a:r>
            <a:r>
              <a:rPr lang="en-US" altLang="zh-CN" sz="2646" dirty="0">
                <a:solidFill>
                  <a:srgbClr val="0070C0"/>
                </a:solidFill>
                <a:latin typeface="+mn-lt"/>
              </a:rPr>
              <a:t>;</a:t>
            </a:r>
          </a:p>
          <a:p>
            <a:pPr marL="377979" indent="-377979" defTabSz="503972" eaLnBrk="1" fontAlgn="auto" hangingPunct="1">
              <a:spcBef>
                <a:spcPts val="0"/>
              </a:spcBef>
              <a:spcAft>
                <a:spcPts val="0"/>
              </a:spcAft>
              <a:buFont typeface="Wingdings 3" charset="2"/>
              <a:buNone/>
              <a:defRPr/>
            </a:pPr>
            <a:r>
              <a:rPr lang="en-US" altLang="zh-CN" sz="2646" dirty="0">
                <a:solidFill>
                  <a:srgbClr val="0070C0"/>
                </a:solidFill>
                <a:latin typeface="+mn-lt"/>
              </a:rPr>
              <a:t>			        emit(</a:t>
            </a:r>
            <a:r>
              <a:rPr lang="en-US" altLang="zh-CN" sz="2646" dirty="0" err="1">
                <a:solidFill>
                  <a:srgbClr val="0070C0"/>
                </a:solidFill>
                <a:latin typeface="+mn-lt"/>
              </a:rPr>
              <a:t>E.place</a:t>
            </a:r>
            <a:r>
              <a:rPr lang="en-US" altLang="zh-CN" sz="2646" dirty="0">
                <a:solidFill>
                  <a:srgbClr val="0070C0"/>
                </a:solidFill>
                <a:latin typeface="+mn-lt"/>
              </a:rPr>
              <a:t> ‘:=’ ‘not’ E</a:t>
            </a:r>
            <a:r>
              <a:rPr lang="en-US" altLang="zh-CN" sz="2646" baseline="-30000" dirty="0">
                <a:solidFill>
                  <a:srgbClr val="0070C0"/>
                </a:solidFill>
                <a:latin typeface="+mn-lt"/>
              </a:rPr>
              <a:t> 1</a:t>
            </a:r>
            <a:r>
              <a:rPr lang="en-US" altLang="zh-CN" sz="2646" dirty="0">
                <a:solidFill>
                  <a:srgbClr val="0070C0"/>
                </a:solidFill>
                <a:latin typeface="+mn-lt"/>
              </a:rPr>
              <a:t>.place) }</a:t>
            </a:r>
          </a:p>
          <a:p>
            <a:pPr marL="377979" indent="-377979" defTabSz="503972" eaLnBrk="1" fontAlgn="auto" hangingPunct="1">
              <a:spcBef>
                <a:spcPts val="992"/>
              </a:spcBef>
              <a:spcAft>
                <a:spcPts val="0"/>
              </a:spcAft>
              <a:buFont typeface="Wingdings 3" charset="2"/>
              <a:buNone/>
              <a:defRPr/>
            </a:pPr>
            <a:r>
              <a:rPr lang="en-US" altLang="zh-CN" sz="2646" dirty="0">
                <a:solidFill>
                  <a:srgbClr val="C00000"/>
                </a:solidFill>
                <a:latin typeface="+mn-lt"/>
              </a:rPr>
              <a:t>E→(E</a:t>
            </a:r>
            <a:r>
              <a:rPr lang="en-US" altLang="zh-CN" sz="2646" baseline="-30000" dirty="0">
                <a:solidFill>
                  <a:srgbClr val="C00000"/>
                </a:solidFill>
                <a:latin typeface="+mn-lt"/>
              </a:rPr>
              <a:t>1</a:t>
            </a:r>
            <a:r>
              <a:rPr lang="en-US" altLang="zh-CN" sz="2646" dirty="0">
                <a:solidFill>
                  <a:srgbClr val="C00000"/>
                </a:solidFill>
                <a:latin typeface="+mn-lt"/>
              </a:rPr>
              <a:t>)	{ </a:t>
            </a:r>
            <a:r>
              <a:rPr lang="en-US" altLang="zh-CN" sz="2646" dirty="0" err="1">
                <a:solidFill>
                  <a:srgbClr val="C00000"/>
                </a:solidFill>
                <a:latin typeface="+mn-lt"/>
              </a:rPr>
              <a:t>E.place</a:t>
            </a:r>
            <a:r>
              <a:rPr lang="en-US" altLang="zh-CN" sz="2646" dirty="0">
                <a:solidFill>
                  <a:srgbClr val="C00000"/>
                </a:solidFill>
                <a:latin typeface="+mn-lt"/>
              </a:rPr>
              <a:t>:=E</a:t>
            </a:r>
            <a:r>
              <a:rPr lang="en-US" altLang="zh-CN" sz="2646" baseline="-30000" dirty="0">
                <a:solidFill>
                  <a:srgbClr val="C00000"/>
                </a:solidFill>
                <a:latin typeface="+mn-lt"/>
              </a:rPr>
              <a:t>1</a:t>
            </a:r>
            <a:r>
              <a:rPr lang="en-US" altLang="zh-CN" sz="2646" dirty="0">
                <a:solidFill>
                  <a:srgbClr val="C00000"/>
                </a:solidFill>
                <a:latin typeface="+mn-lt"/>
              </a:rPr>
              <a:t>.place }</a:t>
            </a:r>
          </a:p>
        </p:txBody>
      </p:sp>
      <p:sp>
        <p:nvSpPr>
          <p:cNvPr id="12" name="Rectangle 2"/>
          <p:cNvSpPr>
            <a:spLocks noGrp="1" noChangeArrowheads="1"/>
          </p:cNvSpPr>
          <p:nvPr>
            <p:ph type="title"/>
          </p:nvPr>
        </p:nvSpPr>
        <p:spPr>
          <a:xfrm>
            <a:off x="388938" y="400050"/>
            <a:ext cx="9691687" cy="1460500"/>
          </a:xfrm>
        </p:spPr>
        <p:txBody>
          <a:bodyPr rtlCol="0">
            <a:normAutofit/>
          </a:bodyPr>
          <a:lstStyle/>
          <a:p>
            <a:pPr defTabSz="503972" eaLnBrk="1" fontAlgn="auto" hangingPunct="1">
              <a:spcAft>
                <a:spcPts val="0"/>
              </a:spcAft>
              <a:defRPr/>
            </a:pPr>
            <a:r>
              <a:rPr lang="zh-CN" altLang="en-US" dirty="0"/>
              <a:t> 关于布尔表达式的数值表示法的翻译模式 </a:t>
            </a:r>
          </a:p>
        </p:txBody>
      </p:sp>
      <p:sp>
        <p:nvSpPr>
          <p:cNvPr id="2" name="灯片编号占位符 1">
            <a:extLst>
              <a:ext uri="{FF2B5EF4-FFF2-40B4-BE49-F238E27FC236}">
                <a16:creationId xmlns:a16="http://schemas.microsoft.com/office/drawing/2014/main" id="{1D5EE4F5-AFA0-901A-AABF-F923469B34FC}"/>
              </a:ext>
            </a:extLst>
          </p:cNvPr>
          <p:cNvSpPr>
            <a:spLocks noGrp="1"/>
          </p:cNvSpPr>
          <p:nvPr>
            <p:ph type="sldNum" sz="quarter" idx="12"/>
          </p:nvPr>
        </p:nvSpPr>
        <p:spPr/>
        <p:txBody>
          <a:bodyPr/>
          <a:lstStyle/>
          <a:p>
            <a:pPr>
              <a:defRPr/>
            </a:pPr>
            <a:fld id="{34D770F9-6874-436D-B2CF-845083506424}" type="slidenum">
              <a:rPr lang="en-US" smtClean="0"/>
              <a:pPr>
                <a:defRPr/>
              </a:pPr>
              <a:t>83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5">
                                            <p:txEl>
                                              <p:pRg st="3" end="3"/>
                                            </p:txEl>
                                          </p:spTgt>
                                        </p:tgtEl>
                                        <p:attrNameLst>
                                          <p:attrName>style.visibility</p:attrName>
                                        </p:attrNameLst>
                                      </p:cBhvr>
                                      <p:to>
                                        <p:strVal val="visible"/>
                                      </p:to>
                                    </p:set>
                                    <p:animEffect transition="in" filter="wipe(left)">
                                      <p:cBhvr>
                                        <p:cTn id="7" dur="500"/>
                                        <p:tgtEl>
                                          <p:spTgt spid="15667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75">
                                            <p:txEl>
                                              <p:pRg st="4" end="4"/>
                                            </p:txEl>
                                          </p:spTgt>
                                        </p:tgtEl>
                                        <p:attrNameLst>
                                          <p:attrName>style.visibility</p:attrName>
                                        </p:attrNameLst>
                                      </p:cBhvr>
                                      <p:to>
                                        <p:strVal val="visible"/>
                                      </p:to>
                                    </p:set>
                                    <p:animEffect transition="in" filter="wipe(left)">
                                      <p:cBhvr>
                                        <p:cTn id="12" dur="500"/>
                                        <p:tgtEl>
                                          <p:spTgt spid="156675">
                                            <p:txEl>
                                              <p:pRg st="4" end="4"/>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56675">
                                            <p:txEl>
                                              <p:pRg st="5" end="5"/>
                                            </p:txEl>
                                          </p:spTgt>
                                        </p:tgtEl>
                                        <p:attrNameLst>
                                          <p:attrName>style.visibility</p:attrName>
                                        </p:attrNameLst>
                                      </p:cBhvr>
                                      <p:to>
                                        <p:strVal val="visible"/>
                                      </p:to>
                                    </p:set>
                                    <p:animEffect transition="in" filter="wipe(left)">
                                      <p:cBhvr>
                                        <p:cTn id="16" dur="500"/>
                                        <p:tgtEl>
                                          <p:spTgt spid="156675">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6675">
                                            <p:txEl>
                                              <p:pRg st="6" end="6"/>
                                            </p:txEl>
                                          </p:spTgt>
                                        </p:tgtEl>
                                        <p:attrNameLst>
                                          <p:attrName>style.visibility</p:attrName>
                                        </p:attrNameLst>
                                      </p:cBhvr>
                                      <p:to>
                                        <p:strVal val="visible"/>
                                      </p:to>
                                    </p:set>
                                    <p:animEffect transition="in" filter="wipe(left)">
                                      <p:cBhvr>
                                        <p:cTn id="21" dur="500"/>
                                        <p:tgtEl>
                                          <p:spTgt spid="156675">
                                            <p:txEl>
                                              <p:pRg st="6" end="6"/>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6675">
                                            <p:txEl>
                                              <p:pRg st="7" end="7"/>
                                            </p:txEl>
                                          </p:spTgt>
                                        </p:tgtEl>
                                        <p:attrNameLst>
                                          <p:attrName>style.visibility</p:attrName>
                                        </p:attrNameLst>
                                      </p:cBhvr>
                                      <p:to>
                                        <p:strVal val="visible"/>
                                      </p:to>
                                    </p:set>
                                    <p:animEffect transition="in" filter="wipe(left)">
                                      <p:cBhvr>
                                        <p:cTn id="26" dur="500"/>
                                        <p:tgtEl>
                                          <p:spTgt spid="156675">
                                            <p:txEl>
                                              <p:pRg st="7" end="7"/>
                                            </p:txEl>
                                          </p:spTgt>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56675">
                                            <p:txEl>
                                              <p:pRg st="8" end="8"/>
                                            </p:txEl>
                                          </p:spTgt>
                                        </p:tgtEl>
                                        <p:attrNameLst>
                                          <p:attrName>style.visibility</p:attrName>
                                        </p:attrNameLst>
                                      </p:cBhvr>
                                      <p:to>
                                        <p:strVal val="visible"/>
                                      </p:to>
                                    </p:set>
                                    <p:animEffect transition="in" filter="wipe(left)">
                                      <p:cBhvr>
                                        <p:cTn id="30" dur="500"/>
                                        <p:tgtEl>
                                          <p:spTgt spid="156675">
                                            <p:txEl>
                                              <p:pRg st="8" end="8"/>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6675">
                                            <p:txEl>
                                              <p:pRg st="9" end="9"/>
                                            </p:txEl>
                                          </p:spTgt>
                                        </p:tgtEl>
                                        <p:attrNameLst>
                                          <p:attrName>style.visibility</p:attrName>
                                        </p:attrNameLst>
                                      </p:cBhvr>
                                      <p:to>
                                        <p:strVal val="visible"/>
                                      </p:to>
                                    </p:set>
                                    <p:animEffect transition="in" filter="wipe(left)">
                                      <p:cBhvr>
                                        <p:cTn id="35" dur="500"/>
                                        <p:tgtEl>
                                          <p:spTgt spid="1566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9" name="Rectangle 3"/>
          <p:cNvSpPr>
            <a:spLocks noGrp="1" noChangeArrowheads="1"/>
          </p:cNvSpPr>
          <p:nvPr>
            <p:ph idx="1"/>
          </p:nvPr>
        </p:nvSpPr>
        <p:spPr>
          <a:xfrm>
            <a:off x="560388" y="2452688"/>
            <a:ext cx="9520237" cy="3486150"/>
          </a:xfrm>
        </p:spPr>
        <p:txBody>
          <a:bodyPr rtlCol="0">
            <a:noAutofit/>
          </a:bodyPr>
          <a:lstStyle/>
          <a:p>
            <a:pPr marL="377979" indent="-377979"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E</a:t>
            </a:r>
            <a:r>
              <a:rPr lang="en-US" altLang="zh-CN" sz="2646" dirty="0">
                <a:solidFill>
                  <a:schemeClr val="tx1">
                    <a:lumMod val="75000"/>
                    <a:lumOff val="25000"/>
                  </a:schemeClr>
                </a:solidFill>
                <a:latin typeface="+mn-lt"/>
                <a:sym typeface="Symbol" panose="05050102010706020507" pitchFamily="18" charset="2"/>
              </a:rPr>
              <a:t></a:t>
            </a:r>
            <a:r>
              <a:rPr lang="en-US" altLang="zh-CN" sz="2646" dirty="0">
                <a:solidFill>
                  <a:schemeClr val="tx1">
                    <a:lumMod val="75000"/>
                    <a:lumOff val="25000"/>
                  </a:schemeClr>
                </a:solidFill>
                <a:latin typeface="+mn-lt"/>
              </a:rPr>
              <a:t>id</a:t>
            </a:r>
            <a:r>
              <a:rPr lang="en-US" altLang="zh-CN" sz="2646" baseline="-30000" dirty="0">
                <a:solidFill>
                  <a:schemeClr val="tx1">
                    <a:lumMod val="75000"/>
                    <a:lumOff val="25000"/>
                  </a:schemeClr>
                </a:solidFill>
                <a:latin typeface="+mn-lt"/>
              </a:rPr>
              <a:t>1</a:t>
            </a:r>
            <a:r>
              <a:rPr lang="en-US" altLang="zh-CN" sz="2646" dirty="0">
                <a:solidFill>
                  <a:schemeClr val="tx1">
                    <a:lumMod val="75000"/>
                    <a:lumOff val="25000"/>
                  </a:schemeClr>
                </a:solidFill>
                <a:latin typeface="+mn-lt"/>
              </a:rPr>
              <a:t>  </a:t>
            </a:r>
            <a:r>
              <a:rPr lang="en-US" altLang="zh-CN" sz="2646" dirty="0" err="1">
                <a:solidFill>
                  <a:schemeClr val="tx1">
                    <a:lumMod val="75000"/>
                    <a:lumOff val="25000"/>
                  </a:schemeClr>
                </a:solidFill>
                <a:latin typeface="+mn-lt"/>
              </a:rPr>
              <a:t>relop</a:t>
            </a:r>
            <a:r>
              <a:rPr lang="en-US" altLang="zh-CN" sz="2646" dirty="0">
                <a:solidFill>
                  <a:schemeClr val="tx1">
                    <a:lumMod val="75000"/>
                    <a:lumOff val="25000"/>
                  </a:schemeClr>
                </a:solidFill>
                <a:latin typeface="+mn-lt"/>
              </a:rPr>
              <a:t> id</a:t>
            </a:r>
            <a:r>
              <a:rPr lang="en-US" altLang="zh-CN" sz="2646" baseline="-30000" dirty="0">
                <a:solidFill>
                  <a:schemeClr val="tx1">
                    <a:lumMod val="75000"/>
                    <a:lumOff val="25000"/>
                  </a:schemeClr>
                </a:solidFill>
                <a:latin typeface="+mn-lt"/>
              </a:rPr>
              <a:t>2</a:t>
            </a:r>
            <a:r>
              <a:rPr lang="en-US" altLang="zh-CN" sz="2646" dirty="0">
                <a:solidFill>
                  <a:schemeClr val="tx1">
                    <a:lumMod val="75000"/>
                    <a:lumOff val="25000"/>
                  </a:schemeClr>
                </a:solidFill>
                <a:latin typeface="+mn-lt"/>
              </a:rPr>
              <a:t> </a:t>
            </a:r>
          </a:p>
          <a:p>
            <a:pPr marL="377979" indent="-377979"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 </a:t>
            </a:r>
            <a:r>
              <a:rPr lang="en-US" altLang="zh-CN" sz="2646" dirty="0" err="1">
                <a:solidFill>
                  <a:schemeClr val="tx1">
                    <a:lumMod val="75000"/>
                    <a:lumOff val="25000"/>
                  </a:schemeClr>
                </a:solidFill>
                <a:latin typeface="+mn-lt"/>
              </a:rPr>
              <a:t>E.place</a:t>
            </a:r>
            <a:r>
              <a:rPr lang="en-US" altLang="zh-CN" sz="2646" dirty="0">
                <a:solidFill>
                  <a:schemeClr val="tx1">
                    <a:lumMod val="75000"/>
                    <a:lumOff val="25000"/>
                  </a:schemeClr>
                </a:solidFill>
                <a:latin typeface="+mn-lt"/>
              </a:rPr>
              <a:t>:=</a:t>
            </a:r>
            <a:r>
              <a:rPr lang="en-US" altLang="zh-CN" sz="2646" dirty="0" err="1">
                <a:solidFill>
                  <a:schemeClr val="tx1">
                    <a:lumMod val="75000"/>
                    <a:lumOff val="25000"/>
                  </a:schemeClr>
                </a:solidFill>
                <a:latin typeface="+mn-lt"/>
              </a:rPr>
              <a:t>newtemp</a:t>
            </a:r>
            <a:r>
              <a:rPr lang="en-US" altLang="zh-CN" sz="2646" dirty="0">
                <a:solidFill>
                  <a:schemeClr val="tx1">
                    <a:lumMod val="75000"/>
                    <a:lumOff val="25000"/>
                  </a:schemeClr>
                </a:solidFill>
                <a:latin typeface="+mn-lt"/>
              </a:rPr>
              <a:t>;</a:t>
            </a:r>
          </a:p>
          <a:p>
            <a:pPr marL="377979" indent="-377979" defTabSz="503972" eaLnBrk="1" fontAlgn="auto" hangingPunct="1">
              <a:spcBef>
                <a:spcPts val="0"/>
              </a:spcBef>
              <a:spcAft>
                <a:spcPts val="0"/>
              </a:spcAft>
              <a:buFont typeface="Wingdings 3" charset="2"/>
              <a:buNone/>
              <a:defRPr/>
            </a:pPr>
            <a:r>
              <a:rPr lang="en-US" altLang="zh-CN" sz="2646" dirty="0">
                <a:solidFill>
                  <a:srgbClr val="FF3300"/>
                </a:solidFill>
                <a:latin typeface="+mn-lt"/>
              </a:rPr>
              <a:t>			  emit(‘if’  id</a:t>
            </a:r>
            <a:r>
              <a:rPr lang="en-US" altLang="zh-CN" sz="2646" baseline="-30000" dirty="0">
                <a:solidFill>
                  <a:srgbClr val="FF3300"/>
                </a:solidFill>
                <a:latin typeface="+mn-lt"/>
              </a:rPr>
              <a:t>1</a:t>
            </a:r>
            <a:r>
              <a:rPr lang="en-US" altLang="zh-CN" sz="2646" dirty="0">
                <a:solidFill>
                  <a:srgbClr val="FF3300"/>
                </a:solidFill>
                <a:latin typeface="+mn-lt"/>
              </a:rPr>
              <a:t>.place  </a:t>
            </a:r>
            <a:r>
              <a:rPr lang="en-US" altLang="zh-CN" sz="2646" dirty="0" err="1">
                <a:solidFill>
                  <a:srgbClr val="FF3300"/>
                </a:solidFill>
                <a:latin typeface="+mn-lt"/>
              </a:rPr>
              <a:t>relop.op</a:t>
            </a:r>
            <a:r>
              <a:rPr lang="en-US" altLang="zh-CN" sz="2646" dirty="0">
                <a:solidFill>
                  <a:srgbClr val="FF3300"/>
                </a:solidFill>
                <a:latin typeface="+mn-lt"/>
              </a:rPr>
              <a:t>  id</a:t>
            </a:r>
            <a:r>
              <a:rPr lang="en-US" altLang="zh-CN" sz="2646" baseline="-30000" dirty="0">
                <a:solidFill>
                  <a:srgbClr val="FF3300"/>
                </a:solidFill>
                <a:latin typeface="+mn-lt"/>
              </a:rPr>
              <a:t>2</a:t>
            </a:r>
            <a:r>
              <a:rPr lang="en-US" altLang="zh-CN" sz="2646" dirty="0">
                <a:solidFill>
                  <a:srgbClr val="FF3300"/>
                </a:solidFill>
                <a:latin typeface="+mn-lt"/>
              </a:rPr>
              <a:t>.place ‘</a:t>
            </a:r>
            <a:r>
              <a:rPr lang="en-US" altLang="zh-CN" sz="2646" dirty="0" err="1">
                <a:solidFill>
                  <a:srgbClr val="FF3300"/>
                </a:solidFill>
                <a:latin typeface="+mn-lt"/>
              </a:rPr>
              <a:t>goto</a:t>
            </a:r>
            <a:r>
              <a:rPr lang="en-US" altLang="zh-CN" sz="2646" dirty="0">
                <a:solidFill>
                  <a:srgbClr val="FF3300"/>
                </a:solidFill>
                <a:latin typeface="+mn-lt"/>
              </a:rPr>
              <a:t>’ nextstat+3);</a:t>
            </a:r>
          </a:p>
          <a:p>
            <a:pPr marL="377979" indent="-377979" defTabSz="503972" eaLnBrk="1" fontAlgn="auto" hangingPunct="1">
              <a:spcBef>
                <a:spcPts val="0"/>
              </a:spcBef>
              <a:spcAft>
                <a:spcPts val="0"/>
              </a:spcAft>
              <a:buFont typeface="Wingdings 3" charset="2"/>
              <a:buNone/>
              <a:defRPr/>
            </a:pPr>
            <a:r>
              <a:rPr lang="en-US" altLang="zh-CN" sz="2646" dirty="0">
                <a:solidFill>
                  <a:srgbClr val="0000FF"/>
                </a:solidFill>
                <a:latin typeface="+mn-lt"/>
              </a:rPr>
              <a:t>			  emit(</a:t>
            </a:r>
            <a:r>
              <a:rPr lang="en-US" altLang="zh-CN" sz="2646" dirty="0" err="1">
                <a:solidFill>
                  <a:srgbClr val="0000FF"/>
                </a:solidFill>
                <a:latin typeface="+mn-lt"/>
              </a:rPr>
              <a:t>E.place</a:t>
            </a:r>
            <a:r>
              <a:rPr lang="en-US" altLang="zh-CN" sz="2646" dirty="0">
                <a:solidFill>
                  <a:srgbClr val="0000FF"/>
                </a:solidFill>
                <a:latin typeface="+mn-lt"/>
              </a:rPr>
              <a:t> ‘:=’ ‘0’);</a:t>
            </a:r>
          </a:p>
          <a:p>
            <a:pPr marL="377979" indent="-377979" defTabSz="503972" eaLnBrk="1" fontAlgn="auto" hangingPunct="1">
              <a:spcBef>
                <a:spcPts val="0"/>
              </a:spcBef>
              <a:spcAft>
                <a:spcPts val="0"/>
              </a:spcAft>
              <a:buFont typeface="Wingdings 3" charset="2"/>
              <a:buNone/>
              <a:defRPr/>
            </a:pPr>
            <a:r>
              <a:rPr lang="en-US" altLang="zh-CN" sz="2646" dirty="0">
                <a:solidFill>
                  <a:srgbClr val="CC00CC"/>
                </a:solidFill>
                <a:latin typeface="+mn-lt"/>
              </a:rPr>
              <a:t>			  emit(‘</a:t>
            </a:r>
            <a:r>
              <a:rPr lang="en-US" altLang="zh-CN" sz="2646" dirty="0" err="1">
                <a:solidFill>
                  <a:srgbClr val="CC00CC"/>
                </a:solidFill>
                <a:latin typeface="+mn-lt"/>
              </a:rPr>
              <a:t>goto</a:t>
            </a:r>
            <a:r>
              <a:rPr lang="en-US" altLang="zh-CN" sz="2646" dirty="0">
                <a:solidFill>
                  <a:srgbClr val="CC00CC"/>
                </a:solidFill>
                <a:latin typeface="+mn-lt"/>
              </a:rPr>
              <a:t>’ nextstat+2);</a:t>
            </a:r>
          </a:p>
          <a:p>
            <a:pPr marL="377979" indent="-377979" defTabSz="503972" eaLnBrk="1" fontAlgn="auto" hangingPunct="1">
              <a:spcBef>
                <a:spcPts val="0"/>
              </a:spcBef>
              <a:spcAft>
                <a:spcPts val="0"/>
              </a:spcAft>
              <a:buFont typeface="Wingdings 3" charset="2"/>
              <a:buNone/>
              <a:defRPr/>
            </a:pPr>
            <a:r>
              <a:rPr lang="en-US" altLang="zh-CN" sz="2646" dirty="0">
                <a:solidFill>
                  <a:srgbClr val="008000"/>
                </a:solidFill>
                <a:latin typeface="+mn-lt"/>
              </a:rPr>
              <a:t>			  emit(</a:t>
            </a:r>
            <a:r>
              <a:rPr lang="en-US" altLang="zh-CN" sz="2646" dirty="0" err="1">
                <a:solidFill>
                  <a:srgbClr val="008000"/>
                </a:solidFill>
                <a:latin typeface="+mn-lt"/>
              </a:rPr>
              <a:t>E.place</a:t>
            </a:r>
            <a:r>
              <a:rPr lang="en-US" altLang="zh-CN" sz="2646" dirty="0">
                <a:solidFill>
                  <a:srgbClr val="008000"/>
                </a:solidFill>
                <a:latin typeface="+mn-lt"/>
              </a:rPr>
              <a:t>‘:=’ ‘1’)</a:t>
            </a:r>
            <a:r>
              <a:rPr lang="en-US" altLang="zh-CN" sz="2646" dirty="0">
                <a:solidFill>
                  <a:schemeClr val="tx1">
                    <a:lumMod val="75000"/>
                    <a:lumOff val="25000"/>
                  </a:schemeClr>
                </a:solidFill>
                <a:latin typeface="+mn-lt"/>
              </a:rPr>
              <a:t> }</a:t>
            </a:r>
          </a:p>
          <a:p>
            <a:pPr marL="377979" indent="-377979" defTabSz="503972" eaLnBrk="1" fontAlgn="auto" hangingPunct="1">
              <a:spcBef>
                <a:spcPts val="992"/>
              </a:spcBef>
              <a:spcAft>
                <a:spcPts val="0"/>
              </a:spcAft>
              <a:buFont typeface="Wingdings 3" charset="2"/>
              <a:buNone/>
              <a:defRPr/>
            </a:pPr>
            <a:r>
              <a:rPr lang="en-US" altLang="zh-CN" sz="2646" dirty="0" err="1">
                <a:solidFill>
                  <a:schemeClr val="tx1">
                    <a:lumMod val="75000"/>
                    <a:lumOff val="25000"/>
                  </a:schemeClr>
                </a:solidFill>
                <a:latin typeface="+mn-lt"/>
              </a:rPr>
              <a:t>E→id</a:t>
            </a:r>
            <a:r>
              <a:rPr lang="en-US" altLang="zh-CN" sz="2646" dirty="0">
                <a:solidFill>
                  <a:schemeClr val="tx1">
                    <a:lumMod val="75000"/>
                    <a:lumOff val="25000"/>
                  </a:schemeClr>
                </a:solidFill>
                <a:latin typeface="+mn-lt"/>
              </a:rPr>
              <a:t> </a:t>
            </a:r>
          </a:p>
          <a:p>
            <a:pPr marL="377979" indent="-377979"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latin typeface="+mn-lt"/>
              </a:rPr>
              <a:t>			{ </a:t>
            </a:r>
            <a:r>
              <a:rPr lang="en-US" altLang="zh-CN" sz="2646" dirty="0" err="1">
                <a:solidFill>
                  <a:schemeClr val="tx1">
                    <a:lumMod val="75000"/>
                    <a:lumOff val="25000"/>
                  </a:schemeClr>
                </a:solidFill>
                <a:latin typeface="+mn-lt"/>
              </a:rPr>
              <a:t>E.place</a:t>
            </a:r>
            <a:r>
              <a:rPr lang="en-US" altLang="zh-CN" sz="2646" dirty="0">
                <a:solidFill>
                  <a:schemeClr val="tx1">
                    <a:lumMod val="75000"/>
                    <a:lumOff val="25000"/>
                  </a:schemeClr>
                </a:solidFill>
                <a:latin typeface="+mn-lt"/>
              </a:rPr>
              <a:t>:=</a:t>
            </a:r>
            <a:r>
              <a:rPr lang="en-US" altLang="zh-CN" sz="2646" dirty="0" err="1">
                <a:solidFill>
                  <a:schemeClr val="tx1">
                    <a:lumMod val="75000"/>
                    <a:lumOff val="25000"/>
                  </a:schemeClr>
                </a:solidFill>
                <a:latin typeface="+mn-lt"/>
              </a:rPr>
              <a:t>id.place</a:t>
            </a:r>
            <a:r>
              <a:rPr lang="en-US" altLang="zh-CN" sz="2646" dirty="0">
                <a:solidFill>
                  <a:schemeClr val="tx1">
                    <a:lumMod val="75000"/>
                    <a:lumOff val="25000"/>
                  </a:schemeClr>
                </a:solidFill>
                <a:latin typeface="+mn-lt"/>
              </a:rPr>
              <a:t> }</a:t>
            </a:r>
            <a:endParaRPr lang="zh-CN" altLang="en-US" sz="2646" dirty="0">
              <a:solidFill>
                <a:schemeClr val="tx1">
                  <a:lumMod val="75000"/>
                  <a:lumOff val="25000"/>
                </a:schemeClr>
              </a:solidFill>
              <a:latin typeface="+mn-lt"/>
            </a:endParaRPr>
          </a:p>
        </p:txBody>
      </p:sp>
      <p:sp>
        <p:nvSpPr>
          <p:cNvPr id="157700" name="Text Box 4"/>
          <p:cNvSpPr txBox="1">
            <a:spLocks noChangeArrowheads="1"/>
          </p:cNvSpPr>
          <p:nvPr/>
        </p:nvSpPr>
        <p:spPr bwMode="auto">
          <a:xfrm>
            <a:off x="6288088" y="4789488"/>
            <a:ext cx="3489325" cy="2290762"/>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1007943" lvl="2" indent="0" defTabSz="503972" eaLnBrk="1" fontAlgn="auto" hangingPunct="1">
              <a:lnSpc>
                <a:spcPct val="90000"/>
              </a:lnSpc>
              <a:spcBef>
                <a:spcPct val="0"/>
              </a:spcBef>
              <a:spcAft>
                <a:spcPts val="0"/>
              </a:spcAft>
              <a:buClrTx/>
              <a:buSzTx/>
              <a:buFont typeface="Wingdings" panose="05000000000000000000" pitchFamily="2" charset="2"/>
              <a:buNone/>
              <a:defRPr/>
            </a:pPr>
            <a:r>
              <a:rPr lang="en-US" altLang="zh-CN" sz="2646" dirty="0">
                <a:solidFill>
                  <a:prstClr val="black"/>
                </a:solidFill>
                <a:latin typeface="微软雅黑" panose="020B0503020204020204" pitchFamily="34" charset="-122"/>
              </a:rPr>
              <a:t>a&lt;b </a:t>
            </a:r>
            <a:r>
              <a:rPr lang="zh-CN" altLang="en-US" sz="2646" dirty="0">
                <a:solidFill>
                  <a:prstClr val="black"/>
                </a:solidFill>
                <a:latin typeface="微软雅黑" panose="020B0503020204020204" pitchFamily="34" charset="-122"/>
              </a:rPr>
              <a:t>翻译成</a:t>
            </a:r>
          </a:p>
          <a:p>
            <a:pPr defTabSz="503972" eaLnBrk="1" fontAlgn="auto" hangingPunct="1">
              <a:lnSpc>
                <a:spcPct val="90000"/>
              </a:lnSpc>
              <a:spcBef>
                <a:spcPct val="0"/>
              </a:spcBef>
              <a:spcAft>
                <a:spcPts val="0"/>
              </a:spcAft>
              <a:buClrTx/>
              <a:buSzTx/>
              <a:buFont typeface="Wingdings" panose="05000000000000000000" pitchFamily="2" charset="2"/>
              <a:buNone/>
              <a:defRPr/>
            </a:pPr>
            <a:r>
              <a:rPr lang="zh-CN" altLang="en-US" sz="2646" dirty="0">
                <a:solidFill>
                  <a:srgbClr val="FF3300"/>
                </a:solidFill>
                <a:ea typeface="宋体" panose="02010600030101010101" pitchFamily="2" charset="-122"/>
              </a:rPr>
              <a:t>100:	</a:t>
            </a:r>
            <a:r>
              <a:rPr lang="en-US" altLang="zh-CN" sz="2646" dirty="0">
                <a:solidFill>
                  <a:srgbClr val="FF3300"/>
                </a:solidFill>
                <a:ea typeface="宋体" panose="02010600030101010101" pitchFamily="2" charset="-122"/>
              </a:rPr>
              <a:t>if a&lt;b </a:t>
            </a:r>
            <a:r>
              <a:rPr lang="en-US" altLang="zh-CN" sz="2646" dirty="0" err="1">
                <a:solidFill>
                  <a:srgbClr val="FF3300"/>
                </a:solidFill>
                <a:ea typeface="宋体" panose="02010600030101010101" pitchFamily="2" charset="-122"/>
              </a:rPr>
              <a:t>goto</a:t>
            </a:r>
            <a:r>
              <a:rPr lang="en-US" altLang="zh-CN" sz="2646" dirty="0">
                <a:solidFill>
                  <a:srgbClr val="FF3300"/>
                </a:solidFill>
                <a:ea typeface="宋体" panose="02010600030101010101" pitchFamily="2" charset="-122"/>
              </a:rPr>
              <a:t> 103</a:t>
            </a:r>
          </a:p>
          <a:p>
            <a:pPr defTabSz="503972" eaLnBrk="1" fontAlgn="auto" hangingPunct="1">
              <a:lnSpc>
                <a:spcPct val="90000"/>
              </a:lnSpc>
              <a:spcBef>
                <a:spcPct val="0"/>
              </a:spcBef>
              <a:spcAft>
                <a:spcPts val="0"/>
              </a:spcAft>
              <a:buClrTx/>
              <a:buSzTx/>
              <a:buFont typeface="Wingdings" panose="05000000000000000000" pitchFamily="2" charset="2"/>
              <a:buNone/>
              <a:defRPr/>
            </a:pPr>
            <a:r>
              <a:rPr lang="en-US" altLang="zh-CN" sz="2646" dirty="0">
                <a:solidFill>
                  <a:srgbClr val="0000FF"/>
                </a:solidFill>
                <a:ea typeface="宋体" panose="02010600030101010101" pitchFamily="2" charset="-122"/>
              </a:rPr>
              <a:t>101:	T:=0</a:t>
            </a:r>
          </a:p>
          <a:p>
            <a:pPr defTabSz="503972" eaLnBrk="1" fontAlgn="auto" hangingPunct="1">
              <a:lnSpc>
                <a:spcPct val="90000"/>
              </a:lnSpc>
              <a:spcBef>
                <a:spcPct val="0"/>
              </a:spcBef>
              <a:spcAft>
                <a:spcPts val="0"/>
              </a:spcAft>
              <a:buClrTx/>
              <a:buSzTx/>
              <a:buFont typeface="Wingdings" panose="05000000000000000000" pitchFamily="2" charset="2"/>
              <a:buNone/>
              <a:defRPr/>
            </a:pPr>
            <a:r>
              <a:rPr lang="en-US" altLang="zh-CN" sz="2646" dirty="0">
                <a:solidFill>
                  <a:srgbClr val="CC00CC"/>
                </a:solidFill>
                <a:ea typeface="宋体" panose="02010600030101010101" pitchFamily="2" charset="-122"/>
              </a:rPr>
              <a:t>102:	</a:t>
            </a:r>
            <a:r>
              <a:rPr lang="en-US" altLang="zh-CN" sz="2646" dirty="0" err="1">
                <a:solidFill>
                  <a:srgbClr val="CC00CC"/>
                </a:solidFill>
                <a:ea typeface="宋体" panose="02010600030101010101" pitchFamily="2" charset="-122"/>
              </a:rPr>
              <a:t>goto</a:t>
            </a:r>
            <a:r>
              <a:rPr lang="en-US" altLang="zh-CN" sz="2646" dirty="0">
                <a:solidFill>
                  <a:srgbClr val="CC00CC"/>
                </a:solidFill>
                <a:ea typeface="宋体" panose="02010600030101010101" pitchFamily="2" charset="-122"/>
              </a:rPr>
              <a:t> 104</a:t>
            </a:r>
          </a:p>
          <a:p>
            <a:pPr defTabSz="503972" eaLnBrk="1" fontAlgn="auto" hangingPunct="1">
              <a:lnSpc>
                <a:spcPct val="90000"/>
              </a:lnSpc>
              <a:spcBef>
                <a:spcPct val="0"/>
              </a:spcBef>
              <a:spcAft>
                <a:spcPts val="0"/>
              </a:spcAft>
              <a:buClrTx/>
              <a:buSzTx/>
              <a:buFont typeface="Wingdings" panose="05000000000000000000" pitchFamily="2" charset="2"/>
              <a:buNone/>
              <a:defRPr/>
            </a:pPr>
            <a:r>
              <a:rPr lang="en-US" altLang="zh-CN" sz="2646" dirty="0">
                <a:solidFill>
                  <a:srgbClr val="008000"/>
                </a:solidFill>
                <a:ea typeface="宋体" panose="02010600030101010101" pitchFamily="2" charset="-122"/>
              </a:rPr>
              <a:t>103:	T:=1</a:t>
            </a:r>
          </a:p>
          <a:p>
            <a:pPr defTabSz="503972" eaLnBrk="1" fontAlgn="auto" hangingPunct="1">
              <a:lnSpc>
                <a:spcPct val="90000"/>
              </a:lnSpc>
              <a:spcBef>
                <a:spcPct val="0"/>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104:</a:t>
            </a:r>
            <a:endParaRPr lang="en-GB" altLang="zh-CN" sz="2646" dirty="0">
              <a:solidFill>
                <a:prstClr val="black"/>
              </a:solidFill>
              <a:ea typeface="宋体" panose="02010600030101010101" pitchFamily="2" charset="-122"/>
            </a:endParaRPr>
          </a:p>
        </p:txBody>
      </p:sp>
      <p:sp>
        <p:nvSpPr>
          <p:cNvPr id="6" name="Rectangle 2"/>
          <p:cNvSpPr>
            <a:spLocks noGrp="1" noChangeArrowheads="1"/>
          </p:cNvSpPr>
          <p:nvPr>
            <p:ph type="title"/>
          </p:nvPr>
        </p:nvSpPr>
        <p:spPr>
          <a:xfrm>
            <a:off x="388938" y="400050"/>
            <a:ext cx="9691687" cy="1460500"/>
          </a:xfrm>
        </p:spPr>
        <p:txBody>
          <a:bodyPr rtlCol="0">
            <a:normAutofit/>
          </a:bodyPr>
          <a:lstStyle/>
          <a:p>
            <a:pPr defTabSz="503972" eaLnBrk="1" fontAlgn="auto" hangingPunct="1">
              <a:spcAft>
                <a:spcPts val="0"/>
              </a:spcAft>
              <a:defRPr/>
            </a:pPr>
            <a:r>
              <a:rPr lang="zh-CN" altLang="en-US" dirty="0"/>
              <a:t> 关于布尔表达式的数值表示法的翻译模式 </a:t>
            </a:r>
          </a:p>
        </p:txBody>
      </p:sp>
      <p:sp>
        <p:nvSpPr>
          <p:cNvPr id="2" name="灯片编号占位符 1">
            <a:extLst>
              <a:ext uri="{FF2B5EF4-FFF2-40B4-BE49-F238E27FC236}">
                <a16:creationId xmlns:a16="http://schemas.microsoft.com/office/drawing/2014/main" id="{D8301707-0266-1C2C-98FD-8FE71DDDDB8D}"/>
              </a:ext>
            </a:extLst>
          </p:cNvPr>
          <p:cNvSpPr>
            <a:spLocks noGrp="1"/>
          </p:cNvSpPr>
          <p:nvPr>
            <p:ph type="sldNum" sz="quarter" idx="12"/>
          </p:nvPr>
        </p:nvSpPr>
        <p:spPr/>
        <p:txBody>
          <a:bodyPr/>
          <a:lstStyle/>
          <a:p>
            <a:pPr>
              <a:defRPr/>
            </a:pPr>
            <a:fld id="{34D770F9-6874-436D-B2CF-845083506424}" type="slidenum">
              <a:rPr lang="en-US" smtClean="0"/>
              <a:pPr>
                <a:defRPr/>
              </a:pPr>
              <a:t>84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left)">
                                      <p:cBhvr>
                                        <p:cTn id="7" dur="500"/>
                                        <p:tgtEl>
                                          <p:spTgt spid="157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700"/>
                                        </p:tgtEl>
                                        <p:attrNameLst>
                                          <p:attrName>style.visibility</p:attrName>
                                        </p:attrNameLst>
                                      </p:cBhvr>
                                      <p:to>
                                        <p:strVal val="visible"/>
                                      </p:to>
                                    </p:set>
                                    <p:animEffect transition="in" filter="wipe(left)">
                                      <p:cBhvr>
                                        <p:cTn id="12" dur="500"/>
                                        <p:tgtEl>
                                          <p:spTgt spid="1577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7699">
                                            <p:txEl>
                                              <p:pRg st="1" end="1"/>
                                            </p:txEl>
                                          </p:spTgt>
                                        </p:tgtEl>
                                        <p:attrNameLst>
                                          <p:attrName>style.visibility</p:attrName>
                                        </p:attrNameLst>
                                      </p:cBhvr>
                                      <p:to>
                                        <p:strVal val="visible"/>
                                      </p:to>
                                    </p:set>
                                    <p:animEffect transition="in" filter="wipe(left)">
                                      <p:cBhvr>
                                        <p:cTn id="17" dur="500"/>
                                        <p:tgtEl>
                                          <p:spTgt spid="15769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7699">
                                            <p:txEl>
                                              <p:pRg st="2" end="2"/>
                                            </p:txEl>
                                          </p:spTgt>
                                        </p:tgtEl>
                                        <p:attrNameLst>
                                          <p:attrName>style.visibility</p:attrName>
                                        </p:attrNameLst>
                                      </p:cBhvr>
                                      <p:to>
                                        <p:strVal val="visible"/>
                                      </p:to>
                                    </p:set>
                                    <p:animEffect transition="in" filter="wipe(left)">
                                      <p:cBhvr>
                                        <p:cTn id="22" dur="500"/>
                                        <p:tgtEl>
                                          <p:spTgt spid="15769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7699">
                                            <p:txEl>
                                              <p:pRg st="3" end="3"/>
                                            </p:txEl>
                                          </p:spTgt>
                                        </p:tgtEl>
                                        <p:attrNameLst>
                                          <p:attrName>style.visibility</p:attrName>
                                        </p:attrNameLst>
                                      </p:cBhvr>
                                      <p:to>
                                        <p:strVal val="visible"/>
                                      </p:to>
                                    </p:set>
                                    <p:animEffect transition="in" filter="wipe(left)">
                                      <p:cBhvr>
                                        <p:cTn id="27" dur="500"/>
                                        <p:tgtEl>
                                          <p:spTgt spid="15769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7699">
                                            <p:txEl>
                                              <p:pRg st="4" end="4"/>
                                            </p:txEl>
                                          </p:spTgt>
                                        </p:tgtEl>
                                        <p:attrNameLst>
                                          <p:attrName>style.visibility</p:attrName>
                                        </p:attrNameLst>
                                      </p:cBhvr>
                                      <p:to>
                                        <p:strVal val="visible"/>
                                      </p:to>
                                    </p:set>
                                    <p:animEffect transition="in" filter="wipe(left)">
                                      <p:cBhvr>
                                        <p:cTn id="32" dur="500"/>
                                        <p:tgtEl>
                                          <p:spTgt spid="15769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7699">
                                            <p:txEl>
                                              <p:pRg st="5" end="5"/>
                                            </p:txEl>
                                          </p:spTgt>
                                        </p:tgtEl>
                                        <p:attrNameLst>
                                          <p:attrName>style.visibility</p:attrName>
                                        </p:attrNameLst>
                                      </p:cBhvr>
                                      <p:to>
                                        <p:strVal val="visible"/>
                                      </p:to>
                                    </p:set>
                                    <p:animEffect transition="in" filter="wipe(left)">
                                      <p:cBhvr>
                                        <p:cTn id="37" dur="500"/>
                                        <p:tgtEl>
                                          <p:spTgt spid="15769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7699">
                                            <p:txEl>
                                              <p:pRg st="6" end="6"/>
                                            </p:txEl>
                                          </p:spTgt>
                                        </p:tgtEl>
                                        <p:attrNameLst>
                                          <p:attrName>style.visibility</p:attrName>
                                        </p:attrNameLst>
                                      </p:cBhvr>
                                      <p:to>
                                        <p:strVal val="visible"/>
                                      </p:to>
                                    </p:set>
                                    <p:animEffect transition="in" filter="wipe(left)">
                                      <p:cBhvr>
                                        <p:cTn id="42" dur="500"/>
                                        <p:tgtEl>
                                          <p:spTgt spid="157699">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7699">
                                            <p:txEl>
                                              <p:pRg st="7" end="7"/>
                                            </p:txEl>
                                          </p:spTgt>
                                        </p:tgtEl>
                                        <p:attrNameLst>
                                          <p:attrName>style.visibility</p:attrName>
                                        </p:attrNameLst>
                                      </p:cBhvr>
                                      <p:to>
                                        <p:strVal val="visible"/>
                                      </p:to>
                                    </p:set>
                                    <p:animEffect transition="in" filter="wipe(left)">
                                      <p:cBhvr>
                                        <p:cTn id="47" dur="500"/>
                                        <p:tgtEl>
                                          <p:spTgt spid="1576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P spid="157700"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a:xfrm>
            <a:off x="241300" y="400050"/>
            <a:ext cx="9598025" cy="1460500"/>
          </a:xfrm>
        </p:spPr>
        <p:txBody>
          <a:bodyPr rtlCol="0">
            <a:normAutofit/>
          </a:bodyPr>
          <a:lstStyle/>
          <a:p>
            <a:pPr defTabSz="503972" eaLnBrk="1" fontAlgn="auto" hangingPunct="1">
              <a:spcAft>
                <a:spcPts val="0"/>
              </a:spcAft>
              <a:defRPr/>
            </a:pPr>
            <a:r>
              <a:rPr lang="zh-CN" altLang="en-US" dirty="0"/>
              <a:t>布尔表达式</a:t>
            </a:r>
            <a:r>
              <a:rPr lang="en-US" altLang="zh-CN" sz="3527" dirty="0">
                <a:solidFill>
                  <a:srgbClr val="FF3300"/>
                </a:solidFill>
              </a:rPr>
              <a:t>a&lt;b</a:t>
            </a:r>
            <a:r>
              <a:rPr lang="en-US" altLang="zh-CN" sz="3527" dirty="0"/>
              <a:t> or </a:t>
            </a:r>
            <a:r>
              <a:rPr lang="en-US" altLang="zh-CN" sz="3527" dirty="0">
                <a:solidFill>
                  <a:srgbClr val="009644"/>
                </a:solidFill>
              </a:rPr>
              <a:t>c&lt;d</a:t>
            </a:r>
            <a:r>
              <a:rPr lang="en-US" altLang="zh-CN" sz="3527" dirty="0"/>
              <a:t> and </a:t>
            </a:r>
            <a:r>
              <a:rPr lang="en-US" altLang="zh-CN" sz="3527" dirty="0">
                <a:solidFill>
                  <a:srgbClr val="CC00CC"/>
                </a:solidFill>
              </a:rPr>
              <a:t>e&lt;f</a:t>
            </a:r>
            <a:r>
              <a:rPr lang="zh-CN" altLang="en-US" dirty="0"/>
              <a:t>的翻译结果 </a:t>
            </a:r>
          </a:p>
        </p:txBody>
      </p:sp>
      <p:sp>
        <p:nvSpPr>
          <p:cNvPr id="204803" name="Rectangle 3"/>
          <p:cNvSpPr>
            <a:spLocks noGrp="1" noChangeArrowheads="1"/>
          </p:cNvSpPr>
          <p:nvPr>
            <p:ph idx="1"/>
          </p:nvPr>
        </p:nvSpPr>
        <p:spPr>
          <a:xfrm>
            <a:off x="241300" y="1719263"/>
            <a:ext cx="3917950" cy="4305300"/>
          </a:xfrm>
        </p:spPr>
        <p:txBody>
          <a:bodyPr rtlCol="0">
            <a:noAutofit/>
          </a:bodyPr>
          <a:lstStyle/>
          <a:p>
            <a:pPr marL="377979" indent="-377979" defTabSz="503972" eaLnBrk="1" fontAlgn="auto" hangingPunct="1">
              <a:spcBef>
                <a:spcPts val="0"/>
              </a:spcBef>
              <a:spcAft>
                <a:spcPts val="0"/>
              </a:spcAft>
              <a:buFont typeface="Wingdings 3" charset="2"/>
              <a:buNone/>
              <a:defRPr/>
            </a:pPr>
            <a:r>
              <a:rPr lang="zh-CN" altLang="en-US" sz="2646" dirty="0">
                <a:solidFill>
                  <a:srgbClr val="FF3300"/>
                </a:solidFill>
              </a:rPr>
              <a:t>100:	</a:t>
            </a:r>
            <a:r>
              <a:rPr lang="en-US" altLang="zh-CN" sz="2646" dirty="0">
                <a:solidFill>
                  <a:srgbClr val="FF3300"/>
                </a:solidFill>
              </a:rPr>
              <a:t>if a&lt;b </a:t>
            </a:r>
            <a:r>
              <a:rPr lang="en-US" altLang="zh-CN" sz="2646" dirty="0" err="1">
                <a:solidFill>
                  <a:srgbClr val="FF3300"/>
                </a:solidFill>
              </a:rPr>
              <a:t>goto</a:t>
            </a:r>
            <a:r>
              <a:rPr lang="en-US" altLang="zh-CN" sz="2646" dirty="0">
                <a:solidFill>
                  <a:srgbClr val="FF3300"/>
                </a:solidFill>
              </a:rPr>
              <a:t> 103</a:t>
            </a:r>
          </a:p>
          <a:p>
            <a:pPr marL="377979" indent="-377979" defTabSz="503972" eaLnBrk="1" fontAlgn="auto" hangingPunct="1">
              <a:spcBef>
                <a:spcPts val="0"/>
              </a:spcBef>
              <a:spcAft>
                <a:spcPts val="0"/>
              </a:spcAft>
              <a:buFont typeface="Wingdings 3" charset="2"/>
              <a:buNone/>
              <a:defRPr/>
            </a:pPr>
            <a:r>
              <a:rPr lang="en-US" altLang="zh-CN" sz="2646" dirty="0">
                <a:solidFill>
                  <a:srgbClr val="FF3300"/>
                </a:solidFill>
              </a:rPr>
              <a:t>101:	T</a:t>
            </a:r>
            <a:r>
              <a:rPr lang="en-US" altLang="zh-CN" sz="2646" baseline="-30000" dirty="0">
                <a:solidFill>
                  <a:srgbClr val="FF3300"/>
                </a:solidFill>
              </a:rPr>
              <a:t>1</a:t>
            </a:r>
            <a:r>
              <a:rPr lang="en-US" altLang="zh-CN" sz="2646" dirty="0">
                <a:solidFill>
                  <a:srgbClr val="FF3300"/>
                </a:solidFill>
              </a:rPr>
              <a:t>:=0	</a:t>
            </a:r>
          </a:p>
          <a:p>
            <a:pPr marL="377979" indent="-377979" defTabSz="503972" eaLnBrk="1" fontAlgn="auto" hangingPunct="1">
              <a:spcBef>
                <a:spcPts val="0"/>
              </a:spcBef>
              <a:spcAft>
                <a:spcPts val="0"/>
              </a:spcAft>
              <a:buFont typeface="Wingdings 3" charset="2"/>
              <a:buNone/>
              <a:defRPr/>
            </a:pPr>
            <a:r>
              <a:rPr lang="en-US" altLang="zh-CN" sz="2646" dirty="0">
                <a:solidFill>
                  <a:srgbClr val="FF3300"/>
                </a:solidFill>
              </a:rPr>
              <a:t>102:	</a:t>
            </a:r>
            <a:r>
              <a:rPr lang="en-US" altLang="zh-CN" sz="2646" dirty="0" err="1">
                <a:solidFill>
                  <a:srgbClr val="FF3300"/>
                </a:solidFill>
              </a:rPr>
              <a:t>goto</a:t>
            </a:r>
            <a:r>
              <a:rPr lang="en-US" altLang="zh-CN" sz="2646" dirty="0">
                <a:solidFill>
                  <a:srgbClr val="FF3300"/>
                </a:solidFill>
              </a:rPr>
              <a:t> 104</a:t>
            </a:r>
          </a:p>
          <a:p>
            <a:pPr marL="377979" indent="-377979" defTabSz="503972" eaLnBrk="1" fontAlgn="auto" hangingPunct="1">
              <a:spcBef>
                <a:spcPts val="0"/>
              </a:spcBef>
              <a:spcAft>
                <a:spcPts val="0"/>
              </a:spcAft>
              <a:buFont typeface="Wingdings 3" charset="2"/>
              <a:buNone/>
              <a:defRPr/>
            </a:pPr>
            <a:r>
              <a:rPr lang="en-US" altLang="zh-CN" sz="2646" dirty="0">
                <a:solidFill>
                  <a:srgbClr val="FF3300"/>
                </a:solidFill>
              </a:rPr>
              <a:t>103:	T</a:t>
            </a:r>
            <a:r>
              <a:rPr lang="en-US" altLang="zh-CN" sz="2646" baseline="-30000" dirty="0">
                <a:solidFill>
                  <a:srgbClr val="FF3300"/>
                </a:solidFill>
              </a:rPr>
              <a:t>1</a:t>
            </a:r>
            <a:r>
              <a:rPr lang="en-US" altLang="zh-CN" sz="2646" dirty="0">
                <a:solidFill>
                  <a:srgbClr val="FF3300"/>
                </a:solidFill>
              </a:rPr>
              <a:t>:=1</a:t>
            </a:r>
          </a:p>
          <a:p>
            <a:pPr marL="377979" indent="-377979" defTabSz="503972" eaLnBrk="1" fontAlgn="auto" hangingPunct="1">
              <a:spcBef>
                <a:spcPts val="0"/>
              </a:spcBef>
              <a:spcAft>
                <a:spcPts val="0"/>
              </a:spcAft>
              <a:buFont typeface="Wingdings 3" charset="2"/>
              <a:buNone/>
              <a:defRPr/>
            </a:pPr>
            <a:r>
              <a:rPr lang="en-US" altLang="zh-CN" sz="2646" dirty="0">
                <a:solidFill>
                  <a:srgbClr val="009644"/>
                </a:solidFill>
              </a:rPr>
              <a:t>104:	if c&lt;d </a:t>
            </a:r>
            <a:r>
              <a:rPr lang="en-US" altLang="zh-CN" sz="2646" dirty="0" err="1">
                <a:solidFill>
                  <a:srgbClr val="009644"/>
                </a:solidFill>
              </a:rPr>
              <a:t>goto</a:t>
            </a:r>
            <a:r>
              <a:rPr lang="en-US" altLang="zh-CN" sz="2646" dirty="0">
                <a:solidFill>
                  <a:srgbClr val="009644"/>
                </a:solidFill>
              </a:rPr>
              <a:t> 107</a:t>
            </a:r>
          </a:p>
          <a:p>
            <a:pPr marL="377979" indent="-377979" defTabSz="503972" eaLnBrk="1" fontAlgn="auto" hangingPunct="1">
              <a:spcBef>
                <a:spcPts val="0"/>
              </a:spcBef>
              <a:spcAft>
                <a:spcPts val="0"/>
              </a:spcAft>
              <a:buFont typeface="Wingdings 3" charset="2"/>
              <a:buNone/>
              <a:defRPr/>
            </a:pPr>
            <a:r>
              <a:rPr lang="en-US" altLang="zh-CN" sz="2646" dirty="0">
                <a:solidFill>
                  <a:srgbClr val="009644"/>
                </a:solidFill>
              </a:rPr>
              <a:t>105:	T</a:t>
            </a:r>
            <a:r>
              <a:rPr lang="en-US" altLang="zh-CN" sz="2646" baseline="-25000" dirty="0">
                <a:solidFill>
                  <a:srgbClr val="009644"/>
                </a:solidFill>
              </a:rPr>
              <a:t>2</a:t>
            </a:r>
            <a:r>
              <a:rPr lang="en-US" altLang="zh-CN" sz="2646" dirty="0">
                <a:solidFill>
                  <a:srgbClr val="009644"/>
                </a:solidFill>
              </a:rPr>
              <a:t>:=0	</a:t>
            </a:r>
          </a:p>
          <a:p>
            <a:pPr marL="377979" indent="-377979" defTabSz="503972" eaLnBrk="1" fontAlgn="auto" hangingPunct="1">
              <a:spcBef>
                <a:spcPts val="0"/>
              </a:spcBef>
              <a:spcAft>
                <a:spcPts val="0"/>
              </a:spcAft>
              <a:buFont typeface="Wingdings 3" charset="2"/>
              <a:buNone/>
              <a:defRPr/>
            </a:pPr>
            <a:r>
              <a:rPr lang="en-US" altLang="zh-CN" sz="2646" dirty="0">
                <a:solidFill>
                  <a:srgbClr val="009644"/>
                </a:solidFill>
              </a:rPr>
              <a:t>106:	</a:t>
            </a:r>
            <a:r>
              <a:rPr lang="en-US" altLang="zh-CN" sz="2646" dirty="0" err="1">
                <a:solidFill>
                  <a:srgbClr val="009644"/>
                </a:solidFill>
              </a:rPr>
              <a:t>goto</a:t>
            </a:r>
            <a:r>
              <a:rPr lang="en-US" altLang="zh-CN" sz="2646" dirty="0">
                <a:solidFill>
                  <a:srgbClr val="009644"/>
                </a:solidFill>
              </a:rPr>
              <a:t> 108</a:t>
            </a:r>
          </a:p>
          <a:p>
            <a:pPr marL="377979" indent="-377979" defTabSz="503972" eaLnBrk="1" fontAlgn="auto" hangingPunct="1">
              <a:spcBef>
                <a:spcPts val="0"/>
              </a:spcBef>
              <a:spcAft>
                <a:spcPts val="0"/>
              </a:spcAft>
              <a:buFont typeface="Wingdings 3" charset="2"/>
              <a:buNone/>
              <a:defRPr/>
            </a:pPr>
            <a:r>
              <a:rPr lang="en-US" altLang="zh-CN" sz="2646" dirty="0">
                <a:solidFill>
                  <a:srgbClr val="009644"/>
                </a:solidFill>
              </a:rPr>
              <a:t>107: 	T</a:t>
            </a:r>
            <a:r>
              <a:rPr lang="en-US" altLang="zh-CN" sz="2646" baseline="-25000" dirty="0">
                <a:solidFill>
                  <a:srgbClr val="009644"/>
                </a:solidFill>
              </a:rPr>
              <a:t>2</a:t>
            </a:r>
            <a:r>
              <a:rPr lang="en-US" altLang="zh-CN" sz="2646" dirty="0">
                <a:solidFill>
                  <a:srgbClr val="009644"/>
                </a:solidFill>
              </a:rPr>
              <a:t>:=1</a:t>
            </a:r>
            <a:endParaRPr lang="zh-CN" altLang="en-US" sz="2646" dirty="0">
              <a:solidFill>
                <a:srgbClr val="009644"/>
              </a:solidFill>
            </a:endParaRPr>
          </a:p>
          <a:p>
            <a:pPr marL="377979" indent="-377979" defTabSz="503972" eaLnBrk="1" fontAlgn="auto" hangingPunct="1">
              <a:spcBef>
                <a:spcPts val="0"/>
              </a:spcBef>
              <a:spcAft>
                <a:spcPts val="0"/>
              </a:spcAft>
              <a:buFont typeface="Wingdings 3" charset="2"/>
              <a:buNone/>
              <a:defRPr/>
            </a:pPr>
            <a:r>
              <a:rPr lang="en-US" altLang="zh-CN" sz="2646" dirty="0">
                <a:solidFill>
                  <a:srgbClr val="CC00CC"/>
                </a:solidFill>
              </a:rPr>
              <a:t>108:   if e&lt;f </a:t>
            </a:r>
            <a:r>
              <a:rPr lang="en-US" altLang="zh-CN" sz="2646" dirty="0" err="1">
                <a:solidFill>
                  <a:srgbClr val="CC00CC"/>
                </a:solidFill>
              </a:rPr>
              <a:t>goto</a:t>
            </a:r>
            <a:r>
              <a:rPr lang="en-US" altLang="zh-CN" sz="2646" dirty="0">
                <a:solidFill>
                  <a:srgbClr val="CC00CC"/>
                </a:solidFill>
              </a:rPr>
              <a:t> 111</a:t>
            </a:r>
          </a:p>
          <a:p>
            <a:pPr marL="377979" indent="-377979" defTabSz="503972" eaLnBrk="1" fontAlgn="auto" hangingPunct="1">
              <a:spcBef>
                <a:spcPts val="0"/>
              </a:spcBef>
              <a:spcAft>
                <a:spcPts val="0"/>
              </a:spcAft>
              <a:buFont typeface="Wingdings 3" charset="2"/>
              <a:buNone/>
              <a:defRPr/>
            </a:pPr>
            <a:r>
              <a:rPr lang="en-US" altLang="zh-CN" sz="2646" dirty="0">
                <a:solidFill>
                  <a:srgbClr val="CC00CC"/>
                </a:solidFill>
              </a:rPr>
              <a:t>109:   T</a:t>
            </a:r>
            <a:r>
              <a:rPr lang="en-US" altLang="zh-CN" sz="2646" baseline="-25000" dirty="0">
                <a:solidFill>
                  <a:srgbClr val="CC00CC"/>
                </a:solidFill>
              </a:rPr>
              <a:t>3</a:t>
            </a:r>
            <a:r>
              <a:rPr lang="en-US" altLang="zh-CN" sz="2646" dirty="0">
                <a:solidFill>
                  <a:srgbClr val="CC00CC"/>
                </a:solidFill>
              </a:rPr>
              <a:t>:=0</a:t>
            </a:r>
          </a:p>
          <a:p>
            <a:pPr marL="377979" indent="-377979" defTabSz="503972" eaLnBrk="1" fontAlgn="auto" hangingPunct="1">
              <a:spcBef>
                <a:spcPts val="0"/>
              </a:spcBef>
              <a:spcAft>
                <a:spcPts val="0"/>
              </a:spcAft>
              <a:buFont typeface="Wingdings 3" charset="2"/>
              <a:buNone/>
              <a:defRPr/>
            </a:pPr>
            <a:r>
              <a:rPr lang="en-US" altLang="zh-CN" sz="2646" dirty="0">
                <a:solidFill>
                  <a:srgbClr val="CC00CC"/>
                </a:solidFill>
              </a:rPr>
              <a:t>110:    </a:t>
            </a:r>
            <a:r>
              <a:rPr lang="en-US" altLang="zh-CN" sz="2646" dirty="0" err="1">
                <a:solidFill>
                  <a:srgbClr val="CC00CC"/>
                </a:solidFill>
              </a:rPr>
              <a:t>goto</a:t>
            </a:r>
            <a:r>
              <a:rPr lang="en-US" altLang="zh-CN" sz="2646" dirty="0">
                <a:solidFill>
                  <a:srgbClr val="CC00CC"/>
                </a:solidFill>
              </a:rPr>
              <a:t> 112</a:t>
            </a:r>
          </a:p>
          <a:p>
            <a:pPr marL="377979" indent="-377979" defTabSz="503972" eaLnBrk="1" fontAlgn="auto" hangingPunct="1">
              <a:spcBef>
                <a:spcPts val="0"/>
              </a:spcBef>
              <a:spcAft>
                <a:spcPts val="0"/>
              </a:spcAft>
              <a:buFont typeface="Wingdings 3" charset="2"/>
              <a:buNone/>
              <a:defRPr/>
            </a:pPr>
            <a:r>
              <a:rPr lang="en-US" altLang="zh-CN" sz="2646" dirty="0">
                <a:solidFill>
                  <a:srgbClr val="CC00CC"/>
                </a:solidFill>
              </a:rPr>
              <a:t>111:    T</a:t>
            </a:r>
            <a:r>
              <a:rPr lang="en-US" altLang="zh-CN" sz="2646" baseline="-25000" dirty="0">
                <a:solidFill>
                  <a:srgbClr val="CC00CC"/>
                </a:solidFill>
              </a:rPr>
              <a:t>3</a:t>
            </a:r>
            <a:r>
              <a:rPr lang="en-US" altLang="zh-CN" sz="2646" dirty="0">
                <a:solidFill>
                  <a:srgbClr val="CC00CC"/>
                </a:solidFill>
              </a:rPr>
              <a:t>:=1</a:t>
            </a:r>
          </a:p>
          <a:p>
            <a:pPr marL="377979" indent="-377979"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rPr>
              <a:t>112:    T</a:t>
            </a:r>
            <a:r>
              <a:rPr lang="en-US" altLang="zh-CN" sz="2646" baseline="-25000" dirty="0">
                <a:solidFill>
                  <a:schemeClr val="tx1">
                    <a:lumMod val="75000"/>
                    <a:lumOff val="25000"/>
                  </a:schemeClr>
                </a:solidFill>
              </a:rPr>
              <a:t>4</a:t>
            </a:r>
            <a:r>
              <a:rPr lang="en-US" altLang="zh-CN" sz="2646" dirty="0">
                <a:solidFill>
                  <a:schemeClr val="tx1">
                    <a:lumMod val="75000"/>
                    <a:lumOff val="25000"/>
                  </a:schemeClr>
                </a:solidFill>
              </a:rPr>
              <a:t>:=T</a:t>
            </a:r>
            <a:r>
              <a:rPr lang="en-US" altLang="zh-CN" sz="2646" baseline="-25000" dirty="0">
                <a:solidFill>
                  <a:schemeClr val="tx1">
                    <a:lumMod val="75000"/>
                    <a:lumOff val="25000"/>
                  </a:schemeClr>
                </a:solidFill>
              </a:rPr>
              <a:t>2</a:t>
            </a:r>
            <a:r>
              <a:rPr lang="en-US" altLang="zh-CN" sz="2646" dirty="0">
                <a:solidFill>
                  <a:schemeClr val="tx1">
                    <a:lumMod val="75000"/>
                    <a:lumOff val="25000"/>
                  </a:schemeClr>
                </a:solidFill>
              </a:rPr>
              <a:t> and T</a:t>
            </a:r>
            <a:r>
              <a:rPr lang="en-US" altLang="zh-CN" sz="2646" baseline="-25000" dirty="0">
                <a:solidFill>
                  <a:schemeClr val="tx1">
                    <a:lumMod val="75000"/>
                    <a:lumOff val="25000"/>
                  </a:schemeClr>
                </a:solidFill>
              </a:rPr>
              <a:t>3</a:t>
            </a:r>
          </a:p>
          <a:p>
            <a:pPr marL="377979" indent="-377979" defTabSz="503972" eaLnBrk="1" fontAlgn="auto" hangingPunct="1">
              <a:spcBef>
                <a:spcPts val="0"/>
              </a:spcBef>
              <a:spcAft>
                <a:spcPts val="0"/>
              </a:spcAft>
              <a:buFont typeface="Wingdings 3" charset="2"/>
              <a:buNone/>
              <a:defRPr/>
            </a:pPr>
            <a:r>
              <a:rPr lang="en-US" altLang="zh-CN" sz="2646" dirty="0">
                <a:solidFill>
                  <a:schemeClr val="tx1">
                    <a:lumMod val="75000"/>
                    <a:lumOff val="25000"/>
                  </a:schemeClr>
                </a:solidFill>
              </a:rPr>
              <a:t>113:    T</a:t>
            </a:r>
            <a:r>
              <a:rPr lang="en-US" altLang="zh-CN" sz="2646" baseline="-25000" dirty="0">
                <a:solidFill>
                  <a:schemeClr val="tx1">
                    <a:lumMod val="75000"/>
                    <a:lumOff val="25000"/>
                  </a:schemeClr>
                </a:solidFill>
              </a:rPr>
              <a:t>5</a:t>
            </a:r>
            <a:r>
              <a:rPr lang="en-US" altLang="zh-CN" sz="2646" dirty="0">
                <a:solidFill>
                  <a:schemeClr val="tx1">
                    <a:lumMod val="75000"/>
                    <a:lumOff val="25000"/>
                  </a:schemeClr>
                </a:solidFill>
              </a:rPr>
              <a:t>:=T</a:t>
            </a:r>
            <a:r>
              <a:rPr lang="en-US" altLang="zh-CN" sz="2646" baseline="-25000" dirty="0">
                <a:solidFill>
                  <a:schemeClr val="tx1">
                    <a:lumMod val="75000"/>
                    <a:lumOff val="25000"/>
                  </a:schemeClr>
                </a:solidFill>
              </a:rPr>
              <a:t>1</a:t>
            </a:r>
            <a:r>
              <a:rPr lang="en-US" altLang="zh-CN" sz="2646" dirty="0">
                <a:solidFill>
                  <a:schemeClr val="tx1">
                    <a:lumMod val="75000"/>
                    <a:lumOff val="25000"/>
                  </a:schemeClr>
                </a:solidFill>
              </a:rPr>
              <a:t> or T</a:t>
            </a:r>
            <a:r>
              <a:rPr lang="en-US" altLang="zh-CN" sz="2646" baseline="-25000" dirty="0">
                <a:solidFill>
                  <a:schemeClr val="tx1">
                    <a:lumMod val="75000"/>
                    <a:lumOff val="25000"/>
                  </a:schemeClr>
                </a:solidFill>
              </a:rPr>
              <a:t>4</a:t>
            </a:r>
            <a:endParaRPr lang="zh-CN" altLang="en-US" sz="2646" baseline="-25000" dirty="0">
              <a:solidFill>
                <a:schemeClr val="tx1">
                  <a:lumMod val="75000"/>
                  <a:lumOff val="25000"/>
                </a:schemeClr>
              </a:solidFill>
            </a:endParaRPr>
          </a:p>
        </p:txBody>
      </p:sp>
      <p:sp>
        <p:nvSpPr>
          <p:cNvPr id="204806" name="Rectangle 6"/>
          <p:cNvSpPr>
            <a:spLocks noChangeArrowheads="1"/>
          </p:cNvSpPr>
          <p:nvPr/>
        </p:nvSpPr>
        <p:spPr bwMode="auto">
          <a:xfrm>
            <a:off x="4268788" y="1719263"/>
            <a:ext cx="5811837" cy="570547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59525" rIns="59525"/>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E</a:t>
            </a:r>
            <a:r>
              <a:rPr lang="en-US" altLang="zh-CN" sz="2205" dirty="0">
                <a:solidFill>
                  <a:srgbClr val="0070C0"/>
                </a:solidFill>
                <a:sym typeface="Symbol" panose="05050102010706020507" pitchFamily="18" charset="2"/>
              </a:rPr>
              <a:t></a:t>
            </a:r>
            <a:r>
              <a:rPr lang="en-US" altLang="zh-CN" sz="2205" dirty="0">
                <a:solidFill>
                  <a:srgbClr val="0070C0"/>
                </a:solidFill>
              </a:rPr>
              <a:t>id</a:t>
            </a:r>
            <a:r>
              <a:rPr lang="en-US" altLang="zh-CN" sz="2205" baseline="-30000" dirty="0">
                <a:solidFill>
                  <a:srgbClr val="0070C0"/>
                </a:solidFill>
              </a:rPr>
              <a:t>1</a:t>
            </a:r>
            <a:r>
              <a:rPr lang="en-US" altLang="zh-CN" sz="2205" dirty="0">
                <a:solidFill>
                  <a:srgbClr val="0070C0"/>
                </a:solidFill>
              </a:rPr>
              <a:t>  </a:t>
            </a:r>
            <a:r>
              <a:rPr lang="en-US" altLang="zh-CN" sz="2205" dirty="0" err="1">
                <a:solidFill>
                  <a:srgbClr val="0070C0"/>
                </a:solidFill>
              </a:rPr>
              <a:t>relop</a:t>
            </a:r>
            <a:r>
              <a:rPr lang="en-US" altLang="zh-CN" sz="2205" dirty="0">
                <a:solidFill>
                  <a:srgbClr val="0070C0"/>
                </a:solidFill>
              </a:rPr>
              <a:t> id</a:t>
            </a:r>
            <a:r>
              <a:rPr lang="en-US" altLang="zh-CN" sz="2205" baseline="-30000" dirty="0">
                <a:solidFill>
                  <a:srgbClr val="0070C0"/>
                </a:solidFill>
              </a:rPr>
              <a:t>2</a:t>
            </a:r>
            <a:r>
              <a:rPr lang="en-US" altLang="zh-CN" sz="2205" dirty="0">
                <a:solidFill>
                  <a:srgbClr val="0070C0"/>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  </a:t>
            </a:r>
            <a:r>
              <a:rPr lang="en-US" altLang="zh-CN" sz="2205" dirty="0" err="1">
                <a:solidFill>
                  <a:srgbClr val="0070C0"/>
                </a:solidFill>
              </a:rPr>
              <a:t>E.place</a:t>
            </a:r>
            <a:r>
              <a:rPr lang="en-US" altLang="zh-CN" sz="2205" dirty="0">
                <a:solidFill>
                  <a:srgbClr val="0070C0"/>
                </a:solidFill>
              </a:rPr>
              <a:t>:=</a:t>
            </a:r>
            <a:r>
              <a:rPr lang="en-US" altLang="zh-CN" sz="2205" dirty="0" err="1">
                <a:solidFill>
                  <a:srgbClr val="0070C0"/>
                </a:solidFill>
              </a:rPr>
              <a:t>newtemp</a:t>
            </a:r>
            <a:r>
              <a:rPr lang="en-US" altLang="zh-CN" sz="2205" dirty="0">
                <a:solidFill>
                  <a:srgbClr val="0070C0"/>
                </a:solidFill>
              </a:rPr>
              <a:t>;</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emit(‘if’  id</a:t>
            </a:r>
            <a:r>
              <a:rPr lang="en-US" altLang="zh-CN" sz="2205" baseline="-30000" dirty="0">
                <a:solidFill>
                  <a:srgbClr val="0070C0"/>
                </a:solidFill>
              </a:rPr>
              <a:t>1</a:t>
            </a:r>
            <a:r>
              <a:rPr lang="en-US" altLang="zh-CN" sz="2205" dirty="0">
                <a:solidFill>
                  <a:srgbClr val="0070C0"/>
                </a:solidFill>
              </a:rPr>
              <a:t>.place  </a:t>
            </a:r>
            <a:r>
              <a:rPr lang="en-US" altLang="zh-CN" sz="2205" dirty="0" err="1">
                <a:solidFill>
                  <a:srgbClr val="0070C0"/>
                </a:solidFill>
              </a:rPr>
              <a:t>relop</a:t>
            </a:r>
            <a:r>
              <a:rPr lang="en-US" altLang="zh-CN" sz="2205" dirty="0">
                <a:solidFill>
                  <a:srgbClr val="0070C0"/>
                </a:solidFill>
              </a:rPr>
              <a:t>. op  id</a:t>
            </a:r>
            <a:r>
              <a:rPr lang="en-US" altLang="zh-CN" sz="2205" baseline="-30000" dirty="0">
                <a:solidFill>
                  <a:srgbClr val="0070C0"/>
                </a:solidFill>
              </a:rPr>
              <a:t>2</a:t>
            </a:r>
            <a:r>
              <a:rPr lang="en-US" altLang="zh-CN" sz="2205" dirty="0">
                <a:solidFill>
                  <a:srgbClr val="0070C0"/>
                </a:solidFill>
              </a:rPr>
              <a:t>. place  ‘</a:t>
            </a:r>
            <a:r>
              <a:rPr lang="en-US" altLang="zh-CN" sz="2205" dirty="0" err="1">
                <a:solidFill>
                  <a:srgbClr val="0070C0"/>
                </a:solidFill>
              </a:rPr>
              <a:t>goto</a:t>
            </a:r>
            <a:r>
              <a:rPr lang="en-US" altLang="zh-CN" sz="2205" dirty="0">
                <a:solidFill>
                  <a:srgbClr val="0070C0"/>
                </a:solidFill>
              </a:rPr>
              <a:t>’ nextstat+3);</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emit(</a:t>
            </a:r>
            <a:r>
              <a:rPr lang="en-US" altLang="zh-CN" sz="2205" dirty="0" err="1">
                <a:solidFill>
                  <a:srgbClr val="0070C0"/>
                </a:solidFill>
              </a:rPr>
              <a:t>E.place</a:t>
            </a:r>
            <a:r>
              <a:rPr lang="en-US" altLang="zh-CN" sz="2205" dirty="0">
                <a:solidFill>
                  <a:srgbClr val="0070C0"/>
                </a:solidFill>
              </a:rPr>
              <a:t> ‘:=’ ‘0’);</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emit(‘</a:t>
            </a:r>
            <a:r>
              <a:rPr lang="en-US" altLang="zh-CN" sz="2205" dirty="0" err="1">
                <a:solidFill>
                  <a:srgbClr val="0070C0"/>
                </a:solidFill>
              </a:rPr>
              <a:t>goto</a:t>
            </a:r>
            <a:r>
              <a:rPr lang="en-US" altLang="zh-CN" sz="2205" dirty="0">
                <a:solidFill>
                  <a:srgbClr val="0070C0"/>
                </a:solidFill>
              </a:rPr>
              <a:t>’ nextstat+2);</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emit(</a:t>
            </a:r>
            <a:r>
              <a:rPr lang="en-US" altLang="zh-CN" sz="2205" dirty="0" err="1">
                <a:solidFill>
                  <a:srgbClr val="0070C0"/>
                </a:solidFill>
              </a:rPr>
              <a:t>E.place</a:t>
            </a:r>
            <a:r>
              <a:rPr lang="en-US" altLang="zh-CN" sz="2205" dirty="0">
                <a:solidFill>
                  <a:srgbClr val="0070C0"/>
                </a:solidFill>
              </a:rPr>
              <a:t>‘:=’ ‘1’)   }</a:t>
            </a:r>
          </a:p>
          <a:p>
            <a:pPr defTabSz="503972" eaLnBrk="1" fontAlgn="auto" hangingPunct="1">
              <a:spcBef>
                <a:spcPts val="992"/>
              </a:spcBef>
              <a:spcAft>
                <a:spcPts val="0"/>
              </a:spcAft>
              <a:buClr>
                <a:srgbClr val="EEECE1"/>
              </a:buClr>
              <a:buFont typeface="Wingdings" panose="05000000000000000000" pitchFamily="2" charset="2"/>
              <a:buNone/>
              <a:defRPr/>
            </a:pPr>
            <a:r>
              <a:rPr lang="en-US" altLang="zh-CN" sz="2205" dirty="0" err="1">
                <a:solidFill>
                  <a:srgbClr val="C00000"/>
                </a:solidFill>
              </a:rPr>
              <a:t>E→id</a:t>
            </a:r>
            <a:r>
              <a:rPr lang="en-US" altLang="zh-CN" sz="2205" dirty="0">
                <a:solidFill>
                  <a:srgbClr val="C00000"/>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C00000"/>
                </a:solidFill>
              </a:rPr>
              <a:t>    { </a:t>
            </a:r>
            <a:r>
              <a:rPr lang="en-US" altLang="zh-CN" sz="2205" dirty="0" err="1">
                <a:solidFill>
                  <a:srgbClr val="C00000"/>
                </a:solidFill>
              </a:rPr>
              <a:t>E.place</a:t>
            </a:r>
            <a:r>
              <a:rPr lang="en-US" altLang="zh-CN" sz="2205" dirty="0">
                <a:solidFill>
                  <a:srgbClr val="C00000"/>
                </a:solidFill>
              </a:rPr>
              <a:t>:=</a:t>
            </a:r>
            <a:r>
              <a:rPr lang="en-US" altLang="zh-CN" sz="2205" dirty="0" err="1">
                <a:solidFill>
                  <a:srgbClr val="C00000"/>
                </a:solidFill>
              </a:rPr>
              <a:t>id.place</a:t>
            </a:r>
            <a:r>
              <a:rPr lang="en-US" altLang="zh-CN" sz="2205" dirty="0">
                <a:solidFill>
                  <a:srgbClr val="C00000"/>
                </a:solidFill>
              </a:rPr>
              <a:t> }</a:t>
            </a:r>
          </a:p>
          <a:p>
            <a:pPr defTabSz="503972" eaLnBrk="1" fontAlgn="auto" hangingPunct="1">
              <a:spcBef>
                <a:spcPts val="992"/>
              </a:spcBef>
              <a:spcAft>
                <a:spcPts val="0"/>
              </a:spcAft>
              <a:buClr>
                <a:srgbClr val="EEECE1"/>
              </a:buClr>
              <a:buFont typeface="Wingdings" panose="05000000000000000000" pitchFamily="2" charset="2"/>
              <a:buNone/>
              <a:defRPr/>
            </a:pPr>
            <a:r>
              <a:rPr lang="en-US" altLang="zh-CN" sz="2205" dirty="0">
                <a:solidFill>
                  <a:srgbClr val="0070C0"/>
                </a:solidFill>
              </a:rPr>
              <a:t>E→E</a:t>
            </a:r>
            <a:r>
              <a:rPr lang="en-US" altLang="zh-CN" sz="2205" baseline="-30000" dirty="0">
                <a:solidFill>
                  <a:srgbClr val="0070C0"/>
                </a:solidFill>
              </a:rPr>
              <a:t>1</a:t>
            </a:r>
            <a:r>
              <a:rPr lang="en-US" altLang="zh-CN" sz="2205" dirty="0">
                <a:solidFill>
                  <a:srgbClr val="0070C0"/>
                </a:solidFill>
              </a:rPr>
              <a:t>  or E</a:t>
            </a:r>
            <a:r>
              <a:rPr lang="en-US" altLang="zh-CN" sz="2205" baseline="-30000" dirty="0">
                <a:solidFill>
                  <a:srgbClr val="0070C0"/>
                </a:solidFill>
              </a:rPr>
              <a:t>2</a:t>
            </a:r>
            <a:r>
              <a:rPr lang="en-US" altLang="zh-CN" sz="2205" dirty="0">
                <a:solidFill>
                  <a:srgbClr val="0070C0"/>
                </a:solidFill>
              </a:rPr>
              <a:t>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 </a:t>
            </a:r>
            <a:r>
              <a:rPr lang="en-US" altLang="zh-CN" sz="2205" dirty="0" err="1">
                <a:solidFill>
                  <a:srgbClr val="0070C0"/>
                </a:solidFill>
              </a:rPr>
              <a:t>E.place</a:t>
            </a:r>
            <a:r>
              <a:rPr lang="en-US" altLang="zh-CN" sz="2205" dirty="0">
                <a:solidFill>
                  <a:srgbClr val="0070C0"/>
                </a:solidFill>
              </a:rPr>
              <a:t>:=</a:t>
            </a:r>
            <a:r>
              <a:rPr lang="en-US" altLang="zh-CN" sz="2205" dirty="0" err="1">
                <a:solidFill>
                  <a:srgbClr val="0070C0"/>
                </a:solidFill>
              </a:rPr>
              <a:t>newtemp</a:t>
            </a:r>
            <a:r>
              <a:rPr lang="en-US" altLang="zh-CN" sz="2205" dirty="0">
                <a:solidFill>
                  <a:srgbClr val="0070C0"/>
                </a:solidFill>
              </a:rPr>
              <a:t>;</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0070C0"/>
                </a:solidFill>
              </a:rPr>
              <a:t>	 emit(</a:t>
            </a:r>
            <a:r>
              <a:rPr lang="en-US" altLang="zh-CN" sz="2205" dirty="0" err="1">
                <a:solidFill>
                  <a:srgbClr val="0070C0"/>
                </a:solidFill>
              </a:rPr>
              <a:t>E.place</a:t>
            </a:r>
            <a:r>
              <a:rPr lang="en-US" altLang="zh-CN" sz="2205" dirty="0">
                <a:solidFill>
                  <a:srgbClr val="0070C0"/>
                </a:solidFill>
              </a:rPr>
              <a:t> ‘:=’ E</a:t>
            </a:r>
            <a:r>
              <a:rPr lang="en-US" altLang="zh-CN" sz="2205" baseline="-30000" dirty="0">
                <a:solidFill>
                  <a:srgbClr val="0070C0"/>
                </a:solidFill>
              </a:rPr>
              <a:t> 1</a:t>
            </a:r>
            <a:r>
              <a:rPr lang="en-US" altLang="zh-CN" sz="2205" dirty="0">
                <a:solidFill>
                  <a:srgbClr val="0070C0"/>
                </a:solidFill>
              </a:rPr>
              <a:t>.place ‘or’ E</a:t>
            </a:r>
            <a:r>
              <a:rPr lang="en-US" altLang="zh-CN" sz="2205" baseline="-30000" dirty="0">
                <a:solidFill>
                  <a:srgbClr val="0070C0"/>
                </a:solidFill>
              </a:rPr>
              <a:t>2</a:t>
            </a:r>
            <a:r>
              <a:rPr lang="en-US" altLang="zh-CN" sz="2205" dirty="0">
                <a:solidFill>
                  <a:srgbClr val="0070C0"/>
                </a:solidFill>
              </a:rPr>
              <a:t>.place)}</a:t>
            </a:r>
          </a:p>
          <a:p>
            <a:pPr defTabSz="503972" eaLnBrk="1" fontAlgn="auto" hangingPunct="1">
              <a:spcBef>
                <a:spcPts val="992"/>
              </a:spcBef>
              <a:spcAft>
                <a:spcPts val="0"/>
              </a:spcAft>
              <a:buClr>
                <a:srgbClr val="EEECE1"/>
              </a:buClr>
              <a:buFont typeface="Wingdings" panose="05000000000000000000" pitchFamily="2" charset="2"/>
              <a:buNone/>
              <a:defRPr/>
            </a:pPr>
            <a:r>
              <a:rPr lang="en-US" altLang="zh-CN" sz="2205" dirty="0">
                <a:solidFill>
                  <a:srgbClr val="C00000"/>
                </a:solidFill>
              </a:rPr>
              <a:t>E→E</a:t>
            </a:r>
            <a:r>
              <a:rPr lang="en-US" altLang="zh-CN" sz="2205" baseline="-30000" dirty="0">
                <a:solidFill>
                  <a:srgbClr val="C00000"/>
                </a:solidFill>
              </a:rPr>
              <a:t>1</a:t>
            </a:r>
            <a:r>
              <a:rPr lang="en-US" altLang="zh-CN" sz="2205" dirty="0">
                <a:solidFill>
                  <a:srgbClr val="C00000"/>
                </a:solidFill>
              </a:rPr>
              <a:t> and E</a:t>
            </a:r>
            <a:r>
              <a:rPr lang="en-US" altLang="zh-CN" sz="2205" baseline="-30000" dirty="0">
                <a:solidFill>
                  <a:srgbClr val="C00000"/>
                </a:solidFill>
              </a:rPr>
              <a:t>2     </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C00000"/>
                </a:solidFill>
              </a:rPr>
              <a:t>    { </a:t>
            </a:r>
            <a:r>
              <a:rPr lang="en-US" altLang="zh-CN" sz="2205" dirty="0" err="1">
                <a:solidFill>
                  <a:srgbClr val="C00000"/>
                </a:solidFill>
              </a:rPr>
              <a:t>E.place</a:t>
            </a:r>
            <a:r>
              <a:rPr lang="en-US" altLang="zh-CN" sz="2205" dirty="0">
                <a:solidFill>
                  <a:srgbClr val="C00000"/>
                </a:solidFill>
              </a:rPr>
              <a:t>:=</a:t>
            </a:r>
            <a:r>
              <a:rPr lang="en-US" altLang="zh-CN" sz="2205" dirty="0" err="1">
                <a:solidFill>
                  <a:srgbClr val="C00000"/>
                </a:solidFill>
              </a:rPr>
              <a:t>newtemp</a:t>
            </a:r>
            <a:r>
              <a:rPr lang="en-US" altLang="zh-CN" sz="2205" dirty="0">
                <a:solidFill>
                  <a:srgbClr val="C00000"/>
                </a:solidFill>
              </a:rPr>
              <a:t>;</a:t>
            </a:r>
          </a:p>
          <a:p>
            <a:pPr defTabSz="503972" eaLnBrk="1" fontAlgn="auto" hangingPunct="1">
              <a:spcBef>
                <a:spcPts val="0"/>
              </a:spcBef>
              <a:spcAft>
                <a:spcPts val="0"/>
              </a:spcAft>
              <a:buClr>
                <a:srgbClr val="EEECE1"/>
              </a:buClr>
              <a:buFont typeface="Wingdings" panose="05000000000000000000" pitchFamily="2" charset="2"/>
              <a:buNone/>
              <a:defRPr/>
            </a:pPr>
            <a:r>
              <a:rPr lang="en-US" altLang="zh-CN" sz="2205" dirty="0">
                <a:solidFill>
                  <a:srgbClr val="C00000"/>
                </a:solidFill>
              </a:rPr>
              <a:t>      emit(</a:t>
            </a:r>
            <a:r>
              <a:rPr lang="en-US" altLang="zh-CN" sz="2205" dirty="0" err="1">
                <a:solidFill>
                  <a:srgbClr val="C00000"/>
                </a:solidFill>
              </a:rPr>
              <a:t>E.place</a:t>
            </a:r>
            <a:r>
              <a:rPr lang="en-US" altLang="zh-CN" sz="2205" dirty="0">
                <a:solidFill>
                  <a:srgbClr val="C00000"/>
                </a:solidFill>
              </a:rPr>
              <a:t> ‘:=’ E</a:t>
            </a:r>
            <a:r>
              <a:rPr lang="en-US" altLang="zh-CN" sz="2205" baseline="-30000" dirty="0">
                <a:solidFill>
                  <a:srgbClr val="C00000"/>
                </a:solidFill>
              </a:rPr>
              <a:t> 1</a:t>
            </a:r>
            <a:r>
              <a:rPr lang="en-US" altLang="zh-CN" sz="2205" dirty="0">
                <a:solidFill>
                  <a:srgbClr val="C00000"/>
                </a:solidFill>
              </a:rPr>
              <a:t>.place ‘and’ E</a:t>
            </a:r>
            <a:r>
              <a:rPr lang="en-US" altLang="zh-CN" sz="2205" baseline="-30000" dirty="0">
                <a:solidFill>
                  <a:srgbClr val="C00000"/>
                </a:solidFill>
              </a:rPr>
              <a:t>2</a:t>
            </a:r>
            <a:r>
              <a:rPr lang="en-US" altLang="zh-CN" sz="2205" dirty="0">
                <a:solidFill>
                  <a:srgbClr val="C00000"/>
                </a:solidFill>
              </a:rPr>
              <a:t>.place) }</a:t>
            </a:r>
            <a:endParaRPr lang="zh-CN" altLang="en-US" sz="2205" dirty="0">
              <a:solidFill>
                <a:srgbClr val="C00000"/>
              </a:solidFill>
            </a:endParaRPr>
          </a:p>
        </p:txBody>
      </p:sp>
      <p:sp>
        <p:nvSpPr>
          <p:cNvPr id="2" name="灯片编号占位符 1">
            <a:extLst>
              <a:ext uri="{FF2B5EF4-FFF2-40B4-BE49-F238E27FC236}">
                <a16:creationId xmlns:a16="http://schemas.microsoft.com/office/drawing/2014/main" id="{8E47A2EB-F890-D0B8-8AE4-A477FEF03C8C}"/>
              </a:ext>
            </a:extLst>
          </p:cNvPr>
          <p:cNvSpPr>
            <a:spLocks noGrp="1"/>
          </p:cNvSpPr>
          <p:nvPr>
            <p:ph type="sldNum" sz="quarter" idx="12"/>
          </p:nvPr>
        </p:nvSpPr>
        <p:spPr/>
        <p:txBody>
          <a:bodyPr/>
          <a:lstStyle/>
          <a:p>
            <a:pPr>
              <a:defRPr/>
            </a:pPr>
            <a:fld id="{34D770F9-6874-436D-B2CF-845083506424}" type="slidenum">
              <a:rPr lang="en-US" smtClean="0"/>
              <a:pPr>
                <a:defRPr/>
              </a:pPr>
              <a:t>85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6"/>
                                        </p:tgtEl>
                                        <p:attrNameLst>
                                          <p:attrName>style.visibility</p:attrName>
                                        </p:attrNameLst>
                                      </p:cBhvr>
                                      <p:to>
                                        <p:strVal val="visible"/>
                                      </p:to>
                                    </p:set>
                                    <p:animEffect transition="in" filter="wipe(left)">
                                      <p:cBhvr>
                                        <p:cTn id="7" dur="500"/>
                                        <p:tgtEl>
                                          <p:spTgt spid="2048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3">
                                            <p:txEl>
                                              <p:pRg st="0" end="0"/>
                                            </p:txEl>
                                          </p:spTgt>
                                        </p:tgtEl>
                                        <p:attrNameLst>
                                          <p:attrName>style.visibility</p:attrName>
                                        </p:attrNameLst>
                                      </p:cBhvr>
                                      <p:to>
                                        <p:strVal val="visible"/>
                                      </p:to>
                                    </p:set>
                                    <p:animEffect transition="in" filter="wipe(left)">
                                      <p:cBhvr>
                                        <p:cTn id="12" dur="500"/>
                                        <p:tgtEl>
                                          <p:spTgt spid="2048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3">
                                            <p:txEl>
                                              <p:pRg st="1" end="1"/>
                                            </p:txEl>
                                          </p:spTgt>
                                        </p:tgtEl>
                                        <p:attrNameLst>
                                          <p:attrName>style.visibility</p:attrName>
                                        </p:attrNameLst>
                                      </p:cBhvr>
                                      <p:to>
                                        <p:strVal val="visible"/>
                                      </p:to>
                                    </p:set>
                                    <p:animEffect transition="in" filter="wipe(left)">
                                      <p:cBhvr>
                                        <p:cTn id="17" dur="500"/>
                                        <p:tgtEl>
                                          <p:spTgt spid="20480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3">
                                            <p:txEl>
                                              <p:pRg st="2" end="2"/>
                                            </p:txEl>
                                          </p:spTgt>
                                        </p:tgtEl>
                                        <p:attrNameLst>
                                          <p:attrName>style.visibility</p:attrName>
                                        </p:attrNameLst>
                                      </p:cBhvr>
                                      <p:to>
                                        <p:strVal val="visible"/>
                                      </p:to>
                                    </p:set>
                                    <p:animEffect transition="in" filter="wipe(left)">
                                      <p:cBhvr>
                                        <p:cTn id="22" dur="500"/>
                                        <p:tgtEl>
                                          <p:spTgt spid="20480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3">
                                            <p:txEl>
                                              <p:pRg st="3" end="3"/>
                                            </p:txEl>
                                          </p:spTgt>
                                        </p:tgtEl>
                                        <p:attrNameLst>
                                          <p:attrName>style.visibility</p:attrName>
                                        </p:attrNameLst>
                                      </p:cBhvr>
                                      <p:to>
                                        <p:strVal val="visible"/>
                                      </p:to>
                                    </p:set>
                                    <p:animEffect transition="in" filter="wipe(left)">
                                      <p:cBhvr>
                                        <p:cTn id="27" dur="500"/>
                                        <p:tgtEl>
                                          <p:spTgt spid="20480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803">
                                            <p:txEl>
                                              <p:pRg st="4" end="4"/>
                                            </p:txEl>
                                          </p:spTgt>
                                        </p:tgtEl>
                                        <p:attrNameLst>
                                          <p:attrName>style.visibility</p:attrName>
                                        </p:attrNameLst>
                                      </p:cBhvr>
                                      <p:to>
                                        <p:strVal val="visible"/>
                                      </p:to>
                                    </p:set>
                                    <p:animEffect transition="in" filter="wipe(left)">
                                      <p:cBhvr>
                                        <p:cTn id="32" dur="500"/>
                                        <p:tgtEl>
                                          <p:spTgt spid="20480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4803">
                                            <p:txEl>
                                              <p:pRg st="5" end="5"/>
                                            </p:txEl>
                                          </p:spTgt>
                                        </p:tgtEl>
                                        <p:attrNameLst>
                                          <p:attrName>style.visibility</p:attrName>
                                        </p:attrNameLst>
                                      </p:cBhvr>
                                      <p:to>
                                        <p:strVal val="visible"/>
                                      </p:to>
                                    </p:set>
                                    <p:animEffect transition="in" filter="wipe(left)">
                                      <p:cBhvr>
                                        <p:cTn id="37" dur="500"/>
                                        <p:tgtEl>
                                          <p:spTgt spid="204803">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4803">
                                            <p:txEl>
                                              <p:pRg st="6" end="6"/>
                                            </p:txEl>
                                          </p:spTgt>
                                        </p:tgtEl>
                                        <p:attrNameLst>
                                          <p:attrName>style.visibility</p:attrName>
                                        </p:attrNameLst>
                                      </p:cBhvr>
                                      <p:to>
                                        <p:strVal val="visible"/>
                                      </p:to>
                                    </p:set>
                                    <p:animEffect transition="in" filter="wipe(left)">
                                      <p:cBhvr>
                                        <p:cTn id="42" dur="500"/>
                                        <p:tgtEl>
                                          <p:spTgt spid="204803">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4803">
                                            <p:txEl>
                                              <p:pRg st="7" end="7"/>
                                            </p:txEl>
                                          </p:spTgt>
                                        </p:tgtEl>
                                        <p:attrNameLst>
                                          <p:attrName>style.visibility</p:attrName>
                                        </p:attrNameLst>
                                      </p:cBhvr>
                                      <p:to>
                                        <p:strVal val="visible"/>
                                      </p:to>
                                    </p:set>
                                    <p:animEffect transition="in" filter="wipe(left)">
                                      <p:cBhvr>
                                        <p:cTn id="47" dur="500"/>
                                        <p:tgtEl>
                                          <p:spTgt spid="204803">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4803">
                                            <p:txEl>
                                              <p:pRg st="8" end="8"/>
                                            </p:txEl>
                                          </p:spTgt>
                                        </p:tgtEl>
                                        <p:attrNameLst>
                                          <p:attrName>style.visibility</p:attrName>
                                        </p:attrNameLst>
                                      </p:cBhvr>
                                      <p:to>
                                        <p:strVal val="visible"/>
                                      </p:to>
                                    </p:set>
                                    <p:animEffect transition="in" filter="wipe(left)">
                                      <p:cBhvr>
                                        <p:cTn id="52" dur="500"/>
                                        <p:tgtEl>
                                          <p:spTgt spid="204803">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4803">
                                            <p:txEl>
                                              <p:pRg st="9" end="9"/>
                                            </p:txEl>
                                          </p:spTgt>
                                        </p:tgtEl>
                                        <p:attrNameLst>
                                          <p:attrName>style.visibility</p:attrName>
                                        </p:attrNameLst>
                                      </p:cBhvr>
                                      <p:to>
                                        <p:strVal val="visible"/>
                                      </p:to>
                                    </p:set>
                                    <p:animEffect transition="in" filter="wipe(left)">
                                      <p:cBhvr>
                                        <p:cTn id="57" dur="500"/>
                                        <p:tgtEl>
                                          <p:spTgt spid="204803">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4803">
                                            <p:txEl>
                                              <p:pRg st="10" end="10"/>
                                            </p:txEl>
                                          </p:spTgt>
                                        </p:tgtEl>
                                        <p:attrNameLst>
                                          <p:attrName>style.visibility</p:attrName>
                                        </p:attrNameLst>
                                      </p:cBhvr>
                                      <p:to>
                                        <p:strVal val="visible"/>
                                      </p:to>
                                    </p:set>
                                    <p:animEffect transition="in" filter="wipe(left)">
                                      <p:cBhvr>
                                        <p:cTn id="62" dur="500"/>
                                        <p:tgtEl>
                                          <p:spTgt spid="204803">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4803">
                                            <p:txEl>
                                              <p:pRg st="11" end="11"/>
                                            </p:txEl>
                                          </p:spTgt>
                                        </p:tgtEl>
                                        <p:attrNameLst>
                                          <p:attrName>style.visibility</p:attrName>
                                        </p:attrNameLst>
                                      </p:cBhvr>
                                      <p:to>
                                        <p:strVal val="visible"/>
                                      </p:to>
                                    </p:set>
                                    <p:animEffect transition="in" filter="wipe(left)">
                                      <p:cBhvr>
                                        <p:cTn id="67" dur="500"/>
                                        <p:tgtEl>
                                          <p:spTgt spid="204803">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4803">
                                            <p:txEl>
                                              <p:pRg st="12" end="12"/>
                                            </p:txEl>
                                          </p:spTgt>
                                        </p:tgtEl>
                                        <p:attrNameLst>
                                          <p:attrName>style.visibility</p:attrName>
                                        </p:attrNameLst>
                                      </p:cBhvr>
                                      <p:to>
                                        <p:strVal val="visible"/>
                                      </p:to>
                                    </p:set>
                                    <p:animEffect transition="in" filter="wipe(left)">
                                      <p:cBhvr>
                                        <p:cTn id="72" dur="500"/>
                                        <p:tgtEl>
                                          <p:spTgt spid="204803">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4803">
                                            <p:txEl>
                                              <p:pRg st="13" end="13"/>
                                            </p:txEl>
                                          </p:spTgt>
                                        </p:tgtEl>
                                        <p:attrNameLst>
                                          <p:attrName>style.visibility</p:attrName>
                                        </p:attrNameLst>
                                      </p:cBhvr>
                                      <p:to>
                                        <p:strVal val="visible"/>
                                      </p:to>
                                    </p:set>
                                    <p:animEffect transition="in" filter="wipe(left)">
                                      <p:cBhvr>
                                        <p:cTn id="77" dur="500"/>
                                        <p:tgtEl>
                                          <p:spTgt spid="20480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P spid="204806"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作为条件控制的布尔式翻译 </a:t>
            </a:r>
          </a:p>
        </p:txBody>
      </p:sp>
      <p:sp>
        <p:nvSpPr>
          <p:cNvPr id="43011" name="Rectangle 3"/>
          <p:cNvSpPr>
            <a:spLocks noGrp="1" noChangeArrowheads="1"/>
          </p:cNvSpPr>
          <p:nvPr>
            <p:ph idx="1"/>
          </p:nvPr>
        </p:nvSpPr>
        <p:spPr/>
        <p:txBody>
          <a:bodyPr rtlCol="0">
            <a:normAutofit/>
          </a:bodyPr>
          <a:lstStyle/>
          <a:p>
            <a:pPr marL="377979" indent="-377979" algn="just"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条件语句 </a:t>
            </a:r>
            <a:r>
              <a:rPr lang="en-US" altLang="zh-CN" sz="3086" dirty="0">
                <a:solidFill>
                  <a:schemeClr val="tx1">
                    <a:lumMod val="75000"/>
                    <a:lumOff val="25000"/>
                  </a:schemeClr>
                </a:solidFill>
              </a:rPr>
              <a:t>if  E  then S</a:t>
            </a:r>
            <a:r>
              <a:rPr lang="en-US" altLang="zh-CN" sz="3086" baseline="-25000" dirty="0">
                <a:solidFill>
                  <a:schemeClr val="tx1">
                    <a:lumMod val="75000"/>
                    <a:lumOff val="25000"/>
                  </a:schemeClr>
                </a:solidFill>
              </a:rPr>
              <a:t>1</a:t>
            </a:r>
            <a:r>
              <a:rPr lang="en-US" altLang="zh-CN" sz="3086" dirty="0">
                <a:solidFill>
                  <a:schemeClr val="tx1">
                    <a:lumMod val="75000"/>
                    <a:lumOff val="25000"/>
                  </a:schemeClr>
                </a:solidFill>
              </a:rPr>
              <a:t> else S</a:t>
            </a:r>
            <a:r>
              <a:rPr lang="en-US" altLang="zh-CN" sz="3086" baseline="-25000" dirty="0">
                <a:solidFill>
                  <a:schemeClr val="tx1">
                    <a:lumMod val="75000"/>
                    <a:lumOff val="25000"/>
                  </a:schemeClr>
                </a:solidFill>
              </a:rPr>
              <a:t>2</a:t>
            </a:r>
          </a:p>
          <a:p>
            <a:pPr marL="377979" indent="-377979" algn="just"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    赋予 </a:t>
            </a:r>
            <a:r>
              <a:rPr lang="en-US" altLang="zh-CN" sz="3086" dirty="0">
                <a:solidFill>
                  <a:schemeClr val="tx1">
                    <a:lumMod val="75000"/>
                    <a:lumOff val="25000"/>
                  </a:schemeClr>
                </a:solidFill>
              </a:rPr>
              <a:t>E </a:t>
            </a:r>
            <a:r>
              <a:rPr lang="zh-CN" altLang="en-US" sz="3086" dirty="0">
                <a:solidFill>
                  <a:schemeClr val="tx1">
                    <a:lumMod val="75000"/>
                    <a:lumOff val="25000"/>
                  </a:schemeClr>
                </a:solidFill>
              </a:rPr>
              <a:t>两种出口:一真一假</a:t>
            </a:r>
            <a:r>
              <a:rPr lang="zh-CN" altLang="zh-CN" sz="3086" dirty="0">
                <a:solidFill>
                  <a:schemeClr val="tx1">
                    <a:lumMod val="75000"/>
                    <a:lumOff val="25000"/>
                  </a:schemeClr>
                </a:solidFill>
              </a:rPr>
              <a:t> </a:t>
            </a:r>
            <a:endParaRPr lang="zh-CN" altLang="en-US" sz="3086" dirty="0">
              <a:solidFill>
                <a:schemeClr val="tx1">
                  <a:lumMod val="75000"/>
                  <a:lumOff val="25000"/>
                </a:schemeClr>
              </a:solidFill>
            </a:endParaRPr>
          </a:p>
        </p:txBody>
      </p:sp>
      <p:sp>
        <p:nvSpPr>
          <p:cNvPr id="24" name="Rectangle 4"/>
          <p:cNvSpPr>
            <a:spLocks noChangeArrowheads="1"/>
          </p:cNvSpPr>
          <p:nvPr/>
        </p:nvSpPr>
        <p:spPr bwMode="auto">
          <a:xfrm>
            <a:off x="2401888" y="3670300"/>
            <a:ext cx="2436812" cy="75565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CC3399"/>
                </a:solidFill>
                <a:latin typeface="Arial" panose="020B0604020202020204"/>
                <a:ea typeface="宋体" panose="02010600030101010101" pitchFamily="2" charset="-122"/>
              </a:rPr>
              <a:t>E</a:t>
            </a:r>
            <a:r>
              <a:rPr kumimoji="1" lang="zh-CN" altLang="en-US" sz="3086">
                <a:solidFill>
                  <a:srgbClr val="CC3399"/>
                </a:solidFill>
                <a:latin typeface="Arial" panose="020B0604020202020204"/>
                <a:ea typeface="宋体" panose="02010600030101010101" pitchFamily="2" charset="-122"/>
              </a:rPr>
              <a:t>.</a:t>
            </a:r>
            <a:r>
              <a:rPr kumimoji="1" lang="en-US" altLang="zh-CN" sz="3086">
                <a:solidFill>
                  <a:srgbClr val="CC3399"/>
                </a:solidFill>
                <a:latin typeface="Arial" panose="020B0604020202020204"/>
                <a:ea typeface="宋体" panose="02010600030101010101" pitchFamily="2" charset="-122"/>
              </a:rPr>
              <a:t>code</a:t>
            </a:r>
            <a:endParaRPr kumimoji="1" lang="en-US" altLang="zh-CN" sz="2646">
              <a:solidFill>
                <a:srgbClr val="CC3399"/>
              </a:solidFill>
              <a:latin typeface="Arial" panose="020B0604020202020204"/>
              <a:ea typeface="宋体" panose="02010600030101010101" pitchFamily="2" charset="-122"/>
            </a:endParaRPr>
          </a:p>
        </p:txBody>
      </p:sp>
      <p:sp>
        <p:nvSpPr>
          <p:cNvPr id="25" name="Rectangle 5"/>
          <p:cNvSpPr>
            <a:spLocks noChangeArrowheads="1"/>
          </p:cNvSpPr>
          <p:nvPr/>
        </p:nvSpPr>
        <p:spPr bwMode="auto">
          <a:xfrm>
            <a:off x="2401888" y="4425950"/>
            <a:ext cx="2436812" cy="67310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CC3300"/>
                </a:solidFill>
                <a:latin typeface="Arial" panose="020B0604020202020204"/>
                <a:ea typeface="宋体" panose="02010600030101010101" pitchFamily="2" charset="-122"/>
              </a:rPr>
              <a:t>S</a:t>
            </a:r>
            <a:r>
              <a:rPr kumimoji="1" lang="en-US" altLang="zh-CN" sz="3086" baseline="-25000">
                <a:solidFill>
                  <a:srgbClr val="CC3300"/>
                </a:solidFill>
                <a:latin typeface="Arial" panose="020B0604020202020204"/>
                <a:ea typeface="宋体" panose="02010600030101010101" pitchFamily="2" charset="-122"/>
              </a:rPr>
              <a:t>1</a:t>
            </a:r>
            <a:r>
              <a:rPr kumimoji="1" lang="zh-CN" altLang="en-US" sz="3086">
                <a:solidFill>
                  <a:srgbClr val="CC3300"/>
                </a:solidFill>
                <a:latin typeface="Arial" panose="020B0604020202020204"/>
                <a:ea typeface="宋体" panose="02010600030101010101" pitchFamily="2" charset="-122"/>
              </a:rPr>
              <a:t>.</a:t>
            </a:r>
            <a:r>
              <a:rPr kumimoji="1" lang="en-US" altLang="zh-CN" sz="3086">
                <a:solidFill>
                  <a:srgbClr val="CC3300"/>
                </a:solidFill>
                <a:latin typeface="Arial" panose="020B0604020202020204"/>
                <a:ea typeface="宋体" panose="02010600030101010101" pitchFamily="2" charset="-122"/>
              </a:rPr>
              <a:t>code</a:t>
            </a:r>
            <a:endParaRPr kumimoji="1" lang="en-US" altLang="zh-CN" sz="2646">
              <a:solidFill>
                <a:prstClr val="black"/>
              </a:solidFill>
              <a:latin typeface="Arial" panose="020B0604020202020204"/>
              <a:ea typeface="宋体" panose="02010600030101010101" pitchFamily="2" charset="-122"/>
            </a:endParaRPr>
          </a:p>
        </p:txBody>
      </p:sp>
      <p:sp>
        <p:nvSpPr>
          <p:cNvPr id="26" name="Rectangle 6"/>
          <p:cNvSpPr>
            <a:spLocks noChangeArrowheads="1"/>
          </p:cNvSpPr>
          <p:nvPr/>
        </p:nvSpPr>
        <p:spPr bwMode="auto">
          <a:xfrm>
            <a:off x="2401888" y="5602288"/>
            <a:ext cx="2436812" cy="67310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66FF"/>
                </a:solidFill>
                <a:latin typeface="Arial" panose="020B0604020202020204"/>
                <a:ea typeface="宋体" panose="02010600030101010101" pitchFamily="2" charset="-122"/>
              </a:rPr>
              <a:t>S</a:t>
            </a:r>
            <a:r>
              <a:rPr kumimoji="1" lang="en-US" altLang="zh-CN" sz="3086" baseline="-25000" dirty="0">
                <a:solidFill>
                  <a:srgbClr val="0066FF"/>
                </a:solidFill>
                <a:latin typeface="Arial" panose="020B0604020202020204"/>
                <a:ea typeface="宋体" panose="02010600030101010101" pitchFamily="2" charset="-122"/>
              </a:rPr>
              <a:t>2</a:t>
            </a:r>
            <a:r>
              <a:rPr kumimoji="1" lang="zh-CN" altLang="en-US" sz="3086" dirty="0">
                <a:solidFill>
                  <a:srgbClr val="0066FF"/>
                </a:solidFill>
                <a:latin typeface="Arial" panose="020B0604020202020204"/>
                <a:ea typeface="宋体" panose="02010600030101010101" pitchFamily="2" charset="-122"/>
              </a:rPr>
              <a:t>.</a:t>
            </a:r>
            <a:r>
              <a:rPr kumimoji="1" lang="en-US" altLang="zh-CN" sz="3086" dirty="0">
                <a:solidFill>
                  <a:srgbClr val="0066FF"/>
                </a:solidFill>
                <a:latin typeface="Arial" panose="020B0604020202020204"/>
                <a:ea typeface="宋体" panose="02010600030101010101" pitchFamily="2" charset="-122"/>
              </a:rPr>
              <a:t>code</a:t>
            </a:r>
            <a:endParaRPr kumimoji="1" lang="en-US" altLang="zh-CN" sz="2646" dirty="0">
              <a:solidFill>
                <a:srgbClr val="0066FF"/>
              </a:solidFill>
              <a:latin typeface="Arial" panose="020B0604020202020204"/>
              <a:ea typeface="宋体" panose="02010600030101010101" pitchFamily="2" charset="-122"/>
            </a:endParaRPr>
          </a:p>
        </p:txBody>
      </p:sp>
      <p:grpSp>
        <p:nvGrpSpPr>
          <p:cNvPr id="27" name="Group 23"/>
          <p:cNvGrpSpPr>
            <a:grpSpLocks/>
          </p:cNvGrpSpPr>
          <p:nvPr/>
        </p:nvGrpSpPr>
        <p:grpSpPr bwMode="auto">
          <a:xfrm>
            <a:off x="4586288" y="3838575"/>
            <a:ext cx="671512" cy="168275"/>
            <a:chOff x="2976" y="2688"/>
            <a:chExt cx="384" cy="96"/>
          </a:xfrm>
        </p:grpSpPr>
        <p:sp>
          <p:nvSpPr>
            <p:cNvPr id="1231893" name="Line 10"/>
            <p:cNvSpPr>
              <a:spLocks noChangeShapeType="1"/>
            </p:cNvSpPr>
            <p:nvPr/>
          </p:nvSpPr>
          <p:spPr bwMode="auto">
            <a:xfrm>
              <a:off x="3024" y="2736"/>
              <a:ext cx="336"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Oval 17"/>
            <p:cNvSpPr>
              <a:spLocks noChangeArrowheads="1"/>
            </p:cNvSpPr>
            <p:nvPr/>
          </p:nvSpPr>
          <p:spPr bwMode="auto">
            <a:xfrm>
              <a:off x="2976" y="2688"/>
              <a:ext cx="48" cy="96"/>
            </a:xfrm>
            <a:prstGeom prst="ellipse">
              <a:avLst/>
            </a:prstGeom>
            <a:solidFill>
              <a:schemeClr val="tx1"/>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grpSp>
        <p:nvGrpSpPr>
          <p:cNvPr id="30" name="Group 25"/>
          <p:cNvGrpSpPr>
            <a:grpSpLocks/>
          </p:cNvGrpSpPr>
          <p:nvPr/>
        </p:nvGrpSpPr>
        <p:grpSpPr bwMode="auto">
          <a:xfrm flipH="1">
            <a:off x="4670425" y="5434013"/>
            <a:ext cx="1008063" cy="1176337"/>
            <a:chOff x="1536" y="3360"/>
            <a:chExt cx="960" cy="672"/>
          </a:xfrm>
        </p:grpSpPr>
        <p:sp>
          <p:nvSpPr>
            <p:cNvPr id="1231891" name="Freeform 13"/>
            <p:cNvSpPr>
              <a:spLocks/>
            </p:cNvSpPr>
            <p:nvPr/>
          </p:nvSpPr>
          <p:spPr bwMode="auto">
            <a:xfrm>
              <a:off x="1536" y="3408"/>
              <a:ext cx="912" cy="624"/>
            </a:xfrm>
            <a:custGeom>
              <a:avLst/>
              <a:gdLst>
                <a:gd name="T0" fmla="*/ 912 w 912"/>
                <a:gd name="T1" fmla="*/ 0 h 624"/>
                <a:gd name="T2" fmla="*/ 0 w 912"/>
                <a:gd name="T3" fmla="*/ 0 h 624"/>
                <a:gd name="T4" fmla="*/ 0 w 912"/>
                <a:gd name="T5" fmla="*/ 624 h 624"/>
                <a:gd name="T6" fmla="*/ 720 w 912"/>
                <a:gd name="T7" fmla="*/ 624 h 624"/>
                <a:gd name="T8" fmla="*/ 0 60000 65536"/>
                <a:gd name="T9" fmla="*/ 0 60000 65536"/>
                <a:gd name="T10" fmla="*/ 0 60000 65536"/>
                <a:gd name="T11" fmla="*/ 0 60000 65536"/>
                <a:gd name="T12" fmla="*/ 0 w 912"/>
                <a:gd name="T13" fmla="*/ 0 h 624"/>
                <a:gd name="T14" fmla="*/ 912 w 912"/>
                <a:gd name="T15" fmla="*/ 624 h 624"/>
              </a:gdLst>
              <a:ahLst/>
              <a:cxnLst>
                <a:cxn ang="T8">
                  <a:pos x="T0" y="T1"/>
                </a:cxn>
                <a:cxn ang="T9">
                  <a:pos x="T2" y="T3"/>
                </a:cxn>
                <a:cxn ang="T10">
                  <a:pos x="T4" y="T5"/>
                </a:cxn>
                <a:cxn ang="T11">
                  <a:pos x="T6" y="T7"/>
                </a:cxn>
              </a:cxnLst>
              <a:rect l="T12" t="T13" r="T14" b="T15"/>
              <a:pathLst>
                <a:path w="912" h="624">
                  <a:moveTo>
                    <a:pt x="912" y="0"/>
                  </a:moveTo>
                  <a:lnTo>
                    <a:pt x="0" y="0"/>
                  </a:lnTo>
                  <a:lnTo>
                    <a:pt x="0" y="624"/>
                  </a:lnTo>
                  <a:lnTo>
                    <a:pt x="720" y="624"/>
                  </a:lnTo>
                </a:path>
              </a:pathLst>
            </a:custGeom>
            <a:noFill/>
            <a:ln w="19050" cap="flat" cmpd="sng">
              <a:solidFill>
                <a:schemeClr val="tx1"/>
              </a:solidFill>
              <a:prstDash val="solid"/>
              <a:round/>
              <a:headEnd type="none" w="med" len="me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 name="Oval 18"/>
            <p:cNvSpPr>
              <a:spLocks noChangeArrowheads="1"/>
            </p:cNvSpPr>
            <p:nvPr/>
          </p:nvSpPr>
          <p:spPr bwMode="auto">
            <a:xfrm>
              <a:off x="2448" y="3360"/>
              <a:ext cx="48" cy="96"/>
            </a:xfrm>
            <a:prstGeom prst="ellipse">
              <a:avLst/>
            </a:prstGeom>
            <a:solidFill>
              <a:schemeClr val="tx1"/>
            </a:solidFill>
            <a:ln w="19050">
              <a:solidFill>
                <a:schemeClr val="tx1"/>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33" name="Rectangle 19"/>
          <p:cNvSpPr>
            <a:spLocks noChangeArrowheads="1"/>
          </p:cNvSpPr>
          <p:nvPr/>
        </p:nvSpPr>
        <p:spPr bwMode="auto">
          <a:xfrm>
            <a:off x="5341938" y="3586163"/>
            <a:ext cx="1512887"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339933"/>
                </a:solidFill>
                <a:latin typeface="Arial" panose="020B0604020202020204"/>
                <a:ea typeface="宋体" panose="02010600030101010101" pitchFamily="2" charset="-122"/>
              </a:rPr>
              <a:t>To </a:t>
            </a:r>
            <a:r>
              <a:rPr kumimoji="1" lang="en-US" altLang="zh-CN" sz="3086" dirty="0" err="1">
                <a:solidFill>
                  <a:srgbClr val="339933"/>
                </a:solidFill>
                <a:latin typeface="Arial" panose="020B0604020202020204"/>
                <a:ea typeface="宋体" panose="02010600030101010101" pitchFamily="2" charset="-122"/>
              </a:rPr>
              <a:t>E.true</a:t>
            </a:r>
            <a:endParaRPr kumimoji="1" lang="en-US" altLang="zh-CN" sz="2646" dirty="0">
              <a:solidFill>
                <a:prstClr val="black"/>
              </a:solidFill>
              <a:latin typeface="Arial" panose="020B0604020202020204"/>
              <a:ea typeface="宋体" panose="02010600030101010101" pitchFamily="2" charset="-122"/>
            </a:endParaRPr>
          </a:p>
        </p:txBody>
      </p:sp>
      <p:sp>
        <p:nvSpPr>
          <p:cNvPr id="34" name="Rectangle 20"/>
          <p:cNvSpPr>
            <a:spLocks noChangeArrowheads="1"/>
          </p:cNvSpPr>
          <p:nvPr/>
        </p:nvSpPr>
        <p:spPr bwMode="auto">
          <a:xfrm>
            <a:off x="5419725" y="4013200"/>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3399"/>
                </a:solidFill>
                <a:latin typeface="Arial" panose="020B0604020202020204"/>
                <a:ea typeface="宋体" panose="02010600030101010101" pitchFamily="2" charset="-122"/>
              </a:rPr>
              <a:t>To </a:t>
            </a:r>
            <a:r>
              <a:rPr kumimoji="1" lang="en-US" altLang="zh-CN" sz="3086" dirty="0" err="1">
                <a:solidFill>
                  <a:srgbClr val="003399"/>
                </a:solidFill>
                <a:latin typeface="Arial" panose="020B0604020202020204"/>
                <a:ea typeface="宋体" panose="02010600030101010101" pitchFamily="2" charset="-122"/>
              </a:rPr>
              <a:t>E.false</a:t>
            </a:r>
            <a:endParaRPr kumimoji="1" lang="en-US" altLang="zh-CN" sz="3086" dirty="0">
              <a:solidFill>
                <a:srgbClr val="003399"/>
              </a:solidFill>
              <a:latin typeface="Arial" panose="020B0604020202020204"/>
              <a:ea typeface="宋体" panose="02010600030101010101" pitchFamily="2" charset="-122"/>
            </a:endParaRPr>
          </a:p>
        </p:txBody>
      </p:sp>
      <p:sp>
        <p:nvSpPr>
          <p:cNvPr id="35" name="Rectangle 26"/>
          <p:cNvSpPr>
            <a:spLocks noChangeArrowheads="1"/>
          </p:cNvSpPr>
          <p:nvPr/>
        </p:nvSpPr>
        <p:spPr bwMode="auto">
          <a:xfrm>
            <a:off x="2401888" y="5099050"/>
            <a:ext cx="2436812" cy="503238"/>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Arial" panose="020B0604020202020204"/>
                <a:ea typeface="宋体" panose="02010600030101010101" pitchFamily="2" charset="-122"/>
              </a:rPr>
              <a:t>goto S.next</a:t>
            </a:r>
          </a:p>
        </p:txBody>
      </p:sp>
      <p:grpSp>
        <p:nvGrpSpPr>
          <p:cNvPr id="36" name="Group 27"/>
          <p:cNvGrpSpPr>
            <a:grpSpLocks/>
          </p:cNvGrpSpPr>
          <p:nvPr/>
        </p:nvGrpSpPr>
        <p:grpSpPr bwMode="auto">
          <a:xfrm>
            <a:off x="4586288" y="4175125"/>
            <a:ext cx="671512" cy="168275"/>
            <a:chOff x="2976" y="2688"/>
            <a:chExt cx="384" cy="96"/>
          </a:xfrm>
        </p:grpSpPr>
        <p:sp>
          <p:nvSpPr>
            <p:cNvPr id="1231889" name="Line 28"/>
            <p:cNvSpPr>
              <a:spLocks noChangeShapeType="1"/>
            </p:cNvSpPr>
            <p:nvPr/>
          </p:nvSpPr>
          <p:spPr bwMode="auto">
            <a:xfrm>
              <a:off x="3024" y="2736"/>
              <a:ext cx="336" cy="0"/>
            </a:xfrm>
            <a:prstGeom prst="line">
              <a:avLst/>
            </a:prstGeom>
            <a:noFill/>
            <a:ln w="19050">
              <a:solidFill>
                <a:srgbClr val="0000FF"/>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Oval 29"/>
            <p:cNvSpPr>
              <a:spLocks noChangeArrowheads="1"/>
            </p:cNvSpPr>
            <p:nvPr/>
          </p:nvSpPr>
          <p:spPr bwMode="auto">
            <a:xfrm>
              <a:off x="2976" y="2688"/>
              <a:ext cx="48" cy="96"/>
            </a:xfrm>
            <a:prstGeom prst="ellipse">
              <a:avLst/>
            </a:prstGeom>
            <a:solidFill>
              <a:schemeClr val="tx1"/>
            </a:solidFill>
            <a:ln w="19050">
              <a:solidFill>
                <a:srgbClr val="0000FF"/>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39" name="Rectangle 30"/>
          <p:cNvSpPr>
            <a:spLocks noChangeArrowheads="1"/>
          </p:cNvSpPr>
          <p:nvPr/>
        </p:nvSpPr>
        <p:spPr bwMode="auto">
          <a:xfrm>
            <a:off x="890588" y="6357938"/>
            <a:ext cx="15113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Arial" panose="020B0604020202020204"/>
                <a:ea typeface="宋体" panose="02010600030101010101" pitchFamily="2" charset="-122"/>
              </a:rPr>
              <a:t>S.next</a:t>
            </a:r>
          </a:p>
        </p:txBody>
      </p:sp>
      <p:sp>
        <p:nvSpPr>
          <p:cNvPr id="40" name="Rectangle 31"/>
          <p:cNvSpPr>
            <a:spLocks noChangeArrowheads="1"/>
          </p:cNvSpPr>
          <p:nvPr/>
        </p:nvSpPr>
        <p:spPr bwMode="auto">
          <a:xfrm>
            <a:off x="2401888" y="6275388"/>
            <a:ext cx="2436812" cy="671512"/>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ea typeface="宋体" panose="02010600030101010101" pitchFamily="2" charset="-122"/>
              </a:rPr>
              <a:t>……</a:t>
            </a:r>
          </a:p>
        </p:txBody>
      </p:sp>
      <p:sp>
        <p:nvSpPr>
          <p:cNvPr id="41" name="Rectangle 32"/>
          <p:cNvSpPr>
            <a:spLocks noChangeArrowheads="1"/>
          </p:cNvSpPr>
          <p:nvPr/>
        </p:nvSpPr>
        <p:spPr bwMode="auto">
          <a:xfrm>
            <a:off x="890588" y="4259263"/>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339933"/>
                </a:solidFill>
                <a:latin typeface="Arial" panose="020B0604020202020204"/>
                <a:ea typeface="宋体" panose="02010600030101010101" pitchFamily="2" charset="-122"/>
              </a:rPr>
              <a:t>E.true:</a:t>
            </a:r>
            <a:endParaRPr kumimoji="1" lang="en-US" altLang="zh-CN" sz="2646">
              <a:solidFill>
                <a:prstClr val="black"/>
              </a:solidFill>
              <a:latin typeface="Arial" panose="020B0604020202020204"/>
              <a:ea typeface="宋体" panose="02010600030101010101" pitchFamily="2" charset="-122"/>
            </a:endParaRPr>
          </a:p>
        </p:txBody>
      </p:sp>
      <p:sp>
        <p:nvSpPr>
          <p:cNvPr id="42" name="Rectangle 33"/>
          <p:cNvSpPr>
            <a:spLocks noChangeArrowheads="1"/>
          </p:cNvSpPr>
          <p:nvPr/>
        </p:nvSpPr>
        <p:spPr bwMode="auto">
          <a:xfrm>
            <a:off x="971550" y="5434013"/>
            <a:ext cx="1512888"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003399"/>
                </a:solidFill>
                <a:latin typeface="Arial" panose="020B0604020202020204"/>
                <a:ea typeface="宋体" panose="02010600030101010101" pitchFamily="2" charset="-122"/>
              </a:rPr>
              <a:t>E.false</a:t>
            </a:r>
            <a:r>
              <a:rPr kumimoji="1" lang="en-US" altLang="zh-CN" sz="3086" dirty="0">
                <a:solidFill>
                  <a:srgbClr val="003399"/>
                </a:solidFill>
                <a:latin typeface="Arial" panose="020B0604020202020204"/>
                <a:ea typeface="宋体" panose="02010600030101010101" pitchFamily="2" charset="-122"/>
              </a:rPr>
              <a:t>:</a:t>
            </a:r>
          </a:p>
        </p:txBody>
      </p:sp>
      <p:sp>
        <p:nvSpPr>
          <p:cNvPr id="2" name="灯片编号占位符 1">
            <a:extLst>
              <a:ext uri="{FF2B5EF4-FFF2-40B4-BE49-F238E27FC236}">
                <a16:creationId xmlns:a16="http://schemas.microsoft.com/office/drawing/2014/main" id="{465DE6CC-6AE0-8F9C-981D-0ED1BA261465}"/>
              </a:ext>
            </a:extLst>
          </p:cNvPr>
          <p:cNvSpPr>
            <a:spLocks noGrp="1"/>
          </p:cNvSpPr>
          <p:nvPr>
            <p:ph type="sldNum" sz="quarter" idx="12"/>
          </p:nvPr>
        </p:nvSpPr>
        <p:spPr/>
        <p:txBody>
          <a:bodyPr/>
          <a:lstStyle/>
          <a:p>
            <a:pPr>
              <a:defRPr/>
            </a:pPr>
            <a:fld id="{D8D82BB7-D965-4EF4-A634-04D18872AD38}" type="slidenum">
              <a:rPr lang="en-US" smtClean="0"/>
              <a:pPr>
                <a:defRPr/>
              </a:pPr>
              <a:t>86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up)">
                                      <p:cBhvr>
                                        <p:cTn id="37" dur="500"/>
                                        <p:tgtEl>
                                          <p:spTgt spid="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box(out)">
                                      <p:cBhvr>
                                        <p:cTn id="42" dur="500"/>
                                        <p:tgtEl>
                                          <p:spTgt spid="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wipe(left)">
                                      <p:cBhvr>
                                        <p:cTn id="62" dur="500"/>
                                        <p:tgtEl>
                                          <p:spTgt spid="4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500"/>
                                        <p:tgtEl>
                                          <p:spTgt spid="3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left)">
                                      <p:cBhvr>
                                        <p:cTn id="72" dur="500"/>
                                        <p:tgtEl>
                                          <p:spTgt spid="3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left)">
                                      <p:cBhvr>
                                        <p:cTn id="7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24" grpId="0" animBg="1" autoUpdateAnimBg="0"/>
      <p:bldP spid="25" grpId="0" animBg="1" autoUpdateAnimBg="0"/>
      <p:bldP spid="26" grpId="0" animBg="1" autoUpdateAnimBg="0"/>
      <p:bldP spid="33" grpId="0" autoUpdateAnimBg="0"/>
      <p:bldP spid="34" grpId="0" autoUpdateAnimBg="0"/>
      <p:bldP spid="35" grpId="0" animBg="1" autoUpdateAnimBg="0"/>
      <p:bldP spid="39" grpId="0" autoUpdateAnimBg="0"/>
      <p:bldP spid="40" grpId="0" animBg="1" autoUpdateAnimBg="0"/>
      <p:bldP spid="41" grpId="0" autoUpdateAnimBg="0"/>
      <p:bldP spid="42"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条件语句的翻译</a:t>
            </a:r>
          </a:p>
        </p:txBody>
      </p:sp>
      <p:sp>
        <p:nvSpPr>
          <p:cNvPr id="4505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if  </a:t>
            </a:r>
            <a:r>
              <a:rPr lang="en-US" altLang="zh-CN" sz="2646" dirty="0">
                <a:solidFill>
                  <a:srgbClr val="0070C0"/>
                </a:solidFill>
              </a:rPr>
              <a:t>a&gt;c </a:t>
            </a:r>
            <a:r>
              <a:rPr lang="en-US" altLang="zh-CN" sz="2646" dirty="0">
                <a:solidFill>
                  <a:srgbClr val="0070C0"/>
                </a:solidFill>
                <a:sym typeface="Symbol" panose="05050102010706020507" pitchFamily="18" charset="2"/>
              </a:rPr>
              <a:t>or</a:t>
            </a:r>
            <a:r>
              <a:rPr lang="en-US" altLang="zh-CN" sz="2646" dirty="0">
                <a:solidFill>
                  <a:srgbClr val="0070C0"/>
                </a:solidFill>
              </a:rPr>
              <a:t> b </a:t>
            </a:r>
            <a:r>
              <a:rPr lang="en-US" altLang="zh-CN" sz="2646" dirty="0">
                <a:solidFill>
                  <a:srgbClr val="0070C0"/>
                </a:solidFill>
                <a:sym typeface="Symbol" panose="05050102010706020507" pitchFamily="18" charset="2"/>
              </a:rPr>
              <a:t>&lt;d</a:t>
            </a:r>
            <a:r>
              <a:rPr lang="en-US" altLang="zh-CN" sz="2646" dirty="0">
                <a:solidFill>
                  <a:srgbClr val="0070C0"/>
                </a:solidFill>
              </a:rPr>
              <a:t> </a:t>
            </a:r>
            <a:r>
              <a:rPr lang="en-US" altLang="zh-CN" sz="2646" dirty="0">
                <a:solidFill>
                  <a:schemeClr val="tx1">
                    <a:lumMod val="75000"/>
                    <a:lumOff val="25000"/>
                  </a:schemeClr>
                </a:solidFill>
              </a:rPr>
              <a:t>then  </a:t>
            </a:r>
            <a:r>
              <a:rPr lang="en-US" altLang="zh-CN" sz="2646" dirty="0">
                <a:solidFill>
                  <a:srgbClr val="CC3300"/>
                </a:solidFill>
              </a:rPr>
              <a:t>S</a:t>
            </a:r>
            <a:r>
              <a:rPr lang="en-US" altLang="zh-CN" sz="2646" baseline="-25000" dirty="0">
                <a:solidFill>
                  <a:srgbClr val="CC3300"/>
                </a:solidFill>
              </a:rPr>
              <a:t>1</a:t>
            </a:r>
            <a:r>
              <a:rPr lang="en-US" altLang="zh-CN" sz="2646" dirty="0">
                <a:solidFill>
                  <a:schemeClr val="tx1">
                    <a:lumMod val="75000"/>
                    <a:lumOff val="25000"/>
                  </a:schemeClr>
                </a:solidFill>
              </a:rPr>
              <a:t> else </a:t>
            </a:r>
            <a:r>
              <a:rPr lang="en-US" altLang="zh-CN" sz="2646" dirty="0">
                <a:solidFill>
                  <a:srgbClr val="008000"/>
                </a:solidFill>
              </a:rPr>
              <a:t>S</a:t>
            </a:r>
            <a:r>
              <a:rPr lang="en-US" altLang="zh-CN" sz="2646" baseline="-25000" dirty="0">
                <a:solidFill>
                  <a:srgbClr val="008000"/>
                </a:solidFill>
              </a:rPr>
              <a:t>2</a:t>
            </a:r>
            <a:r>
              <a:rPr lang="en-US" altLang="zh-CN" sz="2646" dirty="0">
                <a:solidFill>
                  <a:srgbClr val="008000"/>
                </a:solidFill>
              </a:rPr>
              <a:t> </a:t>
            </a:r>
            <a:r>
              <a:rPr lang="zh-CN" altLang="en-US" sz="2646" dirty="0">
                <a:solidFill>
                  <a:schemeClr val="tx1">
                    <a:lumMod val="75000"/>
                    <a:lumOff val="25000"/>
                  </a:schemeClr>
                </a:solidFill>
              </a:rPr>
              <a:t>翻译成三地址代码</a:t>
            </a:r>
            <a:endParaRPr lang="en-US" altLang="zh-CN" sz="1984" dirty="0">
              <a:solidFill>
                <a:schemeClr val="tx1">
                  <a:lumMod val="75000"/>
                  <a:lumOff val="25000"/>
                </a:schemeClr>
              </a:solidFill>
            </a:endParaRPr>
          </a:p>
        </p:txBody>
      </p:sp>
      <p:sp>
        <p:nvSpPr>
          <p:cNvPr id="9" name="文本框 8"/>
          <p:cNvSpPr txBox="1"/>
          <p:nvPr/>
        </p:nvSpPr>
        <p:spPr>
          <a:xfrm>
            <a:off x="1627188" y="2962275"/>
            <a:ext cx="4891087" cy="4157663"/>
          </a:xfrm>
          <a:prstGeom prst="rect">
            <a:avLst/>
          </a:prstGeom>
          <a:noFill/>
        </p:spPr>
        <p:txBody>
          <a:bodyPr>
            <a:spAutoFit/>
          </a:bodyPr>
          <a:lstStyle/>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	if a&gt;c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L2</a:t>
            </a: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L1</a:t>
            </a: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L1:	if b&lt;d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L2</a:t>
            </a: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L3</a:t>
            </a:r>
            <a:r>
              <a:rPr lang="zh-CN" altLang="en-US" sz="2646" dirty="0">
                <a:solidFill>
                  <a:prstClr val="black"/>
                </a:solidFill>
                <a:latin typeface="Arial" panose="020B0604020202020204"/>
                <a:ea typeface="黑体" panose="02010609060101010101" pitchFamily="49" charset="-122"/>
              </a:rPr>
              <a:t> </a:t>
            </a:r>
            <a:endParaRPr lang="en-US" altLang="zh-CN" sz="2646" dirty="0">
              <a:solidFill>
                <a:prstClr val="black"/>
              </a:solidFill>
              <a:latin typeface="Arial" panose="020B0604020202020204"/>
              <a:ea typeface="黑体" panose="02010609060101010101" pitchFamily="49" charset="-122"/>
            </a:endParaRP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L2:	(</a:t>
            </a:r>
            <a:r>
              <a:rPr lang="zh-CN" altLang="en-US" sz="2646" dirty="0">
                <a:solidFill>
                  <a:prstClr val="black"/>
                </a:solidFill>
                <a:latin typeface="Arial" panose="020B0604020202020204"/>
                <a:ea typeface="黑体" panose="02010609060101010101" pitchFamily="49" charset="-122"/>
              </a:rPr>
              <a:t>关于</a:t>
            </a:r>
            <a:r>
              <a:rPr lang="en-US" altLang="zh-CN" sz="2646" dirty="0">
                <a:solidFill>
                  <a:prstClr val="black"/>
                </a:solidFill>
                <a:latin typeface="Arial" panose="020B0604020202020204"/>
                <a:ea typeface="黑体" panose="02010609060101010101" pitchFamily="49" charset="-122"/>
              </a:rPr>
              <a:t>S1</a:t>
            </a:r>
            <a:r>
              <a:rPr lang="zh-CN" altLang="en-US" sz="2646" dirty="0">
                <a:solidFill>
                  <a:prstClr val="black"/>
                </a:solidFill>
                <a:latin typeface="Arial" panose="020B0604020202020204"/>
                <a:ea typeface="黑体" panose="02010609060101010101" pitchFamily="49" charset="-122"/>
              </a:rPr>
              <a:t>的三地址代码序列)</a:t>
            </a:r>
          </a:p>
          <a:p>
            <a:pPr defTabSz="503972" eaLnBrk="1" fontAlgn="auto" hangingPunct="1">
              <a:spcBef>
                <a:spcPts val="882"/>
              </a:spcBef>
              <a:spcAft>
                <a:spcPts val="0"/>
              </a:spcAft>
              <a:defRPr/>
            </a:pPr>
            <a:r>
              <a:rPr lang="zh-CN" altLang="en-US"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Lnext</a:t>
            </a:r>
            <a:endParaRPr lang="en-US" altLang="zh-CN" sz="2646" dirty="0">
              <a:solidFill>
                <a:prstClr val="black"/>
              </a:solidFill>
              <a:latin typeface="Arial" panose="020B0604020202020204"/>
              <a:ea typeface="黑体" panose="02010609060101010101" pitchFamily="49" charset="-122"/>
            </a:endParaRP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L3:	(</a:t>
            </a:r>
            <a:r>
              <a:rPr lang="zh-CN" altLang="en-US" sz="2646" dirty="0">
                <a:solidFill>
                  <a:prstClr val="black"/>
                </a:solidFill>
                <a:latin typeface="Arial" panose="020B0604020202020204"/>
                <a:ea typeface="黑体" panose="02010609060101010101" pitchFamily="49" charset="-122"/>
              </a:rPr>
              <a:t>关于</a:t>
            </a:r>
            <a:r>
              <a:rPr lang="en-US" altLang="zh-CN" sz="2646" dirty="0">
                <a:solidFill>
                  <a:prstClr val="black"/>
                </a:solidFill>
                <a:latin typeface="Arial" panose="020B0604020202020204"/>
                <a:ea typeface="黑体" panose="02010609060101010101" pitchFamily="49" charset="-122"/>
              </a:rPr>
              <a:t>S2</a:t>
            </a:r>
            <a:r>
              <a:rPr lang="zh-CN" altLang="en-US" sz="2646" dirty="0">
                <a:solidFill>
                  <a:prstClr val="black"/>
                </a:solidFill>
                <a:latin typeface="Arial" panose="020B0604020202020204"/>
                <a:ea typeface="黑体" panose="02010609060101010101" pitchFamily="49" charset="-122"/>
              </a:rPr>
              <a:t>的三地址代码序列)</a:t>
            </a:r>
          </a:p>
          <a:p>
            <a:pPr defTabSz="503972" eaLnBrk="1" fontAlgn="auto" hangingPunct="1">
              <a:spcBef>
                <a:spcPts val="882"/>
              </a:spcBef>
              <a:spcAft>
                <a:spcPts val="0"/>
              </a:spcAft>
              <a:defRPr/>
            </a:pPr>
            <a:r>
              <a:rPr lang="en-US" altLang="zh-CN" sz="2646" dirty="0" err="1">
                <a:solidFill>
                  <a:prstClr val="black"/>
                </a:solidFill>
                <a:latin typeface="Arial" panose="020B0604020202020204"/>
                <a:ea typeface="黑体" panose="02010609060101010101" pitchFamily="49" charset="-122"/>
              </a:rPr>
              <a:t>Lnext</a:t>
            </a:r>
            <a:r>
              <a:rPr lang="en-US" altLang="zh-CN" sz="2646" dirty="0">
                <a:solidFill>
                  <a:prstClr val="black"/>
                </a:solidFill>
                <a:latin typeface="Arial" panose="020B0604020202020204"/>
                <a:ea typeface="黑体" panose="02010609060101010101" pitchFamily="49" charset="-122"/>
              </a:rPr>
              <a:t>:</a:t>
            </a:r>
          </a:p>
        </p:txBody>
      </p:sp>
      <p:sp>
        <p:nvSpPr>
          <p:cNvPr id="12" name="文本框 11"/>
          <p:cNvSpPr txBox="1"/>
          <p:nvPr/>
        </p:nvSpPr>
        <p:spPr>
          <a:xfrm>
            <a:off x="4295775" y="2962275"/>
            <a:ext cx="1984375"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C00000"/>
                </a:solidFill>
                <a:latin typeface="微软雅黑" panose="020B0503020204020204" pitchFamily="34" charset="-122"/>
                <a:ea typeface="微软雅黑" panose="020B0503020204020204" pitchFamily="34" charset="-122"/>
              </a:rPr>
              <a:t> “真”出口</a:t>
            </a:r>
          </a:p>
        </p:txBody>
      </p:sp>
      <p:sp>
        <p:nvSpPr>
          <p:cNvPr id="13" name="文本框 12"/>
          <p:cNvSpPr txBox="1"/>
          <p:nvPr/>
        </p:nvSpPr>
        <p:spPr>
          <a:xfrm>
            <a:off x="4295775" y="3984625"/>
            <a:ext cx="1984375" cy="498475"/>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C00000"/>
                </a:solidFill>
                <a:latin typeface="微软雅黑" panose="020B0503020204020204" pitchFamily="34" charset="-122"/>
                <a:ea typeface="微软雅黑" panose="020B0503020204020204" pitchFamily="34" charset="-122"/>
              </a:rPr>
              <a:t> “真”出口</a:t>
            </a:r>
          </a:p>
        </p:txBody>
      </p:sp>
      <p:sp>
        <p:nvSpPr>
          <p:cNvPr id="14" name="文本框 13"/>
          <p:cNvSpPr txBox="1"/>
          <p:nvPr/>
        </p:nvSpPr>
        <p:spPr>
          <a:xfrm>
            <a:off x="4295775" y="4492625"/>
            <a:ext cx="1984375"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009644"/>
                </a:solidFill>
                <a:latin typeface="微软雅黑" panose="020B0503020204020204" pitchFamily="34" charset="-122"/>
                <a:ea typeface="微软雅黑" panose="020B0503020204020204" pitchFamily="34" charset="-122"/>
              </a:rPr>
              <a:t> “假”出口</a:t>
            </a:r>
          </a:p>
        </p:txBody>
      </p:sp>
      <p:sp>
        <p:nvSpPr>
          <p:cNvPr id="3" name="灯片编号占位符 2">
            <a:extLst>
              <a:ext uri="{FF2B5EF4-FFF2-40B4-BE49-F238E27FC236}">
                <a16:creationId xmlns:a16="http://schemas.microsoft.com/office/drawing/2014/main" id="{B1519975-261F-EE56-E471-730E1CD3C6FE}"/>
              </a:ext>
            </a:extLst>
          </p:cNvPr>
          <p:cNvSpPr>
            <a:spLocks noGrp="1"/>
          </p:cNvSpPr>
          <p:nvPr>
            <p:ph type="sldNum" sz="quarter" idx="12"/>
          </p:nvPr>
        </p:nvSpPr>
        <p:spPr/>
        <p:txBody>
          <a:bodyPr/>
          <a:lstStyle/>
          <a:p>
            <a:pPr>
              <a:defRPr/>
            </a:pPr>
            <a:fld id="{D8D82BB7-D965-4EF4-A634-04D18872AD38}" type="slidenum">
              <a:rPr lang="en-US" smtClean="0"/>
              <a:pPr>
                <a:defRPr/>
              </a:pPr>
              <a:t>87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up)">
                                      <p:cBhvr>
                                        <p:cTn id="12" dur="500"/>
                                        <p:tgtEl>
                                          <p:spTgt spid="9">
                                            <p:txEl>
                                              <p:pRg st="0" end="0"/>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wipe(up)">
                                      <p:cBhvr>
                                        <p:cTn id="15" dur="500"/>
                                        <p:tgtEl>
                                          <p:spTgt spid="9">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wipe(up)">
                                      <p:cBhvr>
                                        <p:cTn id="18" dur="500"/>
                                        <p:tgtEl>
                                          <p:spTgt spid="9">
                                            <p:txEl>
                                              <p:pRg st="2" end="2"/>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wipe(up)">
                                      <p:cBhvr>
                                        <p:cTn id="21" dur="500"/>
                                        <p:tgtEl>
                                          <p:spTgt spid="9">
                                            <p:txEl>
                                              <p:pRg st="3" end="3"/>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wipe(up)">
                                      <p:cBhvr>
                                        <p:cTn id="24" dur="500"/>
                                        <p:tgtEl>
                                          <p:spTgt spid="9">
                                            <p:txEl>
                                              <p:pRg st="4" end="4"/>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wipe(up)">
                                      <p:cBhvr>
                                        <p:cTn id="27" dur="500"/>
                                        <p:tgtEl>
                                          <p:spTgt spid="9">
                                            <p:txEl>
                                              <p:pRg st="5" end="5"/>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9">
                                            <p:txEl>
                                              <p:pRg st="6" end="6"/>
                                            </p:txEl>
                                          </p:spTgt>
                                        </p:tgtEl>
                                        <p:attrNameLst>
                                          <p:attrName>style.visibility</p:attrName>
                                        </p:attrNameLst>
                                      </p:cBhvr>
                                      <p:to>
                                        <p:strVal val="visible"/>
                                      </p:to>
                                    </p:set>
                                    <p:animEffect transition="in" filter="wipe(up)">
                                      <p:cBhvr>
                                        <p:cTn id="30" dur="500"/>
                                        <p:tgtEl>
                                          <p:spTgt spid="9">
                                            <p:txEl>
                                              <p:pRg st="6" end="6"/>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9">
                                            <p:txEl>
                                              <p:pRg st="7" end="7"/>
                                            </p:txEl>
                                          </p:spTgt>
                                        </p:tgtEl>
                                        <p:attrNameLst>
                                          <p:attrName>style.visibility</p:attrName>
                                        </p:attrNameLst>
                                      </p:cBhvr>
                                      <p:to>
                                        <p:strVal val="visible"/>
                                      </p:to>
                                    </p:set>
                                    <p:animEffect transition="in" filter="wipe(up)">
                                      <p:cBhvr>
                                        <p:cTn id="33" dur="500"/>
                                        <p:tgtEl>
                                          <p:spTgt spid="9">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mph" presetSubtype="2" fill="hold" nodeType="clickEffect">
                                  <p:stCondLst>
                                    <p:cond delay="0"/>
                                  </p:stCondLst>
                                  <p:childTnLst>
                                    <p:animClr clrSpc="rgb" dir="cw">
                                      <p:cBhvr override="childStyle">
                                        <p:cTn id="37" dur="2000" fill="hold"/>
                                        <p:tgtEl>
                                          <p:spTgt spid="9">
                                            <p:txEl>
                                              <p:pRg st="0" end="0"/>
                                            </p:txEl>
                                          </p:spTgt>
                                        </p:tgtEl>
                                        <p:attrNameLst>
                                          <p:attrName>style.color</p:attrName>
                                        </p:attrNameLst>
                                      </p:cBhvr>
                                      <p:to>
                                        <a:schemeClr val="accent1"/>
                                      </p:to>
                                    </p:animClr>
                                  </p:childTnLst>
                                </p:cTn>
                              </p:par>
                              <p:par>
                                <p:cTn id="38" presetID="3" presetClass="emph" presetSubtype="2" fill="hold" nodeType="withEffect">
                                  <p:stCondLst>
                                    <p:cond delay="0"/>
                                  </p:stCondLst>
                                  <p:childTnLst>
                                    <p:animClr clrSpc="rgb" dir="cw">
                                      <p:cBhvr override="childStyle">
                                        <p:cTn id="39" dur="2000" fill="hold"/>
                                        <p:tgtEl>
                                          <p:spTgt spid="9">
                                            <p:txEl>
                                              <p:pRg st="1" end="1"/>
                                            </p:txEl>
                                          </p:spTgt>
                                        </p:tgtEl>
                                        <p:attrNameLst>
                                          <p:attrName>style.color</p:attrName>
                                        </p:attrNameLst>
                                      </p:cBhvr>
                                      <p:to>
                                        <a:schemeClr val="accent1"/>
                                      </p:to>
                                    </p:animClr>
                                  </p:childTnLst>
                                </p:cTn>
                              </p:par>
                              <p:par>
                                <p:cTn id="40" presetID="3" presetClass="emph" presetSubtype="2" fill="hold" nodeType="withEffect">
                                  <p:stCondLst>
                                    <p:cond delay="0"/>
                                  </p:stCondLst>
                                  <p:childTnLst>
                                    <p:animClr clrSpc="rgb" dir="cw">
                                      <p:cBhvr override="childStyle">
                                        <p:cTn id="41" dur="2000" fill="hold"/>
                                        <p:tgtEl>
                                          <p:spTgt spid="9">
                                            <p:txEl>
                                              <p:pRg st="2" end="2"/>
                                            </p:txEl>
                                          </p:spTgt>
                                        </p:tgtEl>
                                        <p:attrNameLst>
                                          <p:attrName>style.color</p:attrName>
                                        </p:attrNameLst>
                                      </p:cBhvr>
                                      <p:to>
                                        <a:schemeClr val="accent1"/>
                                      </p:to>
                                    </p:animClr>
                                  </p:childTnLst>
                                </p:cTn>
                              </p:par>
                              <p:par>
                                <p:cTn id="42" presetID="3" presetClass="emph" presetSubtype="2" fill="hold" nodeType="withEffect">
                                  <p:stCondLst>
                                    <p:cond delay="0"/>
                                  </p:stCondLst>
                                  <p:childTnLst>
                                    <p:animClr clrSpc="rgb" dir="cw">
                                      <p:cBhvr override="childStyle">
                                        <p:cTn id="43" dur="2000" fill="hold"/>
                                        <p:tgtEl>
                                          <p:spTgt spid="9">
                                            <p:txEl>
                                              <p:pRg st="3" end="3"/>
                                            </p:txEl>
                                          </p:spTgt>
                                        </p:tgtEl>
                                        <p:attrNameLst>
                                          <p:attrName>style.color</p:attrName>
                                        </p:attrNameLst>
                                      </p:cBhvr>
                                      <p:to>
                                        <a:schemeClr val="accent1"/>
                                      </p:to>
                                    </p:animClr>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mph" presetSubtype="2" fill="hold" nodeType="clickEffect">
                                  <p:stCondLst>
                                    <p:cond delay="0"/>
                                  </p:stCondLst>
                                  <p:childTnLst>
                                    <p:animClr clrSpc="rgb" dir="cw">
                                      <p:cBhvr override="childStyle">
                                        <p:cTn id="47" dur="2000" fill="hold"/>
                                        <p:tgtEl>
                                          <p:spTgt spid="9">
                                            <p:txEl>
                                              <p:pRg st="4" end="4"/>
                                            </p:txEl>
                                          </p:spTgt>
                                        </p:tgtEl>
                                        <p:attrNameLst>
                                          <p:attrName>style.color</p:attrName>
                                        </p:attrNameLst>
                                      </p:cBhvr>
                                      <p:to>
                                        <a:schemeClr val="accent2"/>
                                      </p:to>
                                    </p:animClr>
                                  </p:childTnLst>
                                </p:cTn>
                              </p:par>
                              <p:par>
                                <p:cTn id="48" presetID="3" presetClass="emph" presetSubtype="2" fill="hold" nodeType="withEffect">
                                  <p:stCondLst>
                                    <p:cond delay="0"/>
                                  </p:stCondLst>
                                  <p:childTnLst>
                                    <p:animClr clrSpc="rgb" dir="cw">
                                      <p:cBhvr override="childStyle">
                                        <p:cTn id="49" dur="2000" fill="hold"/>
                                        <p:tgtEl>
                                          <p:spTgt spid="9">
                                            <p:txEl>
                                              <p:pRg st="5" end="5"/>
                                            </p:txEl>
                                          </p:spTgt>
                                        </p:tgtEl>
                                        <p:attrNameLst>
                                          <p:attrName>style.color</p:attrName>
                                        </p:attrNameLst>
                                      </p:cBhvr>
                                      <p:to>
                                        <a:schemeClr val="accent2"/>
                                      </p:to>
                                    </p:animClr>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mph" presetSubtype="2" fill="hold" nodeType="clickEffect">
                                  <p:stCondLst>
                                    <p:cond delay="0"/>
                                  </p:stCondLst>
                                  <p:childTnLst>
                                    <p:animClr clrSpc="rgb" dir="cw">
                                      <p:cBhvr override="childStyle">
                                        <p:cTn id="53" dur="2000" fill="hold"/>
                                        <p:tgtEl>
                                          <p:spTgt spid="9">
                                            <p:txEl>
                                              <p:pRg st="6" end="6"/>
                                            </p:txEl>
                                          </p:spTgt>
                                        </p:tgtEl>
                                        <p:attrNameLst>
                                          <p:attrName>style.color</p:attrName>
                                        </p:attrNameLst>
                                      </p:cBhvr>
                                      <p:to>
                                        <a:srgbClr val="339933"/>
                                      </p:to>
                                    </p:animClr>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left)">
                                      <p:cBhvr>
                                        <p:cTn id="6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9" grpId="0" build="allAtOnce"/>
      <p:bldP spid="12" grpId="0"/>
      <p:bldP spid="13" grpId="0"/>
      <p:bldP spid="14"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5" name="Rectangle 2"/>
          <p:cNvSpPr>
            <a:spLocks noGrp="1" noChangeArrowheads="1"/>
          </p:cNvSpPr>
          <p:nvPr>
            <p:ph type="title"/>
          </p:nvPr>
        </p:nvSpPr>
        <p:spPr>
          <a:xfrm>
            <a:off x="695325" y="400050"/>
            <a:ext cx="9126538" cy="1460500"/>
          </a:xfrm>
        </p:spPr>
        <p:txBody>
          <a:bodyPr rtlCol="0">
            <a:normAutofit/>
          </a:bodyPr>
          <a:lstStyle/>
          <a:p>
            <a:pPr defTabSz="503972" eaLnBrk="1" fontAlgn="auto" hangingPunct="1">
              <a:spcAft>
                <a:spcPts val="0"/>
              </a:spcAft>
              <a:defRPr/>
            </a:pPr>
            <a:r>
              <a:rPr lang="zh-CN" altLang="en-US" dirty="0"/>
              <a:t>产生布尔表达式三地址代码的属性文法</a:t>
            </a:r>
          </a:p>
        </p:txBody>
      </p:sp>
      <p:sp>
        <p:nvSpPr>
          <p:cNvPr id="159747"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语义函数</a:t>
            </a:r>
            <a:r>
              <a:rPr lang="en-US" altLang="zh-CN" sz="3086" dirty="0" err="1">
                <a:solidFill>
                  <a:schemeClr val="tx1">
                    <a:lumMod val="75000"/>
                    <a:lumOff val="25000"/>
                  </a:schemeClr>
                </a:solidFill>
              </a:rPr>
              <a:t>newlabel</a:t>
            </a:r>
            <a:r>
              <a:rPr lang="zh-CN" altLang="en-US" sz="3086" dirty="0">
                <a:solidFill>
                  <a:schemeClr val="tx1">
                    <a:lumMod val="75000"/>
                    <a:lumOff val="25000"/>
                  </a:schemeClr>
                </a:solidFill>
              </a:rPr>
              <a:t>，返回一个新的符号标号</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对于一个布尔表达式</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设置两个继承属性</a:t>
            </a:r>
          </a:p>
          <a:p>
            <a:pPr marL="818954" lvl="1" indent="-314982" defTabSz="503972" eaLnBrk="1" fontAlgn="auto" hangingPunct="1">
              <a:spcBef>
                <a:spcPts val="1102"/>
              </a:spcBef>
              <a:spcAft>
                <a:spcPts val="0"/>
              </a:spcAft>
              <a:buFont typeface="Wingdings 3" charset="2"/>
              <a:buChar char=""/>
              <a:defRPr/>
            </a:pPr>
            <a:r>
              <a:rPr lang="en-US" altLang="zh-CN" sz="2646" dirty="0" err="1">
                <a:solidFill>
                  <a:schemeClr val="tx1">
                    <a:lumMod val="75000"/>
                    <a:lumOff val="25000"/>
                  </a:schemeClr>
                </a:solidFill>
              </a:rPr>
              <a:t>E.true</a:t>
            </a:r>
            <a:r>
              <a:rPr lang="zh-CN" altLang="en-US" sz="2646" dirty="0">
                <a:solidFill>
                  <a:schemeClr val="tx1">
                    <a:lumMod val="75000"/>
                    <a:lumOff val="25000"/>
                  </a:schemeClr>
                </a:solidFill>
              </a:rPr>
              <a:t>是</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为‘真’时控制流转向的标号</a:t>
            </a:r>
          </a:p>
          <a:p>
            <a:pPr marL="818954" lvl="1" indent="-314982" defTabSz="503972" eaLnBrk="1" fontAlgn="auto" hangingPunct="1">
              <a:spcBef>
                <a:spcPts val="1102"/>
              </a:spcBef>
              <a:spcAft>
                <a:spcPts val="0"/>
              </a:spcAft>
              <a:buFont typeface="Wingdings 3" charset="2"/>
              <a:buChar char=""/>
              <a:defRPr/>
            </a:pPr>
            <a:r>
              <a:rPr lang="en-US" altLang="zh-CN" sz="2646" dirty="0" err="1">
                <a:solidFill>
                  <a:schemeClr val="tx1">
                    <a:lumMod val="75000"/>
                    <a:lumOff val="25000"/>
                  </a:schemeClr>
                </a:solidFill>
              </a:rPr>
              <a:t>E.false</a:t>
            </a:r>
            <a:r>
              <a:rPr lang="zh-CN" altLang="en-US" sz="2646" dirty="0">
                <a:solidFill>
                  <a:schemeClr val="tx1">
                    <a:lumMod val="75000"/>
                    <a:lumOff val="25000"/>
                  </a:schemeClr>
                </a:solidFill>
              </a:rPr>
              <a:t>是</a:t>
            </a:r>
            <a:r>
              <a:rPr lang="en-US" altLang="zh-CN" sz="2646" dirty="0">
                <a:solidFill>
                  <a:schemeClr val="tx1">
                    <a:lumMod val="75000"/>
                    <a:lumOff val="25000"/>
                  </a:schemeClr>
                </a:solidFill>
              </a:rPr>
              <a:t>E</a:t>
            </a:r>
            <a:r>
              <a:rPr lang="zh-CN" altLang="en-US" sz="2646" dirty="0">
                <a:solidFill>
                  <a:schemeClr val="tx1">
                    <a:lumMod val="75000"/>
                    <a:lumOff val="25000"/>
                  </a:schemeClr>
                </a:solidFill>
              </a:rPr>
              <a:t>为‘假’时控制流转向的标号</a:t>
            </a:r>
            <a:endParaRPr lang="en-US" altLang="zh-CN" sz="264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en-US" altLang="zh-CN" sz="3086" dirty="0" err="1">
                <a:solidFill>
                  <a:schemeClr val="tx1">
                    <a:lumMod val="75000"/>
                    <a:lumOff val="25000"/>
                  </a:schemeClr>
                </a:solidFill>
              </a:rPr>
              <a:t>E.code</a:t>
            </a:r>
            <a:r>
              <a:rPr lang="zh-CN" altLang="en-US" sz="3086" dirty="0">
                <a:solidFill>
                  <a:schemeClr val="tx1">
                    <a:lumMod val="75000"/>
                    <a:lumOff val="25000"/>
                  </a:schemeClr>
                </a:solidFill>
              </a:rPr>
              <a:t>记录</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生成的三地址代码序列 </a:t>
            </a:r>
          </a:p>
        </p:txBody>
      </p:sp>
      <p:sp>
        <p:nvSpPr>
          <p:cNvPr id="2" name="灯片编号占位符 1">
            <a:extLst>
              <a:ext uri="{FF2B5EF4-FFF2-40B4-BE49-F238E27FC236}">
                <a16:creationId xmlns:a16="http://schemas.microsoft.com/office/drawing/2014/main" id="{724FA656-BD31-8FD8-0AE5-445084D59C28}"/>
              </a:ext>
            </a:extLst>
          </p:cNvPr>
          <p:cNvSpPr>
            <a:spLocks noGrp="1"/>
          </p:cNvSpPr>
          <p:nvPr>
            <p:ph type="sldNum" sz="quarter" idx="12"/>
          </p:nvPr>
        </p:nvSpPr>
        <p:spPr/>
        <p:txBody>
          <a:bodyPr/>
          <a:lstStyle/>
          <a:p>
            <a:pPr>
              <a:defRPr/>
            </a:pPr>
            <a:fld id="{83E5ACC6-5BEE-4F86-A8A3-2CA27B637FFC}" type="slidenum">
              <a:rPr lang="en-US" smtClean="0"/>
              <a:pPr>
                <a:defRPr/>
              </a:pPr>
              <a:t>88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wipe(left)">
                                      <p:cBhvr>
                                        <p:cTn id="7" dur="500"/>
                                        <p:tgtEl>
                                          <p:spTgt spid="159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Effect transition="in" filter="wipe(left)">
                                      <p:cBhvr>
                                        <p:cTn id="12" dur="500"/>
                                        <p:tgtEl>
                                          <p:spTgt spid="159747">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9747">
                                            <p:txEl>
                                              <p:pRg st="2" end="2"/>
                                            </p:txEl>
                                          </p:spTgt>
                                        </p:tgtEl>
                                        <p:attrNameLst>
                                          <p:attrName>style.visibility</p:attrName>
                                        </p:attrNameLst>
                                      </p:cBhvr>
                                      <p:to>
                                        <p:strVal val="visible"/>
                                      </p:to>
                                    </p:set>
                                    <p:animEffect transition="in" filter="wipe(left)">
                                      <p:cBhvr>
                                        <p:cTn id="15" dur="500"/>
                                        <p:tgtEl>
                                          <p:spTgt spid="159747">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9747">
                                            <p:txEl>
                                              <p:pRg st="3" end="3"/>
                                            </p:txEl>
                                          </p:spTgt>
                                        </p:tgtEl>
                                        <p:attrNameLst>
                                          <p:attrName>style.visibility</p:attrName>
                                        </p:attrNameLst>
                                      </p:cBhvr>
                                      <p:to>
                                        <p:strVal val="visible"/>
                                      </p:to>
                                    </p:set>
                                    <p:animEffect transition="in" filter="wipe(left)">
                                      <p:cBhvr>
                                        <p:cTn id="18" dur="500"/>
                                        <p:tgtEl>
                                          <p:spTgt spid="15974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9747">
                                            <p:txEl>
                                              <p:pRg st="4" end="4"/>
                                            </p:txEl>
                                          </p:spTgt>
                                        </p:tgtEl>
                                        <p:attrNameLst>
                                          <p:attrName>style.visibility</p:attrName>
                                        </p:attrNameLst>
                                      </p:cBhvr>
                                      <p:to>
                                        <p:strVal val="visible"/>
                                      </p:to>
                                    </p:set>
                                    <p:animEffect transition="in" filter="wipe(left)">
                                      <p:cBhvr>
                                        <p:cTn id="23" dur="500"/>
                                        <p:tgtEl>
                                          <p:spTgt spid="159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695325" y="400050"/>
            <a:ext cx="9126538" cy="1460500"/>
          </a:xfrm>
        </p:spPr>
        <p:txBody>
          <a:bodyPr rtlCol="0">
            <a:normAutofit/>
          </a:bodyPr>
          <a:lstStyle/>
          <a:p>
            <a:pPr defTabSz="503972" eaLnBrk="1" fontAlgn="auto" hangingPunct="1">
              <a:spcAft>
                <a:spcPts val="0"/>
              </a:spcAft>
              <a:defRPr/>
            </a:pPr>
            <a:r>
              <a:rPr lang="zh-CN" altLang="en-US" dirty="0"/>
              <a:t>产生布尔表达式三地址代码的属性文法</a:t>
            </a:r>
          </a:p>
        </p:txBody>
      </p:sp>
      <p:grpSp>
        <p:nvGrpSpPr>
          <p:cNvPr id="30" name="组合 29"/>
          <p:cNvGrpSpPr>
            <a:grpSpLocks/>
          </p:cNvGrpSpPr>
          <p:nvPr/>
        </p:nvGrpSpPr>
        <p:grpSpPr bwMode="auto">
          <a:xfrm>
            <a:off x="547688" y="5213350"/>
            <a:ext cx="3400425" cy="2227263"/>
            <a:chOff x="496717" y="4729696"/>
            <a:chExt cx="3084512" cy="2020287"/>
          </a:xfrm>
        </p:grpSpPr>
        <p:sp>
          <p:nvSpPr>
            <p:cNvPr id="31" name="Rectangle 101"/>
            <p:cNvSpPr>
              <a:spLocks noChangeArrowheads="1"/>
            </p:cNvSpPr>
            <p:nvPr/>
          </p:nvSpPr>
          <p:spPr bwMode="auto">
            <a:xfrm>
              <a:off x="496717" y="4801695"/>
              <a:ext cx="1560976" cy="57599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CC3399"/>
                  </a:solidFill>
                  <a:latin typeface="微软雅黑" panose="020B0503020204020204" pitchFamily="34" charset="-122"/>
                </a:rPr>
                <a:t>E</a:t>
              </a:r>
              <a:r>
                <a:rPr kumimoji="1" lang="en-US" altLang="zh-CN" sz="2646" baseline="-25000" dirty="0">
                  <a:solidFill>
                    <a:srgbClr val="CC3399"/>
                  </a:solidFill>
                  <a:latin typeface="微软雅黑" panose="020B0503020204020204" pitchFamily="34" charset="-122"/>
                </a:rPr>
                <a:t>1</a:t>
              </a:r>
              <a:r>
                <a:rPr kumimoji="1" lang="zh-CN" altLang="en-US" sz="2646" dirty="0">
                  <a:solidFill>
                    <a:srgbClr val="CC3399"/>
                  </a:solidFill>
                  <a:latin typeface="微软雅黑" panose="020B0503020204020204" pitchFamily="34" charset="-122"/>
                </a:rPr>
                <a:t>.</a:t>
              </a:r>
              <a:r>
                <a:rPr kumimoji="1" lang="en-US" altLang="zh-CN" sz="2646" dirty="0">
                  <a:solidFill>
                    <a:srgbClr val="CC3399"/>
                  </a:solidFill>
                  <a:latin typeface="微软雅黑" panose="020B0503020204020204" pitchFamily="34" charset="-122"/>
                </a:rPr>
                <a:t>code</a:t>
              </a:r>
            </a:p>
          </p:txBody>
        </p:sp>
        <p:grpSp>
          <p:nvGrpSpPr>
            <p:cNvPr id="1238025" name="组合 31"/>
            <p:cNvGrpSpPr>
              <a:grpSpLocks/>
            </p:cNvGrpSpPr>
            <p:nvPr/>
          </p:nvGrpSpPr>
          <p:grpSpPr bwMode="auto">
            <a:xfrm>
              <a:off x="1900067" y="4729696"/>
              <a:ext cx="1584325" cy="555626"/>
              <a:chOff x="2164360" y="4447179"/>
              <a:chExt cx="1584325" cy="555626"/>
            </a:xfrm>
          </p:grpSpPr>
          <p:grpSp>
            <p:nvGrpSpPr>
              <p:cNvPr id="1238041" name="Group 102"/>
              <p:cNvGrpSpPr>
                <a:grpSpLocks/>
              </p:cNvGrpSpPr>
              <p:nvPr/>
            </p:nvGrpSpPr>
            <p:grpSpPr bwMode="auto">
              <a:xfrm>
                <a:off x="2164360" y="4651356"/>
                <a:ext cx="430212" cy="158750"/>
                <a:chOff x="2976" y="2688"/>
                <a:chExt cx="384" cy="96"/>
              </a:xfrm>
            </p:grpSpPr>
            <p:sp>
              <p:nvSpPr>
                <p:cNvPr id="51" name="Line 103"/>
                <p:cNvSpPr>
                  <a:spLocks noChangeShapeType="1"/>
                </p:cNvSpPr>
                <p:nvPr/>
              </p:nvSpPr>
              <p:spPr bwMode="auto">
                <a:xfrm>
                  <a:off x="3024" y="2743"/>
                  <a:ext cx="339"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52" name="Oval 104"/>
                <p:cNvSpPr>
                  <a:spLocks noChangeArrowheads="1"/>
                </p:cNvSpPr>
                <p:nvPr/>
              </p:nvSpPr>
              <p:spPr bwMode="auto">
                <a:xfrm>
                  <a:off x="2979" y="2688"/>
                  <a:ext cx="48" cy="96"/>
                </a:xfrm>
                <a:prstGeom prst="ellipse">
                  <a:avLst/>
                </a:prstGeom>
                <a:solidFill>
                  <a:srgbClr val="00B050"/>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50" name="Rectangle 105"/>
              <p:cNvSpPr>
                <a:spLocks noChangeArrowheads="1"/>
              </p:cNvSpPr>
              <p:nvPr/>
            </p:nvSpPr>
            <p:spPr bwMode="auto">
              <a:xfrm>
                <a:off x="2781350" y="4447179"/>
                <a:ext cx="96769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339933"/>
                    </a:solidFill>
                    <a:latin typeface="微软雅黑" panose="020B0503020204020204" pitchFamily="34" charset="-122"/>
                  </a:rPr>
                  <a:t>To </a:t>
                </a:r>
                <a:r>
                  <a:rPr kumimoji="1" lang="en-US" altLang="zh-CN" sz="2646" dirty="0" err="1">
                    <a:solidFill>
                      <a:srgbClr val="339933"/>
                    </a:solidFill>
                    <a:latin typeface="微软雅黑" panose="020B0503020204020204" pitchFamily="34" charset="-122"/>
                  </a:rPr>
                  <a:t>E.true</a:t>
                </a:r>
                <a:endParaRPr kumimoji="1" lang="en-US" altLang="zh-CN" sz="2205" dirty="0">
                  <a:solidFill>
                    <a:prstClr val="black"/>
                  </a:solidFill>
                  <a:latin typeface="微软雅黑" panose="020B0503020204020204" pitchFamily="34" charset="-122"/>
                </a:endParaRPr>
              </a:p>
            </p:txBody>
          </p:sp>
        </p:grpSp>
        <p:sp>
          <p:nvSpPr>
            <p:cNvPr id="34" name="Rectangle 106"/>
            <p:cNvSpPr>
              <a:spLocks noChangeArrowheads="1"/>
            </p:cNvSpPr>
            <p:nvPr/>
          </p:nvSpPr>
          <p:spPr bwMode="auto">
            <a:xfrm>
              <a:off x="1624248" y="5369045"/>
              <a:ext cx="96769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0070C0"/>
                  </a:solidFill>
                  <a:latin typeface="微软雅黑" panose="020B0503020204020204" pitchFamily="34" charset="-122"/>
                </a:rPr>
                <a:t>To E</a:t>
              </a:r>
              <a:r>
                <a:rPr kumimoji="1" lang="en-US" altLang="zh-CN" sz="2646" baseline="-25000" dirty="0">
                  <a:solidFill>
                    <a:srgbClr val="0070C0"/>
                  </a:solidFill>
                  <a:latin typeface="微软雅黑" panose="020B0503020204020204" pitchFamily="34" charset="-122"/>
                </a:rPr>
                <a:t>1</a:t>
              </a:r>
              <a:r>
                <a:rPr kumimoji="1" lang="en-US" altLang="zh-CN" sz="2646" dirty="0">
                  <a:solidFill>
                    <a:srgbClr val="0070C0"/>
                  </a:solidFill>
                  <a:latin typeface="微软雅黑" panose="020B0503020204020204" pitchFamily="34" charset="-122"/>
                </a:rPr>
                <a:t>.false</a:t>
              </a:r>
            </a:p>
          </p:txBody>
        </p:sp>
        <p:grpSp>
          <p:nvGrpSpPr>
            <p:cNvPr id="1238027" name="Group 107"/>
            <p:cNvGrpSpPr>
              <a:grpSpLocks/>
            </p:cNvGrpSpPr>
            <p:nvPr/>
          </p:nvGrpSpPr>
          <p:grpSpPr bwMode="auto">
            <a:xfrm rot="5400000">
              <a:off x="942804" y="5580232"/>
              <a:ext cx="733426" cy="158750"/>
              <a:chOff x="2976" y="2702"/>
              <a:chExt cx="654" cy="96"/>
            </a:xfrm>
          </p:grpSpPr>
          <p:sp>
            <p:nvSpPr>
              <p:cNvPr id="47" name="Line 108"/>
              <p:cNvSpPr>
                <a:spLocks noChangeShapeType="1"/>
              </p:cNvSpPr>
              <p:nvPr/>
            </p:nvSpPr>
            <p:spPr bwMode="auto">
              <a:xfrm flipV="1">
                <a:off x="3023" y="2750"/>
                <a:ext cx="603" cy="0"/>
              </a:xfrm>
              <a:prstGeom prst="line">
                <a:avLst/>
              </a:prstGeom>
              <a:noFill/>
              <a:ln w="19050">
                <a:solidFill>
                  <a:srgbClr val="0070C0"/>
                </a:solidFill>
                <a:round/>
                <a:headEnd/>
                <a:tailEnd type="none" w="med" len="lg"/>
              </a:ln>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8" name="Oval 109"/>
              <p:cNvSpPr>
                <a:spLocks noChangeArrowheads="1"/>
              </p:cNvSpPr>
              <p:nvPr/>
            </p:nvSpPr>
            <p:spPr bwMode="auto">
              <a:xfrm>
                <a:off x="2976" y="2701"/>
                <a:ext cx="48" cy="98"/>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36" name="Rectangle 110"/>
            <p:cNvSpPr>
              <a:spLocks noChangeArrowheads="1"/>
            </p:cNvSpPr>
            <p:nvPr/>
          </p:nvSpPr>
          <p:spPr bwMode="auto">
            <a:xfrm>
              <a:off x="496717" y="6022795"/>
              <a:ext cx="1560976" cy="57599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CC3399"/>
                  </a:solidFill>
                  <a:latin typeface="微软雅黑" panose="020B0503020204020204" pitchFamily="34" charset="-122"/>
                </a:rPr>
                <a:t>E</a:t>
              </a:r>
              <a:r>
                <a:rPr kumimoji="1" lang="en-US" altLang="zh-CN" sz="2646" baseline="-25000" dirty="0">
                  <a:solidFill>
                    <a:srgbClr val="CC3399"/>
                  </a:solidFill>
                  <a:latin typeface="微软雅黑" panose="020B0503020204020204" pitchFamily="34" charset="-122"/>
                </a:rPr>
                <a:t>2</a:t>
              </a:r>
              <a:r>
                <a:rPr kumimoji="1" lang="zh-CN" altLang="en-US" sz="2646" dirty="0">
                  <a:solidFill>
                    <a:srgbClr val="CC3399"/>
                  </a:solidFill>
                  <a:latin typeface="微软雅黑" panose="020B0503020204020204" pitchFamily="34" charset="-122"/>
                </a:rPr>
                <a:t>.</a:t>
              </a:r>
              <a:r>
                <a:rPr kumimoji="1" lang="en-US" altLang="zh-CN" sz="2646" dirty="0">
                  <a:solidFill>
                    <a:srgbClr val="CC3399"/>
                  </a:solidFill>
                  <a:latin typeface="微软雅黑" panose="020B0503020204020204" pitchFamily="34" charset="-122"/>
                </a:rPr>
                <a:t>code</a:t>
              </a:r>
            </a:p>
          </p:txBody>
        </p:sp>
        <p:grpSp>
          <p:nvGrpSpPr>
            <p:cNvPr id="1238029" name="组合 36"/>
            <p:cNvGrpSpPr>
              <a:grpSpLocks/>
            </p:cNvGrpSpPr>
            <p:nvPr/>
          </p:nvGrpSpPr>
          <p:grpSpPr bwMode="auto">
            <a:xfrm>
              <a:off x="1866729" y="5830819"/>
              <a:ext cx="1616075" cy="555626"/>
              <a:chOff x="2131022" y="5856270"/>
              <a:chExt cx="1616075" cy="555626"/>
            </a:xfrm>
          </p:grpSpPr>
          <p:grpSp>
            <p:nvGrpSpPr>
              <p:cNvPr id="1238035" name="Group 111"/>
              <p:cNvGrpSpPr>
                <a:grpSpLocks/>
              </p:cNvGrpSpPr>
              <p:nvPr/>
            </p:nvGrpSpPr>
            <p:grpSpPr bwMode="auto">
              <a:xfrm>
                <a:off x="2131022" y="6094396"/>
                <a:ext cx="430212" cy="158750"/>
                <a:chOff x="2976" y="2894"/>
                <a:chExt cx="384" cy="96"/>
              </a:xfrm>
            </p:grpSpPr>
            <p:sp>
              <p:nvSpPr>
                <p:cNvPr id="45" name="Line 112"/>
                <p:cNvSpPr>
                  <a:spLocks noChangeShapeType="1"/>
                </p:cNvSpPr>
                <p:nvPr/>
              </p:nvSpPr>
              <p:spPr bwMode="auto">
                <a:xfrm>
                  <a:off x="3023" y="2944"/>
                  <a:ext cx="337"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6" name="Oval 113"/>
                <p:cNvSpPr>
                  <a:spLocks noChangeArrowheads="1"/>
                </p:cNvSpPr>
                <p:nvPr/>
              </p:nvSpPr>
              <p:spPr bwMode="auto">
                <a:xfrm>
                  <a:off x="2976" y="2894"/>
                  <a:ext cx="48" cy="98"/>
                </a:xfrm>
                <a:prstGeom prst="ellipse">
                  <a:avLst/>
                </a:prstGeom>
                <a:solidFill>
                  <a:srgbClr val="00B050"/>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44" name="Rectangle 114"/>
              <p:cNvSpPr>
                <a:spLocks noChangeArrowheads="1"/>
              </p:cNvSpPr>
              <p:nvPr/>
            </p:nvSpPr>
            <p:spPr bwMode="auto">
              <a:xfrm>
                <a:off x="2778471" y="5856729"/>
                <a:ext cx="96913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339933"/>
                    </a:solidFill>
                    <a:latin typeface="微软雅黑" panose="020B0503020204020204" pitchFamily="34" charset="-122"/>
                  </a:rPr>
                  <a:t>To </a:t>
                </a:r>
                <a:r>
                  <a:rPr kumimoji="1" lang="en-US" altLang="zh-CN" sz="2646" dirty="0" err="1">
                    <a:solidFill>
                      <a:srgbClr val="339933"/>
                    </a:solidFill>
                    <a:latin typeface="微软雅黑" panose="020B0503020204020204" pitchFamily="34" charset="-122"/>
                  </a:rPr>
                  <a:t>E.true</a:t>
                </a:r>
                <a:endParaRPr kumimoji="1" lang="en-US" altLang="zh-CN" sz="2205" dirty="0">
                  <a:solidFill>
                    <a:prstClr val="black"/>
                  </a:solidFill>
                  <a:latin typeface="微软雅黑" panose="020B0503020204020204" pitchFamily="34" charset="-122"/>
                </a:endParaRPr>
              </a:p>
            </p:txBody>
          </p:sp>
        </p:grpSp>
        <p:grpSp>
          <p:nvGrpSpPr>
            <p:cNvPr id="1238030" name="组合 37"/>
            <p:cNvGrpSpPr>
              <a:grpSpLocks/>
            </p:cNvGrpSpPr>
            <p:nvPr/>
          </p:nvGrpSpPr>
          <p:grpSpPr bwMode="auto">
            <a:xfrm>
              <a:off x="1861967" y="6246745"/>
              <a:ext cx="1719262" cy="503238"/>
              <a:chOff x="2126260" y="6272196"/>
              <a:chExt cx="1719262" cy="503238"/>
            </a:xfrm>
          </p:grpSpPr>
          <p:sp>
            <p:nvSpPr>
              <p:cNvPr id="39" name="Rectangle 115"/>
              <p:cNvSpPr>
                <a:spLocks noChangeArrowheads="1"/>
              </p:cNvSpPr>
              <p:nvPr/>
            </p:nvSpPr>
            <p:spPr bwMode="auto">
              <a:xfrm>
                <a:off x="2764070" y="6272882"/>
                <a:ext cx="1081452" cy="50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0070C0"/>
                    </a:solidFill>
                    <a:latin typeface="微软雅黑" panose="020B0503020204020204" pitchFamily="34" charset="-122"/>
                  </a:rPr>
                  <a:t>To </a:t>
                </a:r>
                <a:r>
                  <a:rPr kumimoji="1" lang="en-US" altLang="zh-CN" sz="2646" dirty="0" err="1">
                    <a:solidFill>
                      <a:srgbClr val="0070C0"/>
                    </a:solidFill>
                    <a:latin typeface="微软雅黑" panose="020B0503020204020204" pitchFamily="34" charset="-122"/>
                  </a:rPr>
                  <a:t>E.false</a:t>
                </a:r>
                <a:endParaRPr kumimoji="1" lang="en-US" altLang="zh-CN" sz="2646" dirty="0">
                  <a:solidFill>
                    <a:srgbClr val="0070C0"/>
                  </a:solidFill>
                  <a:latin typeface="微软雅黑" panose="020B0503020204020204" pitchFamily="34" charset="-122"/>
                </a:endParaRPr>
              </a:p>
            </p:txBody>
          </p:sp>
          <p:grpSp>
            <p:nvGrpSpPr>
              <p:cNvPr id="1238032" name="Group 116"/>
              <p:cNvGrpSpPr>
                <a:grpSpLocks/>
              </p:cNvGrpSpPr>
              <p:nvPr/>
            </p:nvGrpSpPr>
            <p:grpSpPr bwMode="auto">
              <a:xfrm>
                <a:off x="2126260" y="6400784"/>
                <a:ext cx="481012" cy="142875"/>
                <a:chOff x="2976" y="2920"/>
                <a:chExt cx="384" cy="96"/>
              </a:xfrm>
            </p:grpSpPr>
            <p:sp>
              <p:nvSpPr>
                <p:cNvPr id="41" name="Line 117"/>
                <p:cNvSpPr>
                  <a:spLocks noChangeShapeType="1"/>
                </p:cNvSpPr>
                <p:nvPr/>
              </p:nvSpPr>
              <p:spPr bwMode="auto">
                <a:xfrm>
                  <a:off x="3024" y="2988"/>
                  <a:ext cx="336" cy="0"/>
                </a:xfrm>
                <a:prstGeom prst="line">
                  <a:avLst/>
                </a:prstGeom>
                <a:noFill/>
                <a:ln w="19050">
                  <a:solidFill>
                    <a:srgbClr val="0070C0"/>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2" name="Oval 118"/>
                <p:cNvSpPr>
                  <a:spLocks noChangeArrowheads="1"/>
                </p:cNvSpPr>
                <p:nvPr/>
              </p:nvSpPr>
              <p:spPr bwMode="auto">
                <a:xfrm>
                  <a:off x="2976" y="2920"/>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grpSp>
      </p:grpSp>
      <p:sp>
        <p:nvSpPr>
          <p:cNvPr id="53" name="文本框 52"/>
          <p:cNvSpPr txBox="1"/>
          <p:nvPr/>
        </p:nvSpPr>
        <p:spPr>
          <a:xfrm>
            <a:off x="2447925" y="2667000"/>
            <a:ext cx="6927850" cy="2487613"/>
          </a:xfrm>
          <a:prstGeom prst="rect">
            <a:avLst/>
          </a:prstGeom>
          <a:noFill/>
        </p:spPr>
        <p:txBody>
          <a:bodyPr wrap="none">
            <a:spAutoFit/>
          </a:bodyPr>
          <a:lstStyle/>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newlabel</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E.false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.code || gen(E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.false ‘:’) || 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.code</a:t>
            </a:r>
          </a:p>
        </p:txBody>
      </p:sp>
      <p:sp>
        <p:nvSpPr>
          <p:cNvPr id="54" name="文本框 53"/>
          <p:cNvSpPr txBox="1"/>
          <p:nvPr/>
        </p:nvSpPr>
        <p:spPr>
          <a:xfrm>
            <a:off x="236538" y="2667000"/>
            <a:ext cx="2038350"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E→E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 or E</a:t>
            </a:r>
            <a:r>
              <a:rPr lang="en-US" altLang="zh-CN" sz="2646" baseline="-30000" dirty="0">
                <a:solidFill>
                  <a:prstClr val="black"/>
                </a:solidFill>
                <a:latin typeface="Arial" panose="020B0604020202020204"/>
                <a:ea typeface="黑体" panose="02010609060101010101" pitchFamily="49" charset="-122"/>
              </a:rPr>
              <a:t>2</a:t>
            </a:r>
            <a:endParaRPr lang="zh-CN" altLang="en-US" sz="2646" dirty="0">
              <a:solidFill>
                <a:prstClr val="black"/>
              </a:solidFill>
              <a:latin typeface="Arial" panose="020B0604020202020204"/>
              <a:ea typeface="黑体" panose="02010609060101010101" pitchFamily="49" charset="-122"/>
            </a:endParaRPr>
          </a:p>
        </p:txBody>
      </p:sp>
      <p:sp>
        <p:nvSpPr>
          <p:cNvPr id="55" name="文本框 54"/>
          <p:cNvSpPr txBox="1"/>
          <p:nvPr/>
        </p:nvSpPr>
        <p:spPr>
          <a:xfrm>
            <a:off x="547688" y="1936750"/>
            <a:ext cx="1373187" cy="566738"/>
          </a:xfrm>
          <a:prstGeom prst="rect">
            <a:avLst/>
          </a:prstGeom>
          <a:noFill/>
        </p:spPr>
        <p:txBody>
          <a:bodyPr wrap="none">
            <a:spAutoFit/>
          </a:bodyPr>
          <a:lstStyle/>
          <a:p>
            <a:pPr defTabSz="503972" eaLnBrk="1" fontAlgn="auto" hangingPunct="1">
              <a:spcBef>
                <a:spcPts val="0"/>
              </a:spcBef>
              <a:spcAft>
                <a:spcPts val="0"/>
              </a:spcAft>
              <a:defRPr/>
            </a:pPr>
            <a:r>
              <a:rPr lang="zh-CN" altLang="en-US" sz="3086" dirty="0">
                <a:solidFill>
                  <a:srgbClr val="CC0000"/>
                </a:solidFill>
                <a:latin typeface="微软雅黑" panose="020B0503020204020204" pitchFamily="34" charset="-122"/>
                <a:ea typeface="微软雅黑" panose="020B0503020204020204" pitchFamily="34" charset="-122"/>
              </a:rPr>
              <a:t>产生式</a:t>
            </a:r>
            <a:endParaRPr lang="zh-CN" altLang="en-US" sz="1984" dirty="0">
              <a:solidFill>
                <a:prstClr val="black"/>
              </a:solidFill>
              <a:latin typeface="Arial" panose="020B0604020202020204"/>
              <a:ea typeface="黑体" panose="02010609060101010101" pitchFamily="49" charset="-122"/>
            </a:endParaRPr>
          </a:p>
        </p:txBody>
      </p:sp>
      <p:sp>
        <p:nvSpPr>
          <p:cNvPr id="56" name="文本框 55"/>
          <p:cNvSpPr txBox="1"/>
          <p:nvPr/>
        </p:nvSpPr>
        <p:spPr>
          <a:xfrm>
            <a:off x="2684463" y="2014538"/>
            <a:ext cx="1768475" cy="519112"/>
          </a:xfrm>
          <a:prstGeom prst="rect">
            <a:avLst/>
          </a:prstGeom>
          <a:noFill/>
        </p:spPr>
        <p:txBody>
          <a:bodyPr wrap="none">
            <a:spAutoFit/>
          </a:bodyPr>
          <a:lstStyle/>
          <a:p>
            <a:pPr marL="377979" indent="-377979" defTabSz="503972" eaLnBrk="1" fontAlgn="auto" hangingPunct="1">
              <a:lnSpc>
                <a:spcPct val="90000"/>
              </a:lnSpc>
              <a:spcBef>
                <a:spcPts val="1102"/>
              </a:spcBef>
              <a:spcAft>
                <a:spcPts val="0"/>
              </a:spcAft>
              <a:buClr>
                <a:srgbClr val="4F81BD"/>
              </a:buClr>
              <a:buSzPct val="80000"/>
              <a:defRPr/>
            </a:pPr>
            <a:r>
              <a:rPr lang="zh-CN" altLang="en-US" sz="3086" dirty="0">
                <a:solidFill>
                  <a:srgbClr val="CC0000"/>
                </a:solidFill>
                <a:latin typeface="微软雅黑" panose="020B0503020204020204" pitchFamily="34" charset="-122"/>
                <a:ea typeface="微软雅黑" panose="020B0503020204020204" pitchFamily="34" charset="-122"/>
              </a:rPr>
              <a:t>语义规则</a:t>
            </a:r>
          </a:p>
        </p:txBody>
      </p:sp>
      <p:sp>
        <p:nvSpPr>
          <p:cNvPr id="2" name="灯片编号占位符 1">
            <a:extLst>
              <a:ext uri="{FF2B5EF4-FFF2-40B4-BE49-F238E27FC236}">
                <a16:creationId xmlns:a16="http://schemas.microsoft.com/office/drawing/2014/main" id="{59281F2D-AF31-EFBB-BEC7-BD623365FAB4}"/>
              </a:ext>
            </a:extLst>
          </p:cNvPr>
          <p:cNvSpPr>
            <a:spLocks noGrp="1"/>
          </p:cNvSpPr>
          <p:nvPr>
            <p:ph type="sldNum" sz="quarter" idx="12"/>
          </p:nvPr>
        </p:nvSpPr>
        <p:spPr/>
        <p:txBody>
          <a:bodyPr/>
          <a:lstStyle/>
          <a:p>
            <a:pPr>
              <a:defRPr/>
            </a:pPr>
            <a:fld id="{83E5ACC6-5BEE-4F86-A8A3-2CA27B637FFC}" type="slidenum">
              <a:rPr lang="en-US" smtClean="0"/>
              <a:pPr>
                <a:defRPr/>
              </a:pPr>
              <a:t>89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条件语句的翻译</a:t>
            </a:r>
          </a:p>
        </p:txBody>
      </p:sp>
      <p:sp>
        <p:nvSpPr>
          <p:cNvPr id="4505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en-US" altLang="zh-CN" sz="2646" dirty="0">
                <a:solidFill>
                  <a:schemeClr val="tx1">
                    <a:lumMod val="75000"/>
                    <a:lumOff val="25000"/>
                  </a:schemeClr>
                </a:solidFill>
              </a:rPr>
              <a:t>if  </a:t>
            </a:r>
            <a:r>
              <a:rPr lang="en-US" altLang="zh-CN" sz="2646" dirty="0">
                <a:solidFill>
                  <a:srgbClr val="0070C0"/>
                </a:solidFill>
              </a:rPr>
              <a:t>a&gt;c </a:t>
            </a:r>
            <a:r>
              <a:rPr lang="en-US" altLang="zh-CN" sz="2646" dirty="0">
                <a:solidFill>
                  <a:srgbClr val="0070C0"/>
                </a:solidFill>
                <a:sym typeface="Symbol" panose="05050102010706020507" pitchFamily="18" charset="2"/>
              </a:rPr>
              <a:t>or</a:t>
            </a:r>
            <a:r>
              <a:rPr lang="en-US" altLang="zh-CN" sz="2646" dirty="0">
                <a:solidFill>
                  <a:srgbClr val="0070C0"/>
                </a:solidFill>
              </a:rPr>
              <a:t> b </a:t>
            </a:r>
            <a:r>
              <a:rPr lang="en-US" altLang="zh-CN" sz="2646" dirty="0">
                <a:solidFill>
                  <a:srgbClr val="0070C0"/>
                </a:solidFill>
                <a:sym typeface="Symbol" panose="05050102010706020507" pitchFamily="18" charset="2"/>
              </a:rPr>
              <a:t>&lt;d</a:t>
            </a:r>
            <a:r>
              <a:rPr lang="en-US" altLang="zh-CN" sz="2646" dirty="0">
                <a:solidFill>
                  <a:srgbClr val="0070C0"/>
                </a:solidFill>
              </a:rPr>
              <a:t> </a:t>
            </a:r>
            <a:r>
              <a:rPr lang="en-US" altLang="zh-CN" sz="2646" dirty="0">
                <a:solidFill>
                  <a:schemeClr val="tx1">
                    <a:lumMod val="75000"/>
                    <a:lumOff val="25000"/>
                  </a:schemeClr>
                </a:solidFill>
              </a:rPr>
              <a:t>then  </a:t>
            </a:r>
            <a:r>
              <a:rPr lang="en-US" altLang="zh-CN" sz="2646" dirty="0">
                <a:solidFill>
                  <a:srgbClr val="CC3300"/>
                </a:solidFill>
              </a:rPr>
              <a:t>S</a:t>
            </a:r>
            <a:r>
              <a:rPr lang="en-US" altLang="zh-CN" sz="2646" baseline="-25000" dirty="0">
                <a:solidFill>
                  <a:srgbClr val="CC3300"/>
                </a:solidFill>
              </a:rPr>
              <a:t>1</a:t>
            </a:r>
            <a:r>
              <a:rPr lang="en-US" altLang="zh-CN" sz="2646" dirty="0">
                <a:solidFill>
                  <a:schemeClr val="tx1">
                    <a:lumMod val="75000"/>
                    <a:lumOff val="25000"/>
                  </a:schemeClr>
                </a:solidFill>
              </a:rPr>
              <a:t> else </a:t>
            </a:r>
            <a:r>
              <a:rPr lang="en-US" altLang="zh-CN" sz="2646" dirty="0">
                <a:solidFill>
                  <a:srgbClr val="008000"/>
                </a:solidFill>
              </a:rPr>
              <a:t>S</a:t>
            </a:r>
            <a:r>
              <a:rPr lang="en-US" altLang="zh-CN" sz="2646" baseline="-25000" dirty="0">
                <a:solidFill>
                  <a:srgbClr val="008000"/>
                </a:solidFill>
              </a:rPr>
              <a:t>2</a:t>
            </a:r>
            <a:r>
              <a:rPr lang="en-US" altLang="zh-CN" sz="2646" dirty="0">
                <a:solidFill>
                  <a:srgbClr val="008000"/>
                </a:solidFill>
              </a:rPr>
              <a:t> </a:t>
            </a:r>
            <a:r>
              <a:rPr lang="zh-CN" altLang="en-US" sz="2646" dirty="0">
                <a:solidFill>
                  <a:schemeClr val="tx1">
                    <a:lumMod val="75000"/>
                    <a:lumOff val="25000"/>
                  </a:schemeClr>
                </a:solidFill>
              </a:rPr>
              <a:t>翻译成三地址代码</a:t>
            </a:r>
            <a:endParaRPr lang="en-US" altLang="zh-CN" sz="1984" dirty="0">
              <a:solidFill>
                <a:schemeClr val="tx1">
                  <a:lumMod val="75000"/>
                  <a:lumOff val="25000"/>
                </a:schemeClr>
              </a:solidFill>
            </a:endParaRPr>
          </a:p>
        </p:txBody>
      </p:sp>
      <p:sp>
        <p:nvSpPr>
          <p:cNvPr id="9" name="文本框 8"/>
          <p:cNvSpPr txBox="1"/>
          <p:nvPr/>
        </p:nvSpPr>
        <p:spPr>
          <a:xfrm>
            <a:off x="3406794" y="2969783"/>
            <a:ext cx="4891087" cy="4157663"/>
          </a:xfrm>
          <a:prstGeom prst="rect">
            <a:avLst/>
          </a:prstGeom>
          <a:noFill/>
        </p:spPr>
        <p:txBody>
          <a:bodyPr>
            <a:spAutoFit/>
          </a:bodyPr>
          <a:lstStyle/>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	</a:t>
            </a:r>
            <a:r>
              <a:rPr lang="en-US" altLang="zh-CN" sz="2646" dirty="0">
                <a:solidFill>
                  <a:schemeClr val="accent6"/>
                </a:solidFill>
                <a:latin typeface="Arial" panose="020B0604020202020204"/>
                <a:ea typeface="黑体" panose="02010609060101010101" pitchFamily="49" charset="-122"/>
              </a:rPr>
              <a:t>if a&gt;c </a:t>
            </a:r>
            <a:r>
              <a:rPr lang="en-US" altLang="zh-CN" sz="2646" dirty="0" err="1">
                <a:solidFill>
                  <a:schemeClr val="accent6"/>
                </a:solidFill>
                <a:latin typeface="Arial" panose="020B0604020202020204"/>
                <a:ea typeface="黑体" panose="02010609060101010101" pitchFamily="49" charset="-122"/>
              </a:rPr>
              <a:t>goto</a:t>
            </a:r>
            <a:r>
              <a:rPr lang="en-US" altLang="zh-CN" sz="2646" dirty="0">
                <a:solidFill>
                  <a:schemeClr val="accent6"/>
                </a:solidFill>
                <a:latin typeface="Arial" panose="020B0604020202020204"/>
                <a:ea typeface="黑体" panose="02010609060101010101" pitchFamily="49" charset="-122"/>
              </a:rPr>
              <a:t> L2</a:t>
            </a:r>
          </a:p>
          <a:p>
            <a:pPr defTabSz="503972" eaLnBrk="1" fontAlgn="auto" hangingPunct="1">
              <a:spcBef>
                <a:spcPts val="882"/>
              </a:spcBef>
              <a:spcAft>
                <a:spcPts val="0"/>
              </a:spcAft>
              <a:defRPr/>
            </a:pPr>
            <a:r>
              <a:rPr lang="en-US" altLang="zh-CN" sz="2646" dirty="0">
                <a:solidFill>
                  <a:schemeClr val="accent6"/>
                </a:solidFill>
                <a:latin typeface="Arial" panose="020B0604020202020204"/>
                <a:ea typeface="黑体" panose="02010609060101010101" pitchFamily="49" charset="-122"/>
              </a:rPr>
              <a:t>	</a:t>
            </a:r>
            <a:r>
              <a:rPr lang="en-US" altLang="zh-CN" sz="2646" dirty="0" err="1">
                <a:solidFill>
                  <a:schemeClr val="accent6"/>
                </a:solidFill>
                <a:latin typeface="Arial" panose="020B0604020202020204"/>
                <a:ea typeface="黑体" panose="02010609060101010101" pitchFamily="49" charset="-122"/>
              </a:rPr>
              <a:t>goto</a:t>
            </a:r>
            <a:r>
              <a:rPr lang="en-US" altLang="zh-CN" sz="2646" dirty="0">
                <a:solidFill>
                  <a:schemeClr val="accent6"/>
                </a:solidFill>
                <a:latin typeface="Arial" panose="020B0604020202020204"/>
                <a:ea typeface="黑体" panose="02010609060101010101" pitchFamily="49" charset="-122"/>
              </a:rPr>
              <a:t> L1</a:t>
            </a:r>
          </a:p>
          <a:p>
            <a:pPr defTabSz="503972" eaLnBrk="1" fontAlgn="auto" hangingPunct="1">
              <a:spcBef>
                <a:spcPts val="882"/>
              </a:spcBef>
              <a:spcAft>
                <a:spcPts val="0"/>
              </a:spcAft>
              <a:defRPr/>
            </a:pPr>
            <a:r>
              <a:rPr lang="en-US" altLang="zh-CN" sz="2646" dirty="0">
                <a:solidFill>
                  <a:srgbClr val="7030A0"/>
                </a:solidFill>
                <a:latin typeface="Arial" panose="020B0604020202020204"/>
                <a:ea typeface="黑体" panose="02010609060101010101" pitchFamily="49" charset="-122"/>
              </a:rPr>
              <a:t>L1:</a:t>
            </a:r>
            <a:r>
              <a:rPr lang="en-US" altLang="zh-CN" sz="2646" dirty="0">
                <a:solidFill>
                  <a:prstClr val="black"/>
                </a:solidFill>
                <a:latin typeface="Arial" panose="020B0604020202020204"/>
                <a:ea typeface="黑体" panose="02010609060101010101" pitchFamily="49" charset="-122"/>
              </a:rPr>
              <a:t>	</a:t>
            </a:r>
            <a:r>
              <a:rPr lang="en-US" altLang="zh-CN" sz="2646" dirty="0">
                <a:solidFill>
                  <a:srgbClr val="0070C0"/>
                </a:solidFill>
                <a:latin typeface="Arial" panose="020B0604020202020204"/>
                <a:ea typeface="黑体" panose="02010609060101010101" pitchFamily="49" charset="-122"/>
              </a:rPr>
              <a:t>if b&lt;d </a:t>
            </a:r>
            <a:r>
              <a:rPr lang="en-US" altLang="zh-CN" sz="2646" dirty="0" err="1">
                <a:solidFill>
                  <a:srgbClr val="0070C0"/>
                </a:solidFill>
                <a:latin typeface="Arial" panose="020B0604020202020204"/>
                <a:ea typeface="黑体" panose="02010609060101010101" pitchFamily="49" charset="-122"/>
              </a:rPr>
              <a:t>goto</a:t>
            </a:r>
            <a:r>
              <a:rPr lang="en-US" altLang="zh-CN" sz="2646" dirty="0">
                <a:solidFill>
                  <a:srgbClr val="0070C0"/>
                </a:solidFill>
                <a:latin typeface="Arial" panose="020B0604020202020204"/>
                <a:ea typeface="黑体" panose="02010609060101010101" pitchFamily="49" charset="-122"/>
              </a:rPr>
              <a:t> L2</a:t>
            </a:r>
          </a:p>
          <a:p>
            <a:pPr defTabSz="503972" eaLnBrk="1" fontAlgn="auto" hangingPunct="1">
              <a:spcBef>
                <a:spcPts val="882"/>
              </a:spcBef>
              <a:spcAft>
                <a:spcPts val="0"/>
              </a:spcAft>
              <a:defRPr/>
            </a:pPr>
            <a:r>
              <a:rPr lang="en-US" altLang="zh-CN" sz="2646" dirty="0">
                <a:solidFill>
                  <a:srgbClr val="0070C0"/>
                </a:solidFill>
                <a:latin typeface="Arial" panose="020B0604020202020204"/>
                <a:ea typeface="黑体" panose="02010609060101010101" pitchFamily="49" charset="-122"/>
              </a:rPr>
              <a:t>	</a:t>
            </a:r>
            <a:r>
              <a:rPr lang="en-US" altLang="zh-CN" sz="2646" dirty="0" err="1">
                <a:solidFill>
                  <a:srgbClr val="0070C0"/>
                </a:solidFill>
                <a:latin typeface="Arial" panose="020B0604020202020204"/>
                <a:ea typeface="黑体" panose="02010609060101010101" pitchFamily="49" charset="-122"/>
              </a:rPr>
              <a:t>goto</a:t>
            </a:r>
            <a:r>
              <a:rPr lang="en-US" altLang="zh-CN" sz="2646" dirty="0">
                <a:solidFill>
                  <a:srgbClr val="0070C0"/>
                </a:solidFill>
                <a:latin typeface="Arial" panose="020B0604020202020204"/>
                <a:ea typeface="黑体" panose="02010609060101010101" pitchFamily="49" charset="-122"/>
              </a:rPr>
              <a:t> L3</a:t>
            </a:r>
            <a:r>
              <a:rPr lang="zh-CN" altLang="en-US" sz="2646" dirty="0">
                <a:solidFill>
                  <a:srgbClr val="0070C0"/>
                </a:solidFill>
                <a:latin typeface="Arial" panose="020B0604020202020204"/>
                <a:ea typeface="黑体" panose="02010609060101010101" pitchFamily="49" charset="-122"/>
              </a:rPr>
              <a:t> </a:t>
            </a:r>
            <a:endParaRPr lang="en-US" altLang="zh-CN" sz="2646" dirty="0">
              <a:solidFill>
                <a:srgbClr val="0070C0"/>
              </a:solidFill>
              <a:latin typeface="Arial" panose="020B0604020202020204"/>
              <a:ea typeface="黑体" panose="02010609060101010101" pitchFamily="49" charset="-122"/>
            </a:endParaRP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L2:	(</a:t>
            </a:r>
            <a:r>
              <a:rPr lang="zh-CN" altLang="en-US" sz="2646" dirty="0">
                <a:solidFill>
                  <a:prstClr val="black"/>
                </a:solidFill>
                <a:latin typeface="Arial" panose="020B0604020202020204"/>
                <a:ea typeface="黑体" panose="02010609060101010101" pitchFamily="49" charset="-122"/>
              </a:rPr>
              <a:t>关于</a:t>
            </a:r>
            <a:r>
              <a:rPr lang="en-US" altLang="zh-CN" sz="2646" dirty="0">
                <a:solidFill>
                  <a:prstClr val="black"/>
                </a:solidFill>
                <a:latin typeface="Arial" panose="020B0604020202020204"/>
                <a:ea typeface="黑体" panose="02010609060101010101" pitchFamily="49" charset="-122"/>
              </a:rPr>
              <a:t>S1</a:t>
            </a:r>
            <a:r>
              <a:rPr lang="zh-CN" altLang="en-US" sz="2646" dirty="0">
                <a:solidFill>
                  <a:prstClr val="black"/>
                </a:solidFill>
                <a:latin typeface="Arial" panose="020B0604020202020204"/>
                <a:ea typeface="黑体" panose="02010609060101010101" pitchFamily="49" charset="-122"/>
              </a:rPr>
              <a:t>的三地址代码序列)</a:t>
            </a:r>
          </a:p>
          <a:p>
            <a:pPr defTabSz="503972" eaLnBrk="1" fontAlgn="auto" hangingPunct="1">
              <a:spcBef>
                <a:spcPts val="882"/>
              </a:spcBef>
              <a:spcAft>
                <a:spcPts val="0"/>
              </a:spcAft>
              <a:defRPr/>
            </a:pPr>
            <a:r>
              <a:rPr lang="zh-CN" altLang="en-US"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Lnext</a:t>
            </a:r>
            <a:endParaRPr lang="en-US" altLang="zh-CN" sz="2646" dirty="0">
              <a:solidFill>
                <a:prstClr val="black"/>
              </a:solidFill>
              <a:latin typeface="Arial" panose="020B0604020202020204"/>
              <a:ea typeface="黑体" panose="02010609060101010101" pitchFamily="49" charset="-122"/>
            </a:endParaRPr>
          </a:p>
          <a:p>
            <a:pPr defTabSz="503972" eaLnBrk="1" fontAlgn="auto" hangingPunct="1">
              <a:spcBef>
                <a:spcPts val="882"/>
              </a:spcBef>
              <a:spcAft>
                <a:spcPts val="0"/>
              </a:spcAft>
              <a:defRPr/>
            </a:pPr>
            <a:r>
              <a:rPr lang="en-US" altLang="zh-CN" sz="2646" dirty="0">
                <a:solidFill>
                  <a:prstClr val="black"/>
                </a:solidFill>
                <a:latin typeface="Arial" panose="020B0604020202020204"/>
                <a:ea typeface="黑体" panose="02010609060101010101" pitchFamily="49" charset="-122"/>
              </a:rPr>
              <a:t>L3:	(</a:t>
            </a:r>
            <a:r>
              <a:rPr lang="zh-CN" altLang="en-US" sz="2646" dirty="0">
                <a:solidFill>
                  <a:prstClr val="black"/>
                </a:solidFill>
                <a:latin typeface="Arial" panose="020B0604020202020204"/>
                <a:ea typeface="黑体" panose="02010609060101010101" pitchFamily="49" charset="-122"/>
              </a:rPr>
              <a:t>关于</a:t>
            </a:r>
            <a:r>
              <a:rPr lang="en-US" altLang="zh-CN" sz="2646" dirty="0">
                <a:solidFill>
                  <a:prstClr val="black"/>
                </a:solidFill>
                <a:latin typeface="Arial" panose="020B0604020202020204"/>
                <a:ea typeface="黑体" panose="02010609060101010101" pitchFamily="49" charset="-122"/>
              </a:rPr>
              <a:t>S2</a:t>
            </a:r>
            <a:r>
              <a:rPr lang="zh-CN" altLang="en-US" sz="2646" dirty="0">
                <a:solidFill>
                  <a:prstClr val="black"/>
                </a:solidFill>
                <a:latin typeface="Arial" panose="020B0604020202020204"/>
                <a:ea typeface="黑体" panose="02010609060101010101" pitchFamily="49" charset="-122"/>
              </a:rPr>
              <a:t>的三地址代码序列)</a:t>
            </a:r>
          </a:p>
          <a:p>
            <a:pPr defTabSz="503972" eaLnBrk="1" fontAlgn="auto" hangingPunct="1">
              <a:spcBef>
                <a:spcPts val="882"/>
              </a:spcBef>
              <a:spcAft>
                <a:spcPts val="0"/>
              </a:spcAft>
              <a:defRPr/>
            </a:pPr>
            <a:r>
              <a:rPr lang="en-US" altLang="zh-CN" sz="2646" dirty="0" err="1">
                <a:solidFill>
                  <a:prstClr val="black"/>
                </a:solidFill>
                <a:latin typeface="Arial" panose="020B0604020202020204"/>
                <a:ea typeface="黑体" panose="02010609060101010101" pitchFamily="49" charset="-122"/>
              </a:rPr>
              <a:t>Lnext</a:t>
            </a:r>
            <a:r>
              <a:rPr lang="en-US" altLang="zh-CN" sz="2646" dirty="0">
                <a:solidFill>
                  <a:prstClr val="black"/>
                </a:solidFill>
                <a:latin typeface="Arial" panose="020B0604020202020204"/>
                <a:ea typeface="黑体" panose="02010609060101010101" pitchFamily="49" charset="-122"/>
              </a:rPr>
              <a:t>:</a:t>
            </a:r>
          </a:p>
        </p:txBody>
      </p:sp>
      <p:sp>
        <p:nvSpPr>
          <p:cNvPr id="12" name="文本框 11"/>
          <p:cNvSpPr txBox="1"/>
          <p:nvPr/>
        </p:nvSpPr>
        <p:spPr>
          <a:xfrm>
            <a:off x="6075381" y="2969783"/>
            <a:ext cx="1984375"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C00000"/>
                </a:solidFill>
                <a:latin typeface="微软雅黑" panose="020B0503020204020204" pitchFamily="34" charset="-122"/>
                <a:ea typeface="微软雅黑" panose="020B0503020204020204" pitchFamily="34" charset="-122"/>
              </a:rPr>
              <a:t> “真”出口</a:t>
            </a:r>
          </a:p>
        </p:txBody>
      </p:sp>
      <p:sp>
        <p:nvSpPr>
          <p:cNvPr id="13" name="文本框 12"/>
          <p:cNvSpPr txBox="1"/>
          <p:nvPr/>
        </p:nvSpPr>
        <p:spPr>
          <a:xfrm>
            <a:off x="6075381" y="3992133"/>
            <a:ext cx="1984375" cy="498475"/>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C00000"/>
                </a:solidFill>
                <a:latin typeface="微软雅黑" panose="020B0503020204020204" pitchFamily="34" charset="-122"/>
                <a:ea typeface="微软雅黑" panose="020B0503020204020204" pitchFamily="34" charset="-122"/>
              </a:rPr>
              <a:t> “真”出口</a:t>
            </a:r>
          </a:p>
        </p:txBody>
      </p:sp>
      <p:sp>
        <p:nvSpPr>
          <p:cNvPr id="14" name="文本框 13"/>
          <p:cNvSpPr txBox="1"/>
          <p:nvPr/>
        </p:nvSpPr>
        <p:spPr>
          <a:xfrm>
            <a:off x="6075381" y="4500133"/>
            <a:ext cx="1984375"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srgbClr val="009644"/>
                </a:solidFill>
                <a:latin typeface="微软雅黑" panose="020B0503020204020204" pitchFamily="34" charset="-122"/>
                <a:ea typeface="微软雅黑" panose="020B0503020204020204" pitchFamily="34" charset="-122"/>
              </a:rPr>
              <a:t> “假”出口</a:t>
            </a:r>
          </a:p>
        </p:txBody>
      </p:sp>
      <p:sp>
        <p:nvSpPr>
          <p:cNvPr id="3" name="矩形 2"/>
          <p:cNvSpPr/>
          <p:nvPr/>
        </p:nvSpPr>
        <p:spPr>
          <a:xfrm>
            <a:off x="2221763" y="2946626"/>
            <a:ext cx="1436612" cy="523220"/>
          </a:xfrm>
          <a:prstGeom prst="rect">
            <a:avLst/>
          </a:prstGeom>
        </p:spPr>
        <p:txBody>
          <a:bodyPr wrap="none">
            <a:spAutoFit/>
          </a:bodyPr>
          <a:lstStyle/>
          <a:p>
            <a:r>
              <a:rPr lang="en-US" altLang="zh-CN" sz="2800" dirty="0">
                <a:solidFill>
                  <a:schemeClr val="accent6"/>
                </a:solidFill>
                <a:latin typeface="Arial" panose="020B0604020202020204"/>
                <a:ea typeface="黑体" panose="02010609060101010101" pitchFamily="49" charset="-122"/>
              </a:rPr>
              <a:t>E</a:t>
            </a:r>
            <a:r>
              <a:rPr lang="en-US" altLang="zh-CN" sz="2800" baseline="-30000" dirty="0">
                <a:solidFill>
                  <a:schemeClr val="accent6"/>
                </a:solidFill>
                <a:latin typeface="Arial" panose="020B0604020202020204"/>
                <a:ea typeface="黑体" panose="02010609060101010101" pitchFamily="49" charset="-122"/>
              </a:rPr>
              <a:t>1</a:t>
            </a:r>
            <a:r>
              <a:rPr lang="en-US" altLang="zh-CN" sz="2800" dirty="0">
                <a:solidFill>
                  <a:schemeClr val="accent6"/>
                </a:solidFill>
                <a:latin typeface="Arial" panose="020B0604020202020204"/>
                <a:ea typeface="黑体" panose="02010609060101010101" pitchFamily="49" charset="-122"/>
              </a:rPr>
              <a:t>.code</a:t>
            </a:r>
            <a:endParaRPr lang="zh-CN" altLang="en-US" sz="2800" dirty="0">
              <a:solidFill>
                <a:schemeClr val="accent6"/>
              </a:solidFill>
            </a:endParaRPr>
          </a:p>
        </p:txBody>
      </p:sp>
      <p:sp>
        <p:nvSpPr>
          <p:cNvPr id="10" name="矩形 9"/>
          <p:cNvSpPr/>
          <p:nvPr/>
        </p:nvSpPr>
        <p:spPr>
          <a:xfrm>
            <a:off x="2122703" y="4552273"/>
            <a:ext cx="1436612" cy="523220"/>
          </a:xfrm>
          <a:prstGeom prst="rect">
            <a:avLst/>
          </a:prstGeom>
        </p:spPr>
        <p:txBody>
          <a:bodyPr wrap="none">
            <a:spAutoFit/>
          </a:bodyPr>
          <a:lstStyle/>
          <a:p>
            <a:r>
              <a:rPr lang="en-US" altLang="zh-CN" sz="2800" dirty="0">
                <a:solidFill>
                  <a:srgbClr val="0070C0"/>
                </a:solidFill>
                <a:latin typeface="Arial" panose="020B0604020202020204"/>
                <a:ea typeface="黑体" panose="02010609060101010101" pitchFamily="49" charset="-122"/>
              </a:rPr>
              <a:t>E</a:t>
            </a:r>
            <a:r>
              <a:rPr lang="en-US" altLang="zh-CN" sz="2800" baseline="-30000" dirty="0">
                <a:solidFill>
                  <a:srgbClr val="0070C0"/>
                </a:solidFill>
                <a:latin typeface="Arial" panose="020B0604020202020204"/>
                <a:ea typeface="黑体" panose="02010609060101010101" pitchFamily="49" charset="-122"/>
              </a:rPr>
              <a:t>2</a:t>
            </a:r>
            <a:r>
              <a:rPr lang="en-US" altLang="zh-CN" sz="2800" dirty="0">
                <a:solidFill>
                  <a:srgbClr val="0070C0"/>
                </a:solidFill>
                <a:latin typeface="Arial" panose="020B0604020202020204"/>
                <a:ea typeface="黑体" panose="02010609060101010101" pitchFamily="49" charset="-122"/>
              </a:rPr>
              <a:t>.code</a:t>
            </a:r>
            <a:endParaRPr lang="zh-CN" altLang="en-US" sz="2800" dirty="0">
              <a:solidFill>
                <a:srgbClr val="0070C0"/>
              </a:solidFill>
            </a:endParaRPr>
          </a:p>
        </p:txBody>
      </p:sp>
      <p:sp>
        <p:nvSpPr>
          <p:cNvPr id="4" name="矩形 3"/>
          <p:cNvSpPr/>
          <p:nvPr/>
        </p:nvSpPr>
        <p:spPr>
          <a:xfrm>
            <a:off x="1163234" y="4010537"/>
            <a:ext cx="2409634" cy="461665"/>
          </a:xfrm>
          <a:prstGeom prst="rect">
            <a:avLst/>
          </a:prstGeom>
        </p:spPr>
        <p:txBody>
          <a:bodyPr wrap="none">
            <a:spAutoFit/>
          </a:bodyPr>
          <a:lstStyle/>
          <a:p>
            <a:r>
              <a:rPr lang="en-US" altLang="zh-CN" sz="2400" dirty="0">
                <a:solidFill>
                  <a:srgbClr val="7030A0"/>
                </a:solidFill>
                <a:latin typeface="Arial" panose="020B0604020202020204"/>
                <a:ea typeface="黑体" panose="02010609060101010101" pitchFamily="49" charset="-122"/>
              </a:rPr>
              <a:t>gen(E1.false ‘:’) </a:t>
            </a:r>
            <a:endParaRPr lang="zh-CN" altLang="en-US" sz="2400" dirty="0">
              <a:solidFill>
                <a:srgbClr val="7030A0"/>
              </a:solidFill>
              <a:latin typeface="Arial" panose="020B0604020202020204"/>
              <a:ea typeface="黑体" panose="02010609060101010101" pitchFamily="49" charset="-122"/>
            </a:endParaRPr>
          </a:p>
        </p:txBody>
      </p:sp>
      <p:sp>
        <p:nvSpPr>
          <p:cNvPr id="5" name="灯片编号占位符 4">
            <a:extLst>
              <a:ext uri="{FF2B5EF4-FFF2-40B4-BE49-F238E27FC236}">
                <a16:creationId xmlns:a16="http://schemas.microsoft.com/office/drawing/2014/main" id="{738A54D9-C052-B637-FBE7-D9642239DE3F}"/>
              </a:ext>
            </a:extLst>
          </p:cNvPr>
          <p:cNvSpPr>
            <a:spLocks noGrp="1"/>
          </p:cNvSpPr>
          <p:nvPr>
            <p:ph type="sldNum" sz="quarter" idx="12"/>
          </p:nvPr>
        </p:nvSpPr>
        <p:spPr/>
        <p:txBody>
          <a:bodyPr/>
          <a:lstStyle/>
          <a:p>
            <a:pPr>
              <a:defRPr/>
            </a:pPr>
            <a:fld id="{83E5ACC6-5BEE-4F86-A8A3-2CA27B637FFC}" type="slidenum">
              <a:rPr lang="en-US" smtClean="0"/>
              <a:pPr>
                <a:defRPr/>
              </a:pPr>
              <a:t>90</a:t>
            </a:fld>
            <a:endParaRPr lang="en-US" dirty="0"/>
          </a:p>
        </p:txBody>
      </p:sp>
    </p:spTree>
    <p:extLst>
      <p:ext uri="{BB962C8B-B14F-4D97-AF65-F5344CB8AC3E}">
        <p14:creationId xmlns:p14="http://schemas.microsoft.com/office/powerpoint/2010/main" val="24660863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695325" y="400050"/>
            <a:ext cx="9126538" cy="1460500"/>
          </a:xfrm>
        </p:spPr>
        <p:txBody>
          <a:bodyPr rtlCol="0">
            <a:normAutofit/>
          </a:bodyPr>
          <a:lstStyle/>
          <a:p>
            <a:pPr defTabSz="503972" eaLnBrk="1" fontAlgn="auto" hangingPunct="1">
              <a:spcAft>
                <a:spcPts val="0"/>
              </a:spcAft>
              <a:defRPr/>
            </a:pPr>
            <a:r>
              <a:rPr lang="zh-CN" altLang="en-US" dirty="0"/>
              <a:t>产生布尔表达式三地址代码的属性文法</a:t>
            </a:r>
          </a:p>
        </p:txBody>
      </p:sp>
      <p:grpSp>
        <p:nvGrpSpPr>
          <p:cNvPr id="30" name="组合 29"/>
          <p:cNvGrpSpPr>
            <a:grpSpLocks/>
          </p:cNvGrpSpPr>
          <p:nvPr/>
        </p:nvGrpSpPr>
        <p:grpSpPr bwMode="auto">
          <a:xfrm>
            <a:off x="547688" y="5213350"/>
            <a:ext cx="3400425" cy="2227263"/>
            <a:chOff x="496717" y="4729696"/>
            <a:chExt cx="3084512" cy="2020287"/>
          </a:xfrm>
        </p:grpSpPr>
        <p:sp>
          <p:nvSpPr>
            <p:cNvPr id="31" name="Rectangle 101"/>
            <p:cNvSpPr>
              <a:spLocks noChangeArrowheads="1"/>
            </p:cNvSpPr>
            <p:nvPr/>
          </p:nvSpPr>
          <p:spPr bwMode="auto">
            <a:xfrm>
              <a:off x="496717" y="4801695"/>
              <a:ext cx="1560976" cy="57599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CC3399"/>
                  </a:solidFill>
                  <a:latin typeface="微软雅黑" panose="020B0503020204020204" pitchFamily="34" charset="-122"/>
                </a:rPr>
                <a:t>E</a:t>
              </a:r>
              <a:r>
                <a:rPr kumimoji="1" lang="en-US" altLang="zh-CN" sz="2646" baseline="-25000" dirty="0">
                  <a:solidFill>
                    <a:srgbClr val="CC3399"/>
                  </a:solidFill>
                  <a:latin typeface="微软雅黑" panose="020B0503020204020204" pitchFamily="34" charset="-122"/>
                </a:rPr>
                <a:t>1</a:t>
              </a:r>
              <a:r>
                <a:rPr kumimoji="1" lang="zh-CN" altLang="en-US" sz="2646" dirty="0">
                  <a:solidFill>
                    <a:srgbClr val="CC3399"/>
                  </a:solidFill>
                  <a:latin typeface="微软雅黑" panose="020B0503020204020204" pitchFamily="34" charset="-122"/>
                </a:rPr>
                <a:t>.</a:t>
              </a:r>
              <a:r>
                <a:rPr kumimoji="1" lang="en-US" altLang="zh-CN" sz="2646" dirty="0">
                  <a:solidFill>
                    <a:srgbClr val="CC3399"/>
                  </a:solidFill>
                  <a:latin typeface="微软雅黑" panose="020B0503020204020204" pitchFamily="34" charset="-122"/>
                </a:rPr>
                <a:t>code</a:t>
              </a:r>
            </a:p>
          </p:txBody>
        </p:sp>
        <p:grpSp>
          <p:nvGrpSpPr>
            <p:cNvPr id="1240073" name="组合 31"/>
            <p:cNvGrpSpPr>
              <a:grpSpLocks/>
            </p:cNvGrpSpPr>
            <p:nvPr/>
          </p:nvGrpSpPr>
          <p:grpSpPr bwMode="auto">
            <a:xfrm>
              <a:off x="1900067" y="4729696"/>
              <a:ext cx="1584325" cy="555626"/>
              <a:chOff x="2164360" y="4447179"/>
              <a:chExt cx="1584325" cy="555626"/>
            </a:xfrm>
          </p:grpSpPr>
          <p:grpSp>
            <p:nvGrpSpPr>
              <p:cNvPr id="1240087" name="Group 102"/>
              <p:cNvGrpSpPr>
                <a:grpSpLocks/>
              </p:cNvGrpSpPr>
              <p:nvPr/>
            </p:nvGrpSpPr>
            <p:grpSpPr bwMode="auto">
              <a:xfrm>
                <a:off x="2164360" y="4651356"/>
                <a:ext cx="430212" cy="158750"/>
                <a:chOff x="2976" y="2688"/>
                <a:chExt cx="384" cy="96"/>
              </a:xfrm>
            </p:grpSpPr>
            <p:sp>
              <p:nvSpPr>
                <p:cNvPr id="51" name="Line 103"/>
                <p:cNvSpPr>
                  <a:spLocks noChangeShapeType="1"/>
                </p:cNvSpPr>
                <p:nvPr/>
              </p:nvSpPr>
              <p:spPr bwMode="auto">
                <a:xfrm>
                  <a:off x="3024" y="2743"/>
                  <a:ext cx="339" cy="0"/>
                </a:xfrm>
                <a:prstGeom prst="line">
                  <a:avLst/>
                </a:prstGeom>
                <a:solidFill>
                  <a:srgbClr val="0070C0"/>
                </a:solidFill>
                <a:ln w="19050">
                  <a:solidFill>
                    <a:srgbClr val="0070C0"/>
                  </a:solidFill>
                  <a:round/>
                  <a:headEnd/>
                  <a:tailEnd type="none" w="med" len="lg"/>
                </a:ln>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52" name="Oval 104"/>
                <p:cNvSpPr>
                  <a:spLocks noChangeArrowheads="1"/>
                </p:cNvSpPr>
                <p:nvPr/>
              </p:nvSpPr>
              <p:spPr bwMode="auto">
                <a:xfrm>
                  <a:off x="2979" y="2688"/>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50" name="Rectangle 105"/>
              <p:cNvSpPr>
                <a:spLocks noChangeArrowheads="1"/>
              </p:cNvSpPr>
              <p:nvPr/>
            </p:nvSpPr>
            <p:spPr bwMode="auto">
              <a:xfrm>
                <a:off x="2781350" y="4447179"/>
                <a:ext cx="96769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0070C0"/>
                    </a:solidFill>
                    <a:latin typeface="微软雅黑" panose="020B0503020204020204" pitchFamily="34" charset="-122"/>
                  </a:rPr>
                  <a:t>To </a:t>
                </a:r>
                <a:r>
                  <a:rPr kumimoji="1" lang="en-US" altLang="zh-CN" sz="2646" dirty="0" err="1">
                    <a:solidFill>
                      <a:srgbClr val="0070C0"/>
                    </a:solidFill>
                    <a:latin typeface="微软雅黑" panose="020B0503020204020204" pitchFamily="34" charset="-122"/>
                  </a:rPr>
                  <a:t>E.false</a:t>
                </a:r>
                <a:endParaRPr kumimoji="1" lang="en-US" altLang="zh-CN" sz="2205" dirty="0">
                  <a:solidFill>
                    <a:srgbClr val="0070C0"/>
                  </a:solidFill>
                  <a:latin typeface="微软雅黑" panose="020B0503020204020204" pitchFamily="34" charset="-122"/>
                </a:endParaRPr>
              </a:p>
            </p:txBody>
          </p:sp>
        </p:grpSp>
        <p:sp>
          <p:nvSpPr>
            <p:cNvPr id="34" name="Rectangle 106"/>
            <p:cNvSpPr>
              <a:spLocks noChangeArrowheads="1"/>
            </p:cNvSpPr>
            <p:nvPr/>
          </p:nvSpPr>
          <p:spPr bwMode="auto">
            <a:xfrm>
              <a:off x="1624248" y="5369045"/>
              <a:ext cx="96769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339933"/>
                  </a:solidFill>
                  <a:latin typeface="微软雅黑" panose="020B0503020204020204" pitchFamily="34" charset="-122"/>
                </a:rPr>
                <a:t>To E</a:t>
              </a:r>
              <a:r>
                <a:rPr kumimoji="1" lang="en-US" altLang="zh-CN" sz="2646" baseline="-25000" dirty="0">
                  <a:solidFill>
                    <a:srgbClr val="339933"/>
                  </a:solidFill>
                  <a:latin typeface="微软雅黑" panose="020B0503020204020204" pitchFamily="34" charset="-122"/>
                </a:rPr>
                <a:t>1</a:t>
              </a:r>
              <a:r>
                <a:rPr kumimoji="1" lang="en-US" altLang="zh-CN" sz="2646" dirty="0">
                  <a:solidFill>
                    <a:srgbClr val="339933"/>
                  </a:solidFill>
                  <a:latin typeface="微软雅黑" panose="020B0503020204020204" pitchFamily="34" charset="-122"/>
                </a:rPr>
                <a:t>.true</a:t>
              </a:r>
            </a:p>
          </p:txBody>
        </p:sp>
        <p:grpSp>
          <p:nvGrpSpPr>
            <p:cNvPr id="35" name="Group 107"/>
            <p:cNvGrpSpPr>
              <a:grpSpLocks/>
            </p:cNvGrpSpPr>
            <p:nvPr/>
          </p:nvGrpSpPr>
          <p:grpSpPr bwMode="auto">
            <a:xfrm rot="5400000">
              <a:off x="942804" y="5580232"/>
              <a:ext cx="733426" cy="158750"/>
              <a:chOff x="2976" y="2702"/>
              <a:chExt cx="654" cy="96"/>
            </a:xfrm>
            <a:solidFill>
              <a:srgbClr val="009644"/>
            </a:solidFill>
          </p:grpSpPr>
          <p:sp>
            <p:nvSpPr>
              <p:cNvPr id="47" name="Line 108"/>
              <p:cNvSpPr>
                <a:spLocks noChangeShapeType="1"/>
              </p:cNvSpPr>
              <p:nvPr/>
            </p:nvSpPr>
            <p:spPr bwMode="auto">
              <a:xfrm flipV="1">
                <a:off x="3024" y="2751"/>
                <a:ext cx="606" cy="0"/>
              </a:xfrm>
              <a:prstGeom prst="line">
                <a:avLst/>
              </a:prstGeom>
              <a:grpFill/>
              <a:ln w="19050">
                <a:solidFill>
                  <a:srgbClr val="009644"/>
                </a:solidFill>
                <a:round/>
                <a:headEnd/>
                <a:tailEnd type="none" w="med" len="lg"/>
              </a:ln>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8" name="Oval 109"/>
              <p:cNvSpPr>
                <a:spLocks noChangeArrowheads="1"/>
              </p:cNvSpPr>
              <p:nvPr/>
            </p:nvSpPr>
            <p:spPr bwMode="auto">
              <a:xfrm>
                <a:off x="2976" y="2702"/>
                <a:ext cx="48" cy="96"/>
              </a:xfrm>
              <a:prstGeom prst="ellipse">
                <a:avLst/>
              </a:prstGeom>
              <a:grpFill/>
              <a:ln w="19050">
                <a:solidFill>
                  <a:srgbClr val="009644"/>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36" name="Rectangle 110"/>
            <p:cNvSpPr>
              <a:spLocks noChangeArrowheads="1"/>
            </p:cNvSpPr>
            <p:nvPr/>
          </p:nvSpPr>
          <p:spPr bwMode="auto">
            <a:xfrm>
              <a:off x="496717" y="6022795"/>
              <a:ext cx="1560976" cy="57599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CC3399"/>
                  </a:solidFill>
                  <a:latin typeface="微软雅黑" panose="020B0503020204020204" pitchFamily="34" charset="-122"/>
                </a:rPr>
                <a:t>E</a:t>
              </a:r>
              <a:r>
                <a:rPr kumimoji="1" lang="en-US" altLang="zh-CN" sz="2646" baseline="-25000" dirty="0">
                  <a:solidFill>
                    <a:srgbClr val="CC3399"/>
                  </a:solidFill>
                  <a:latin typeface="微软雅黑" panose="020B0503020204020204" pitchFamily="34" charset="-122"/>
                </a:rPr>
                <a:t>2</a:t>
              </a:r>
              <a:r>
                <a:rPr kumimoji="1" lang="zh-CN" altLang="en-US" sz="2646" dirty="0">
                  <a:solidFill>
                    <a:srgbClr val="CC3399"/>
                  </a:solidFill>
                  <a:latin typeface="微软雅黑" panose="020B0503020204020204" pitchFamily="34" charset="-122"/>
                </a:rPr>
                <a:t>.</a:t>
              </a:r>
              <a:r>
                <a:rPr kumimoji="1" lang="en-US" altLang="zh-CN" sz="2646" dirty="0">
                  <a:solidFill>
                    <a:srgbClr val="CC3399"/>
                  </a:solidFill>
                  <a:latin typeface="微软雅黑" panose="020B0503020204020204" pitchFamily="34" charset="-122"/>
                </a:rPr>
                <a:t>code</a:t>
              </a:r>
            </a:p>
          </p:txBody>
        </p:sp>
        <p:grpSp>
          <p:nvGrpSpPr>
            <p:cNvPr id="1240077" name="组合 36"/>
            <p:cNvGrpSpPr>
              <a:grpSpLocks/>
            </p:cNvGrpSpPr>
            <p:nvPr/>
          </p:nvGrpSpPr>
          <p:grpSpPr bwMode="auto">
            <a:xfrm>
              <a:off x="1866729" y="5830819"/>
              <a:ext cx="1616075" cy="555626"/>
              <a:chOff x="2131022" y="5856270"/>
              <a:chExt cx="1616075" cy="555626"/>
            </a:xfrm>
          </p:grpSpPr>
          <p:grpSp>
            <p:nvGrpSpPr>
              <p:cNvPr id="1240083" name="Group 111"/>
              <p:cNvGrpSpPr>
                <a:grpSpLocks/>
              </p:cNvGrpSpPr>
              <p:nvPr/>
            </p:nvGrpSpPr>
            <p:grpSpPr bwMode="auto">
              <a:xfrm>
                <a:off x="2131022" y="6094396"/>
                <a:ext cx="430212" cy="158750"/>
                <a:chOff x="2976" y="2894"/>
                <a:chExt cx="384" cy="96"/>
              </a:xfrm>
            </p:grpSpPr>
            <p:sp>
              <p:nvSpPr>
                <p:cNvPr id="45" name="Line 112"/>
                <p:cNvSpPr>
                  <a:spLocks noChangeShapeType="1"/>
                </p:cNvSpPr>
                <p:nvPr/>
              </p:nvSpPr>
              <p:spPr bwMode="auto">
                <a:xfrm>
                  <a:off x="3023" y="2944"/>
                  <a:ext cx="337"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6" name="Oval 113"/>
                <p:cNvSpPr>
                  <a:spLocks noChangeArrowheads="1"/>
                </p:cNvSpPr>
                <p:nvPr/>
              </p:nvSpPr>
              <p:spPr bwMode="auto">
                <a:xfrm>
                  <a:off x="2976" y="2894"/>
                  <a:ext cx="48" cy="98"/>
                </a:xfrm>
                <a:prstGeom prst="ellipse">
                  <a:avLst/>
                </a:prstGeom>
                <a:solidFill>
                  <a:srgbClr val="00B050"/>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sp>
            <p:nvSpPr>
              <p:cNvPr id="44" name="Rectangle 114"/>
              <p:cNvSpPr>
                <a:spLocks noChangeArrowheads="1"/>
              </p:cNvSpPr>
              <p:nvPr/>
            </p:nvSpPr>
            <p:spPr bwMode="auto">
              <a:xfrm>
                <a:off x="2778471" y="5856729"/>
                <a:ext cx="969130"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339933"/>
                    </a:solidFill>
                    <a:latin typeface="微软雅黑" panose="020B0503020204020204" pitchFamily="34" charset="-122"/>
                  </a:rPr>
                  <a:t>To </a:t>
                </a:r>
                <a:r>
                  <a:rPr kumimoji="1" lang="en-US" altLang="zh-CN" sz="2646" dirty="0" err="1">
                    <a:solidFill>
                      <a:srgbClr val="339933"/>
                    </a:solidFill>
                    <a:latin typeface="微软雅黑" panose="020B0503020204020204" pitchFamily="34" charset="-122"/>
                  </a:rPr>
                  <a:t>E.true</a:t>
                </a:r>
                <a:endParaRPr kumimoji="1" lang="en-US" altLang="zh-CN" sz="2205" dirty="0">
                  <a:solidFill>
                    <a:prstClr val="black"/>
                  </a:solidFill>
                  <a:latin typeface="微软雅黑" panose="020B0503020204020204" pitchFamily="34" charset="-122"/>
                </a:endParaRPr>
              </a:p>
            </p:txBody>
          </p:sp>
        </p:grpSp>
        <p:grpSp>
          <p:nvGrpSpPr>
            <p:cNvPr id="1240078" name="组合 37"/>
            <p:cNvGrpSpPr>
              <a:grpSpLocks/>
            </p:cNvGrpSpPr>
            <p:nvPr/>
          </p:nvGrpSpPr>
          <p:grpSpPr bwMode="auto">
            <a:xfrm>
              <a:off x="1861967" y="6246745"/>
              <a:ext cx="1719262" cy="503238"/>
              <a:chOff x="2126260" y="6272196"/>
              <a:chExt cx="1719262" cy="503238"/>
            </a:xfrm>
          </p:grpSpPr>
          <p:sp>
            <p:nvSpPr>
              <p:cNvPr id="39" name="Rectangle 115"/>
              <p:cNvSpPr>
                <a:spLocks noChangeArrowheads="1"/>
              </p:cNvSpPr>
              <p:nvPr/>
            </p:nvSpPr>
            <p:spPr bwMode="auto">
              <a:xfrm>
                <a:off x="2764070" y="6272882"/>
                <a:ext cx="1081452" cy="50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srgbClr val="0070C0"/>
                    </a:solidFill>
                    <a:latin typeface="微软雅黑" panose="020B0503020204020204" pitchFamily="34" charset="-122"/>
                  </a:rPr>
                  <a:t>To </a:t>
                </a:r>
                <a:r>
                  <a:rPr kumimoji="1" lang="en-US" altLang="zh-CN" sz="2646" dirty="0" err="1">
                    <a:solidFill>
                      <a:srgbClr val="0070C0"/>
                    </a:solidFill>
                    <a:latin typeface="微软雅黑" panose="020B0503020204020204" pitchFamily="34" charset="-122"/>
                  </a:rPr>
                  <a:t>E.false</a:t>
                </a:r>
                <a:endParaRPr kumimoji="1" lang="en-US" altLang="zh-CN" sz="2646" dirty="0">
                  <a:solidFill>
                    <a:srgbClr val="0070C0"/>
                  </a:solidFill>
                  <a:latin typeface="微软雅黑" panose="020B0503020204020204" pitchFamily="34" charset="-122"/>
                </a:endParaRPr>
              </a:p>
            </p:txBody>
          </p:sp>
          <p:grpSp>
            <p:nvGrpSpPr>
              <p:cNvPr id="1240080" name="Group 116"/>
              <p:cNvGrpSpPr>
                <a:grpSpLocks/>
              </p:cNvGrpSpPr>
              <p:nvPr/>
            </p:nvGrpSpPr>
            <p:grpSpPr bwMode="auto">
              <a:xfrm>
                <a:off x="2126260" y="6400784"/>
                <a:ext cx="481012" cy="142875"/>
                <a:chOff x="2976" y="2920"/>
                <a:chExt cx="384" cy="96"/>
              </a:xfrm>
            </p:grpSpPr>
            <p:sp>
              <p:nvSpPr>
                <p:cNvPr id="41" name="Line 117"/>
                <p:cNvSpPr>
                  <a:spLocks noChangeShapeType="1"/>
                </p:cNvSpPr>
                <p:nvPr/>
              </p:nvSpPr>
              <p:spPr bwMode="auto">
                <a:xfrm>
                  <a:off x="3024" y="2988"/>
                  <a:ext cx="336" cy="0"/>
                </a:xfrm>
                <a:prstGeom prst="line">
                  <a:avLst/>
                </a:prstGeom>
                <a:noFill/>
                <a:ln w="19050">
                  <a:solidFill>
                    <a:srgbClr val="0070C0"/>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微软雅黑" panose="020B0503020204020204" pitchFamily="34" charset="-122"/>
                    <a:ea typeface="微软雅黑" panose="020B0503020204020204" pitchFamily="34" charset="-122"/>
                  </a:endParaRPr>
                </a:p>
              </p:txBody>
            </p:sp>
            <p:sp>
              <p:nvSpPr>
                <p:cNvPr id="42" name="Oval 118"/>
                <p:cNvSpPr>
                  <a:spLocks noChangeArrowheads="1"/>
                </p:cNvSpPr>
                <p:nvPr/>
              </p:nvSpPr>
              <p:spPr bwMode="auto">
                <a:xfrm>
                  <a:off x="2976" y="2920"/>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微软雅黑" panose="020B0503020204020204" pitchFamily="34" charset="-122"/>
                  </a:endParaRPr>
                </a:p>
              </p:txBody>
            </p:sp>
          </p:grpSp>
        </p:grpSp>
      </p:grpSp>
      <p:sp>
        <p:nvSpPr>
          <p:cNvPr id="53" name="文本框 52"/>
          <p:cNvSpPr txBox="1"/>
          <p:nvPr/>
        </p:nvSpPr>
        <p:spPr>
          <a:xfrm>
            <a:off x="2582863" y="2613025"/>
            <a:ext cx="6796087" cy="2487613"/>
          </a:xfrm>
          <a:prstGeom prst="rect">
            <a:avLst/>
          </a:prstGeom>
          <a:noFill/>
        </p:spPr>
        <p:txBody>
          <a:bodyPr wrap="none">
            <a:spAutoFit/>
          </a:bodyPr>
          <a:lstStyle/>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newlabel</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E.false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E.fasle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.code || gen(E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.true ‘:’) || E</a:t>
            </a:r>
            <a:r>
              <a:rPr lang="en-US" altLang="zh-CN" sz="2646" baseline="-30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.code</a:t>
            </a:r>
          </a:p>
        </p:txBody>
      </p:sp>
      <p:sp>
        <p:nvSpPr>
          <p:cNvPr id="54" name="文本框 53"/>
          <p:cNvSpPr txBox="1"/>
          <p:nvPr/>
        </p:nvSpPr>
        <p:spPr>
          <a:xfrm>
            <a:off x="236538" y="2613025"/>
            <a:ext cx="2303462"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6"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E→E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 and E</a:t>
            </a:r>
            <a:r>
              <a:rPr lang="en-US" altLang="zh-CN" sz="2646" baseline="-30000" dirty="0">
                <a:solidFill>
                  <a:prstClr val="black"/>
                </a:solidFill>
                <a:latin typeface="Arial" panose="020B0604020202020204"/>
                <a:ea typeface="黑体" panose="02010609060101010101" pitchFamily="49" charset="-122"/>
              </a:rPr>
              <a:t>2</a:t>
            </a:r>
            <a:endParaRPr lang="zh-CN" altLang="en-US" sz="2646" dirty="0">
              <a:solidFill>
                <a:prstClr val="black"/>
              </a:solidFill>
              <a:latin typeface="Arial" panose="020B0604020202020204"/>
              <a:ea typeface="黑体" panose="02010609060101010101" pitchFamily="49" charset="-122"/>
            </a:endParaRPr>
          </a:p>
        </p:txBody>
      </p:sp>
      <p:sp>
        <p:nvSpPr>
          <p:cNvPr id="55" name="文本框 54"/>
          <p:cNvSpPr txBox="1"/>
          <p:nvPr/>
        </p:nvSpPr>
        <p:spPr>
          <a:xfrm>
            <a:off x="547688" y="1936750"/>
            <a:ext cx="1373187" cy="566738"/>
          </a:xfrm>
          <a:prstGeom prst="rect">
            <a:avLst/>
          </a:prstGeom>
          <a:noFill/>
        </p:spPr>
        <p:txBody>
          <a:bodyPr wrap="none">
            <a:spAutoFit/>
          </a:bodyPr>
          <a:lstStyle/>
          <a:p>
            <a:pPr defTabSz="503972" eaLnBrk="1" fontAlgn="auto" hangingPunct="1">
              <a:spcBef>
                <a:spcPts val="0"/>
              </a:spcBef>
              <a:spcAft>
                <a:spcPts val="0"/>
              </a:spcAft>
              <a:defRPr/>
            </a:pPr>
            <a:r>
              <a:rPr lang="zh-CN" altLang="en-US" sz="3086" dirty="0">
                <a:solidFill>
                  <a:srgbClr val="CC0000"/>
                </a:solidFill>
                <a:latin typeface="微软雅黑" panose="020B0503020204020204" pitchFamily="34" charset="-122"/>
                <a:ea typeface="微软雅黑" panose="020B0503020204020204" pitchFamily="34" charset="-122"/>
              </a:rPr>
              <a:t>产生式</a:t>
            </a:r>
            <a:endParaRPr lang="zh-CN" altLang="en-US" sz="1984" dirty="0">
              <a:solidFill>
                <a:prstClr val="black"/>
              </a:solidFill>
              <a:latin typeface="Arial" panose="020B0604020202020204"/>
              <a:ea typeface="黑体" panose="02010609060101010101" pitchFamily="49" charset="-122"/>
            </a:endParaRPr>
          </a:p>
        </p:txBody>
      </p:sp>
      <p:sp>
        <p:nvSpPr>
          <p:cNvPr id="56" name="文本框 55"/>
          <p:cNvSpPr txBox="1"/>
          <p:nvPr/>
        </p:nvSpPr>
        <p:spPr>
          <a:xfrm>
            <a:off x="2684463" y="2014538"/>
            <a:ext cx="1768475" cy="519112"/>
          </a:xfrm>
          <a:prstGeom prst="rect">
            <a:avLst/>
          </a:prstGeom>
          <a:noFill/>
        </p:spPr>
        <p:txBody>
          <a:bodyPr wrap="none">
            <a:spAutoFit/>
          </a:bodyPr>
          <a:lstStyle/>
          <a:p>
            <a:pPr marL="377979" indent="-377979" defTabSz="503972" eaLnBrk="1" fontAlgn="auto" hangingPunct="1">
              <a:lnSpc>
                <a:spcPct val="90000"/>
              </a:lnSpc>
              <a:spcBef>
                <a:spcPts val="1102"/>
              </a:spcBef>
              <a:spcAft>
                <a:spcPts val="0"/>
              </a:spcAft>
              <a:buClr>
                <a:srgbClr val="4F81BD"/>
              </a:buClr>
              <a:buSzPct val="80000"/>
              <a:defRPr/>
            </a:pPr>
            <a:r>
              <a:rPr lang="zh-CN" altLang="en-US" sz="3086" dirty="0">
                <a:solidFill>
                  <a:srgbClr val="CC0000"/>
                </a:solidFill>
                <a:latin typeface="微软雅黑" panose="020B0503020204020204" pitchFamily="34" charset="-122"/>
                <a:ea typeface="微软雅黑" panose="020B0503020204020204" pitchFamily="34" charset="-122"/>
              </a:rPr>
              <a:t>语义规则</a:t>
            </a:r>
          </a:p>
        </p:txBody>
      </p:sp>
      <p:sp>
        <p:nvSpPr>
          <p:cNvPr id="2" name="灯片编号占位符 1">
            <a:extLst>
              <a:ext uri="{FF2B5EF4-FFF2-40B4-BE49-F238E27FC236}">
                <a16:creationId xmlns:a16="http://schemas.microsoft.com/office/drawing/2014/main" id="{7BAEDFCE-6FC4-F44C-6716-69EFD821951E}"/>
              </a:ext>
            </a:extLst>
          </p:cNvPr>
          <p:cNvSpPr>
            <a:spLocks noGrp="1"/>
          </p:cNvSpPr>
          <p:nvPr>
            <p:ph type="sldNum" sz="quarter" idx="12"/>
          </p:nvPr>
        </p:nvSpPr>
        <p:spPr/>
        <p:txBody>
          <a:bodyPr/>
          <a:lstStyle/>
          <a:p>
            <a:pPr>
              <a:defRPr/>
            </a:pPr>
            <a:fld id="{83E5ACC6-5BEE-4F86-A8A3-2CA27B637FFC}" type="slidenum">
              <a:rPr lang="en-US" smtClean="0"/>
              <a:pPr>
                <a:defRPr/>
              </a:pPr>
              <a:t>91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695325" y="400050"/>
            <a:ext cx="9126538" cy="1460500"/>
          </a:xfrm>
        </p:spPr>
        <p:txBody>
          <a:bodyPr rtlCol="0">
            <a:normAutofit/>
          </a:bodyPr>
          <a:lstStyle/>
          <a:p>
            <a:pPr defTabSz="503972" eaLnBrk="1" fontAlgn="auto" hangingPunct="1">
              <a:spcAft>
                <a:spcPts val="0"/>
              </a:spcAft>
              <a:defRPr/>
            </a:pPr>
            <a:r>
              <a:rPr lang="zh-CN" altLang="en-US" dirty="0"/>
              <a:t>产生布尔表达式三地址代码的属性文法</a:t>
            </a:r>
          </a:p>
        </p:txBody>
      </p:sp>
      <p:sp>
        <p:nvSpPr>
          <p:cNvPr id="8" name="文本框 7"/>
          <p:cNvSpPr txBox="1"/>
          <p:nvPr/>
        </p:nvSpPr>
        <p:spPr>
          <a:xfrm>
            <a:off x="2684463" y="2613025"/>
            <a:ext cx="2717800" cy="1493838"/>
          </a:xfrm>
          <a:prstGeom prst="rect">
            <a:avLst/>
          </a:prstGeom>
          <a:noFill/>
        </p:spPr>
        <p:txBody>
          <a:bodyPr wrap="none">
            <a:spAutoFit/>
          </a:bodyPr>
          <a:lstStyle/>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E.false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.code</a:t>
            </a:r>
          </a:p>
        </p:txBody>
      </p:sp>
      <p:sp>
        <p:nvSpPr>
          <p:cNvPr id="9" name="文本框 8"/>
          <p:cNvSpPr txBox="1"/>
          <p:nvPr/>
        </p:nvSpPr>
        <p:spPr>
          <a:xfrm>
            <a:off x="400050" y="2613025"/>
            <a:ext cx="1670050" cy="500063"/>
          </a:xfrm>
          <a:prstGeom prst="rect">
            <a:avLst/>
          </a:prstGeom>
          <a:noFill/>
        </p:spPr>
        <p:txBody>
          <a:bodyPr wrap="none">
            <a:spAutoFit/>
          </a:bodyPr>
          <a:lstStyle/>
          <a:p>
            <a:pPr defTabSz="503972" eaLnBrk="1" fontAlgn="auto" hangingPunct="1">
              <a:spcBef>
                <a:spcPct val="70000"/>
              </a:spcBef>
              <a:spcAft>
                <a:spcPts val="0"/>
              </a:spcAft>
              <a:defRPr/>
            </a:pPr>
            <a:r>
              <a:rPr lang="en-US" altLang="zh-CN" sz="2646" dirty="0" err="1">
                <a:solidFill>
                  <a:prstClr val="black"/>
                </a:solidFill>
                <a:latin typeface="Arial" panose="020B0604020202020204"/>
                <a:ea typeface="黑体" panose="02010609060101010101" pitchFamily="49" charset="-122"/>
              </a:rPr>
              <a:t>E→not</a:t>
            </a:r>
            <a:r>
              <a:rPr lang="en-US" altLang="zh-CN" sz="2646" dirty="0">
                <a:solidFill>
                  <a:prstClr val="black"/>
                </a:solidFill>
                <a:latin typeface="Arial" panose="020B0604020202020204"/>
                <a:ea typeface="黑体" panose="02010609060101010101" pitchFamily="49" charset="-122"/>
              </a:rPr>
              <a:t> E</a:t>
            </a:r>
            <a:r>
              <a:rPr lang="en-US" altLang="zh-CN" sz="2646" baseline="-30000" dirty="0">
                <a:solidFill>
                  <a:prstClr val="black"/>
                </a:solidFill>
                <a:latin typeface="Arial" panose="020B0604020202020204"/>
                <a:ea typeface="黑体" panose="02010609060101010101" pitchFamily="49" charset="-122"/>
              </a:rPr>
              <a:t>1</a:t>
            </a:r>
            <a:endParaRPr lang="en-US" altLang="zh-CN" sz="2646" dirty="0">
              <a:solidFill>
                <a:prstClr val="black"/>
              </a:solidFill>
              <a:latin typeface="Arial" panose="020B0604020202020204"/>
              <a:ea typeface="黑体" panose="02010609060101010101" pitchFamily="49" charset="-122"/>
            </a:endParaRPr>
          </a:p>
        </p:txBody>
      </p:sp>
      <p:sp>
        <p:nvSpPr>
          <p:cNvPr id="10" name="文本框 9"/>
          <p:cNvSpPr txBox="1"/>
          <p:nvPr/>
        </p:nvSpPr>
        <p:spPr>
          <a:xfrm>
            <a:off x="547688" y="1936750"/>
            <a:ext cx="1373187" cy="566738"/>
          </a:xfrm>
          <a:prstGeom prst="rect">
            <a:avLst/>
          </a:prstGeom>
          <a:noFill/>
        </p:spPr>
        <p:txBody>
          <a:bodyPr wrap="none">
            <a:spAutoFit/>
          </a:bodyPr>
          <a:lstStyle/>
          <a:p>
            <a:pPr defTabSz="503972" eaLnBrk="1" fontAlgn="auto" hangingPunct="1">
              <a:spcBef>
                <a:spcPts val="0"/>
              </a:spcBef>
              <a:spcAft>
                <a:spcPts val="0"/>
              </a:spcAft>
              <a:defRPr/>
            </a:pPr>
            <a:r>
              <a:rPr lang="zh-CN" altLang="en-US" sz="3086" dirty="0">
                <a:solidFill>
                  <a:srgbClr val="CC0000"/>
                </a:solidFill>
                <a:latin typeface="微软雅黑" panose="020B0503020204020204" pitchFamily="34" charset="-122"/>
                <a:ea typeface="微软雅黑" panose="020B0503020204020204" pitchFamily="34" charset="-122"/>
              </a:rPr>
              <a:t>产生式</a:t>
            </a:r>
            <a:endParaRPr lang="zh-CN" altLang="en-US" sz="1984" dirty="0">
              <a:solidFill>
                <a:prstClr val="black"/>
              </a:solidFill>
              <a:latin typeface="Arial" panose="020B0604020202020204"/>
              <a:ea typeface="黑体" panose="02010609060101010101" pitchFamily="49" charset="-122"/>
            </a:endParaRPr>
          </a:p>
        </p:txBody>
      </p:sp>
      <p:sp>
        <p:nvSpPr>
          <p:cNvPr id="11" name="文本框 10"/>
          <p:cNvSpPr txBox="1"/>
          <p:nvPr/>
        </p:nvSpPr>
        <p:spPr>
          <a:xfrm>
            <a:off x="2684463" y="2014538"/>
            <a:ext cx="1768475" cy="519112"/>
          </a:xfrm>
          <a:prstGeom prst="rect">
            <a:avLst/>
          </a:prstGeom>
          <a:noFill/>
        </p:spPr>
        <p:txBody>
          <a:bodyPr wrap="none">
            <a:spAutoFit/>
          </a:bodyPr>
          <a:lstStyle/>
          <a:p>
            <a:pPr marL="377979" indent="-377979" defTabSz="503972" eaLnBrk="1" fontAlgn="auto" hangingPunct="1">
              <a:lnSpc>
                <a:spcPct val="90000"/>
              </a:lnSpc>
              <a:spcBef>
                <a:spcPts val="1102"/>
              </a:spcBef>
              <a:spcAft>
                <a:spcPts val="0"/>
              </a:spcAft>
              <a:buClr>
                <a:srgbClr val="4F81BD"/>
              </a:buClr>
              <a:buSzPct val="80000"/>
              <a:defRPr/>
            </a:pPr>
            <a:r>
              <a:rPr lang="zh-CN" altLang="en-US" sz="3086" dirty="0">
                <a:solidFill>
                  <a:srgbClr val="CC0000"/>
                </a:solidFill>
                <a:latin typeface="微软雅黑" panose="020B0503020204020204" pitchFamily="34" charset="-122"/>
                <a:ea typeface="微软雅黑" panose="020B0503020204020204" pitchFamily="34" charset="-122"/>
              </a:rPr>
              <a:t>语义规则</a:t>
            </a:r>
          </a:p>
        </p:txBody>
      </p:sp>
      <p:sp>
        <p:nvSpPr>
          <p:cNvPr id="12" name="文本框 11"/>
          <p:cNvSpPr txBox="1"/>
          <p:nvPr/>
        </p:nvSpPr>
        <p:spPr>
          <a:xfrm>
            <a:off x="2684463" y="4383088"/>
            <a:ext cx="2774950" cy="1493837"/>
          </a:xfrm>
          <a:prstGeom prst="rect">
            <a:avLst/>
          </a:prstGeom>
          <a:noFill/>
        </p:spPr>
        <p:txBody>
          <a:bodyPr wrap="none">
            <a:spAutoFit/>
          </a:bodyPr>
          <a:lstStyle/>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.true:=</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.false:=</a:t>
            </a:r>
            <a:r>
              <a:rPr lang="en-US" altLang="zh-CN" sz="2646" dirty="0" err="1">
                <a:solidFill>
                  <a:prstClr val="black"/>
                </a:solidFill>
                <a:latin typeface="Arial" panose="020B0604020202020204"/>
                <a:ea typeface="黑体" panose="02010609060101010101" pitchFamily="49" charset="-122"/>
              </a:rPr>
              <a:t>E.false</a:t>
            </a:r>
            <a:r>
              <a:rPr lang="en-US" altLang="zh-CN" sz="2646" dirty="0">
                <a:solidFill>
                  <a:prstClr val="black"/>
                </a:solidFill>
                <a:latin typeface="Arial" panose="020B0604020202020204"/>
                <a:ea typeface="黑体" panose="02010609060101010101" pitchFamily="49" charset="-122"/>
              </a:rPr>
              <a:t>;</a:t>
            </a:r>
          </a:p>
          <a:p>
            <a:pPr defTabSz="503972" eaLnBrk="1" fontAlgn="auto" hangingPunct="1">
              <a:spcBef>
                <a:spcPts val="661"/>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.code</a:t>
            </a:r>
          </a:p>
        </p:txBody>
      </p:sp>
      <p:sp>
        <p:nvSpPr>
          <p:cNvPr id="13" name="文本框 12"/>
          <p:cNvSpPr txBox="1"/>
          <p:nvPr/>
        </p:nvSpPr>
        <p:spPr>
          <a:xfrm>
            <a:off x="400050" y="4383088"/>
            <a:ext cx="1420813"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E→ (E</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a:t>
            </a:r>
          </a:p>
        </p:txBody>
      </p:sp>
      <p:sp>
        <p:nvSpPr>
          <p:cNvPr id="2" name="灯片编号占位符 1">
            <a:extLst>
              <a:ext uri="{FF2B5EF4-FFF2-40B4-BE49-F238E27FC236}">
                <a16:creationId xmlns:a16="http://schemas.microsoft.com/office/drawing/2014/main" id="{596D8E98-7E8E-8216-ECBA-8E78F8DB36AE}"/>
              </a:ext>
            </a:extLst>
          </p:cNvPr>
          <p:cNvSpPr>
            <a:spLocks noGrp="1"/>
          </p:cNvSpPr>
          <p:nvPr>
            <p:ph type="sldNum" sz="quarter" idx="12"/>
          </p:nvPr>
        </p:nvSpPr>
        <p:spPr/>
        <p:txBody>
          <a:bodyPr/>
          <a:lstStyle/>
          <a:p>
            <a:pPr>
              <a:defRPr/>
            </a:pPr>
            <a:fld id="{83E5ACC6-5BEE-4F86-A8A3-2CA27B637FFC}" type="slidenum">
              <a:rPr lang="en-US" smtClean="0"/>
              <a:pPr>
                <a:defRPr/>
              </a:pPr>
              <a:t>92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695325" y="400050"/>
            <a:ext cx="9126538" cy="1460500"/>
          </a:xfrm>
        </p:spPr>
        <p:txBody>
          <a:bodyPr rtlCol="0">
            <a:normAutofit/>
          </a:bodyPr>
          <a:lstStyle/>
          <a:p>
            <a:pPr defTabSz="503972" eaLnBrk="1" fontAlgn="auto" hangingPunct="1">
              <a:spcAft>
                <a:spcPts val="0"/>
              </a:spcAft>
              <a:defRPr/>
            </a:pPr>
            <a:r>
              <a:rPr lang="zh-CN" altLang="en-US" dirty="0"/>
              <a:t>产生布尔表达式三地址代码的属性文法</a:t>
            </a:r>
          </a:p>
        </p:txBody>
      </p:sp>
      <p:sp>
        <p:nvSpPr>
          <p:cNvPr id="12" name="文本框 11"/>
          <p:cNvSpPr txBox="1"/>
          <p:nvPr/>
        </p:nvSpPr>
        <p:spPr>
          <a:xfrm>
            <a:off x="2832100" y="2613025"/>
            <a:ext cx="7369175" cy="860425"/>
          </a:xfrm>
          <a:prstGeom prst="rect">
            <a:avLst/>
          </a:prstGeom>
          <a:noFill/>
        </p:spPr>
        <p:txBody>
          <a:bodyPr wrap="none">
            <a:spAutoFit/>
          </a:bodyPr>
          <a:lstStyle/>
          <a:p>
            <a:pPr defTabSz="503972" eaLnBrk="1" fontAlgn="auto" hangingPunct="1">
              <a:spcBef>
                <a:spcPts val="661"/>
              </a:spcBef>
              <a:spcAft>
                <a:spcPts val="0"/>
              </a:spcAft>
              <a:defRPr/>
            </a:pPr>
            <a:r>
              <a:rPr lang="en-US" altLang="zh-CN" sz="2205" dirty="0" err="1">
                <a:solidFill>
                  <a:prstClr val="black"/>
                </a:solidFill>
                <a:latin typeface="Arial" panose="020B0604020202020204"/>
                <a:ea typeface="黑体" panose="02010609060101010101" pitchFamily="49" charset="-122"/>
              </a:rPr>
              <a:t>E.code</a:t>
            </a:r>
            <a:r>
              <a:rPr lang="en-US" altLang="zh-CN" sz="2205" dirty="0">
                <a:solidFill>
                  <a:prstClr val="black"/>
                </a:solidFill>
                <a:latin typeface="Arial" panose="020B0604020202020204"/>
                <a:ea typeface="黑体" panose="02010609060101010101" pitchFamily="49" charset="-122"/>
              </a:rPr>
              <a:t>:=gen(‘if ’ id</a:t>
            </a:r>
            <a:r>
              <a:rPr lang="en-US" altLang="zh-CN" sz="2205" baseline="-30000" dirty="0">
                <a:solidFill>
                  <a:prstClr val="black"/>
                </a:solidFill>
                <a:latin typeface="Arial" panose="020B0604020202020204"/>
                <a:ea typeface="黑体" panose="02010609060101010101" pitchFamily="49" charset="-122"/>
              </a:rPr>
              <a:t>1</a:t>
            </a:r>
            <a:r>
              <a:rPr lang="en-US" altLang="zh-CN" sz="2205" dirty="0">
                <a:solidFill>
                  <a:prstClr val="black"/>
                </a:solidFill>
                <a:latin typeface="Arial" panose="020B0604020202020204"/>
                <a:ea typeface="黑体" panose="02010609060101010101" pitchFamily="49" charset="-122"/>
              </a:rPr>
              <a:t>.place </a:t>
            </a:r>
            <a:r>
              <a:rPr lang="en-US" altLang="zh-CN" sz="2205" dirty="0" err="1">
                <a:solidFill>
                  <a:prstClr val="black"/>
                </a:solidFill>
                <a:latin typeface="Arial" panose="020B0604020202020204"/>
                <a:ea typeface="黑体" panose="02010609060101010101" pitchFamily="49" charset="-122"/>
              </a:rPr>
              <a:t>relop.op</a:t>
            </a:r>
            <a:r>
              <a:rPr lang="en-US" altLang="zh-CN" sz="2205" dirty="0">
                <a:solidFill>
                  <a:prstClr val="black"/>
                </a:solidFill>
                <a:latin typeface="Arial" panose="020B0604020202020204"/>
                <a:ea typeface="黑体" panose="02010609060101010101" pitchFamily="49" charset="-122"/>
              </a:rPr>
              <a:t> id</a:t>
            </a:r>
            <a:r>
              <a:rPr lang="en-US" altLang="zh-CN" sz="2205" baseline="-30000" dirty="0">
                <a:solidFill>
                  <a:prstClr val="black"/>
                </a:solidFill>
                <a:latin typeface="Arial" panose="020B0604020202020204"/>
                <a:ea typeface="黑体" panose="02010609060101010101" pitchFamily="49" charset="-122"/>
              </a:rPr>
              <a:t>2</a:t>
            </a:r>
            <a:r>
              <a:rPr lang="en-US" altLang="zh-CN" sz="2205" dirty="0">
                <a:solidFill>
                  <a:prstClr val="black"/>
                </a:solidFill>
                <a:latin typeface="Arial" panose="020B0604020202020204"/>
                <a:ea typeface="黑体" panose="02010609060101010101" pitchFamily="49" charset="-122"/>
              </a:rPr>
              <a:t>.place ‘</a:t>
            </a:r>
            <a:r>
              <a:rPr lang="en-US" altLang="zh-CN" sz="2205" dirty="0" err="1">
                <a:solidFill>
                  <a:prstClr val="black"/>
                </a:solidFill>
                <a:latin typeface="Arial" panose="020B0604020202020204"/>
                <a:ea typeface="黑体" panose="02010609060101010101" pitchFamily="49" charset="-122"/>
              </a:rPr>
              <a:t>goto</a:t>
            </a:r>
            <a:r>
              <a:rPr lang="en-US" altLang="zh-CN" sz="2205" dirty="0">
                <a:solidFill>
                  <a:prstClr val="black"/>
                </a:solidFill>
                <a:latin typeface="Arial" panose="020B0604020202020204"/>
                <a:ea typeface="黑体" panose="02010609060101010101" pitchFamily="49" charset="-122"/>
              </a:rPr>
              <a:t>’ </a:t>
            </a:r>
            <a:r>
              <a:rPr lang="en-US" altLang="zh-CN" sz="2205" dirty="0" err="1">
                <a:solidFill>
                  <a:prstClr val="black"/>
                </a:solidFill>
                <a:latin typeface="Arial" panose="020B0604020202020204"/>
                <a:ea typeface="黑体" panose="02010609060101010101" pitchFamily="49" charset="-122"/>
              </a:rPr>
              <a:t>E.true</a:t>
            </a:r>
            <a:r>
              <a:rPr lang="en-US" altLang="zh-CN" sz="2205" dirty="0">
                <a:solidFill>
                  <a:prstClr val="black"/>
                </a:solidFill>
                <a:latin typeface="Arial" panose="020B0604020202020204"/>
                <a:ea typeface="黑体" panose="02010609060101010101" pitchFamily="49" charset="-122"/>
              </a:rPr>
              <a:t>) </a:t>
            </a:r>
          </a:p>
          <a:p>
            <a:pPr defTabSz="503972" eaLnBrk="1" fontAlgn="auto" hangingPunct="1">
              <a:spcBef>
                <a:spcPts val="661"/>
              </a:spcBef>
              <a:spcAft>
                <a:spcPts val="0"/>
              </a:spcAft>
              <a:defRPr/>
            </a:pPr>
            <a:r>
              <a:rPr lang="en-US" altLang="zh-CN" sz="2205" dirty="0">
                <a:solidFill>
                  <a:prstClr val="black"/>
                </a:solidFill>
                <a:latin typeface="Arial" panose="020B0604020202020204"/>
                <a:ea typeface="黑体" panose="02010609060101010101" pitchFamily="49" charset="-122"/>
              </a:rPr>
              <a:t>               || gen(‘</a:t>
            </a:r>
            <a:r>
              <a:rPr lang="en-US" altLang="zh-CN" sz="2205" dirty="0" err="1">
                <a:solidFill>
                  <a:prstClr val="black"/>
                </a:solidFill>
                <a:latin typeface="Arial" panose="020B0604020202020204"/>
                <a:ea typeface="黑体" panose="02010609060101010101" pitchFamily="49" charset="-122"/>
              </a:rPr>
              <a:t>goto</a:t>
            </a:r>
            <a:r>
              <a:rPr lang="en-US" altLang="zh-CN" sz="2205" dirty="0">
                <a:solidFill>
                  <a:prstClr val="black"/>
                </a:solidFill>
                <a:latin typeface="Arial" panose="020B0604020202020204"/>
                <a:ea typeface="黑体" panose="02010609060101010101" pitchFamily="49" charset="-122"/>
              </a:rPr>
              <a:t>’  </a:t>
            </a:r>
            <a:r>
              <a:rPr lang="en-US" altLang="zh-CN" sz="2205" dirty="0" err="1">
                <a:solidFill>
                  <a:prstClr val="black"/>
                </a:solidFill>
                <a:latin typeface="Arial" panose="020B0604020202020204"/>
                <a:ea typeface="黑体" panose="02010609060101010101" pitchFamily="49" charset="-122"/>
              </a:rPr>
              <a:t>E.false</a:t>
            </a:r>
            <a:r>
              <a:rPr lang="en-US" altLang="zh-CN" sz="2205" dirty="0">
                <a:solidFill>
                  <a:prstClr val="black"/>
                </a:solidFill>
                <a:latin typeface="Arial" panose="020B0604020202020204"/>
                <a:ea typeface="黑体" panose="02010609060101010101" pitchFamily="49" charset="-122"/>
              </a:rPr>
              <a:t>)</a:t>
            </a:r>
          </a:p>
        </p:txBody>
      </p:sp>
      <p:sp>
        <p:nvSpPr>
          <p:cNvPr id="13" name="文本框 12"/>
          <p:cNvSpPr txBox="1"/>
          <p:nvPr/>
        </p:nvSpPr>
        <p:spPr>
          <a:xfrm>
            <a:off x="274638" y="2613025"/>
            <a:ext cx="2473325" cy="500063"/>
          </a:xfrm>
          <a:prstGeom prst="rect">
            <a:avLst/>
          </a:prstGeom>
          <a:noFill/>
        </p:spPr>
        <p:txBody>
          <a:bodyPr wrap="none">
            <a:spAutoFit/>
          </a:bodyPr>
          <a:lstStyle/>
          <a:p>
            <a:pPr defTabSz="503972" eaLnBrk="1" fontAlgn="auto" hangingPunct="1">
              <a:spcBef>
                <a:spcPts val="0"/>
              </a:spcBef>
              <a:spcAft>
                <a:spcPts val="0"/>
              </a:spcAft>
              <a:defRPr/>
            </a:pPr>
            <a:r>
              <a:rPr lang="en-US" altLang="zh-CN" sz="2646" dirty="0">
                <a:solidFill>
                  <a:prstClr val="black"/>
                </a:solidFill>
                <a:latin typeface="Arial" panose="020B0604020202020204"/>
                <a:ea typeface="黑体" panose="02010609060101010101" pitchFamily="49" charset="-122"/>
              </a:rPr>
              <a:t>E→id</a:t>
            </a:r>
            <a:r>
              <a:rPr lang="en-US" altLang="zh-CN" sz="2646" baseline="-30000" dirty="0">
                <a:solidFill>
                  <a:prstClr val="black"/>
                </a:solidFill>
                <a:latin typeface="Arial" panose="020B0604020202020204"/>
                <a:ea typeface="黑体" panose="02010609060101010101" pitchFamily="49" charset="-122"/>
              </a:rPr>
              <a:t>1</a:t>
            </a: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relop</a:t>
            </a:r>
            <a:r>
              <a:rPr lang="en-US" altLang="zh-CN" sz="2646" dirty="0">
                <a:solidFill>
                  <a:prstClr val="black"/>
                </a:solidFill>
                <a:latin typeface="Arial" panose="020B0604020202020204"/>
                <a:ea typeface="黑体" panose="02010609060101010101" pitchFamily="49" charset="-122"/>
              </a:rPr>
              <a:t> id</a:t>
            </a:r>
            <a:r>
              <a:rPr lang="en-US" altLang="zh-CN" sz="2646" baseline="-30000" dirty="0">
                <a:solidFill>
                  <a:prstClr val="black"/>
                </a:solidFill>
                <a:latin typeface="Arial" panose="020B0604020202020204"/>
                <a:ea typeface="黑体" panose="02010609060101010101" pitchFamily="49" charset="-122"/>
              </a:rPr>
              <a:t>2</a:t>
            </a:r>
            <a:endParaRPr lang="en-US" altLang="zh-CN" sz="2646" dirty="0">
              <a:solidFill>
                <a:prstClr val="black"/>
              </a:solidFill>
              <a:latin typeface="Arial" panose="020B0604020202020204"/>
              <a:ea typeface="黑体" panose="02010609060101010101" pitchFamily="49" charset="-122"/>
            </a:endParaRPr>
          </a:p>
        </p:txBody>
      </p:sp>
      <p:sp>
        <p:nvSpPr>
          <p:cNvPr id="14" name="文本框 13"/>
          <p:cNvSpPr txBox="1"/>
          <p:nvPr/>
        </p:nvSpPr>
        <p:spPr>
          <a:xfrm>
            <a:off x="422275" y="1936750"/>
            <a:ext cx="1371600" cy="566738"/>
          </a:xfrm>
          <a:prstGeom prst="rect">
            <a:avLst/>
          </a:prstGeom>
          <a:noFill/>
        </p:spPr>
        <p:txBody>
          <a:bodyPr wrap="none">
            <a:spAutoFit/>
          </a:bodyPr>
          <a:lstStyle/>
          <a:p>
            <a:pPr defTabSz="503972" eaLnBrk="1" fontAlgn="auto" hangingPunct="1">
              <a:spcBef>
                <a:spcPts val="0"/>
              </a:spcBef>
              <a:spcAft>
                <a:spcPts val="0"/>
              </a:spcAft>
              <a:defRPr/>
            </a:pPr>
            <a:r>
              <a:rPr lang="zh-CN" altLang="en-US" sz="3086" dirty="0">
                <a:solidFill>
                  <a:srgbClr val="CC0000"/>
                </a:solidFill>
                <a:latin typeface="微软雅黑" panose="020B0503020204020204" pitchFamily="34" charset="-122"/>
                <a:ea typeface="微软雅黑" panose="020B0503020204020204" pitchFamily="34" charset="-122"/>
              </a:rPr>
              <a:t>产生式</a:t>
            </a:r>
            <a:endParaRPr lang="zh-CN" altLang="en-US" sz="1984" dirty="0">
              <a:solidFill>
                <a:prstClr val="black"/>
              </a:solidFill>
              <a:latin typeface="Arial" panose="020B0604020202020204"/>
              <a:ea typeface="黑体" panose="02010609060101010101" pitchFamily="49" charset="-122"/>
            </a:endParaRPr>
          </a:p>
        </p:txBody>
      </p:sp>
      <p:sp>
        <p:nvSpPr>
          <p:cNvPr id="15" name="文本框 14"/>
          <p:cNvSpPr txBox="1"/>
          <p:nvPr/>
        </p:nvSpPr>
        <p:spPr>
          <a:xfrm>
            <a:off x="2774950" y="1958975"/>
            <a:ext cx="1768475" cy="520700"/>
          </a:xfrm>
          <a:prstGeom prst="rect">
            <a:avLst/>
          </a:prstGeom>
          <a:noFill/>
        </p:spPr>
        <p:txBody>
          <a:bodyPr wrap="none">
            <a:spAutoFit/>
          </a:bodyPr>
          <a:lstStyle/>
          <a:p>
            <a:pPr marL="377979" indent="-377979" defTabSz="503972" eaLnBrk="1" fontAlgn="auto" hangingPunct="1">
              <a:lnSpc>
                <a:spcPct val="90000"/>
              </a:lnSpc>
              <a:spcBef>
                <a:spcPts val="1102"/>
              </a:spcBef>
              <a:spcAft>
                <a:spcPts val="0"/>
              </a:spcAft>
              <a:buClr>
                <a:srgbClr val="4F81BD"/>
              </a:buClr>
              <a:buSzPct val="80000"/>
              <a:defRPr/>
            </a:pPr>
            <a:r>
              <a:rPr lang="zh-CN" altLang="en-US" sz="3086" dirty="0">
                <a:solidFill>
                  <a:srgbClr val="CC0000"/>
                </a:solidFill>
                <a:latin typeface="微软雅黑" panose="020B0503020204020204" pitchFamily="34" charset="-122"/>
                <a:ea typeface="微软雅黑" panose="020B0503020204020204" pitchFamily="34" charset="-122"/>
              </a:rPr>
              <a:t>语义规则</a:t>
            </a:r>
          </a:p>
        </p:txBody>
      </p:sp>
      <p:sp>
        <p:nvSpPr>
          <p:cNvPr id="16" name="文本框 15"/>
          <p:cNvSpPr txBox="1"/>
          <p:nvPr/>
        </p:nvSpPr>
        <p:spPr>
          <a:xfrm>
            <a:off x="2832100" y="4124325"/>
            <a:ext cx="4222750" cy="500063"/>
          </a:xfrm>
          <a:prstGeom prst="rect">
            <a:avLst/>
          </a:prstGeom>
          <a:noFill/>
        </p:spPr>
        <p:txBody>
          <a:bodyPr wrap="none">
            <a:spAutoFit/>
          </a:bodyPr>
          <a:lstStyle/>
          <a:p>
            <a:pPr defTabSz="503972" eaLnBrk="1" fontAlgn="auto" hangingPunct="1">
              <a:spcBef>
                <a:spcPct val="100000"/>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:=gen(‘</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E.true</a:t>
            </a:r>
            <a:r>
              <a:rPr lang="en-US" altLang="zh-CN" sz="2646" dirty="0">
                <a:solidFill>
                  <a:prstClr val="black"/>
                </a:solidFill>
                <a:latin typeface="Arial" panose="020B0604020202020204"/>
                <a:ea typeface="黑体" panose="02010609060101010101" pitchFamily="49" charset="-122"/>
              </a:rPr>
              <a:t>)</a:t>
            </a:r>
          </a:p>
        </p:txBody>
      </p:sp>
      <p:sp>
        <p:nvSpPr>
          <p:cNvPr id="17" name="文本框 16"/>
          <p:cNvSpPr txBox="1"/>
          <p:nvPr/>
        </p:nvSpPr>
        <p:spPr>
          <a:xfrm>
            <a:off x="274638" y="4124325"/>
            <a:ext cx="1335087" cy="500063"/>
          </a:xfrm>
          <a:prstGeom prst="rect">
            <a:avLst/>
          </a:prstGeom>
          <a:noFill/>
        </p:spPr>
        <p:txBody>
          <a:bodyPr wrap="none">
            <a:spAutoFit/>
          </a:bodyPr>
          <a:lstStyle/>
          <a:p>
            <a:pPr defTabSz="503972" eaLnBrk="1" fontAlgn="auto" hangingPunct="1">
              <a:spcBef>
                <a:spcPct val="100000"/>
              </a:spcBef>
              <a:spcAft>
                <a:spcPts val="0"/>
              </a:spcAft>
              <a:defRPr/>
            </a:pPr>
            <a:r>
              <a:rPr lang="en-US" altLang="zh-CN" sz="2646" dirty="0" err="1">
                <a:solidFill>
                  <a:prstClr val="black"/>
                </a:solidFill>
                <a:latin typeface="Arial" panose="020B0604020202020204"/>
                <a:ea typeface="黑体" panose="02010609060101010101" pitchFamily="49" charset="-122"/>
              </a:rPr>
              <a:t>E→true</a:t>
            </a:r>
            <a:endParaRPr lang="en-US" altLang="zh-CN" sz="2646" dirty="0">
              <a:solidFill>
                <a:prstClr val="black"/>
              </a:solidFill>
              <a:latin typeface="Arial" panose="020B0604020202020204"/>
              <a:ea typeface="黑体" panose="02010609060101010101" pitchFamily="49" charset="-122"/>
            </a:endParaRPr>
          </a:p>
        </p:txBody>
      </p:sp>
      <p:sp>
        <p:nvSpPr>
          <p:cNvPr id="18" name="文本框 17"/>
          <p:cNvSpPr txBox="1"/>
          <p:nvPr/>
        </p:nvSpPr>
        <p:spPr>
          <a:xfrm>
            <a:off x="2847975" y="5145088"/>
            <a:ext cx="4356100" cy="500062"/>
          </a:xfrm>
          <a:prstGeom prst="rect">
            <a:avLst/>
          </a:prstGeom>
          <a:noFill/>
        </p:spPr>
        <p:txBody>
          <a:bodyPr wrap="none">
            <a:spAutoFit/>
          </a:bodyPr>
          <a:lstStyle/>
          <a:p>
            <a:pPr defTabSz="503972" eaLnBrk="1" fontAlgn="auto" hangingPunct="1">
              <a:spcBef>
                <a:spcPct val="100000"/>
              </a:spcBef>
              <a:spcAft>
                <a:spcPts val="0"/>
              </a:spcAft>
              <a:defRPr/>
            </a:pPr>
            <a:r>
              <a:rPr lang="en-US" altLang="zh-CN" sz="2646" dirty="0" err="1">
                <a:solidFill>
                  <a:prstClr val="black"/>
                </a:solidFill>
                <a:latin typeface="Arial" panose="020B0604020202020204"/>
                <a:ea typeface="黑体" panose="02010609060101010101" pitchFamily="49" charset="-122"/>
              </a:rPr>
              <a:t>E.code</a:t>
            </a:r>
            <a:r>
              <a:rPr lang="en-US" altLang="zh-CN" sz="2646" dirty="0">
                <a:solidFill>
                  <a:prstClr val="black"/>
                </a:solidFill>
                <a:latin typeface="Arial" panose="020B0604020202020204"/>
                <a:ea typeface="黑体" panose="02010609060101010101" pitchFamily="49" charset="-122"/>
              </a:rPr>
              <a:t>:=gen(‘</a:t>
            </a:r>
            <a:r>
              <a:rPr lang="en-US" altLang="zh-CN" sz="2646" dirty="0" err="1">
                <a:solidFill>
                  <a:prstClr val="black"/>
                </a:solidFill>
                <a:latin typeface="Arial" panose="020B0604020202020204"/>
                <a:ea typeface="黑体" panose="02010609060101010101" pitchFamily="49" charset="-122"/>
              </a:rPr>
              <a:t>goto</a:t>
            </a:r>
            <a:r>
              <a:rPr lang="en-US" altLang="zh-CN" sz="2646" dirty="0">
                <a:solidFill>
                  <a:prstClr val="black"/>
                </a:solidFill>
                <a:latin typeface="Arial" panose="020B0604020202020204"/>
                <a:ea typeface="黑体" panose="02010609060101010101" pitchFamily="49" charset="-122"/>
              </a:rPr>
              <a:t>’  </a:t>
            </a:r>
            <a:r>
              <a:rPr lang="en-US" altLang="zh-CN" sz="2646" dirty="0" err="1">
                <a:solidFill>
                  <a:prstClr val="black"/>
                </a:solidFill>
                <a:latin typeface="Arial" panose="020B0604020202020204"/>
                <a:ea typeface="黑体" panose="02010609060101010101" pitchFamily="49" charset="-122"/>
              </a:rPr>
              <a:t>E.false</a:t>
            </a:r>
            <a:r>
              <a:rPr lang="en-US" altLang="zh-CN" sz="2646" dirty="0">
                <a:solidFill>
                  <a:prstClr val="black"/>
                </a:solidFill>
                <a:latin typeface="Arial" panose="020B0604020202020204"/>
                <a:ea typeface="黑体" panose="02010609060101010101" pitchFamily="49" charset="-122"/>
              </a:rPr>
              <a:t>)</a:t>
            </a:r>
            <a:endParaRPr lang="zh-CN" altLang="en-US" sz="2646" dirty="0">
              <a:solidFill>
                <a:prstClr val="black"/>
              </a:solidFill>
              <a:latin typeface="Arial" panose="020B0604020202020204"/>
              <a:ea typeface="黑体" panose="02010609060101010101" pitchFamily="49" charset="-122"/>
            </a:endParaRPr>
          </a:p>
        </p:txBody>
      </p:sp>
      <p:sp>
        <p:nvSpPr>
          <p:cNvPr id="19" name="文本框 18"/>
          <p:cNvSpPr txBox="1"/>
          <p:nvPr/>
        </p:nvSpPr>
        <p:spPr>
          <a:xfrm>
            <a:off x="290513" y="5145088"/>
            <a:ext cx="1468437" cy="500062"/>
          </a:xfrm>
          <a:prstGeom prst="rect">
            <a:avLst/>
          </a:prstGeom>
          <a:noFill/>
        </p:spPr>
        <p:txBody>
          <a:bodyPr wrap="none">
            <a:spAutoFit/>
          </a:bodyPr>
          <a:lstStyle/>
          <a:p>
            <a:pPr defTabSz="503972" eaLnBrk="1" fontAlgn="auto" hangingPunct="1">
              <a:spcBef>
                <a:spcPct val="100000"/>
              </a:spcBef>
              <a:spcAft>
                <a:spcPts val="0"/>
              </a:spcAft>
              <a:defRPr/>
            </a:pPr>
            <a:r>
              <a:rPr lang="en-US" altLang="zh-CN" sz="2646" dirty="0" err="1">
                <a:solidFill>
                  <a:prstClr val="black"/>
                </a:solidFill>
                <a:latin typeface="Arial" panose="020B0604020202020204"/>
                <a:ea typeface="黑体" panose="02010609060101010101" pitchFamily="49" charset="-122"/>
              </a:rPr>
              <a:t>E→false</a:t>
            </a:r>
            <a:endParaRPr lang="en-US" altLang="zh-CN" sz="2646" dirty="0">
              <a:solidFill>
                <a:prstClr val="black"/>
              </a:solidFill>
              <a:latin typeface="Arial" panose="020B0604020202020204"/>
              <a:ea typeface="黑体" panose="02010609060101010101" pitchFamily="49" charset="-122"/>
            </a:endParaRPr>
          </a:p>
        </p:txBody>
      </p:sp>
      <p:sp>
        <p:nvSpPr>
          <p:cNvPr id="2" name="灯片编号占位符 1">
            <a:extLst>
              <a:ext uri="{FF2B5EF4-FFF2-40B4-BE49-F238E27FC236}">
                <a16:creationId xmlns:a16="http://schemas.microsoft.com/office/drawing/2014/main" id="{4284E5F3-9F3A-EF13-F179-F39A289D2722}"/>
              </a:ext>
            </a:extLst>
          </p:cNvPr>
          <p:cNvSpPr>
            <a:spLocks noGrp="1"/>
          </p:cNvSpPr>
          <p:nvPr>
            <p:ph type="sldNum" sz="quarter" idx="12"/>
          </p:nvPr>
        </p:nvSpPr>
        <p:spPr/>
        <p:txBody>
          <a:bodyPr/>
          <a:lstStyle/>
          <a:p>
            <a:pPr>
              <a:defRPr/>
            </a:pPr>
            <a:fld id="{83E5ACC6-5BEE-4F86-A8A3-2CA27B637FFC}" type="slidenum">
              <a:rPr lang="en-US" smtClean="0"/>
              <a:pPr>
                <a:defRPr/>
              </a:pPr>
              <a:t>93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17" grpId="0"/>
      <p:bldP spid="18" grpId="0"/>
      <p:bldP spid="19" grpId="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根据属性文法翻译布尔表达式</a:t>
            </a:r>
          </a:p>
        </p:txBody>
      </p:sp>
      <p:sp>
        <p:nvSpPr>
          <p:cNvPr id="4" name="内容占位符 3"/>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根据属性文法翻译如下布尔表达式：</a:t>
            </a:r>
            <a:br>
              <a:rPr lang="zh-CN" altLang="en-US" sz="2646" dirty="0">
                <a:solidFill>
                  <a:schemeClr val="tx1">
                    <a:lumMod val="75000"/>
                    <a:lumOff val="25000"/>
                  </a:schemeClr>
                </a:solidFill>
              </a:rPr>
            </a:b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a&lt;b or c&lt;d and e&lt;f</a:t>
            </a:r>
            <a:br>
              <a:rPr lang="en-US" altLang="zh-CN" sz="2646" dirty="0">
                <a:solidFill>
                  <a:schemeClr val="tx1">
                    <a:lumMod val="75000"/>
                    <a:lumOff val="25000"/>
                  </a:schemeClr>
                </a:solidFill>
              </a:rPr>
            </a:br>
            <a:r>
              <a:rPr lang="zh-CN" altLang="en-US" sz="2646" dirty="0">
                <a:solidFill>
                  <a:schemeClr val="tx1">
                    <a:lumMod val="75000"/>
                    <a:lumOff val="25000"/>
                  </a:schemeClr>
                </a:solidFill>
              </a:rPr>
              <a:t>假定整个表达式的真假出口已分别置为</a:t>
            </a:r>
            <a:r>
              <a:rPr lang="en-US" altLang="zh-CN" sz="2646" dirty="0" err="1">
                <a:solidFill>
                  <a:schemeClr val="tx1">
                    <a:lumMod val="75000"/>
                    <a:lumOff val="25000"/>
                  </a:schemeClr>
                </a:solidFill>
              </a:rPr>
              <a:t>Ltrue</a:t>
            </a:r>
            <a:r>
              <a:rPr lang="zh-CN" altLang="en-US" sz="2646" dirty="0">
                <a:solidFill>
                  <a:schemeClr val="tx1">
                    <a:lumMod val="75000"/>
                    <a:lumOff val="25000"/>
                  </a:schemeClr>
                </a:solidFill>
              </a:rPr>
              <a:t>和</a:t>
            </a:r>
            <a:r>
              <a:rPr lang="en-US" altLang="zh-CN" sz="2646" dirty="0" err="1">
                <a:solidFill>
                  <a:schemeClr val="tx1">
                    <a:lumMod val="75000"/>
                    <a:lumOff val="25000"/>
                  </a:schemeClr>
                </a:solidFill>
              </a:rPr>
              <a:t>Lfalse</a:t>
            </a:r>
            <a:r>
              <a:rPr lang="zh-CN" altLang="en-US" sz="2646" dirty="0">
                <a:solidFill>
                  <a:schemeClr val="tx1">
                    <a:lumMod val="75000"/>
                    <a:lumOff val="25000"/>
                  </a:schemeClr>
                </a:solidFill>
              </a:rPr>
              <a:t>。</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5963" y="3321050"/>
            <a:ext cx="8509000" cy="397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7C55995-A696-0F46-E6E5-8A0F07829396}"/>
              </a:ext>
            </a:extLst>
          </p:cNvPr>
          <p:cNvSpPr>
            <a:spLocks noGrp="1"/>
          </p:cNvSpPr>
          <p:nvPr>
            <p:ph type="sldNum" sz="quarter" idx="12"/>
          </p:nvPr>
        </p:nvSpPr>
        <p:spPr/>
        <p:txBody>
          <a:bodyPr/>
          <a:lstStyle/>
          <a:p>
            <a:pPr>
              <a:defRPr/>
            </a:pPr>
            <a:fld id="{83E5ACC6-5BEE-4F86-A8A3-2CA27B637FFC}" type="slidenum">
              <a:rPr lang="en-US" smtClean="0"/>
              <a:pPr>
                <a:defRPr/>
              </a:pPr>
              <a:t>94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根据属性文法翻译布尔表达式</a:t>
            </a:r>
          </a:p>
        </p:txBody>
      </p:sp>
      <p:sp>
        <p:nvSpPr>
          <p:cNvPr id="4" name="内容占位符 3"/>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根据属性文法翻译如下布尔表达式：</a:t>
            </a:r>
            <a:br>
              <a:rPr lang="zh-CN" altLang="en-US" sz="2646" dirty="0">
                <a:solidFill>
                  <a:schemeClr val="tx1">
                    <a:lumMod val="75000"/>
                    <a:lumOff val="25000"/>
                  </a:schemeClr>
                </a:solidFill>
              </a:rPr>
            </a:b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a&lt;b or c&lt;d and e&lt;f</a:t>
            </a:r>
            <a:br>
              <a:rPr lang="en-US" altLang="zh-CN" sz="2646" dirty="0">
                <a:solidFill>
                  <a:schemeClr val="tx1">
                    <a:lumMod val="75000"/>
                    <a:lumOff val="25000"/>
                  </a:schemeClr>
                </a:solidFill>
              </a:rPr>
            </a:br>
            <a:r>
              <a:rPr lang="zh-CN" altLang="en-US" sz="2646" dirty="0">
                <a:solidFill>
                  <a:schemeClr val="tx1">
                    <a:lumMod val="75000"/>
                    <a:lumOff val="25000"/>
                  </a:schemeClr>
                </a:solidFill>
              </a:rPr>
              <a:t>假定整个表达式的真假出口已分别置为</a:t>
            </a:r>
            <a:r>
              <a:rPr lang="en-US" altLang="zh-CN" sz="2646" dirty="0" err="1">
                <a:solidFill>
                  <a:schemeClr val="tx1">
                    <a:lumMod val="75000"/>
                    <a:lumOff val="25000"/>
                  </a:schemeClr>
                </a:solidFill>
              </a:rPr>
              <a:t>Ltrue</a:t>
            </a:r>
            <a:r>
              <a:rPr lang="zh-CN" altLang="en-US" sz="2646" dirty="0">
                <a:solidFill>
                  <a:schemeClr val="tx1">
                    <a:lumMod val="75000"/>
                    <a:lumOff val="25000"/>
                  </a:schemeClr>
                </a:solidFill>
              </a:rPr>
              <a:t>和</a:t>
            </a:r>
            <a:r>
              <a:rPr lang="en-US" altLang="zh-CN" sz="2646" dirty="0" err="1">
                <a:solidFill>
                  <a:schemeClr val="tx1">
                    <a:lumMod val="75000"/>
                    <a:lumOff val="25000"/>
                  </a:schemeClr>
                </a:solidFill>
              </a:rPr>
              <a:t>Lfalse</a:t>
            </a:r>
            <a:r>
              <a:rPr lang="zh-CN" altLang="en-US" sz="2646" dirty="0">
                <a:solidFill>
                  <a:schemeClr val="tx1">
                    <a:lumMod val="75000"/>
                    <a:lumOff val="25000"/>
                  </a:schemeClr>
                </a:solidFill>
              </a:rPr>
              <a:t>。</a:t>
            </a:r>
          </a:p>
        </p:txBody>
      </p:sp>
      <p:pic>
        <p:nvPicPr>
          <p:cNvPr id="1248260" name="图片 3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32275" y="-39688"/>
            <a:ext cx="5862638"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Group 41"/>
          <p:cNvGrpSpPr>
            <a:grpSpLocks/>
          </p:cNvGrpSpPr>
          <p:nvPr/>
        </p:nvGrpSpPr>
        <p:grpSpPr bwMode="auto">
          <a:xfrm>
            <a:off x="1568450" y="3529013"/>
            <a:ext cx="5916613" cy="3625850"/>
            <a:chOff x="1258" y="1854"/>
            <a:chExt cx="3381" cy="2072"/>
          </a:xfrm>
        </p:grpSpPr>
        <p:sp>
          <p:nvSpPr>
            <p:cNvPr id="42" name="Text Box 4"/>
            <p:cNvSpPr txBox="1">
              <a:spLocks noChangeArrowheads="1"/>
            </p:cNvSpPr>
            <p:nvPr/>
          </p:nvSpPr>
          <p:spPr bwMode="auto">
            <a:xfrm>
              <a:off x="1258" y="3636"/>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a</a:t>
              </a:r>
            </a:p>
          </p:txBody>
        </p:sp>
        <p:sp>
          <p:nvSpPr>
            <p:cNvPr id="43" name="Text Box 5"/>
            <p:cNvSpPr txBox="1">
              <a:spLocks noChangeArrowheads="1"/>
            </p:cNvSpPr>
            <p:nvPr/>
          </p:nvSpPr>
          <p:spPr bwMode="auto">
            <a:xfrm>
              <a:off x="1497" y="3640"/>
              <a:ext cx="22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&lt;</a:t>
              </a:r>
            </a:p>
          </p:txBody>
        </p:sp>
        <p:sp>
          <p:nvSpPr>
            <p:cNvPr id="44" name="Text Box 6"/>
            <p:cNvSpPr txBox="1">
              <a:spLocks noChangeArrowheads="1"/>
            </p:cNvSpPr>
            <p:nvPr/>
          </p:nvSpPr>
          <p:spPr bwMode="auto">
            <a:xfrm>
              <a:off x="1769" y="3641"/>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b</a:t>
              </a:r>
            </a:p>
          </p:txBody>
        </p:sp>
        <p:sp>
          <p:nvSpPr>
            <p:cNvPr id="45" name="Line 7"/>
            <p:cNvSpPr>
              <a:spLocks noChangeShapeType="1"/>
            </p:cNvSpPr>
            <p:nvPr/>
          </p:nvSpPr>
          <p:spPr bwMode="auto">
            <a:xfrm flipV="1">
              <a:off x="1361"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46" name="Line 8"/>
            <p:cNvSpPr>
              <a:spLocks noChangeShapeType="1"/>
            </p:cNvSpPr>
            <p:nvPr/>
          </p:nvSpPr>
          <p:spPr bwMode="auto">
            <a:xfrm>
              <a:off x="1588" y="3368"/>
              <a:ext cx="50"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47" name="Line 9"/>
            <p:cNvSpPr>
              <a:spLocks noChangeShapeType="1"/>
            </p:cNvSpPr>
            <p:nvPr/>
          </p:nvSpPr>
          <p:spPr bwMode="auto">
            <a:xfrm>
              <a:off x="1588"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48" name="Text Box 10"/>
            <p:cNvSpPr txBox="1">
              <a:spLocks noChangeArrowheads="1"/>
            </p:cNvSpPr>
            <p:nvPr/>
          </p:nvSpPr>
          <p:spPr bwMode="auto">
            <a:xfrm>
              <a:off x="1497" y="3096"/>
              <a:ext cx="23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dirty="0">
                  <a:solidFill>
                    <a:srgbClr val="FF3300"/>
                  </a:solidFill>
                  <a:ea typeface="宋体" panose="02010600030101010101" pitchFamily="2" charset="-122"/>
                </a:rPr>
                <a:t>E</a:t>
              </a:r>
            </a:p>
          </p:txBody>
        </p:sp>
        <p:sp>
          <p:nvSpPr>
            <p:cNvPr id="49" name="Text Box 11"/>
            <p:cNvSpPr txBox="1">
              <a:spLocks noChangeArrowheads="1"/>
            </p:cNvSpPr>
            <p:nvPr/>
          </p:nvSpPr>
          <p:spPr bwMode="auto">
            <a:xfrm>
              <a:off x="3004" y="3636"/>
              <a:ext cx="20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c</a:t>
              </a:r>
            </a:p>
          </p:txBody>
        </p:sp>
        <p:sp>
          <p:nvSpPr>
            <p:cNvPr id="50" name="Text Box 12"/>
            <p:cNvSpPr txBox="1">
              <a:spLocks noChangeArrowheads="1"/>
            </p:cNvSpPr>
            <p:nvPr/>
          </p:nvSpPr>
          <p:spPr bwMode="auto">
            <a:xfrm>
              <a:off x="3243" y="3640"/>
              <a:ext cx="22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&lt;</a:t>
              </a:r>
            </a:p>
          </p:txBody>
        </p:sp>
        <p:sp>
          <p:nvSpPr>
            <p:cNvPr id="51" name="Text Box 13"/>
            <p:cNvSpPr txBox="1">
              <a:spLocks noChangeArrowheads="1"/>
            </p:cNvSpPr>
            <p:nvPr/>
          </p:nvSpPr>
          <p:spPr bwMode="auto">
            <a:xfrm>
              <a:off x="3515" y="3641"/>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d</a:t>
              </a:r>
            </a:p>
          </p:txBody>
        </p:sp>
        <p:sp>
          <p:nvSpPr>
            <p:cNvPr id="52" name="Line 14"/>
            <p:cNvSpPr>
              <a:spLocks noChangeShapeType="1"/>
            </p:cNvSpPr>
            <p:nvPr/>
          </p:nvSpPr>
          <p:spPr bwMode="auto">
            <a:xfrm flipV="1">
              <a:off x="3107"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3" name="Line 15"/>
            <p:cNvSpPr>
              <a:spLocks noChangeShapeType="1"/>
            </p:cNvSpPr>
            <p:nvPr/>
          </p:nvSpPr>
          <p:spPr bwMode="auto">
            <a:xfrm>
              <a:off x="3334" y="3368"/>
              <a:ext cx="53"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4" name="Line 16"/>
            <p:cNvSpPr>
              <a:spLocks noChangeShapeType="1"/>
            </p:cNvSpPr>
            <p:nvPr/>
          </p:nvSpPr>
          <p:spPr bwMode="auto">
            <a:xfrm>
              <a:off x="3334"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5" name="Text Box 17"/>
            <p:cNvSpPr txBox="1">
              <a:spLocks noChangeArrowheads="1"/>
            </p:cNvSpPr>
            <p:nvPr/>
          </p:nvSpPr>
          <p:spPr bwMode="auto">
            <a:xfrm>
              <a:off x="3243" y="3096"/>
              <a:ext cx="23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E</a:t>
              </a:r>
            </a:p>
          </p:txBody>
        </p:sp>
        <p:sp>
          <p:nvSpPr>
            <p:cNvPr id="56" name="Text Box 18"/>
            <p:cNvSpPr txBox="1">
              <a:spLocks noChangeArrowheads="1"/>
            </p:cNvSpPr>
            <p:nvPr/>
          </p:nvSpPr>
          <p:spPr bwMode="auto">
            <a:xfrm>
              <a:off x="3968" y="3636"/>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e</a:t>
              </a:r>
            </a:p>
          </p:txBody>
        </p:sp>
        <p:sp>
          <p:nvSpPr>
            <p:cNvPr id="57" name="Text Box 19"/>
            <p:cNvSpPr txBox="1">
              <a:spLocks noChangeArrowheads="1"/>
            </p:cNvSpPr>
            <p:nvPr/>
          </p:nvSpPr>
          <p:spPr bwMode="auto">
            <a:xfrm>
              <a:off x="4207" y="3640"/>
              <a:ext cx="21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&lt;</a:t>
              </a:r>
            </a:p>
          </p:txBody>
        </p:sp>
        <p:sp>
          <p:nvSpPr>
            <p:cNvPr id="58" name="Text Box 20"/>
            <p:cNvSpPr txBox="1">
              <a:spLocks noChangeArrowheads="1"/>
            </p:cNvSpPr>
            <p:nvPr/>
          </p:nvSpPr>
          <p:spPr bwMode="auto">
            <a:xfrm>
              <a:off x="4479" y="3641"/>
              <a:ext cx="16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f</a:t>
              </a:r>
            </a:p>
          </p:txBody>
        </p:sp>
        <p:sp>
          <p:nvSpPr>
            <p:cNvPr id="59" name="Line 21"/>
            <p:cNvSpPr>
              <a:spLocks noChangeShapeType="1"/>
            </p:cNvSpPr>
            <p:nvPr/>
          </p:nvSpPr>
          <p:spPr bwMode="auto">
            <a:xfrm flipV="1">
              <a:off x="4071"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0" name="Line 22"/>
            <p:cNvSpPr>
              <a:spLocks noChangeShapeType="1"/>
            </p:cNvSpPr>
            <p:nvPr/>
          </p:nvSpPr>
          <p:spPr bwMode="auto">
            <a:xfrm>
              <a:off x="4298" y="3368"/>
              <a:ext cx="50"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1" name="Line 23"/>
            <p:cNvSpPr>
              <a:spLocks noChangeShapeType="1"/>
            </p:cNvSpPr>
            <p:nvPr/>
          </p:nvSpPr>
          <p:spPr bwMode="auto">
            <a:xfrm>
              <a:off x="4298"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2" name="Text Box 24"/>
            <p:cNvSpPr txBox="1">
              <a:spLocks noChangeArrowheads="1"/>
            </p:cNvSpPr>
            <p:nvPr/>
          </p:nvSpPr>
          <p:spPr bwMode="auto">
            <a:xfrm>
              <a:off x="4207" y="3096"/>
              <a:ext cx="23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E</a:t>
              </a:r>
            </a:p>
          </p:txBody>
        </p:sp>
        <p:sp>
          <p:nvSpPr>
            <p:cNvPr id="63" name="Text Box 25"/>
            <p:cNvSpPr txBox="1">
              <a:spLocks noChangeArrowheads="1"/>
            </p:cNvSpPr>
            <p:nvPr/>
          </p:nvSpPr>
          <p:spPr bwMode="auto">
            <a:xfrm>
              <a:off x="3560" y="3096"/>
              <a:ext cx="43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and</a:t>
              </a:r>
            </a:p>
          </p:txBody>
        </p:sp>
        <p:sp>
          <p:nvSpPr>
            <p:cNvPr id="64" name="Text Box 26"/>
            <p:cNvSpPr txBox="1">
              <a:spLocks noChangeArrowheads="1"/>
            </p:cNvSpPr>
            <p:nvPr/>
          </p:nvSpPr>
          <p:spPr bwMode="auto">
            <a:xfrm>
              <a:off x="1846" y="3080"/>
              <a:ext cx="2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or</a:t>
              </a:r>
            </a:p>
          </p:txBody>
        </p:sp>
        <p:sp>
          <p:nvSpPr>
            <p:cNvPr id="65" name="Line 27"/>
            <p:cNvSpPr>
              <a:spLocks noChangeShapeType="1"/>
            </p:cNvSpPr>
            <p:nvPr/>
          </p:nvSpPr>
          <p:spPr bwMode="auto">
            <a:xfrm flipV="1">
              <a:off x="3379" y="2733"/>
              <a:ext cx="454"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6" name="Line 28"/>
            <p:cNvSpPr>
              <a:spLocks noChangeShapeType="1"/>
            </p:cNvSpPr>
            <p:nvPr/>
          </p:nvSpPr>
          <p:spPr bwMode="auto">
            <a:xfrm>
              <a:off x="3833" y="2733"/>
              <a:ext cx="44"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7" name="Line 29"/>
            <p:cNvSpPr>
              <a:spLocks noChangeShapeType="1"/>
            </p:cNvSpPr>
            <p:nvPr/>
          </p:nvSpPr>
          <p:spPr bwMode="auto">
            <a:xfrm>
              <a:off x="3833" y="2733"/>
              <a:ext cx="495"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8" name="Text Box 30"/>
            <p:cNvSpPr txBox="1">
              <a:spLocks noChangeArrowheads="1"/>
            </p:cNvSpPr>
            <p:nvPr/>
          </p:nvSpPr>
          <p:spPr bwMode="auto">
            <a:xfrm>
              <a:off x="3725" y="2445"/>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CC0066"/>
                  </a:solidFill>
                  <a:ea typeface="宋体" panose="02010600030101010101" pitchFamily="2" charset="-122"/>
                </a:rPr>
                <a:t>E</a:t>
              </a:r>
            </a:p>
          </p:txBody>
        </p:sp>
        <p:sp>
          <p:nvSpPr>
            <p:cNvPr id="69" name="Line 31"/>
            <p:cNvSpPr>
              <a:spLocks noChangeShapeType="1"/>
            </p:cNvSpPr>
            <p:nvPr/>
          </p:nvSpPr>
          <p:spPr bwMode="auto">
            <a:xfrm flipV="1">
              <a:off x="1701" y="2144"/>
              <a:ext cx="1090" cy="997"/>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0" name="Line 32"/>
            <p:cNvSpPr>
              <a:spLocks noChangeShapeType="1"/>
            </p:cNvSpPr>
            <p:nvPr/>
          </p:nvSpPr>
          <p:spPr bwMode="auto">
            <a:xfrm flipH="1">
              <a:off x="2063" y="2143"/>
              <a:ext cx="728" cy="99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1" name="Line 33"/>
            <p:cNvSpPr>
              <a:spLocks noChangeShapeType="1"/>
            </p:cNvSpPr>
            <p:nvPr/>
          </p:nvSpPr>
          <p:spPr bwMode="auto">
            <a:xfrm>
              <a:off x="2789" y="2142"/>
              <a:ext cx="998" cy="367"/>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2" name="Text Box 34"/>
            <p:cNvSpPr txBox="1">
              <a:spLocks noChangeArrowheads="1"/>
            </p:cNvSpPr>
            <p:nvPr/>
          </p:nvSpPr>
          <p:spPr bwMode="auto">
            <a:xfrm>
              <a:off x="2699" y="1854"/>
              <a:ext cx="23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E</a:t>
              </a:r>
            </a:p>
          </p:txBody>
        </p:sp>
      </p:grpSp>
      <p:sp>
        <p:nvSpPr>
          <p:cNvPr id="2" name="灯片编号占位符 1">
            <a:extLst>
              <a:ext uri="{FF2B5EF4-FFF2-40B4-BE49-F238E27FC236}">
                <a16:creationId xmlns:a16="http://schemas.microsoft.com/office/drawing/2014/main" id="{FD306CC4-F17C-F3B2-1745-C24ED5322360}"/>
              </a:ext>
            </a:extLst>
          </p:cNvPr>
          <p:cNvSpPr>
            <a:spLocks noGrp="1"/>
          </p:cNvSpPr>
          <p:nvPr>
            <p:ph type="sldNum" sz="quarter" idx="12"/>
          </p:nvPr>
        </p:nvSpPr>
        <p:spPr/>
        <p:txBody>
          <a:bodyPr/>
          <a:lstStyle/>
          <a:p>
            <a:pPr>
              <a:defRPr/>
            </a:pPr>
            <a:fld id="{83E5ACC6-5BEE-4F86-A8A3-2CA27B637FFC}" type="slidenum">
              <a:rPr lang="en-US" smtClean="0"/>
              <a:pPr>
                <a:defRPr/>
              </a:pPr>
              <a:t>95</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根据属性文法翻译布尔表达式</a:t>
            </a:r>
          </a:p>
        </p:txBody>
      </p:sp>
      <p:sp>
        <p:nvSpPr>
          <p:cNvPr id="4" name="内容占位符 3"/>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根据属性文法翻译如下布尔表达式：</a:t>
            </a:r>
            <a:br>
              <a:rPr lang="zh-CN" altLang="en-US" sz="2646" dirty="0">
                <a:solidFill>
                  <a:schemeClr val="tx1">
                    <a:lumMod val="75000"/>
                    <a:lumOff val="25000"/>
                  </a:schemeClr>
                </a:solidFill>
              </a:rPr>
            </a:b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a&lt;b or c&lt;d and e&lt;f</a:t>
            </a:r>
            <a:br>
              <a:rPr lang="en-US" altLang="zh-CN" sz="2646" dirty="0">
                <a:solidFill>
                  <a:schemeClr val="tx1">
                    <a:lumMod val="75000"/>
                    <a:lumOff val="25000"/>
                  </a:schemeClr>
                </a:solidFill>
              </a:rPr>
            </a:br>
            <a:r>
              <a:rPr lang="zh-CN" altLang="en-US" sz="2646" dirty="0">
                <a:solidFill>
                  <a:schemeClr val="tx1">
                    <a:lumMod val="75000"/>
                    <a:lumOff val="25000"/>
                  </a:schemeClr>
                </a:solidFill>
              </a:rPr>
              <a:t>假定整个表达式的真假出口已分别置为</a:t>
            </a:r>
            <a:r>
              <a:rPr lang="en-US" altLang="zh-CN" sz="2646" dirty="0" err="1">
                <a:solidFill>
                  <a:schemeClr val="tx1">
                    <a:lumMod val="75000"/>
                    <a:lumOff val="25000"/>
                  </a:schemeClr>
                </a:solidFill>
              </a:rPr>
              <a:t>Ltrue</a:t>
            </a:r>
            <a:r>
              <a:rPr lang="zh-CN" altLang="en-US" sz="2646" dirty="0">
                <a:solidFill>
                  <a:schemeClr val="tx1">
                    <a:lumMod val="75000"/>
                    <a:lumOff val="25000"/>
                  </a:schemeClr>
                </a:solidFill>
              </a:rPr>
              <a:t>和</a:t>
            </a:r>
            <a:r>
              <a:rPr lang="en-US" altLang="zh-CN" sz="2646" dirty="0" err="1">
                <a:solidFill>
                  <a:schemeClr val="tx1">
                    <a:lumMod val="75000"/>
                    <a:lumOff val="25000"/>
                  </a:schemeClr>
                </a:solidFill>
              </a:rPr>
              <a:t>Lfalse</a:t>
            </a:r>
            <a:r>
              <a:rPr lang="zh-CN" altLang="en-US" sz="2646" dirty="0">
                <a:solidFill>
                  <a:schemeClr val="tx1">
                    <a:lumMod val="75000"/>
                    <a:lumOff val="25000"/>
                  </a:schemeClr>
                </a:solidFill>
              </a:rPr>
              <a:t>。</a:t>
            </a:r>
          </a:p>
        </p:txBody>
      </p:sp>
      <p:grpSp>
        <p:nvGrpSpPr>
          <p:cNvPr id="45" name="Group 41"/>
          <p:cNvGrpSpPr>
            <a:grpSpLocks/>
          </p:cNvGrpSpPr>
          <p:nvPr/>
        </p:nvGrpSpPr>
        <p:grpSpPr bwMode="auto">
          <a:xfrm>
            <a:off x="1568450" y="3529013"/>
            <a:ext cx="5916613" cy="3625850"/>
            <a:chOff x="1258" y="1854"/>
            <a:chExt cx="3381" cy="2072"/>
          </a:xfrm>
        </p:grpSpPr>
        <p:sp>
          <p:nvSpPr>
            <p:cNvPr id="46" name="Text Box 4"/>
            <p:cNvSpPr txBox="1">
              <a:spLocks noChangeArrowheads="1"/>
            </p:cNvSpPr>
            <p:nvPr/>
          </p:nvSpPr>
          <p:spPr bwMode="auto">
            <a:xfrm>
              <a:off x="1258" y="3636"/>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a</a:t>
              </a:r>
            </a:p>
          </p:txBody>
        </p:sp>
        <p:sp>
          <p:nvSpPr>
            <p:cNvPr id="47" name="Text Box 5"/>
            <p:cNvSpPr txBox="1">
              <a:spLocks noChangeArrowheads="1"/>
            </p:cNvSpPr>
            <p:nvPr/>
          </p:nvSpPr>
          <p:spPr bwMode="auto">
            <a:xfrm>
              <a:off x="1497" y="3640"/>
              <a:ext cx="22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&lt;</a:t>
              </a:r>
            </a:p>
          </p:txBody>
        </p:sp>
        <p:sp>
          <p:nvSpPr>
            <p:cNvPr id="48" name="Text Box 6"/>
            <p:cNvSpPr txBox="1">
              <a:spLocks noChangeArrowheads="1"/>
            </p:cNvSpPr>
            <p:nvPr/>
          </p:nvSpPr>
          <p:spPr bwMode="auto">
            <a:xfrm>
              <a:off x="1769" y="3641"/>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FF3300"/>
                  </a:solidFill>
                  <a:ea typeface="宋体" panose="02010600030101010101" pitchFamily="2" charset="-122"/>
                </a:rPr>
                <a:t>b</a:t>
              </a:r>
            </a:p>
          </p:txBody>
        </p:sp>
        <p:sp>
          <p:nvSpPr>
            <p:cNvPr id="49" name="Line 7"/>
            <p:cNvSpPr>
              <a:spLocks noChangeShapeType="1"/>
            </p:cNvSpPr>
            <p:nvPr/>
          </p:nvSpPr>
          <p:spPr bwMode="auto">
            <a:xfrm flipV="1">
              <a:off x="1361"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0" name="Line 8"/>
            <p:cNvSpPr>
              <a:spLocks noChangeShapeType="1"/>
            </p:cNvSpPr>
            <p:nvPr/>
          </p:nvSpPr>
          <p:spPr bwMode="auto">
            <a:xfrm>
              <a:off x="1588" y="3368"/>
              <a:ext cx="50"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1" name="Line 9"/>
            <p:cNvSpPr>
              <a:spLocks noChangeShapeType="1"/>
            </p:cNvSpPr>
            <p:nvPr/>
          </p:nvSpPr>
          <p:spPr bwMode="auto">
            <a:xfrm>
              <a:off x="1588"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2" name="Text Box 10"/>
            <p:cNvSpPr txBox="1">
              <a:spLocks noChangeArrowheads="1"/>
            </p:cNvSpPr>
            <p:nvPr/>
          </p:nvSpPr>
          <p:spPr bwMode="auto">
            <a:xfrm>
              <a:off x="1497" y="3096"/>
              <a:ext cx="23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dirty="0">
                  <a:solidFill>
                    <a:srgbClr val="FF3300"/>
                  </a:solidFill>
                  <a:ea typeface="宋体" panose="02010600030101010101" pitchFamily="2" charset="-122"/>
                </a:rPr>
                <a:t>E</a:t>
              </a:r>
            </a:p>
          </p:txBody>
        </p:sp>
        <p:sp>
          <p:nvSpPr>
            <p:cNvPr id="53" name="Text Box 11"/>
            <p:cNvSpPr txBox="1">
              <a:spLocks noChangeArrowheads="1"/>
            </p:cNvSpPr>
            <p:nvPr/>
          </p:nvSpPr>
          <p:spPr bwMode="auto">
            <a:xfrm>
              <a:off x="3004" y="3636"/>
              <a:ext cx="20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c</a:t>
              </a:r>
            </a:p>
          </p:txBody>
        </p:sp>
        <p:sp>
          <p:nvSpPr>
            <p:cNvPr id="54" name="Text Box 12"/>
            <p:cNvSpPr txBox="1">
              <a:spLocks noChangeArrowheads="1"/>
            </p:cNvSpPr>
            <p:nvPr/>
          </p:nvSpPr>
          <p:spPr bwMode="auto">
            <a:xfrm>
              <a:off x="3243" y="3640"/>
              <a:ext cx="22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&lt;</a:t>
              </a:r>
            </a:p>
          </p:txBody>
        </p:sp>
        <p:sp>
          <p:nvSpPr>
            <p:cNvPr id="55" name="Text Box 13"/>
            <p:cNvSpPr txBox="1">
              <a:spLocks noChangeArrowheads="1"/>
            </p:cNvSpPr>
            <p:nvPr/>
          </p:nvSpPr>
          <p:spPr bwMode="auto">
            <a:xfrm>
              <a:off x="3515" y="3641"/>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d</a:t>
              </a:r>
            </a:p>
          </p:txBody>
        </p:sp>
        <p:sp>
          <p:nvSpPr>
            <p:cNvPr id="56" name="Line 14"/>
            <p:cNvSpPr>
              <a:spLocks noChangeShapeType="1"/>
            </p:cNvSpPr>
            <p:nvPr/>
          </p:nvSpPr>
          <p:spPr bwMode="auto">
            <a:xfrm flipV="1">
              <a:off x="3107"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7" name="Line 15"/>
            <p:cNvSpPr>
              <a:spLocks noChangeShapeType="1"/>
            </p:cNvSpPr>
            <p:nvPr/>
          </p:nvSpPr>
          <p:spPr bwMode="auto">
            <a:xfrm>
              <a:off x="3334" y="3368"/>
              <a:ext cx="53"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8" name="Line 16"/>
            <p:cNvSpPr>
              <a:spLocks noChangeShapeType="1"/>
            </p:cNvSpPr>
            <p:nvPr/>
          </p:nvSpPr>
          <p:spPr bwMode="auto">
            <a:xfrm>
              <a:off x="3334"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9" name="Text Box 17"/>
            <p:cNvSpPr txBox="1">
              <a:spLocks noChangeArrowheads="1"/>
            </p:cNvSpPr>
            <p:nvPr/>
          </p:nvSpPr>
          <p:spPr bwMode="auto">
            <a:xfrm>
              <a:off x="3243" y="3096"/>
              <a:ext cx="23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3399"/>
                  </a:solidFill>
                  <a:ea typeface="宋体" panose="02010600030101010101" pitchFamily="2" charset="-122"/>
                </a:rPr>
                <a:t>E</a:t>
              </a:r>
            </a:p>
          </p:txBody>
        </p:sp>
        <p:sp>
          <p:nvSpPr>
            <p:cNvPr id="60" name="Text Box 18"/>
            <p:cNvSpPr txBox="1">
              <a:spLocks noChangeArrowheads="1"/>
            </p:cNvSpPr>
            <p:nvPr/>
          </p:nvSpPr>
          <p:spPr bwMode="auto">
            <a:xfrm>
              <a:off x="3968" y="3636"/>
              <a:ext cx="21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e</a:t>
              </a:r>
            </a:p>
          </p:txBody>
        </p:sp>
        <p:sp>
          <p:nvSpPr>
            <p:cNvPr id="61" name="Text Box 19"/>
            <p:cNvSpPr txBox="1">
              <a:spLocks noChangeArrowheads="1"/>
            </p:cNvSpPr>
            <p:nvPr/>
          </p:nvSpPr>
          <p:spPr bwMode="auto">
            <a:xfrm>
              <a:off x="4207" y="3640"/>
              <a:ext cx="21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&lt;</a:t>
              </a:r>
            </a:p>
          </p:txBody>
        </p:sp>
        <p:sp>
          <p:nvSpPr>
            <p:cNvPr id="62" name="Text Box 20"/>
            <p:cNvSpPr txBox="1">
              <a:spLocks noChangeArrowheads="1"/>
            </p:cNvSpPr>
            <p:nvPr/>
          </p:nvSpPr>
          <p:spPr bwMode="auto">
            <a:xfrm>
              <a:off x="4479" y="3641"/>
              <a:ext cx="16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f</a:t>
              </a:r>
            </a:p>
          </p:txBody>
        </p:sp>
        <p:sp>
          <p:nvSpPr>
            <p:cNvPr id="63" name="Line 21"/>
            <p:cNvSpPr>
              <a:spLocks noChangeShapeType="1"/>
            </p:cNvSpPr>
            <p:nvPr/>
          </p:nvSpPr>
          <p:spPr bwMode="auto">
            <a:xfrm flipV="1">
              <a:off x="4071" y="3368"/>
              <a:ext cx="227"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4" name="Line 22"/>
            <p:cNvSpPr>
              <a:spLocks noChangeShapeType="1"/>
            </p:cNvSpPr>
            <p:nvPr/>
          </p:nvSpPr>
          <p:spPr bwMode="auto">
            <a:xfrm>
              <a:off x="4298" y="3368"/>
              <a:ext cx="50"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5" name="Line 23"/>
            <p:cNvSpPr>
              <a:spLocks noChangeShapeType="1"/>
            </p:cNvSpPr>
            <p:nvPr/>
          </p:nvSpPr>
          <p:spPr bwMode="auto">
            <a:xfrm>
              <a:off x="4298" y="3368"/>
              <a:ext cx="252" cy="31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6" name="Text Box 24"/>
            <p:cNvSpPr txBox="1">
              <a:spLocks noChangeArrowheads="1"/>
            </p:cNvSpPr>
            <p:nvPr/>
          </p:nvSpPr>
          <p:spPr bwMode="auto">
            <a:xfrm>
              <a:off x="4207" y="3096"/>
              <a:ext cx="23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008000"/>
                  </a:solidFill>
                  <a:ea typeface="宋体" panose="02010600030101010101" pitchFamily="2" charset="-122"/>
                </a:rPr>
                <a:t>E</a:t>
              </a:r>
            </a:p>
          </p:txBody>
        </p:sp>
        <p:sp>
          <p:nvSpPr>
            <p:cNvPr id="67" name="Text Box 25"/>
            <p:cNvSpPr txBox="1">
              <a:spLocks noChangeArrowheads="1"/>
            </p:cNvSpPr>
            <p:nvPr/>
          </p:nvSpPr>
          <p:spPr bwMode="auto">
            <a:xfrm>
              <a:off x="3560" y="3096"/>
              <a:ext cx="43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and</a:t>
              </a:r>
            </a:p>
          </p:txBody>
        </p:sp>
        <p:sp>
          <p:nvSpPr>
            <p:cNvPr id="68" name="Text Box 26"/>
            <p:cNvSpPr txBox="1">
              <a:spLocks noChangeArrowheads="1"/>
            </p:cNvSpPr>
            <p:nvPr/>
          </p:nvSpPr>
          <p:spPr bwMode="auto">
            <a:xfrm>
              <a:off x="1846" y="3080"/>
              <a:ext cx="2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or</a:t>
              </a:r>
            </a:p>
          </p:txBody>
        </p:sp>
        <p:sp>
          <p:nvSpPr>
            <p:cNvPr id="69" name="Line 27"/>
            <p:cNvSpPr>
              <a:spLocks noChangeShapeType="1"/>
            </p:cNvSpPr>
            <p:nvPr/>
          </p:nvSpPr>
          <p:spPr bwMode="auto">
            <a:xfrm flipV="1">
              <a:off x="3379" y="2733"/>
              <a:ext cx="454"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0" name="Line 28"/>
            <p:cNvSpPr>
              <a:spLocks noChangeShapeType="1"/>
            </p:cNvSpPr>
            <p:nvPr/>
          </p:nvSpPr>
          <p:spPr bwMode="auto">
            <a:xfrm>
              <a:off x="3833" y="2733"/>
              <a:ext cx="44"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1" name="Line 29"/>
            <p:cNvSpPr>
              <a:spLocks noChangeShapeType="1"/>
            </p:cNvSpPr>
            <p:nvPr/>
          </p:nvSpPr>
          <p:spPr bwMode="auto">
            <a:xfrm>
              <a:off x="3833" y="2733"/>
              <a:ext cx="495" cy="36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2" name="Text Box 30"/>
            <p:cNvSpPr txBox="1">
              <a:spLocks noChangeArrowheads="1"/>
            </p:cNvSpPr>
            <p:nvPr/>
          </p:nvSpPr>
          <p:spPr bwMode="auto">
            <a:xfrm>
              <a:off x="3725" y="2445"/>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srgbClr val="CC0066"/>
                  </a:solidFill>
                  <a:ea typeface="宋体" panose="02010600030101010101" pitchFamily="2" charset="-122"/>
                </a:rPr>
                <a:t>E</a:t>
              </a:r>
            </a:p>
          </p:txBody>
        </p:sp>
        <p:sp>
          <p:nvSpPr>
            <p:cNvPr id="73" name="Line 31"/>
            <p:cNvSpPr>
              <a:spLocks noChangeShapeType="1"/>
            </p:cNvSpPr>
            <p:nvPr/>
          </p:nvSpPr>
          <p:spPr bwMode="auto">
            <a:xfrm flipV="1">
              <a:off x="1701" y="2144"/>
              <a:ext cx="1090" cy="997"/>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4" name="Line 32"/>
            <p:cNvSpPr>
              <a:spLocks noChangeShapeType="1"/>
            </p:cNvSpPr>
            <p:nvPr/>
          </p:nvSpPr>
          <p:spPr bwMode="auto">
            <a:xfrm flipH="1">
              <a:off x="2063" y="2143"/>
              <a:ext cx="728" cy="99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5" name="Line 33"/>
            <p:cNvSpPr>
              <a:spLocks noChangeShapeType="1"/>
            </p:cNvSpPr>
            <p:nvPr/>
          </p:nvSpPr>
          <p:spPr bwMode="auto">
            <a:xfrm>
              <a:off x="2789" y="2142"/>
              <a:ext cx="998" cy="367"/>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6" name="Text Box 34"/>
            <p:cNvSpPr txBox="1">
              <a:spLocks noChangeArrowheads="1"/>
            </p:cNvSpPr>
            <p:nvPr/>
          </p:nvSpPr>
          <p:spPr bwMode="auto">
            <a:xfrm>
              <a:off x="2699" y="1854"/>
              <a:ext cx="23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a:solidFill>
                    <a:prstClr val="black"/>
                  </a:solidFill>
                  <a:ea typeface="宋体" panose="02010600030101010101" pitchFamily="2" charset="-122"/>
                </a:rPr>
                <a:t>E</a:t>
              </a:r>
            </a:p>
          </p:txBody>
        </p:sp>
      </p:grpSp>
      <p:sp>
        <p:nvSpPr>
          <p:cNvPr id="77" name="Text Box 35"/>
          <p:cNvSpPr txBox="1">
            <a:spLocks noChangeArrowheads="1"/>
          </p:cNvSpPr>
          <p:nvPr/>
        </p:nvSpPr>
        <p:spPr bwMode="auto">
          <a:xfrm>
            <a:off x="4605338" y="3530600"/>
            <a:ext cx="24193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black"/>
                </a:solidFill>
                <a:ea typeface="宋体" panose="02010600030101010101" pitchFamily="2" charset="-122"/>
              </a:rPr>
              <a:t>(</a:t>
            </a:r>
            <a:r>
              <a:rPr lang="en-US" altLang="zh-CN" sz="2646" dirty="0" err="1">
                <a:solidFill>
                  <a:prstClr val="black"/>
                </a:solidFill>
                <a:ea typeface="宋体" panose="02010600030101010101" pitchFamily="2" charset="-122"/>
              </a:rPr>
              <a:t>Ltrue</a:t>
            </a:r>
            <a:r>
              <a:rPr lang="en-US" altLang="zh-CN" sz="2646" dirty="0">
                <a:solidFill>
                  <a:prstClr val="black"/>
                </a:solidFill>
                <a:ea typeface="宋体" panose="02010600030101010101" pitchFamily="2" charset="-122"/>
              </a:rPr>
              <a:t>, </a:t>
            </a:r>
            <a:r>
              <a:rPr lang="en-US" altLang="zh-CN" sz="2646" dirty="0" err="1">
                <a:solidFill>
                  <a:prstClr val="black"/>
                </a:solidFill>
                <a:ea typeface="宋体" panose="02010600030101010101" pitchFamily="2" charset="-122"/>
              </a:rPr>
              <a:t>Lfalse</a:t>
            </a:r>
            <a:r>
              <a:rPr lang="en-US" altLang="zh-CN" sz="2646" dirty="0">
                <a:solidFill>
                  <a:prstClr val="black"/>
                </a:solidFill>
                <a:ea typeface="宋体" panose="02010600030101010101" pitchFamily="2" charset="-122"/>
              </a:rPr>
              <a:t>)</a:t>
            </a:r>
            <a:endParaRPr lang="en-GB" altLang="zh-CN" sz="2646" dirty="0">
              <a:solidFill>
                <a:prstClr val="black"/>
              </a:solidFill>
              <a:ea typeface="宋体" panose="02010600030101010101" pitchFamily="2" charset="-122"/>
            </a:endParaRPr>
          </a:p>
        </p:txBody>
      </p:sp>
      <p:sp>
        <p:nvSpPr>
          <p:cNvPr id="78" name="Text Box 37"/>
          <p:cNvSpPr txBox="1">
            <a:spLocks noChangeArrowheads="1"/>
          </p:cNvSpPr>
          <p:nvPr/>
        </p:nvSpPr>
        <p:spPr bwMode="auto">
          <a:xfrm>
            <a:off x="279400" y="5703888"/>
            <a:ext cx="17462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srgbClr val="FF3300"/>
                </a:solidFill>
                <a:ea typeface="宋体" panose="02010600030101010101" pitchFamily="2" charset="-122"/>
              </a:rPr>
              <a:t>(Ltrue, L</a:t>
            </a:r>
            <a:r>
              <a:rPr lang="en-US" altLang="zh-CN" sz="2646" baseline="-25000">
                <a:solidFill>
                  <a:srgbClr val="FF3300"/>
                </a:solidFill>
                <a:ea typeface="宋体" panose="02010600030101010101" pitchFamily="2" charset="-122"/>
              </a:rPr>
              <a:t>1</a:t>
            </a:r>
            <a:r>
              <a:rPr lang="en-US" altLang="zh-CN" sz="2646">
                <a:solidFill>
                  <a:srgbClr val="FF3300"/>
                </a:solidFill>
                <a:ea typeface="宋体" panose="02010600030101010101" pitchFamily="2" charset="-122"/>
              </a:rPr>
              <a:t>)</a:t>
            </a:r>
            <a:endParaRPr lang="en-GB" altLang="zh-CN" sz="2646">
              <a:solidFill>
                <a:srgbClr val="FF3300"/>
              </a:solidFill>
              <a:ea typeface="宋体" panose="02010600030101010101" pitchFamily="2" charset="-122"/>
            </a:endParaRPr>
          </a:p>
        </p:txBody>
      </p:sp>
      <p:sp>
        <p:nvSpPr>
          <p:cNvPr id="79" name="Text Box 38"/>
          <p:cNvSpPr txBox="1">
            <a:spLocks noChangeArrowheads="1"/>
          </p:cNvSpPr>
          <p:nvPr/>
        </p:nvSpPr>
        <p:spPr bwMode="auto">
          <a:xfrm>
            <a:off x="6191250" y="4564063"/>
            <a:ext cx="24209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srgbClr val="CC0066"/>
                </a:solidFill>
                <a:ea typeface="宋体" panose="02010600030101010101" pitchFamily="2" charset="-122"/>
              </a:rPr>
              <a:t>(Ltrue, Lfalse)</a:t>
            </a:r>
            <a:endParaRPr lang="en-GB" altLang="zh-CN" sz="2646">
              <a:solidFill>
                <a:srgbClr val="CC0066"/>
              </a:solidFill>
              <a:ea typeface="宋体" panose="02010600030101010101" pitchFamily="2" charset="-122"/>
            </a:endParaRPr>
          </a:p>
        </p:txBody>
      </p:sp>
      <p:sp>
        <p:nvSpPr>
          <p:cNvPr id="80" name="Text Box 39"/>
          <p:cNvSpPr txBox="1">
            <a:spLocks noChangeArrowheads="1"/>
          </p:cNvSpPr>
          <p:nvPr/>
        </p:nvSpPr>
        <p:spPr bwMode="auto">
          <a:xfrm>
            <a:off x="3294063" y="5673725"/>
            <a:ext cx="19050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srgbClr val="003399"/>
                </a:solidFill>
                <a:ea typeface="宋体" panose="02010600030101010101" pitchFamily="2" charset="-122"/>
              </a:rPr>
              <a:t>(L</a:t>
            </a:r>
            <a:r>
              <a:rPr lang="en-US" altLang="zh-CN" sz="2646" baseline="-25000">
                <a:solidFill>
                  <a:srgbClr val="003399"/>
                </a:solidFill>
                <a:ea typeface="宋体" panose="02010600030101010101" pitchFamily="2" charset="-122"/>
              </a:rPr>
              <a:t>2</a:t>
            </a:r>
            <a:r>
              <a:rPr lang="en-US" altLang="zh-CN" sz="2646">
                <a:solidFill>
                  <a:srgbClr val="003399"/>
                </a:solidFill>
                <a:ea typeface="宋体" panose="02010600030101010101" pitchFamily="2" charset="-122"/>
              </a:rPr>
              <a:t>, Lfalse)</a:t>
            </a:r>
            <a:endParaRPr lang="en-GB" altLang="zh-CN" sz="2646">
              <a:solidFill>
                <a:srgbClr val="003399"/>
              </a:solidFill>
              <a:ea typeface="宋体" panose="02010600030101010101" pitchFamily="2" charset="-122"/>
            </a:endParaRPr>
          </a:p>
        </p:txBody>
      </p:sp>
      <p:sp>
        <p:nvSpPr>
          <p:cNvPr id="81" name="Text Box 40"/>
          <p:cNvSpPr txBox="1">
            <a:spLocks noChangeArrowheads="1"/>
          </p:cNvSpPr>
          <p:nvPr/>
        </p:nvSpPr>
        <p:spPr bwMode="auto">
          <a:xfrm>
            <a:off x="7105650" y="5702300"/>
            <a:ext cx="24193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srgbClr val="008000"/>
                </a:solidFill>
                <a:ea typeface="宋体" panose="02010600030101010101" pitchFamily="2" charset="-122"/>
              </a:rPr>
              <a:t>(Ltrue, Lfalse)</a:t>
            </a:r>
            <a:endParaRPr lang="en-GB" altLang="zh-CN" sz="2646">
              <a:solidFill>
                <a:srgbClr val="008000"/>
              </a:solidFill>
              <a:ea typeface="宋体" panose="02010600030101010101" pitchFamily="2" charset="-122"/>
            </a:endParaRPr>
          </a:p>
        </p:txBody>
      </p:sp>
      <p:pic>
        <p:nvPicPr>
          <p:cNvPr id="1250314" name="图片 8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32275" y="-39688"/>
            <a:ext cx="5862638"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3DEEF14-BD18-0C69-6259-72FB27A66530}"/>
              </a:ext>
            </a:extLst>
          </p:cNvPr>
          <p:cNvSpPr>
            <a:spLocks noGrp="1"/>
          </p:cNvSpPr>
          <p:nvPr>
            <p:ph type="sldNum" sz="quarter" idx="12"/>
          </p:nvPr>
        </p:nvSpPr>
        <p:spPr/>
        <p:txBody>
          <a:bodyPr/>
          <a:lstStyle/>
          <a:p>
            <a:pPr>
              <a:defRPr/>
            </a:pPr>
            <a:fld id="{83E5ACC6-5BEE-4F86-A8A3-2CA27B637FFC}" type="slidenum">
              <a:rPr lang="en-US" smtClean="0"/>
              <a:pPr>
                <a:defRPr/>
              </a:pPr>
              <a:t>96</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wipe(left)">
                                      <p:cBhvr>
                                        <p:cTn id="11" dur="500"/>
                                        <p:tgtEl>
                                          <p:spTgt spid="7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9"/>
                                        </p:tgtEl>
                                        <p:attrNameLst>
                                          <p:attrName>style.visibility</p:attrName>
                                        </p:attrNameLst>
                                      </p:cBhvr>
                                      <p:to>
                                        <p:strVal val="visible"/>
                                      </p:to>
                                    </p:set>
                                    <p:animEffect transition="in" filter="wipe(left)">
                                      <p:cBhvr>
                                        <p:cTn id="21" dur="500"/>
                                        <p:tgtEl>
                                          <p:spTgt spid="7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wipe(left)">
                                      <p:cBhvr>
                                        <p:cTn id="26" dur="500"/>
                                        <p:tgtEl>
                                          <p:spTgt spid="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wipe(left)">
                                      <p:cBhvr>
                                        <p:cTn id="31"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79" grpId="0"/>
      <p:bldP spid="80" grpId="0"/>
      <p:bldP spid="81" grpId="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根据属性文法翻译布尔表达式</a:t>
            </a:r>
          </a:p>
        </p:txBody>
      </p:sp>
      <p:sp>
        <p:nvSpPr>
          <p:cNvPr id="4" name="内容占位符 3"/>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根据属性文法翻译如下布尔表达式：</a:t>
            </a:r>
            <a:br>
              <a:rPr lang="zh-CN" altLang="en-US" sz="2646" dirty="0">
                <a:solidFill>
                  <a:schemeClr val="tx1">
                    <a:lumMod val="75000"/>
                    <a:lumOff val="25000"/>
                  </a:schemeClr>
                </a:solidFill>
              </a:rPr>
            </a:b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a&lt;b or c&lt;d and e&lt;f</a:t>
            </a:r>
            <a:br>
              <a:rPr lang="en-US" altLang="zh-CN" sz="2646" dirty="0">
                <a:solidFill>
                  <a:schemeClr val="tx1">
                    <a:lumMod val="75000"/>
                    <a:lumOff val="25000"/>
                  </a:schemeClr>
                </a:solidFill>
              </a:rPr>
            </a:br>
            <a:r>
              <a:rPr lang="zh-CN" altLang="en-US" sz="2646" dirty="0">
                <a:solidFill>
                  <a:schemeClr val="tx1">
                    <a:lumMod val="75000"/>
                    <a:lumOff val="25000"/>
                  </a:schemeClr>
                </a:solidFill>
              </a:rPr>
              <a:t>假定整个表达式的真假出口已分别置为</a:t>
            </a:r>
            <a:r>
              <a:rPr lang="en-US" altLang="zh-CN" sz="2646" dirty="0" err="1">
                <a:solidFill>
                  <a:schemeClr val="tx1">
                    <a:lumMod val="75000"/>
                    <a:lumOff val="25000"/>
                  </a:schemeClr>
                </a:solidFill>
              </a:rPr>
              <a:t>Ltrue</a:t>
            </a:r>
            <a:r>
              <a:rPr lang="zh-CN" altLang="en-US" sz="2646" dirty="0">
                <a:solidFill>
                  <a:schemeClr val="tx1">
                    <a:lumMod val="75000"/>
                    <a:lumOff val="25000"/>
                  </a:schemeClr>
                </a:solidFill>
              </a:rPr>
              <a:t>和</a:t>
            </a:r>
            <a:r>
              <a:rPr lang="en-US" altLang="zh-CN" sz="2646" dirty="0" err="1">
                <a:solidFill>
                  <a:schemeClr val="tx1">
                    <a:lumMod val="75000"/>
                    <a:lumOff val="25000"/>
                  </a:schemeClr>
                </a:solidFill>
              </a:rPr>
              <a:t>Lfalse</a:t>
            </a:r>
            <a:r>
              <a:rPr lang="zh-CN" altLang="en-US" sz="2646" dirty="0">
                <a:solidFill>
                  <a:schemeClr val="tx1">
                    <a:lumMod val="75000"/>
                    <a:lumOff val="25000"/>
                  </a:schemeClr>
                </a:solidFill>
              </a:rPr>
              <a:t>。</a:t>
            </a:r>
          </a:p>
        </p:txBody>
      </p:sp>
      <p:grpSp>
        <p:nvGrpSpPr>
          <p:cNvPr id="1252356" name="Group 46"/>
          <p:cNvGrpSpPr>
            <a:grpSpLocks/>
          </p:cNvGrpSpPr>
          <p:nvPr/>
        </p:nvGrpSpPr>
        <p:grpSpPr bwMode="auto">
          <a:xfrm>
            <a:off x="3832225" y="4195763"/>
            <a:ext cx="6251575" cy="2987675"/>
            <a:chOff x="2064" y="2341"/>
            <a:chExt cx="3684" cy="1642"/>
          </a:xfrm>
        </p:grpSpPr>
        <p:sp>
          <p:nvSpPr>
            <p:cNvPr id="47" name="Text Box 6"/>
            <p:cNvSpPr txBox="1">
              <a:spLocks noChangeArrowheads="1"/>
            </p:cNvSpPr>
            <p:nvPr/>
          </p:nvSpPr>
          <p:spPr bwMode="auto">
            <a:xfrm>
              <a:off x="2582" y="3761"/>
              <a:ext cx="19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FF3300"/>
                  </a:solidFill>
                  <a:ea typeface="宋体" panose="02010600030101010101" pitchFamily="2" charset="-122"/>
                </a:rPr>
                <a:t>a</a:t>
              </a:r>
            </a:p>
          </p:txBody>
        </p:sp>
        <p:sp>
          <p:nvSpPr>
            <p:cNvPr id="48" name="Text Box 7"/>
            <p:cNvSpPr txBox="1">
              <a:spLocks noChangeArrowheads="1"/>
            </p:cNvSpPr>
            <p:nvPr/>
          </p:nvSpPr>
          <p:spPr bwMode="auto">
            <a:xfrm>
              <a:off x="2760" y="3764"/>
              <a:ext cx="19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FF3300"/>
                  </a:solidFill>
                  <a:ea typeface="宋体" panose="02010600030101010101" pitchFamily="2" charset="-122"/>
                </a:rPr>
                <a:t>&lt;</a:t>
              </a:r>
            </a:p>
          </p:txBody>
        </p:sp>
        <p:sp>
          <p:nvSpPr>
            <p:cNvPr id="49" name="Text Box 8"/>
            <p:cNvSpPr txBox="1">
              <a:spLocks noChangeArrowheads="1"/>
            </p:cNvSpPr>
            <p:nvPr/>
          </p:nvSpPr>
          <p:spPr bwMode="auto">
            <a:xfrm>
              <a:off x="2963" y="3765"/>
              <a:ext cx="19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FF3300"/>
                  </a:solidFill>
                  <a:ea typeface="宋体" panose="02010600030101010101" pitchFamily="2" charset="-122"/>
                </a:rPr>
                <a:t>b</a:t>
              </a:r>
            </a:p>
          </p:txBody>
        </p:sp>
        <p:sp>
          <p:nvSpPr>
            <p:cNvPr id="50" name="Line 9"/>
            <p:cNvSpPr>
              <a:spLocks noChangeShapeType="1"/>
            </p:cNvSpPr>
            <p:nvPr/>
          </p:nvSpPr>
          <p:spPr bwMode="auto">
            <a:xfrm flipV="1">
              <a:off x="2659" y="3507"/>
              <a:ext cx="169"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1" name="Line 10"/>
            <p:cNvSpPr>
              <a:spLocks noChangeShapeType="1"/>
            </p:cNvSpPr>
            <p:nvPr/>
          </p:nvSpPr>
          <p:spPr bwMode="auto">
            <a:xfrm>
              <a:off x="2828" y="3507"/>
              <a:ext cx="36"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2" name="Line 11"/>
            <p:cNvSpPr>
              <a:spLocks noChangeShapeType="1"/>
            </p:cNvSpPr>
            <p:nvPr/>
          </p:nvSpPr>
          <p:spPr bwMode="auto">
            <a:xfrm>
              <a:off x="2828" y="3507"/>
              <a:ext cx="188"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3" name="Text Box 12"/>
            <p:cNvSpPr txBox="1">
              <a:spLocks noChangeArrowheads="1"/>
            </p:cNvSpPr>
            <p:nvPr/>
          </p:nvSpPr>
          <p:spPr bwMode="auto">
            <a:xfrm>
              <a:off x="2760" y="3331"/>
              <a:ext cx="20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dirty="0">
                  <a:solidFill>
                    <a:srgbClr val="FF3300"/>
                  </a:solidFill>
                  <a:ea typeface="宋体" panose="02010600030101010101" pitchFamily="2" charset="-122"/>
                </a:rPr>
                <a:t>E</a:t>
              </a:r>
            </a:p>
          </p:txBody>
        </p:sp>
        <p:sp>
          <p:nvSpPr>
            <p:cNvPr id="54" name="Text Box 13"/>
            <p:cNvSpPr txBox="1">
              <a:spLocks noChangeArrowheads="1"/>
            </p:cNvSpPr>
            <p:nvPr/>
          </p:nvSpPr>
          <p:spPr bwMode="auto">
            <a:xfrm>
              <a:off x="3839" y="3760"/>
              <a:ext cx="1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70C0"/>
                  </a:solidFill>
                  <a:ea typeface="宋体" panose="02010600030101010101" pitchFamily="2" charset="-122"/>
                </a:rPr>
                <a:t>c</a:t>
              </a:r>
            </a:p>
          </p:txBody>
        </p:sp>
        <p:sp>
          <p:nvSpPr>
            <p:cNvPr id="55" name="Text Box 14"/>
            <p:cNvSpPr txBox="1">
              <a:spLocks noChangeArrowheads="1"/>
            </p:cNvSpPr>
            <p:nvPr/>
          </p:nvSpPr>
          <p:spPr bwMode="auto">
            <a:xfrm>
              <a:off x="4017" y="3764"/>
              <a:ext cx="196"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70C0"/>
                  </a:solidFill>
                  <a:ea typeface="宋体" panose="02010600030101010101" pitchFamily="2" charset="-122"/>
                </a:rPr>
                <a:t>&lt;</a:t>
              </a:r>
            </a:p>
          </p:txBody>
        </p:sp>
        <p:sp>
          <p:nvSpPr>
            <p:cNvPr id="56" name="Text Box 15"/>
            <p:cNvSpPr txBox="1">
              <a:spLocks noChangeArrowheads="1"/>
            </p:cNvSpPr>
            <p:nvPr/>
          </p:nvSpPr>
          <p:spPr bwMode="auto">
            <a:xfrm>
              <a:off x="4218" y="3765"/>
              <a:ext cx="19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70C0"/>
                  </a:solidFill>
                  <a:ea typeface="宋体" panose="02010600030101010101" pitchFamily="2" charset="-122"/>
                </a:rPr>
                <a:t>d</a:t>
              </a:r>
            </a:p>
          </p:txBody>
        </p:sp>
        <p:sp>
          <p:nvSpPr>
            <p:cNvPr id="57" name="Line 16"/>
            <p:cNvSpPr>
              <a:spLocks noChangeShapeType="1"/>
            </p:cNvSpPr>
            <p:nvPr/>
          </p:nvSpPr>
          <p:spPr bwMode="auto">
            <a:xfrm flipV="1">
              <a:off x="3915" y="3507"/>
              <a:ext cx="167"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8" name="Line 17"/>
            <p:cNvSpPr>
              <a:spLocks noChangeShapeType="1"/>
            </p:cNvSpPr>
            <p:nvPr/>
          </p:nvSpPr>
          <p:spPr bwMode="auto">
            <a:xfrm>
              <a:off x="4085" y="3507"/>
              <a:ext cx="37"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59" name="Line 18"/>
            <p:cNvSpPr>
              <a:spLocks noChangeShapeType="1"/>
            </p:cNvSpPr>
            <p:nvPr/>
          </p:nvSpPr>
          <p:spPr bwMode="auto">
            <a:xfrm>
              <a:off x="4085" y="3507"/>
              <a:ext cx="188"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0" name="Text Box 19"/>
            <p:cNvSpPr txBox="1">
              <a:spLocks noChangeArrowheads="1"/>
            </p:cNvSpPr>
            <p:nvPr/>
          </p:nvSpPr>
          <p:spPr bwMode="auto">
            <a:xfrm>
              <a:off x="4017" y="3294"/>
              <a:ext cx="20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dirty="0">
                  <a:solidFill>
                    <a:srgbClr val="0070C0"/>
                  </a:solidFill>
                  <a:ea typeface="宋体" panose="02010600030101010101" pitchFamily="2" charset="-122"/>
                </a:rPr>
                <a:t>E</a:t>
              </a:r>
            </a:p>
          </p:txBody>
        </p:sp>
        <p:sp>
          <p:nvSpPr>
            <p:cNvPr id="61" name="Text Box 20"/>
            <p:cNvSpPr txBox="1">
              <a:spLocks noChangeArrowheads="1"/>
            </p:cNvSpPr>
            <p:nvPr/>
          </p:nvSpPr>
          <p:spPr bwMode="auto">
            <a:xfrm>
              <a:off x="4468" y="3760"/>
              <a:ext cx="19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8000"/>
                  </a:solidFill>
                  <a:ea typeface="宋体" panose="02010600030101010101" pitchFamily="2" charset="-122"/>
                </a:rPr>
                <a:t>e</a:t>
              </a:r>
            </a:p>
          </p:txBody>
        </p:sp>
        <p:sp>
          <p:nvSpPr>
            <p:cNvPr id="62" name="Text Box 21"/>
            <p:cNvSpPr txBox="1">
              <a:spLocks noChangeArrowheads="1"/>
            </p:cNvSpPr>
            <p:nvPr/>
          </p:nvSpPr>
          <p:spPr bwMode="auto">
            <a:xfrm>
              <a:off x="4648" y="3764"/>
              <a:ext cx="19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8000"/>
                  </a:solidFill>
                  <a:ea typeface="宋体" panose="02010600030101010101" pitchFamily="2" charset="-122"/>
                </a:rPr>
                <a:t>&lt;</a:t>
              </a:r>
            </a:p>
          </p:txBody>
        </p:sp>
        <p:sp>
          <p:nvSpPr>
            <p:cNvPr id="63" name="Text Box 22"/>
            <p:cNvSpPr txBox="1">
              <a:spLocks noChangeArrowheads="1"/>
            </p:cNvSpPr>
            <p:nvPr/>
          </p:nvSpPr>
          <p:spPr bwMode="auto">
            <a:xfrm>
              <a:off x="4852" y="3765"/>
              <a:ext cx="15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8000"/>
                  </a:solidFill>
                  <a:ea typeface="宋体" panose="02010600030101010101" pitchFamily="2" charset="-122"/>
                </a:rPr>
                <a:t>f</a:t>
              </a:r>
            </a:p>
          </p:txBody>
        </p:sp>
        <p:sp>
          <p:nvSpPr>
            <p:cNvPr id="64" name="Line 23"/>
            <p:cNvSpPr>
              <a:spLocks noChangeShapeType="1"/>
            </p:cNvSpPr>
            <p:nvPr/>
          </p:nvSpPr>
          <p:spPr bwMode="auto">
            <a:xfrm flipV="1">
              <a:off x="4547" y="3507"/>
              <a:ext cx="169"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5" name="Line 24"/>
            <p:cNvSpPr>
              <a:spLocks noChangeShapeType="1"/>
            </p:cNvSpPr>
            <p:nvPr/>
          </p:nvSpPr>
          <p:spPr bwMode="auto">
            <a:xfrm>
              <a:off x="4716" y="3507"/>
              <a:ext cx="36"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6" name="Line 25"/>
            <p:cNvSpPr>
              <a:spLocks noChangeShapeType="1"/>
            </p:cNvSpPr>
            <p:nvPr/>
          </p:nvSpPr>
          <p:spPr bwMode="auto">
            <a:xfrm>
              <a:off x="4716" y="3507"/>
              <a:ext cx="188" cy="25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67" name="Text Box 26"/>
            <p:cNvSpPr txBox="1">
              <a:spLocks noChangeArrowheads="1"/>
            </p:cNvSpPr>
            <p:nvPr/>
          </p:nvSpPr>
          <p:spPr bwMode="auto">
            <a:xfrm>
              <a:off x="4619" y="3294"/>
              <a:ext cx="21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008000"/>
                  </a:solidFill>
                  <a:ea typeface="宋体" panose="02010600030101010101" pitchFamily="2" charset="-122"/>
                </a:rPr>
                <a:t>E</a:t>
              </a:r>
            </a:p>
          </p:txBody>
        </p:sp>
        <p:sp>
          <p:nvSpPr>
            <p:cNvPr id="68" name="Text Box 27"/>
            <p:cNvSpPr txBox="1">
              <a:spLocks noChangeArrowheads="1"/>
            </p:cNvSpPr>
            <p:nvPr/>
          </p:nvSpPr>
          <p:spPr bwMode="auto">
            <a:xfrm>
              <a:off x="4241" y="3331"/>
              <a:ext cx="35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prstClr val="black"/>
                  </a:solidFill>
                  <a:ea typeface="宋体" panose="02010600030101010101" pitchFamily="2" charset="-122"/>
                </a:rPr>
                <a:t>and</a:t>
              </a:r>
            </a:p>
          </p:txBody>
        </p:sp>
        <p:sp>
          <p:nvSpPr>
            <p:cNvPr id="69" name="Text Box 28"/>
            <p:cNvSpPr txBox="1">
              <a:spLocks noChangeArrowheads="1"/>
            </p:cNvSpPr>
            <p:nvPr/>
          </p:nvSpPr>
          <p:spPr bwMode="auto">
            <a:xfrm>
              <a:off x="2983" y="3335"/>
              <a:ext cx="24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prstClr val="black"/>
                  </a:solidFill>
                  <a:ea typeface="宋体" panose="02010600030101010101" pitchFamily="2" charset="-122"/>
                </a:rPr>
                <a:t>or</a:t>
              </a:r>
            </a:p>
          </p:txBody>
        </p:sp>
        <p:sp>
          <p:nvSpPr>
            <p:cNvPr id="70" name="Line 29"/>
            <p:cNvSpPr>
              <a:spLocks noChangeShapeType="1"/>
            </p:cNvSpPr>
            <p:nvPr/>
          </p:nvSpPr>
          <p:spPr bwMode="auto">
            <a:xfrm flipV="1">
              <a:off x="4164" y="3000"/>
              <a:ext cx="339" cy="291"/>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1" name="Line 30"/>
            <p:cNvSpPr>
              <a:spLocks noChangeShapeType="1"/>
            </p:cNvSpPr>
            <p:nvPr/>
          </p:nvSpPr>
          <p:spPr bwMode="auto">
            <a:xfrm flipH="1">
              <a:off x="4468" y="3000"/>
              <a:ext cx="35" cy="29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2" name="Line 31"/>
            <p:cNvSpPr>
              <a:spLocks noChangeShapeType="1"/>
            </p:cNvSpPr>
            <p:nvPr/>
          </p:nvSpPr>
          <p:spPr bwMode="auto">
            <a:xfrm>
              <a:off x="4503" y="3000"/>
              <a:ext cx="283" cy="29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3" name="Text Box 32"/>
            <p:cNvSpPr txBox="1">
              <a:spLocks noChangeArrowheads="1"/>
            </p:cNvSpPr>
            <p:nvPr/>
          </p:nvSpPr>
          <p:spPr bwMode="auto">
            <a:xfrm>
              <a:off x="4423" y="2812"/>
              <a:ext cx="20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srgbClr val="CC0066"/>
                  </a:solidFill>
                  <a:ea typeface="宋体" panose="02010600030101010101" pitchFamily="2" charset="-122"/>
                </a:rPr>
                <a:t>E</a:t>
              </a:r>
            </a:p>
          </p:txBody>
        </p:sp>
        <p:sp>
          <p:nvSpPr>
            <p:cNvPr id="74" name="Line 33"/>
            <p:cNvSpPr>
              <a:spLocks noChangeShapeType="1"/>
            </p:cNvSpPr>
            <p:nvPr/>
          </p:nvSpPr>
          <p:spPr bwMode="auto">
            <a:xfrm flipV="1">
              <a:off x="2912" y="2531"/>
              <a:ext cx="816" cy="79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5" name="Line 34"/>
            <p:cNvSpPr>
              <a:spLocks noChangeShapeType="1"/>
            </p:cNvSpPr>
            <p:nvPr/>
          </p:nvSpPr>
          <p:spPr bwMode="auto">
            <a:xfrm flipH="1">
              <a:off x="3183" y="2530"/>
              <a:ext cx="541" cy="79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6" name="Line 35"/>
            <p:cNvSpPr>
              <a:spLocks noChangeShapeType="1"/>
            </p:cNvSpPr>
            <p:nvPr/>
          </p:nvSpPr>
          <p:spPr bwMode="auto">
            <a:xfrm>
              <a:off x="3724" y="2530"/>
              <a:ext cx="747" cy="29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77" name="Text Box 36"/>
            <p:cNvSpPr txBox="1">
              <a:spLocks noChangeArrowheads="1"/>
            </p:cNvSpPr>
            <p:nvPr/>
          </p:nvSpPr>
          <p:spPr bwMode="auto">
            <a:xfrm>
              <a:off x="3660" y="2341"/>
              <a:ext cx="20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a:solidFill>
                    <a:prstClr val="black"/>
                  </a:solidFill>
                  <a:ea typeface="宋体" panose="02010600030101010101" pitchFamily="2" charset="-122"/>
                </a:rPr>
                <a:t>E</a:t>
              </a:r>
            </a:p>
          </p:txBody>
        </p:sp>
        <p:sp>
          <p:nvSpPr>
            <p:cNvPr id="78" name="Text Box 37"/>
            <p:cNvSpPr txBox="1">
              <a:spLocks noChangeArrowheads="1"/>
            </p:cNvSpPr>
            <p:nvPr/>
          </p:nvSpPr>
          <p:spPr bwMode="auto">
            <a:xfrm>
              <a:off x="3770" y="2341"/>
              <a:ext cx="103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1984" dirty="0">
                  <a:solidFill>
                    <a:prstClr val="black"/>
                  </a:solidFill>
                  <a:ea typeface="宋体" panose="02010600030101010101" pitchFamily="2" charset="-122"/>
                </a:rPr>
                <a:t>(</a:t>
              </a:r>
              <a:r>
                <a:rPr lang="en-US" altLang="zh-CN" sz="1984" dirty="0" err="1">
                  <a:solidFill>
                    <a:prstClr val="black"/>
                  </a:solidFill>
                  <a:ea typeface="宋体" panose="02010600030101010101" pitchFamily="2" charset="-122"/>
                </a:rPr>
                <a:t>Ltrue</a:t>
              </a:r>
              <a:r>
                <a:rPr lang="en-US" altLang="zh-CN" sz="1984" dirty="0">
                  <a:solidFill>
                    <a:prstClr val="black"/>
                  </a:solidFill>
                  <a:ea typeface="宋体" panose="02010600030101010101" pitchFamily="2" charset="-122"/>
                </a:rPr>
                <a:t>, </a:t>
              </a:r>
              <a:r>
                <a:rPr lang="en-US" altLang="zh-CN" sz="1984" dirty="0" err="1">
                  <a:solidFill>
                    <a:prstClr val="black"/>
                  </a:solidFill>
                  <a:ea typeface="宋体" panose="02010600030101010101" pitchFamily="2" charset="-122"/>
                </a:rPr>
                <a:t>Lfalse</a:t>
              </a:r>
              <a:r>
                <a:rPr lang="en-US" altLang="zh-CN" sz="1984" dirty="0">
                  <a:solidFill>
                    <a:prstClr val="black"/>
                  </a:solidFill>
                  <a:ea typeface="宋体" panose="02010600030101010101" pitchFamily="2" charset="-122"/>
                </a:rPr>
                <a:t>)</a:t>
              </a:r>
              <a:endParaRPr lang="en-GB" altLang="zh-CN" sz="1984" dirty="0">
                <a:solidFill>
                  <a:prstClr val="black"/>
                </a:solidFill>
                <a:ea typeface="宋体" panose="02010600030101010101" pitchFamily="2" charset="-122"/>
              </a:endParaRPr>
            </a:p>
          </p:txBody>
        </p:sp>
        <p:sp>
          <p:nvSpPr>
            <p:cNvPr id="79" name="Text Box 38"/>
            <p:cNvSpPr txBox="1">
              <a:spLocks noChangeArrowheads="1"/>
            </p:cNvSpPr>
            <p:nvPr/>
          </p:nvSpPr>
          <p:spPr bwMode="auto">
            <a:xfrm>
              <a:off x="2064" y="3321"/>
              <a:ext cx="745"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1984">
                  <a:solidFill>
                    <a:srgbClr val="FF3300"/>
                  </a:solidFill>
                  <a:ea typeface="宋体" panose="02010600030101010101" pitchFamily="2" charset="-122"/>
                </a:rPr>
                <a:t>(Ltrue, L</a:t>
              </a:r>
              <a:r>
                <a:rPr lang="en-US" altLang="zh-CN" sz="1984" baseline="-25000">
                  <a:solidFill>
                    <a:srgbClr val="FF3300"/>
                  </a:solidFill>
                  <a:ea typeface="宋体" panose="02010600030101010101" pitchFamily="2" charset="-122"/>
                </a:rPr>
                <a:t>1</a:t>
              </a:r>
              <a:r>
                <a:rPr lang="en-US" altLang="zh-CN" sz="1984">
                  <a:solidFill>
                    <a:srgbClr val="FF3300"/>
                  </a:solidFill>
                  <a:ea typeface="宋体" panose="02010600030101010101" pitchFamily="2" charset="-122"/>
                </a:rPr>
                <a:t>)</a:t>
              </a:r>
              <a:endParaRPr lang="en-GB" altLang="zh-CN" sz="1984">
                <a:solidFill>
                  <a:srgbClr val="FF3300"/>
                </a:solidFill>
                <a:ea typeface="宋体" panose="02010600030101010101" pitchFamily="2" charset="-122"/>
              </a:endParaRPr>
            </a:p>
          </p:txBody>
        </p:sp>
        <p:sp>
          <p:nvSpPr>
            <p:cNvPr id="80" name="Text Box 39"/>
            <p:cNvSpPr txBox="1">
              <a:spLocks noChangeArrowheads="1"/>
            </p:cNvSpPr>
            <p:nvPr/>
          </p:nvSpPr>
          <p:spPr bwMode="auto">
            <a:xfrm>
              <a:off x="4527" y="2795"/>
              <a:ext cx="103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1984" dirty="0">
                  <a:solidFill>
                    <a:srgbClr val="CC0066"/>
                  </a:solidFill>
                  <a:ea typeface="宋体" panose="02010600030101010101" pitchFamily="2" charset="-122"/>
                </a:rPr>
                <a:t>(</a:t>
              </a:r>
              <a:r>
                <a:rPr lang="en-US" altLang="zh-CN" sz="1984" dirty="0" err="1">
                  <a:solidFill>
                    <a:srgbClr val="CC0066"/>
                  </a:solidFill>
                  <a:ea typeface="宋体" panose="02010600030101010101" pitchFamily="2" charset="-122"/>
                </a:rPr>
                <a:t>Ltrue</a:t>
              </a:r>
              <a:r>
                <a:rPr lang="en-US" altLang="zh-CN" sz="1984" dirty="0">
                  <a:solidFill>
                    <a:srgbClr val="CC0066"/>
                  </a:solidFill>
                  <a:ea typeface="宋体" panose="02010600030101010101" pitchFamily="2" charset="-122"/>
                </a:rPr>
                <a:t>, </a:t>
              </a:r>
              <a:r>
                <a:rPr lang="en-US" altLang="zh-CN" sz="1984" dirty="0" err="1">
                  <a:solidFill>
                    <a:srgbClr val="CC0066"/>
                  </a:solidFill>
                  <a:ea typeface="宋体" panose="02010600030101010101" pitchFamily="2" charset="-122"/>
                </a:rPr>
                <a:t>Lfalse</a:t>
              </a:r>
              <a:r>
                <a:rPr lang="en-US" altLang="zh-CN" sz="1984" dirty="0">
                  <a:solidFill>
                    <a:srgbClr val="CC0066"/>
                  </a:solidFill>
                  <a:ea typeface="宋体" panose="02010600030101010101" pitchFamily="2" charset="-122"/>
                </a:rPr>
                <a:t>)</a:t>
              </a:r>
              <a:endParaRPr lang="en-GB" altLang="zh-CN" sz="1984" dirty="0">
                <a:solidFill>
                  <a:srgbClr val="CC0066"/>
                </a:solidFill>
                <a:ea typeface="宋体" panose="02010600030101010101" pitchFamily="2" charset="-122"/>
              </a:endParaRPr>
            </a:p>
          </p:txBody>
        </p:sp>
        <p:sp>
          <p:nvSpPr>
            <p:cNvPr id="81" name="Text Box 40"/>
            <p:cNvSpPr txBox="1">
              <a:spLocks noChangeArrowheads="1"/>
            </p:cNvSpPr>
            <p:nvPr/>
          </p:nvSpPr>
          <p:spPr bwMode="auto">
            <a:xfrm>
              <a:off x="3243" y="3287"/>
              <a:ext cx="81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1984" dirty="0">
                  <a:solidFill>
                    <a:srgbClr val="0070C0"/>
                  </a:solidFill>
                  <a:ea typeface="宋体" panose="02010600030101010101" pitchFamily="2" charset="-122"/>
                </a:rPr>
                <a:t>(L</a:t>
              </a:r>
              <a:r>
                <a:rPr lang="en-US" altLang="zh-CN" sz="1984" baseline="-25000" dirty="0">
                  <a:solidFill>
                    <a:srgbClr val="0070C0"/>
                  </a:solidFill>
                  <a:ea typeface="宋体" panose="02010600030101010101" pitchFamily="2" charset="-122"/>
                </a:rPr>
                <a:t>2</a:t>
              </a:r>
              <a:r>
                <a:rPr lang="en-US" altLang="zh-CN" sz="1984" dirty="0">
                  <a:solidFill>
                    <a:srgbClr val="0070C0"/>
                  </a:solidFill>
                  <a:ea typeface="宋体" panose="02010600030101010101" pitchFamily="2" charset="-122"/>
                </a:rPr>
                <a:t>, </a:t>
              </a:r>
              <a:r>
                <a:rPr lang="en-US" altLang="zh-CN" sz="1984" dirty="0" err="1">
                  <a:solidFill>
                    <a:srgbClr val="0070C0"/>
                  </a:solidFill>
                  <a:ea typeface="宋体" panose="02010600030101010101" pitchFamily="2" charset="-122"/>
                </a:rPr>
                <a:t>Lfalse</a:t>
              </a:r>
              <a:r>
                <a:rPr lang="en-US" altLang="zh-CN" sz="1984" dirty="0">
                  <a:solidFill>
                    <a:srgbClr val="0070C0"/>
                  </a:solidFill>
                  <a:ea typeface="宋体" panose="02010600030101010101" pitchFamily="2" charset="-122"/>
                </a:rPr>
                <a:t>)</a:t>
              </a:r>
              <a:endParaRPr lang="en-GB" altLang="zh-CN" sz="1984" dirty="0">
                <a:solidFill>
                  <a:srgbClr val="0070C0"/>
                </a:solidFill>
                <a:ea typeface="宋体" panose="02010600030101010101" pitchFamily="2" charset="-122"/>
              </a:endParaRPr>
            </a:p>
          </p:txBody>
        </p:sp>
        <p:sp>
          <p:nvSpPr>
            <p:cNvPr id="82" name="Text Box 41"/>
            <p:cNvSpPr txBox="1">
              <a:spLocks noChangeArrowheads="1"/>
            </p:cNvSpPr>
            <p:nvPr/>
          </p:nvSpPr>
          <p:spPr bwMode="auto">
            <a:xfrm>
              <a:off x="4716" y="3302"/>
              <a:ext cx="103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1984" dirty="0">
                  <a:solidFill>
                    <a:srgbClr val="008000"/>
                  </a:solidFill>
                  <a:ea typeface="宋体" panose="02010600030101010101" pitchFamily="2" charset="-122"/>
                </a:rPr>
                <a:t>(</a:t>
              </a:r>
              <a:r>
                <a:rPr lang="en-US" altLang="zh-CN" sz="1984" dirty="0" err="1">
                  <a:solidFill>
                    <a:srgbClr val="008000"/>
                  </a:solidFill>
                  <a:ea typeface="宋体" panose="02010600030101010101" pitchFamily="2" charset="-122"/>
                </a:rPr>
                <a:t>Ltrue</a:t>
              </a:r>
              <a:r>
                <a:rPr lang="en-US" altLang="zh-CN" sz="1984" dirty="0">
                  <a:solidFill>
                    <a:srgbClr val="008000"/>
                  </a:solidFill>
                  <a:ea typeface="宋体" panose="02010600030101010101" pitchFamily="2" charset="-122"/>
                </a:rPr>
                <a:t>, </a:t>
              </a:r>
              <a:r>
                <a:rPr lang="en-US" altLang="zh-CN" sz="1984" dirty="0" err="1">
                  <a:solidFill>
                    <a:srgbClr val="008000"/>
                  </a:solidFill>
                  <a:ea typeface="宋体" panose="02010600030101010101" pitchFamily="2" charset="-122"/>
                </a:rPr>
                <a:t>Lfalse</a:t>
              </a:r>
              <a:r>
                <a:rPr lang="en-US" altLang="zh-CN" sz="1984" dirty="0">
                  <a:solidFill>
                    <a:srgbClr val="008000"/>
                  </a:solidFill>
                  <a:ea typeface="宋体" panose="02010600030101010101" pitchFamily="2" charset="-122"/>
                </a:rPr>
                <a:t>)</a:t>
              </a:r>
              <a:endParaRPr lang="en-GB" altLang="zh-CN" sz="1984" dirty="0">
                <a:solidFill>
                  <a:srgbClr val="008000"/>
                </a:solidFill>
                <a:ea typeface="宋体" panose="02010600030101010101" pitchFamily="2" charset="-122"/>
              </a:endParaRPr>
            </a:p>
          </p:txBody>
        </p:sp>
      </p:grpSp>
      <p:sp>
        <p:nvSpPr>
          <p:cNvPr id="86" name="Rectangle 42"/>
          <p:cNvSpPr>
            <a:spLocks noChangeArrowheads="1"/>
          </p:cNvSpPr>
          <p:nvPr/>
        </p:nvSpPr>
        <p:spPr bwMode="auto">
          <a:xfrm>
            <a:off x="77788" y="46038"/>
            <a:ext cx="9920287" cy="33972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zh-CN" altLang="en-US" sz="1764" dirty="0">
                <a:solidFill>
                  <a:srgbClr val="CC0000"/>
                </a:solidFill>
              </a:rPr>
              <a:t>	产生式			语义规则</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8000"/>
                </a:solidFill>
              </a:rPr>
              <a:t>E→id</a:t>
            </a:r>
            <a:r>
              <a:rPr lang="en-US" altLang="zh-CN" sz="1764" baseline="-30000" dirty="0">
                <a:solidFill>
                  <a:srgbClr val="008000"/>
                </a:solidFill>
              </a:rPr>
              <a:t>1</a:t>
            </a:r>
            <a:r>
              <a:rPr lang="en-US" altLang="zh-CN" sz="1764" dirty="0">
                <a:solidFill>
                  <a:srgbClr val="008000"/>
                </a:solidFill>
              </a:rPr>
              <a:t> </a:t>
            </a:r>
            <a:r>
              <a:rPr lang="en-US" altLang="zh-CN" sz="1764" dirty="0" err="1">
                <a:solidFill>
                  <a:srgbClr val="008000"/>
                </a:solidFill>
              </a:rPr>
              <a:t>relop</a:t>
            </a:r>
            <a:r>
              <a:rPr lang="en-US" altLang="zh-CN" sz="1764" dirty="0">
                <a:solidFill>
                  <a:srgbClr val="008000"/>
                </a:solidFill>
              </a:rPr>
              <a:t> id</a:t>
            </a:r>
            <a:r>
              <a:rPr lang="en-US" altLang="zh-CN" sz="1764" baseline="-30000" dirty="0">
                <a:solidFill>
                  <a:srgbClr val="008000"/>
                </a:solidFill>
              </a:rPr>
              <a:t>2</a:t>
            </a:r>
            <a:r>
              <a:rPr lang="en-US" altLang="zh-CN" sz="1764" dirty="0">
                <a:solidFill>
                  <a:srgbClr val="008000"/>
                </a:solidFill>
              </a:rPr>
              <a:t> 	</a:t>
            </a:r>
            <a:r>
              <a:rPr lang="en-US" altLang="zh-CN" sz="1764" i="1" u="sng" dirty="0" err="1">
                <a:solidFill>
                  <a:srgbClr val="008000"/>
                </a:solidFill>
              </a:rPr>
              <a:t>E.code</a:t>
            </a:r>
            <a:r>
              <a:rPr lang="en-US" altLang="zh-CN" sz="1764" i="1" u="sng" dirty="0">
                <a:solidFill>
                  <a:srgbClr val="008000"/>
                </a:solidFill>
              </a:rPr>
              <a:t>:=gen(‘if ’ id</a:t>
            </a:r>
            <a:r>
              <a:rPr lang="en-US" altLang="zh-CN" sz="1764" i="1" u="sng" baseline="-30000" dirty="0">
                <a:solidFill>
                  <a:srgbClr val="008000"/>
                </a:solidFill>
              </a:rPr>
              <a:t>1</a:t>
            </a:r>
            <a:r>
              <a:rPr lang="en-US" altLang="zh-CN" sz="1764" i="1" u="sng" dirty="0">
                <a:solidFill>
                  <a:srgbClr val="008000"/>
                </a:solidFill>
              </a:rPr>
              <a:t>.place </a:t>
            </a:r>
            <a:r>
              <a:rPr lang="en-US" altLang="zh-CN" sz="1764" i="1" u="sng" dirty="0" err="1">
                <a:solidFill>
                  <a:srgbClr val="008000"/>
                </a:solidFill>
              </a:rPr>
              <a:t>relop.op</a:t>
            </a:r>
            <a:r>
              <a:rPr lang="en-US" altLang="zh-CN" sz="1764" i="1" u="sng" dirty="0">
                <a:solidFill>
                  <a:srgbClr val="008000"/>
                </a:solidFill>
              </a:rPr>
              <a:t> id</a:t>
            </a:r>
            <a:r>
              <a:rPr lang="en-US" altLang="zh-CN" sz="1764" i="1" u="sng" baseline="-30000" dirty="0">
                <a:solidFill>
                  <a:srgbClr val="008000"/>
                </a:solidFill>
              </a:rPr>
              <a:t>2</a:t>
            </a:r>
            <a:r>
              <a:rPr lang="en-US" altLang="zh-CN" sz="1764" i="1" u="sng" dirty="0">
                <a:solidFill>
                  <a:srgbClr val="008000"/>
                </a:solidFill>
              </a:rPr>
              <a:t>.place ‘</a:t>
            </a:r>
            <a:r>
              <a:rPr lang="en-US" altLang="zh-CN" sz="1764" i="1" u="sng" dirty="0" err="1">
                <a:solidFill>
                  <a:srgbClr val="008000"/>
                </a:solidFill>
              </a:rPr>
              <a:t>goto</a:t>
            </a:r>
            <a:r>
              <a:rPr lang="en-US" altLang="zh-CN" sz="1764" i="1" u="sng" dirty="0">
                <a:solidFill>
                  <a:srgbClr val="008000"/>
                </a:solidFill>
              </a:rPr>
              <a:t>’ </a:t>
            </a:r>
            <a:r>
              <a:rPr lang="en-US" altLang="zh-CN" sz="1764" i="1" u="sng" dirty="0" err="1">
                <a:solidFill>
                  <a:srgbClr val="008000"/>
                </a:solidFill>
              </a:rPr>
              <a:t>E.true</a:t>
            </a:r>
            <a:r>
              <a:rPr lang="en-US" altLang="zh-CN" sz="1764" i="1" u="sng" dirty="0">
                <a:solidFill>
                  <a:srgbClr val="008000"/>
                </a:solidFill>
              </a:rPr>
              <a:t>) || gen(‘</a:t>
            </a:r>
            <a:r>
              <a:rPr lang="en-US" altLang="zh-CN" sz="1764" i="1" u="sng" dirty="0" err="1">
                <a:solidFill>
                  <a:srgbClr val="008000"/>
                </a:solidFill>
              </a:rPr>
              <a:t>goto</a:t>
            </a:r>
            <a:r>
              <a:rPr lang="en-US" altLang="zh-CN" sz="1764" i="1" u="sng" dirty="0">
                <a:solidFill>
                  <a:srgbClr val="008000"/>
                </a:solidFill>
              </a:rPr>
              <a:t>’  </a:t>
            </a:r>
            <a:r>
              <a:rPr lang="en-US" altLang="zh-CN" sz="1764" i="1" u="sng" dirty="0" err="1">
                <a:solidFill>
                  <a:srgbClr val="008000"/>
                </a:solidFill>
              </a:rPr>
              <a:t>E.false</a:t>
            </a:r>
            <a:r>
              <a:rPr lang="en-US" altLang="zh-CN" sz="1764" u="sng" dirty="0">
                <a:solidFill>
                  <a:srgbClr val="008000"/>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CC00CC"/>
                </a:solidFill>
              </a:rPr>
              <a:t>E→E</a:t>
            </a:r>
            <a:r>
              <a:rPr lang="en-US" altLang="zh-CN" sz="1764" baseline="-30000" dirty="0">
                <a:solidFill>
                  <a:srgbClr val="CC00CC"/>
                </a:solidFill>
              </a:rPr>
              <a:t>1</a:t>
            </a:r>
            <a:r>
              <a:rPr lang="en-US" altLang="zh-CN" sz="1764" dirty="0">
                <a:solidFill>
                  <a:srgbClr val="CC00CC"/>
                </a:solidFill>
              </a:rPr>
              <a:t> or E</a:t>
            </a:r>
            <a:r>
              <a:rPr lang="en-US" altLang="zh-CN" sz="1764" baseline="-30000" dirty="0">
                <a:solidFill>
                  <a:srgbClr val="CC00CC"/>
                </a:solidFill>
              </a:rPr>
              <a:t>2    		</a:t>
            </a:r>
            <a:r>
              <a:rPr lang="en-US" altLang="zh-CN" sz="1764" dirty="0">
                <a:solidFill>
                  <a:srgbClr val="CC00CC"/>
                </a:solidFill>
              </a:rPr>
              <a:t>E</a:t>
            </a:r>
            <a:r>
              <a:rPr lang="en-US" altLang="zh-CN" sz="1764" baseline="-30000" dirty="0">
                <a:solidFill>
                  <a:srgbClr val="CC00CC"/>
                </a:solidFill>
              </a:rPr>
              <a:t>1</a:t>
            </a:r>
            <a:r>
              <a:rPr lang="en-US" altLang="zh-CN" sz="1764" dirty="0">
                <a:solidFill>
                  <a:srgbClr val="CC00CC"/>
                </a:solidFill>
              </a:rPr>
              <a:t>.true:=</a:t>
            </a:r>
            <a:r>
              <a:rPr lang="en-US" altLang="zh-CN" sz="1764" dirty="0" err="1">
                <a:solidFill>
                  <a:srgbClr val="CC00CC"/>
                </a:solidFill>
              </a:rPr>
              <a:t>E.true</a:t>
            </a:r>
            <a:r>
              <a:rPr lang="en-US" altLang="zh-CN" sz="1764" dirty="0">
                <a:solidFill>
                  <a:srgbClr val="CC00CC"/>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CC00CC"/>
                </a:solidFill>
              </a:rPr>
              <a:t>	     			E</a:t>
            </a:r>
            <a:r>
              <a:rPr lang="en-US" altLang="zh-CN" sz="1764" baseline="-30000" dirty="0">
                <a:solidFill>
                  <a:srgbClr val="CC00CC"/>
                </a:solidFill>
              </a:rPr>
              <a:t>1</a:t>
            </a:r>
            <a:r>
              <a:rPr lang="en-US" altLang="zh-CN" sz="1764" dirty="0">
                <a:solidFill>
                  <a:srgbClr val="CC00CC"/>
                </a:solidFill>
              </a:rPr>
              <a:t>.false:=</a:t>
            </a:r>
            <a:r>
              <a:rPr lang="en-US" altLang="zh-CN" sz="1764" dirty="0" err="1">
                <a:solidFill>
                  <a:srgbClr val="CC00CC"/>
                </a:solidFill>
              </a:rPr>
              <a:t>newlabel</a:t>
            </a:r>
            <a:r>
              <a:rPr lang="en-US" altLang="zh-CN" sz="1764" dirty="0">
                <a:solidFill>
                  <a:srgbClr val="CC00CC"/>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CC00CC"/>
                </a:solidFill>
              </a:rPr>
              <a:t>	     			E</a:t>
            </a:r>
            <a:r>
              <a:rPr lang="en-US" altLang="zh-CN" sz="1764" baseline="-30000" dirty="0">
                <a:solidFill>
                  <a:srgbClr val="CC00CC"/>
                </a:solidFill>
              </a:rPr>
              <a:t>2</a:t>
            </a:r>
            <a:r>
              <a:rPr lang="en-US" altLang="zh-CN" sz="1764" dirty="0">
                <a:solidFill>
                  <a:srgbClr val="CC00CC"/>
                </a:solidFill>
              </a:rPr>
              <a:t>.true:=</a:t>
            </a:r>
            <a:r>
              <a:rPr lang="en-US" altLang="zh-CN" sz="1764" dirty="0" err="1">
                <a:solidFill>
                  <a:srgbClr val="CC00CC"/>
                </a:solidFill>
              </a:rPr>
              <a:t>E.true</a:t>
            </a:r>
            <a:r>
              <a:rPr lang="en-US" altLang="zh-CN" sz="1764" dirty="0">
                <a:solidFill>
                  <a:srgbClr val="CC00CC"/>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CC00CC"/>
                </a:solidFill>
              </a:rPr>
              <a:t>	    	 		E</a:t>
            </a:r>
            <a:r>
              <a:rPr lang="en-US" altLang="zh-CN" sz="1764" baseline="-30000" dirty="0">
                <a:solidFill>
                  <a:srgbClr val="CC00CC"/>
                </a:solidFill>
              </a:rPr>
              <a:t>2</a:t>
            </a:r>
            <a:r>
              <a:rPr lang="en-US" altLang="zh-CN" sz="1764" dirty="0">
                <a:solidFill>
                  <a:srgbClr val="CC00CC"/>
                </a:solidFill>
              </a:rPr>
              <a:t>.false:=</a:t>
            </a:r>
            <a:r>
              <a:rPr lang="en-US" altLang="zh-CN" sz="1764" dirty="0" err="1">
                <a:solidFill>
                  <a:srgbClr val="CC00CC"/>
                </a:solidFill>
              </a:rPr>
              <a:t>E.false</a:t>
            </a:r>
            <a:r>
              <a:rPr lang="en-US" altLang="zh-CN" sz="1764" dirty="0">
                <a:solidFill>
                  <a:srgbClr val="CC00CC"/>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CC00CC"/>
                </a:solidFill>
              </a:rPr>
              <a:t>	     			</a:t>
            </a:r>
            <a:r>
              <a:rPr lang="en-US" altLang="zh-CN" sz="1984" i="1" u="sng" dirty="0" err="1">
                <a:solidFill>
                  <a:srgbClr val="CC00CC"/>
                </a:solidFill>
              </a:rPr>
              <a:t>E.code</a:t>
            </a:r>
            <a:r>
              <a:rPr lang="en-US" altLang="zh-CN" sz="1984" i="1" u="sng" dirty="0">
                <a:solidFill>
                  <a:srgbClr val="CC00CC"/>
                </a:solidFill>
              </a:rPr>
              <a:t>:=E</a:t>
            </a:r>
            <a:r>
              <a:rPr lang="en-US" altLang="zh-CN" sz="1984" i="1" u="sng" baseline="-30000" dirty="0">
                <a:solidFill>
                  <a:srgbClr val="CC00CC"/>
                </a:solidFill>
              </a:rPr>
              <a:t>1</a:t>
            </a:r>
            <a:r>
              <a:rPr lang="en-US" altLang="zh-CN" sz="1984" i="1" u="sng" dirty="0">
                <a:solidFill>
                  <a:srgbClr val="CC00CC"/>
                </a:solidFill>
              </a:rPr>
              <a:t>.code || gen(E</a:t>
            </a:r>
            <a:r>
              <a:rPr lang="en-US" altLang="zh-CN" sz="1984" i="1" u="sng" baseline="-30000" dirty="0">
                <a:solidFill>
                  <a:srgbClr val="CC00CC"/>
                </a:solidFill>
              </a:rPr>
              <a:t>1</a:t>
            </a:r>
            <a:r>
              <a:rPr lang="en-US" altLang="zh-CN" sz="1984" i="1" u="sng" dirty="0">
                <a:solidFill>
                  <a:srgbClr val="CC00CC"/>
                </a:solidFill>
              </a:rPr>
              <a:t>.false ‘:’) || E</a:t>
            </a:r>
            <a:r>
              <a:rPr lang="en-US" altLang="zh-CN" sz="1984" i="1" u="sng" baseline="-30000" dirty="0">
                <a:solidFill>
                  <a:srgbClr val="CC00CC"/>
                </a:solidFill>
              </a:rPr>
              <a:t>2</a:t>
            </a:r>
            <a:r>
              <a:rPr lang="en-US" altLang="zh-CN" sz="1984" i="1" u="sng" dirty="0">
                <a:solidFill>
                  <a:srgbClr val="CC00CC"/>
                </a:solidFill>
              </a:rPr>
              <a:t>.code</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3399"/>
                </a:solidFill>
              </a:rPr>
              <a:t>E→E</a:t>
            </a:r>
            <a:r>
              <a:rPr lang="en-US" altLang="zh-CN" sz="1764" baseline="-30000" dirty="0">
                <a:solidFill>
                  <a:srgbClr val="003399"/>
                </a:solidFill>
              </a:rPr>
              <a:t>1</a:t>
            </a:r>
            <a:r>
              <a:rPr lang="en-US" altLang="zh-CN" sz="1764" dirty="0">
                <a:solidFill>
                  <a:srgbClr val="003399"/>
                </a:solidFill>
              </a:rPr>
              <a:t> and E</a:t>
            </a:r>
            <a:r>
              <a:rPr lang="en-US" altLang="zh-CN" sz="1764" baseline="-30000" dirty="0">
                <a:solidFill>
                  <a:srgbClr val="003399"/>
                </a:solidFill>
              </a:rPr>
              <a:t>2  	</a:t>
            </a:r>
            <a:r>
              <a:rPr lang="en-US" altLang="zh-CN" sz="1764" dirty="0">
                <a:solidFill>
                  <a:srgbClr val="003399"/>
                </a:solidFill>
              </a:rPr>
              <a:t>E</a:t>
            </a:r>
            <a:r>
              <a:rPr lang="en-US" altLang="zh-CN" sz="1764" baseline="-30000" dirty="0">
                <a:solidFill>
                  <a:srgbClr val="003399"/>
                </a:solidFill>
              </a:rPr>
              <a:t>1</a:t>
            </a:r>
            <a:r>
              <a:rPr lang="en-US" altLang="zh-CN" sz="1764" dirty="0">
                <a:solidFill>
                  <a:srgbClr val="003399"/>
                </a:solidFill>
              </a:rPr>
              <a:t>.true:=</a:t>
            </a:r>
            <a:r>
              <a:rPr lang="en-US" altLang="zh-CN" sz="1764" dirty="0" err="1">
                <a:solidFill>
                  <a:srgbClr val="003399"/>
                </a:solidFill>
              </a:rPr>
              <a:t>newlabel</a:t>
            </a:r>
            <a:r>
              <a:rPr lang="en-US" altLang="zh-CN" sz="1764" dirty="0">
                <a:solidFill>
                  <a:srgbClr val="003399"/>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3399"/>
                </a:solidFill>
              </a:rPr>
              <a:t>	     		  	E</a:t>
            </a:r>
            <a:r>
              <a:rPr lang="en-US" altLang="zh-CN" sz="1764" baseline="-30000" dirty="0">
                <a:solidFill>
                  <a:srgbClr val="003399"/>
                </a:solidFill>
              </a:rPr>
              <a:t>1</a:t>
            </a:r>
            <a:r>
              <a:rPr lang="en-US" altLang="zh-CN" sz="1764" dirty="0">
                <a:solidFill>
                  <a:srgbClr val="003399"/>
                </a:solidFill>
              </a:rPr>
              <a:t>.false:=</a:t>
            </a:r>
            <a:r>
              <a:rPr lang="en-US" altLang="zh-CN" sz="1764" dirty="0" err="1">
                <a:solidFill>
                  <a:srgbClr val="003399"/>
                </a:solidFill>
              </a:rPr>
              <a:t>E.false</a:t>
            </a:r>
            <a:r>
              <a:rPr lang="en-US" altLang="zh-CN" sz="1764" dirty="0">
                <a:solidFill>
                  <a:srgbClr val="003399"/>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3399"/>
                </a:solidFill>
              </a:rPr>
              <a:t>	     		  	E</a:t>
            </a:r>
            <a:r>
              <a:rPr lang="en-US" altLang="zh-CN" sz="1764" baseline="-30000" dirty="0">
                <a:solidFill>
                  <a:srgbClr val="003399"/>
                </a:solidFill>
              </a:rPr>
              <a:t>2</a:t>
            </a:r>
            <a:r>
              <a:rPr lang="en-US" altLang="zh-CN" sz="1764" dirty="0">
                <a:solidFill>
                  <a:srgbClr val="003399"/>
                </a:solidFill>
              </a:rPr>
              <a:t>.true:=</a:t>
            </a:r>
            <a:r>
              <a:rPr lang="en-US" altLang="zh-CN" sz="1764" dirty="0" err="1">
                <a:solidFill>
                  <a:srgbClr val="003399"/>
                </a:solidFill>
              </a:rPr>
              <a:t>E.true</a:t>
            </a:r>
            <a:r>
              <a:rPr lang="en-US" altLang="zh-CN" sz="1764" dirty="0">
                <a:solidFill>
                  <a:srgbClr val="003399"/>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3399"/>
                </a:solidFill>
              </a:rPr>
              <a:t>	     			E</a:t>
            </a:r>
            <a:r>
              <a:rPr lang="en-US" altLang="zh-CN" sz="1764" baseline="-30000" dirty="0">
                <a:solidFill>
                  <a:srgbClr val="003399"/>
                </a:solidFill>
              </a:rPr>
              <a:t>2</a:t>
            </a:r>
            <a:r>
              <a:rPr lang="en-US" altLang="zh-CN" sz="1764" dirty="0">
                <a:solidFill>
                  <a:srgbClr val="003399"/>
                </a:solidFill>
              </a:rPr>
              <a:t>.false:=</a:t>
            </a:r>
            <a:r>
              <a:rPr lang="en-US" altLang="zh-CN" sz="1764" dirty="0" err="1">
                <a:solidFill>
                  <a:srgbClr val="003399"/>
                </a:solidFill>
              </a:rPr>
              <a:t>E.fasle</a:t>
            </a:r>
            <a:r>
              <a:rPr lang="en-US" altLang="zh-CN" sz="1764" dirty="0">
                <a:solidFill>
                  <a:srgbClr val="003399"/>
                </a:solidFill>
              </a:rPr>
              <a:t>;</a:t>
            </a:r>
          </a:p>
          <a:p>
            <a:pPr marL="377979" indent="-377979" defTabSz="503972" eaLnBrk="1" fontAlgn="auto" hangingPunct="1">
              <a:spcBef>
                <a:spcPts val="0"/>
              </a:spcBef>
              <a:spcAft>
                <a:spcPts val="0"/>
              </a:spcAft>
              <a:buClr>
                <a:srgbClr val="EEECE1"/>
              </a:buClr>
              <a:buFont typeface="Wingdings" panose="05000000000000000000" pitchFamily="2" charset="2"/>
              <a:buNone/>
              <a:defRPr/>
            </a:pPr>
            <a:r>
              <a:rPr lang="en-US" altLang="zh-CN" sz="1764" dirty="0">
                <a:solidFill>
                  <a:srgbClr val="003399"/>
                </a:solidFill>
              </a:rPr>
              <a:t>	     			</a:t>
            </a:r>
            <a:r>
              <a:rPr lang="en-US" altLang="zh-CN" sz="1984" i="1" u="sng" dirty="0" err="1">
                <a:solidFill>
                  <a:srgbClr val="003399"/>
                </a:solidFill>
              </a:rPr>
              <a:t>E.code</a:t>
            </a:r>
            <a:r>
              <a:rPr lang="en-US" altLang="zh-CN" sz="1984" i="1" u="sng" dirty="0">
                <a:solidFill>
                  <a:srgbClr val="003399"/>
                </a:solidFill>
              </a:rPr>
              <a:t>:=E</a:t>
            </a:r>
            <a:r>
              <a:rPr lang="en-US" altLang="zh-CN" sz="1984" i="1" u="sng" baseline="-30000" dirty="0">
                <a:solidFill>
                  <a:srgbClr val="003399"/>
                </a:solidFill>
              </a:rPr>
              <a:t>1</a:t>
            </a:r>
            <a:r>
              <a:rPr lang="en-US" altLang="zh-CN" sz="1984" i="1" u="sng" dirty="0">
                <a:solidFill>
                  <a:srgbClr val="003399"/>
                </a:solidFill>
              </a:rPr>
              <a:t>.code ||  gen(E</a:t>
            </a:r>
            <a:r>
              <a:rPr lang="en-US" altLang="zh-CN" sz="1984" i="1" u="sng" baseline="-30000" dirty="0">
                <a:solidFill>
                  <a:srgbClr val="003399"/>
                </a:solidFill>
              </a:rPr>
              <a:t>1</a:t>
            </a:r>
            <a:r>
              <a:rPr lang="en-US" altLang="zh-CN" sz="1984" i="1" u="sng" dirty="0">
                <a:solidFill>
                  <a:srgbClr val="003399"/>
                </a:solidFill>
              </a:rPr>
              <a:t>.true ‘:’) || E</a:t>
            </a:r>
            <a:r>
              <a:rPr lang="en-US" altLang="zh-CN" sz="1984" i="1" u="sng" baseline="-30000" dirty="0">
                <a:solidFill>
                  <a:srgbClr val="003399"/>
                </a:solidFill>
              </a:rPr>
              <a:t>2</a:t>
            </a:r>
            <a:r>
              <a:rPr lang="en-US" altLang="zh-CN" sz="1984" i="1" u="sng" dirty="0">
                <a:solidFill>
                  <a:srgbClr val="003399"/>
                </a:solidFill>
              </a:rPr>
              <a:t>.code</a:t>
            </a:r>
            <a:endParaRPr lang="zh-CN" altLang="en-US" sz="1984" i="1" u="sng" dirty="0">
              <a:solidFill>
                <a:srgbClr val="003399"/>
              </a:solidFill>
            </a:endParaRPr>
          </a:p>
        </p:txBody>
      </p:sp>
      <p:sp>
        <p:nvSpPr>
          <p:cNvPr id="132" name="Rectangle 3"/>
          <p:cNvSpPr txBox="1">
            <a:spLocks noChangeArrowheads="1"/>
          </p:cNvSpPr>
          <p:nvPr/>
        </p:nvSpPr>
        <p:spPr>
          <a:xfrm>
            <a:off x="938213" y="4103688"/>
            <a:ext cx="3197225" cy="3035300"/>
          </a:xfrm>
          <a:prstGeom prst="rect">
            <a:avLst/>
          </a:prstGeom>
          <a:noFill/>
          <a:ln w="38100">
            <a:solidFill>
              <a:schemeClr val="tx1"/>
            </a:solidFill>
            <a:miter lim="800000"/>
            <a:headEnd/>
            <a:tailEnd/>
          </a:ln>
        </p:spPr>
        <p:txBody>
          <a:bodyPr lIns="88892" tIns="44446" rIns="88892" bIns="44446">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77979" indent="-377979" defTabSz="503972" fontAlgn="auto">
              <a:lnSpc>
                <a:spcPct val="90000"/>
              </a:lnSpc>
              <a:spcBef>
                <a:spcPts val="1102"/>
              </a:spcBef>
              <a:buClr>
                <a:srgbClr val="4F81BD"/>
              </a:buClr>
              <a:buFont typeface="Wingdings 3" charset="2"/>
              <a:buNone/>
              <a:defRPr/>
            </a:pPr>
            <a:endParaRPr lang="zh-CN" altLang="en-US" sz="2334" dirty="0">
              <a:solidFill>
                <a:srgbClr val="008000"/>
              </a:solidFill>
            </a:endParaRPr>
          </a:p>
        </p:txBody>
      </p:sp>
      <p:sp>
        <p:nvSpPr>
          <p:cNvPr id="133" name="Rectangle 3"/>
          <p:cNvSpPr txBox="1">
            <a:spLocks noChangeArrowheads="1"/>
          </p:cNvSpPr>
          <p:nvPr/>
        </p:nvSpPr>
        <p:spPr>
          <a:xfrm>
            <a:off x="958850" y="4165600"/>
            <a:ext cx="3197225" cy="2973388"/>
          </a:xfrm>
          <a:prstGeom prst="rect">
            <a:avLst/>
          </a:prstGeom>
          <a:noFill/>
          <a:ln w="38100">
            <a:noFill/>
            <a:miter lim="800000"/>
            <a:headEnd/>
            <a:tailEnd/>
          </a:ln>
        </p:spPr>
        <p:txBody>
          <a:bodyPr lIns="88892" tIns="44446" rIns="88892" bIns="44446">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77979" indent="-377979" defTabSz="503972" fontAlgn="auto">
              <a:lnSpc>
                <a:spcPct val="90000"/>
              </a:lnSpc>
              <a:spcBef>
                <a:spcPts val="1102"/>
              </a:spcBef>
              <a:buClr>
                <a:srgbClr val="4F81BD"/>
              </a:buClr>
              <a:buFont typeface="Wingdings 3" charset="2"/>
              <a:buNone/>
              <a:defRPr/>
            </a:pPr>
            <a:r>
              <a:rPr lang="zh-CN" altLang="en-US" sz="2334" dirty="0">
                <a:solidFill>
                  <a:srgbClr val="FF3300"/>
                </a:solidFill>
              </a:rPr>
              <a:t>	 </a:t>
            </a:r>
            <a:r>
              <a:rPr lang="en-US" altLang="zh-CN" sz="2334" dirty="0">
                <a:solidFill>
                  <a:srgbClr val="FF3300"/>
                </a:solidFill>
              </a:rPr>
              <a:t>if a&lt;b </a:t>
            </a:r>
            <a:r>
              <a:rPr lang="en-US" altLang="zh-CN" sz="2334" dirty="0" err="1">
                <a:solidFill>
                  <a:srgbClr val="FF3300"/>
                </a:solidFill>
              </a:rPr>
              <a:t>goto</a:t>
            </a:r>
            <a:r>
              <a:rPr lang="en-US" altLang="zh-CN" sz="2334" dirty="0">
                <a:solidFill>
                  <a:srgbClr val="FF3300"/>
                </a:solidFill>
              </a:rPr>
              <a:t> </a:t>
            </a:r>
            <a:r>
              <a:rPr lang="en-US" altLang="zh-CN" sz="2334" dirty="0" err="1">
                <a:solidFill>
                  <a:srgbClr val="FF3300"/>
                </a:solidFill>
              </a:rPr>
              <a:t>Ltrue</a:t>
            </a:r>
            <a:endParaRPr lang="en-US" altLang="zh-CN" sz="2334" dirty="0">
              <a:solidFill>
                <a:srgbClr val="FF3300"/>
              </a:solidFill>
            </a:endParaRPr>
          </a:p>
          <a:p>
            <a:pPr marL="377979" indent="-377979" defTabSz="503972" fontAlgn="auto">
              <a:lnSpc>
                <a:spcPct val="90000"/>
              </a:lnSpc>
              <a:spcBef>
                <a:spcPts val="1102"/>
              </a:spcBef>
              <a:buClr>
                <a:srgbClr val="4F81BD"/>
              </a:buClr>
              <a:buFont typeface="Wingdings 3" charset="2"/>
              <a:buNone/>
              <a:defRPr/>
            </a:pPr>
            <a:r>
              <a:rPr lang="en-US" altLang="zh-CN" sz="2334" dirty="0">
                <a:solidFill>
                  <a:srgbClr val="FF3300"/>
                </a:solidFill>
              </a:rPr>
              <a:t>	 </a:t>
            </a:r>
            <a:r>
              <a:rPr lang="en-US" altLang="zh-CN" sz="2334" dirty="0" err="1">
                <a:solidFill>
                  <a:srgbClr val="FF3300"/>
                </a:solidFill>
              </a:rPr>
              <a:t>goto</a:t>
            </a:r>
            <a:r>
              <a:rPr lang="en-US" altLang="zh-CN" sz="2334" dirty="0">
                <a:solidFill>
                  <a:srgbClr val="FF3300"/>
                </a:solidFill>
              </a:rPr>
              <a:t> L</a:t>
            </a:r>
            <a:r>
              <a:rPr lang="en-US" altLang="zh-CN" sz="2334" baseline="-30000" dirty="0">
                <a:solidFill>
                  <a:srgbClr val="FF3300"/>
                </a:solidFill>
              </a:rPr>
              <a:t>1</a:t>
            </a:r>
            <a:endParaRPr lang="en-US" altLang="zh-CN" sz="2334" dirty="0">
              <a:solidFill>
                <a:srgbClr val="FF3300"/>
              </a:solidFill>
            </a:endParaRPr>
          </a:p>
          <a:p>
            <a:pPr marL="377979" indent="-377979" defTabSz="503972" fontAlgn="auto">
              <a:lnSpc>
                <a:spcPct val="90000"/>
              </a:lnSpc>
              <a:spcBef>
                <a:spcPts val="1102"/>
              </a:spcBef>
              <a:buClr>
                <a:srgbClr val="4F81BD"/>
              </a:buClr>
              <a:buFont typeface="Wingdings 3" charset="2"/>
              <a:buNone/>
              <a:defRPr/>
            </a:pPr>
            <a:r>
              <a:rPr lang="en-US" altLang="zh-CN" sz="2334" dirty="0">
                <a:solidFill>
                  <a:srgbClr val="0070C0"/>
                </a:solidFill>
              </a:rPr>
              <a:t>     if c&lt;d </a:t>
            </a:r>
            <a:r>
              <a:rPr lang="en-US" altLang="zh-CN" sz="2334" dirty="0" err="1">
                <a:solidFill>
                  <a:srgbClr val="0070C0"/>
                </a:solidFill>
              </a:rPr>
              <a:t>goto</a:t>
            </a:r>
            <a:r>
              <a:rPr lang="en-US" altLang="zh-CN" sz="2334" dirty="0">
                <a:solidFill>
                  <a:srgbClr val="0070C0"/>
                </a:solidFill>
              </a:rPr>
              <a:t> L</a:t>
            </a:r>
            <a:r>
              <a:rPr lang="en-US" altLang="zh-CN" sz="2334" baseline="-30000" dirty="0">
                <a:solidFill>
                  <a:srgbClr val="0070C0"/>
                </a:solidFill>
              </a:rPr>
              <a:t>2</a:t>
            </a:r>
            <a:endParaRPr lang="en-US" altLang="zh-CN" sz="2334" dirty="0">
              <a:solidFill>
                <a:srgbClr val="0070C0"/>
              </a:solidFill>
            </a:endParaRPr>
          </a:p>
          <a:p>
            <a:pPr marL="377979" indent="-377979" defTabSz="503972" fontAlgn="auto">
              <a:lnSpc>
                <a:spcPct val="90000"/>
              </a:lnSpc>
              <a:spcBef>
                <a:spcPts val="1102"/>
              </a:spcBef>
              <a:buClr>
                <a:srgbClr val="4F81BD"/>
              </a:buClr>
              <a:buFont typeface="Wingdings 3" charset="2"/>
              <a:buNone/>
              <a:defRPr/>
            </a:pPr>
            <a:r>
              <a:rPr lang="en-US" altLang="zh-CN" sz="2334" dirty="0">
                <a:solidFill>
                  <a:srgbClr val="0070C0"/>
                </a:solidFill>
              </a:rPr>
              <a:t>	 </a:t>
            </a:r>
            <a:r>
              <a:rPr lang="en-US" altLang="zh-CN" sz="2334" dirty="0" err="1">
                <a:solidFill>
                  <a:srgbClr val="0070C0"/>
                </a:solidFill>
              </a:rPr>
              <a:t>goto</a:t>
            </a:r>
            <a:r>
              <a:rPr lang="en-US" altLang="zh-CN" sz="2334" dirty="0">
                <a:solidFill>
                  <a:srgbClr val="0070C0"/>
                </a:solidFill>
              </a:rPr>
              <a:t> </a:t>
            </a:r>
            <a:r>
              <a:rPr lang="en-US" altLang="zh-CN" sz="2334" dirty="0" err="1">
                <a:solidFill>
                  <a:srgbClr val="0070C0"/>
                </a:solidFill>
              </a:rPr>
              <a:t>Lfalse</a:t>
            </a:r>
            <a:endParaRPr lang="en-US" altLang="zh-CN" sz="2334" dirty="0">
              <a:solidFill>
                <a:srgbClr val="0070C0"/>
              </a:solidFill>
            </a:endParaRPr>
          </a:p>
          <a:p>
            <a:pPr marL="377979" indent="-377979" defTabSz="503972" fontAlgn="auto">
              <a:lnSpc>
                <a:spcPct val="90000"/>
              </a:lnSpc>
              <a:spcBef>
                <a:spcPts val="1102"/>
              </a:spcBef>
              <a:buClr>
                <a:srgbClr val="4F81BD"/>
              </a:buClr>
              <a:buFont typeface="Wingdings 3" charset="2"/>
              <a:buNone/>
              <a:defRPr/>
            </a:pPr>
            <a:r>
              <a:rPr lang="en-US" altLang="zh-CN" sz="2334" dirty="0">
                <a:solidFill>
                  <a:srgbClr val="008000"/>
                </a:solidFill>
              </a:rPr>
              <a:t>     if e&lt;f </a:t>
            </a:r>
            <a:r>
              <a:rPr lang="en-US" altLang="zh-CN" sz="2334" dirty="0" err="1">
                <a:solidFill>
                  <a:srgbClr val="008000"/>
                </a:solidFill>
              </a:rPr>
              <a:t>goto</a:t>
            </a:r>
            <a:r>
              <a:rPr lang="en-US" altLang="zh-CN" sz="2334" dirty="0">
                <a:solidFill>
                  <a:srgbClr val="008000"/>
                </a:solidFill>
              </a:rPr>
              <a:t> </a:t>
            </a:r>
            <a:r>
              <a:rPr lang="en-US" altLang="zh-CN" sz="2334" dirty="0" err="1">
                <a:solidFill>
                  <a:srgbClr val="008000"/>
                </a:solidFill>
              </a:rPr>
              <a:t>Ltrue</a:t>
            </a:r>
            <a:endParaRPr lang="en-US" altLang="zh-CN" sz="2334" dirty="0">
              <a:solidFill>
                <a:srgbClr val="008000"/>
              </a:solidFill>
            </a:endParaRPr>
          </a:p>
          <a:p>
            <a:pPr marL="377979" indent="-377979" defTabSz="503972" fontAlgn="auto">
              <a:lnSpc>
                <a:spcPct val="90000"/>
              </a:lnSpc>
              <a:spcBef>
                <a:spcPts val="1102"/>
              </a:spcBef>
              <a:buClr>
                <a:srgbClr val="4F81BD"/>
              </a:buClr>
              <a:buFont typeface="Wingdings 3" charset="2"/>
              <a:buNone/>
              <a:defRPr/>
            </a:pPr>
            <a:r>
              <a:rPr lang="en-US" altLang="zh-CN" sz="2334" dirty="0">
                <a:solidFill>
                  <a:srgbClr val="008000"/>
                </a:solidFill>
              </a:rPr>
              <a:t>	 </a:t>
            </a:r>
            <a:r>
              <a:rPr lang="en-US" altLang="zh-CN" sz="2334" dirty="0" err="1">
                <a:solidFill>
                  <a:srgbClr val="008000"/>
                </a:solidFill>
              </a:rPr>
              <a:t>goto</a:t>
            </a:r>
            <a:r>
              <a:rPr lang="en-US" altLang="zh-CN" sz="2334" dirty="0">
                <a:solidFill>
                  <a:srgbClr val="008000"/>
                </a:solidFill>
              </a:rPr>
              <a:t> </a:t>
            </a:r>
            <a:r>
              <a:rPr lang="en-US" altLang="zh-CN" sz="2334" dirty="0" err="1">
                <a:solidFill>
                  <a:srgbClr val="008000"/>
                </a:solidFill>
              </a:rPr>
              <a:t>Lfalse</a:t>
            </a:r>
            <a:endParaRPr lang="zh-CN" altLang="en-US" sz="2334" dirty="0">
              <a:solidFill>
                <a:srgbClr val="008000"/>
              </a:solidFill>
            </a:endParaRPr>
          </a:p>
        </p:txBody>
      </p:sp>
      <p:sp>
        <p:nvSpPr>
          <p:cNvPr id="134" name="Rectangle 47"/>
          <p:cNvSpPr>
            <a:spLocks noChangeArrowheads="1"/>
          </p:cNvSpPr>
          <p:nvPr/>
        </p:nvSpPr>
        <p:spPr bwMode="auto">
          <a:xfrm>
            <a:off x="1035050" y="5064125"/>
            <a:ext cx="2838450" cy="1811338"/>
          </a:xfrm>
          <a:prstGeom prst="rect">
            <a:avLst/>
          </a:prstGeom>
          <a:noFill/>
          <a:ln w="28575">
            <a:solidFill>
              <a:srgbClr val="CC0066"/>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749">
              <a:solidFill>
                <a:prstClr val="black"/>
              </a:solidFill>
              <a:ea typeface="宋体" panose="02010600030101010101" pitchFamily="2" charset="-122"/>
            </a:endParaRPr>
          </a:p>
        </p:txBody>
      </p:sp>
      <p:sp>
        <p:nvSpPr>
          <p:cNvPr id="135" name="Text Box 48"/>
          <p:cNvSpPr txBox="1">
            <a:spLocks noChangeArrowheads="1"/>
          </p:cNvSpPr>
          <p:nvPr/>
        </p:nvSpPr>
        <p:spPr bwMode="auto">
          <a:xfrm>
            <a:off x="957263" y="4981575"/>
            <a:ext cx="544512" cy="450850"/>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34" dirty="0">
                <a:solidFill>
                  <a:srgbClr val="FF0000"/>
                </a:solidFill>
                <a:ea typeface="宋体" panose="02010600030101010101" pitchFamily="2" charset="-122"/>
              </a:rPr>
              <a:t>L</a:t>
            </a:r>
            <a:r>
              <a:rPr lang="en-US" altLang="zh-CN" sz="2334" baseline="-30000" dirty="0">
                <a:solidFill>
                  <a:srgbClr val="FF0000"/>
                </a:solidFill>
                <a:ea typeface="宋体" panose="02010600030101010101" pitchFamily="2" charset="-122"/>
              </a:rPr>
              <a:t>1</a:t>
            </a:r>
            <a:r>
              <a:rPr lang="en-US" altLang="zh-CN" sz="2334" dirty="0">
                <a:solidFill>
                  <a:srgbClr val="003399"/>
                </a:solidFill>
                <a:ea typeface="宋体" panose="02010600030101010101" pitchFamily="2" charset="-122"/>
              </a:rPr>
              <a:t>:</a:t>
            </a:r>
            <a:endParaRPr lang="en-GB" altLang="zh-CN" sz="2334" dirty="0">
              <a:solidFill>
                <a:srgbClr val="003399"/>
              </a:solidFill>
              <a:ea typeface="宋体" panose="02010600030101010101" pitchFamily="2" charset="-122"/>
            </a:endParaRPr>
          </a:p>
        </p:txBody>
      </p:sp>
      <p:sp>
        <p:nvSpPr>
          <p:cNvPr id="136" name="Text Box 49"/>
          <p:cNvSpPr txBox="1">
            <a:spLocks noChangeArrowheads="1"/>
          </p:cNvSpPr>
          <p:nvPr/>
        </p:nvSpPr>
        <p:spPr bwMode="auto">
          <a:xfrm>
            <a:off x="957263" y="5873750"/>
            <a:ext cx="544512" cy="452438"/>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34" dirty="0">
                <a:solidFill>
                  <a:srgbClr val="0070C0"/>
                </a:solidFill>
                <a:ea typeface="宋体" panose="02010600030101010101" pitchFamily="2" charset="-122"/>
              </a:rPr>
              <a:t>L</a:t>
            </a:r>
            <a:r>
              <a:rPr lang="en-US" altLang="zh-CN" sz="2334" baseline="-30000" dirty="0">
                <a:solidFill>
                  <a:srgbClr val="0070C0"/>
                </a:solidFill>
                <a:ea typeface="宋体" panose="02010600030101010101" pitchFamily="2" charset="-122"/>
              </a:rPr>
              <a:t>2</a:t>
            </a:r>
            <a:r>
              <a:rPr lang="en-US" altLang="zh-CN" sz="2334" dirty="0">
                <a:solidFill>
                  <a:srgbClr val="008000"/>
                </a:solidFill>
                <a:ea typeface="宋体" panose="02010600030101010101" pitchFamily="2" charset="-122"/>
              </a:rPr>
              <a:t>:</a:t>
            </a:r>
            <a:endParaRPr lang="en-GB" altLang="zh-CN" sz="2334" dirty="0">
              <a:solidFill>
                <a:srgbClr val="008000"/>
              </a:solidFill>
              <a:ea typeface="宋体" panose="02010600030101010101" pitchFamily="2" charset="-122"/>
            </a:endParaRPr>
          </a:p>
        </p:txBody>
      </p:sp>
      <p:sp>
        <p:nvSpPr>
          <p:cNvPr id="137" name="文本框 136"/>
          <p:cNvSpPr txBox="1"/>
          <p:nvPr/>
        </p:nvSpPr>
        <p:spPr>
          <a:xfrm>
            <a:off x="-68263" y="4419600"/>
            <a:ext cx="1119188" cy="450850"/>
          </a:xfrm>
          <a:prstGeom prst="rect">
            <a:avLst/>
          </a:prstGeom>
          <a:noFill/>
        </p:spPr>
        <p:txBody>
          <a:bodyPr wrap="none">
            <a:spAutoFit/>
          </a:bodyPr>
          <a:lstStyle/>
          <a:p>
            <a:pPr defTabSz="503972" eaLnBrk="1" fontAlgn="auto" hangingPunct="1">
              <a:spcBef>
                <a:spcPts val="0"/>
              </a:spcBef>
              <a:spcAft>
                <a:spcPts val="0"/>
              </a:spcAft>
              <a:defRPr/>
            </a:pPr>
            <a:r>
              <a:rPr lang="en-GB" altLang="zh-CN" sz="2334" dirty="0">
                <a:solidFill>
                  <a:srgbClr val="FF3300"/>
                </a:solidFill>
                <a:latin typeface="Arial" panose="020B0604020202020204"/>
                <a:ea typeface="宋体" panose="02010600030101010101" pitchFamily="2" charset="-122"/>
              </a:rPr>
              <a:t>E</a:t>
            </a:r>
            <a:r>
              <a:rPr lang="en-US" altLang="zh-CN" sz="2334" dirty="0">
                <a:solidFill>
                  <a:srgbClr val="FF3300"/>
                </a:solidFill>
                <a:latin typeface="Arial" panose="020B0604020202020204"/>
                <a:ea typeface="宋体" panose="02010600030101010101" pitchFamily="2" charset="-122"/>
              </a:rPr>
              <a:t>.code</a:t>
            </a:r>
            <a:endParaRPr lang="en-GB" altLang="zh-CN" sz="2334" dirty="0">
              <a:solidFill>
                <a:srgbClr val="FF3300"/>
              </a:solidFill>
              <a:latin typeface="Arial" panose="020B0604020202020204"/>
              <a:ea typeface="宋体" panose="02010600030101010101" pitchFamily="2" charset="-122"/>
            </a:endParaRPr>
          </a:p>
        </p:txBody>
      </p:sp>
      <p:sp>
        <p:nvSpPr>
          <p:cNvPr id="138" name="文本框 137"/>
          <p:cNvSpPr txBox="1"/>
          <p:nvPr/>
        </p:nvSpPr>
        <p:spPr>
          <a:xfrm>
            <a:off x="-68263" y="5311775"/>
            <a:ext cx="1119188" cy="452438"/>
          </a:xfrm>
          <a:prstGeom prst="rect">
            <a:avLst/>
          </a:prstGeom>
          <a:noFill/>
        </p:spPr>
        <p:txBody>
          <a:bodyPr wrap="none">
            <a:spAutoFit/>
          </a:bodyPr>
          <a:lstStyle/>
          <a:p>
            <a:pPr defTabSz="503972" eaLnBrk="1" fontAlgn="auto" hangingPunct="1">
              <a:spcBef>
                <a:spcPts val="0"/>
              </a:spcBef>
              <a:spcAft>
                <a:spcPts val="0"/>
              </a:spcAft>
              <a:defRPr/>
            </a:pPr>
            <a:r>
              <a:rPr lang="en-GB" altLang="zh-CN" sz="2334" dirty="0">
                <a:solidFill>
                  <a:srgbClr val="0070C0"/>
                </a:solidFill>
                <a:latin typeface="Arial" panose="020B0604020202020204"/>
                <a:ea typeface="宋体" panose="02010600030101010101" pitchFamily="2" charset="-122"/>
              </a:rPr>
              <a:t>E</a:t>
            </a:r>
            <a:r>
              <a:rPr lang="en-US" altLang="zh-CN" sz="2334" dirty="0">
                <a:solidFill>
                  <a:srgbClr val="0070C0"/>
                </a:solidFill>
                <a:latin typeface="Arial" panose="020B0604020202020204"/>
                <a:ea typeface="宋体" panose="02010600030101010101" pitchFamily="2" charset="-122"/>
              </a:rPr>
              <a:t>.code</a:t>
            </a:r>
            <a:endParaRPr lang="en-GB" altLang="zh-CN" sz="2334" dirty="0">
              <a:solidFill>
                <a:srgbClr val="0070C0"/>
              </a:solidFill>
              <a:latin typeface="Arial" panose="020B0604020202020204"/>
              <a:ea typeface="宋体" panose="02010600030101010101" pitchFamily="2" charset="-122"/>
            </a:endParaRPr>
          </a:p>
        </p:txBody>
      </p:sp>
      <p:sp>
        <p:nvSpPr>
          <p:cNvPr id="139" name="文本框 138"/>
          <p:cNvSpPr txBox="1"/>
          <p:nvPr/>
        </p:nvSpPr>
        <p:spPr>
          <a:xfrm>
            <a:off x="-68263" y="6121400"/>
            <a:ext cx="1119188" cy="450850"/>
          </a:xfrm>
          <a:prstGeom prst="rect">
            <a:avLst/>
          </a:prstGeom>
          <a:noFill/>
        </p:spPr>
        <p:txBody>
          <a:bodyPr wrap="none">
            <a:spAutoFit/>
          </a:bodyPr>
          <a:lstStyle/>
          <a:p>
            <a:pPr defTabSz="503972" eaLnBrk="1" fontAlgn="auto" hangingPunct="1">
              <a:spcBef>
                <a:spcPts val="0"/>
              </a:spcBef>
              <a:spcAft>
                <a:spcPts val="0"/>
              </a:spcAft>
              <a:defRPr/>
            </a:pPr>
            <a:r>
              <a:rPr lang="en-GB" altLang="zh-CN" sz="2334" dirty="0">
                <a:solidFill>
                  <a:srgbClr val="009644"/>
                </a:solidFill>
                <a:latin typeface="Arial" panose="020B0604020202020204"/>
                <a:ea typeface="宋体" panose="02010600030101010101" pitchFamily="2" charset="-122"/>
              </a:rPr>
              <a:t>E</a:t>
            </a:r>
            <a:r>
              <a:rPr lang="en-US" altLang="zh-CN" sz="2334" dirty="0">
                <a:solidFill>
                  <a:srgbClr val="009644"/>
                </a:solidFill>
                <a:latin typeface="Arial" panose="020B0604020202020204"/>
                <a:ea typeface="宋体" panose="02010600030101010101" pitchFamily="2" charset="-122"/>
              </a:rPr>
              <a:t>.code</a:t>
            </a:r>
            <a:endParaRPr lang="en-GB" altLang="zh-CN" sz="2334" dirty="0">
              <a:solidFill>
                <a:srgbClr val="009644"/>
              </a:solidFill>
              <a:latin typeface="Arial" panose="020B0604020202020204"/>
              <a:ea typeface="宋体" panose="02010600030101010101" pitchFamily="2" charset="-122"/>
            </a:endParaRPr>
          </a:p>
        </p:txBody>
      </p:sp>
      <p:sp>
        <p:nvSpPr>
          <p:cNvPr id="140" name="文本框 139"/>
          <p:cNvSpPr txBox="1"/>
          <p:nvPr/>
        </p:nvSpPr>
        <p:spPr>
          <a:xfrm>
            <a:off x="3816350" y="5072063"/>
            <a:ext cx="11668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defPPr>
              <a:defRPr lang="en-US"/>
            </a:defPPr>
            <a:lvl1pPr>
              <a:spcBef>
                <a:spcPct val="0"/>
              </a:spcBef>
              <a:buClrTx/>
              <a:buSzTx/>
              <a:buFontTx/>
              <a:buNone/>
              <a:defRPr>
                <a:solidFill>
                  <a:srgbClr val="CC0066"/>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latin typeface="Arial" panose="020B0604020202020204" pitchFamily="34" charset="0"/>
                <a:ea typeface="微软雅黑" panose="020B0503020204020204" pitchFamily="34" charset="-122"/>
              </a:defRPr>
            </a:lvl9pPr>
          </a:lstStyle>
          <a:p>
            <a:pPr defTabSz="503972" eaLnBrk="1" fontAlgn="auto" hangingPunct="1">
              <a:spcAft>
                <a:spcPts val="0"/>
              </a:spcAft>
              <a:defRPr/>
            </a:pPr>
            <a:r>
              <a:rPr lang="en-GB" altLang="zh-CN" sz="2334" dirty="0"/>
              <a:t>E</a:t>
            </a:r>
            <a:r>
              <a:rPr lang="en-US" altLang="zh-CN" sz="2334" dirty="0"/>
              <a:t>.code</a:t>
            </a:r>
            <a:endParaRPr lang="en-GB" altLang="zh-CN" sz="2334" dirty="0"/>
          </a:p>
        </p:txBody>
      </p:sp>
      <p:sp>
        <p:nvSpPr>
          <p:cNvPr id="141" name="文本框 140"/>
          <p:cNvSpPr txBox="1"/>
          <p:nvPr/>
        </p:nvSpPr>
        <p:spPr>
          <a:xfrm>
            <a:off x="4100513" y="4070350"/>
            <a:ext cx="1117600" cy="452438"/>
          </a:xfrm>
          <a:prstGeom prst="rect">
            <a:avLst/>
          </a:prstGeom>
          <a:noFill/>
        </p:spPr>
        <p:txBody>
          <a:bodyPr wrap="none">
            <a:spAutoFit/>
          </a:bodyPr>
          <a:lstStyle/>
          <a:p>
            <a:pPr defTabSz="503972" eaLnBrk="1" fontAlgn="auto" hangingPunct="1">
              <a:spcBef>
                <a:spcPts val="0"/>
              </a:spcBef>
              <a:spcAft>
                <a:spcPts val="0"/>
              </a:spcAft>
              <a:defRPr/>
            </a:pPr>
            <a:r>
              <a:rPr lang="en-GB" altLang="zh-CN" sz="2334" dirty="0">
                <a:solidFill>
                  <a:prstClr val="black"/>
                </a:solidFill>
                <a:ea typeface="微软雅黑" panose="020B0503020204020204" pitchFamily="34" charset="-122"/>
              </a:rPr>
              <a:t>E</a:t>
            </a:r>
            <a:r>
              <a:rPr lang="en-US" altLang="zh-CN" sz="2334" dirty="0">
                <a:solidFill>
                  <a:prstClr val="black"/>
                </a:solidFill>
                <a:ea typeface="微软雅黑" panose="020B0503020204020204" pitchFamily="34" charset="-122"/>
              </a:rPr>
              <a:t>.code</a:t>
            </a:r>
            <a:endParaRPr lang="en-GB" altLang="zh-CN" sz="2334" dirty="0">
              <a:solidFill>
                <a:prstClr val="black"/>
              </a:solidFill>
              <a:ea typeface="微软雅黑" panose="020B0503020204020204" pitchFamily="34" charset="-122"/>
            </a:endParaRPr>
          </a:p>
        </p:txBody>
      </p:sp>
      <p:sp>
        <p:nvSpPr>
          <p:cNvPr id="2" name="灯片编号占位符 1">
            <a:extLst>
              <a:ext uri="{FF2B5EF4-FFF2-40B4-BE49-F238E27FC236}">
                <a16:creationId xmlns:a16="http://schemas.microsoft.com/office/drawing/2014/main" id="{6772BB05-75C6-039C-B47B-FC651A4859AA}"/>
              </a:ext>
            </a:extLst>
          </p:cNvPr>
          <p:cNvSpPr>
            <a:spLocks noGrp="1"/>
          </p:cNvSpPr>
          <p:nvPr>
            <p:ph type="sldNum" sz="quarter" idx="12"/>
          </p:nvPr>
        </p:nvSpPr>
        <p:spPr/>
        <p:txBody>
          <a:bodyPr/>
          <a:lstStyle/>
          <a:p>
            <a:pPr>
              <a:defRPr/>
            </a:pPr>
            <a:fld id="{83E5ACC6-5BEE-4F86-A8A3-2CA27B637FFC}" type="slidenum">
              <a:rPr lang="en-US" smtClean="0"/>
              <a:pPr>
                <a:defRPr/>
              </a:pPr>
              <a:t>97</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left)">
                                      <p:cBhvr>
                                        <p:cTn id="7" dur="500"/>
                                        <p:tgtEl>
                                          <p:spTgt spid="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7"/>
                                        </p:tgtEl>
                                        <p:attrNameLst>
                                          <p:attrName>style.visibility</p:attrName>
                                        </p:attrNameLst>
                                      </p:cBhvr>
                                      <p:to>
                                        <p:strVal val="visible"/>
                                      </p:to>
                                    </p:set>
                                    <p:animEffect transition="in" filter="wipe(left)">
                                      <p:cBhvr>
                                        <p:cTn id="20" dur="500"/>
                                        <p:tgtEl>
                                          <p:spTgt spid="13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8"/>
                                        </p:tgtEl>
                                        <p:attrNameLst>
                                          <p:attrName>style.visibility</p:attrName>
                                        </p:attrNameLst>
                                      </p:cBhvr>
                                      <p:to>
                                        <p:strVal val="visible"/>
                                      </p:to>
                                    </p:set>
                                    <p:animEffect transition="in" filter="wipe(left)">
                                      <p:cBhvr>
                                        <p:cTn id="33" dur="500"/>
                                        <p:tgtEl>
                                          <p:spTgt spid="13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9"/>
                                        </p:tgtEl>
                                        <p:attrNameLst>
                                          <p:attrName>style.visibility</p:attrName>
                                        </p:attrNameLst>
                                      </p:cBhvr>
                                      <p:to>
                                        <p:strVal val="visible"/>
                                      </p:to>
                                    </p:set>
                                    <p:animEffect transition="in" filter="wipe(left)">
                                      <p:cBhvr>
                                        <p:cTn id="46" dur="500"/>
                                        <p:tgtEl>
                                          <p:spTgt spid="13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0"/>
                                        </p:tgtEl>
                                        <p:attrNameLst>
                                          <p:attrName>style.visibility</p:attrName>
                                        </p:attrNameLst>
                                      </p:cBhvr>
                                      <p:to>
                                        <p:strVal val="visible"/>
                                      </p:to>
                                    </p:set>
                                    <p:animEffect transition="in" filter="wipe(left)">
                                      <p:cBhvr>
                                        <p:cTn id="59" dur="500"/>
                                        <p:tgtEl>
                                          <p:spTgt spid="14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35"/>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wipe(up)">
                                      <p:cBhvr>
                                        <p:cTn id="68" dur="500"/>
                                        <p:tgtEl>
                                          <p:spTgt spid="13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41"/>
                                        </p:tgtEl>
                                        <p:attrNameLst>
                                          <p:attrName>style.visibility</p:attrName>
                                        </p:attrNameLst>
                                      </p:cBhvr>
                                      <p:to>
                                        <p:strVal val="visible"/>
                                      </p:to>
                                    </p:set>
                                    <p:animEffect transition="in" filter="wipe(left)">
                                      <p:cBhvr>
                                        <p:cTn id="73" dur="500"/>
                                        <p:tgtEl>
                                          <p:spTgt spid="14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xit" presetSubtype="4" fill="hold" grpId="1" nodeType="clickEffect">
                                  <p:stCondLst>
                                    <p:cond delay="0"/>
                                  </p:stCondLst>
                                  <p:childTnLst>
                                    <p:animEffect transition="out" filter="wipe(down)">
                                      <p:cBhvr>
                                        <p:cTn id="77" dur="500"/>
                                        <p:tgtEl>
                                          <p:spTgt spid="86"/>
                                        </p:tgtEl>
                                      </p:cBhvr>
                                    </p:animEffect>
                                    <p:set>
                                      <p:cBhvr>
                                        <p:cTn id="78" dur="1" fill="hold">
                                          <p:stCondLst>
                                            <p:cond delay="499"/>
                                          </p:stCondLst>
                                        </p:cTn>
                                        <p:tgtEl>
                                          <p:spTgt spid="86"/>
                                        </p:tgtEl>
                                        <p:attrNameLst>
                                          <p:attrName>style.visibility</p:attrName>
                                        </p:attrNameLst>
                                      </p:cBhvr>
                                      <p:to>
                                        <p:strVal val="hidden"/>
                                      </p:to>
                                    </p:set>
                                  </p:childTnLst>
                                </p:cTn>
                              </p:par>
                              <p:par>
                                <p:cTn id="79" presetID="22" presetClass="exit" presetSubtype="4" fill="hold" grpId="1" nodeType="withEffect">
                                  <p:stCondLst>
                                    <p:cond delay="0"/>
                                  </p:stCondLst>
                                  <p:childTnLst>
                                    <p:animEffect transition="out" filter="wipe(down)">
                                      <p:cBhvr>
                                        <p:cTn id="80" dur="500"/>
                                        <p:tgtEl>
                                          <p:spTgt spid="137"/>
                                        </p:tgtEl>
                                      </p:cBhvr>
                                    </p:animEffect>
                                    <p:set>
                                      <p:cBhvr>
                                        <p:cTn id="81" dur="1" fill="hold">
                                          <p:stCondLst>
                                            <p:cond delay="499"/>
                                          </p:stCondLst>
                                        </p:cTn>
                                        <p:tgtEl>
                                          <p:spTgt spid="137"/>
                                        </p:tgtEl>
                                        <p:attrNameLst>
                                          <p:attrName>style.visibility</p:attrName>
                                        </p:attrNameLst>
                                      </p:cBhvr>
                                      <p:to>
                                        <p:strVal val="hidden"/>
                                      </p:to>
                                    </p:set>
                                  </p:childTnLst>
                                </p:cTn>
                              </p:par>
                              <p:par>
                                <p:cTn id="82" presetID="22" presetClass="exit" presetSubtype="4" fill="hold" grpId="1" nodeType="withEffect">
                                  <p:stCondLst>
                                    <p:cond delay="0"/>
                                  </p:stCondLst>
                                  <p:childTnLst>
                                    <p:animEffect transition="out" filter="wipe(down)">
                                      <p:cBhvr>
                                        <p:cTn id="83" dur="500"/>
                                        <p:tgtEl>
                                          <p:spTgt spid="138"/>
                                        </p:tgtEl>
                                      </p:cBhvr>
                                    </p:animEffect>
                                    <p:set>
                                      <p:cBhvr>
                                        <p:cTn id="84" dur="1" fill="hold">
                                          <p:stCondLst>
                                            <p:cond delay="499"/>
                                          </p:stCondLst>
                                        </p:cTn>
                                        <p:tgtEl>
                                          <p:spTgt spid="138"/>
                                        </p:tgtEl>
                                        <p:attrNameLst>
                                          <p:attrName>style.visibility</p:attrName>
                                        </p:attrNameLst>
                                      </p:cBhvr>
                                      <p:to>
                                        <p:strVal val="hidden"/>
                                      </p:to>
                                    </p:set>
                                  </p:childTnLst>
                                </p:cTn>
                              </p:par>
                              <p:par>
                                <p:cTn id="85" presetID="22" presetClass="exit" presetSubtype="4" fill="hold" grpId="1" nodeType="withEffect">
                                  <p:stCondLst>
                                    <p:cond delay="0"/>
                                  </p:stCondLst>
                                  <p:childTnLst>
                                    <p:animEffect transition="out" filter="wipe(down)">
                                      <p:cBhvr>
                                        <p:cTn id="86" dur="500"/>
                                        <p:tgtEl>
                                          <p:spTgt spid="139"/>
                                        </p:tgtEl>
                                      </p:cBhvr>
                                    </p:animEffect>
                                    <p:set>
                                      <p:cBhvr>
                                        <p:cTn id="87" dur="1" fill="hold">
                                          <p:stCondLst>
                                            <p:cond delay="499"/>
                                          </p:stCondLst>
                                        </p:cTn>
                                        <p:tgtEl>
                                          <p:spTgt spid="139"/>
                                        </p:tgtEl>
                                        <p:attrNameLst>
                                          <p:attrName>style.visibility</p:attrName>
                                        </p:attrNameLst>
                                      </p:cBhvr>
                                      <p:to>
                                        <p:strVal val="hidden"/>
                                      </p:to>
                                    </p:set>
                                  </p:childTnLst>
                                </p:cTn>
                              </p:par>
                              <p:par>
                                <p:cTn id="88" presetID="22" presetClass="exit" presetSubtype="4" fill="hold" grpId="1" nodeType="withEffect">
                                  <p:stCondLst>
                                    <p:cond delay="0"/>
                                  </p:stCondLst>
                                  <p:childTnLst>
                                    <p:animEffect transition="out" filter="wipe(down)">
                                      <p:cBhvr>
                                        <p:cTn id="89" dur="500"/>
                                        <p:tgtEl>
                                          <p:spTgt spid="134"/>
                                        </p:tgtEl>
                                      </p:cBhvr>
                                    </p:animEffect>
                                    <p:set>
                                      <p:cBhvr>
                                        <p:cTn id="90" dur="1" fill="hold">
                                          <p:stCondLst>
                                            <p:cond delay="499"/>
                                          </p:stCondLst>
                                        </p:cTn>
                                        <p:tgtEl>
                                          <p:spTgt spid="134"/>
                                        </p:tgtEl>
                                        <p:attrNameLst>
                                          <p:attrName>style.visibility</p:attrName>
                                        </p:attrNameLst>
                                      </p:cBhvr>
                                      <p:to>
                                        <p:strVal val="hidden"/>
                                      </p:to>
                                    </p:set>
                                  </p:childTnLst>
                                </p:cTn>
                              </p:par>
                              <p:par>
                                <p:cTn id="91" presetID="22" presetClass="exit" presetSubtype="4" fill="hold" grpId="1" nodeType="withEffect">
                                  <p:stCondLst>
                                    <p:cond delay="0"/>
                                  </p:stCondLst>
                                  <p:childTnLst>
                                    <p:animEffect transition="out" filter="wipe(down)">
                                      <p:cBhvr>
                                        <p:cTn id="92" dur="500"/>
                                        <p:tgtEl>
                                          <p:spTgt spid="140"/>
                                        </p:tgtEl>
                                      </p:cBhvr>
                                    </p:animEffect>
                                    <p:set>
                                      <p:cBhvr>
                                        <p:cTn id="93" dur="1" fill="hold">
                                          <p:stCondLst>
                                            <p:cond delay="499"/>
                                          </p:stCondLst>
                                        </p:cTn>
                                        <p:tgtEl>
                                          <p:spTgt spid="140"/>
                                        </p:tgtEl>
                                        <p:attrNameLst>
                                          <p:attrName>style.visibility</p:attrName>
                                        </p:attrNameLst>
                                      </p:cBhvr>
                                      <p:to>
                                        <p:strVal val="hidden"/>
                                      </p:to>
                                    </p:set>
                                  </p:childTnLst>
                                </p:cTn>
                              </p:par>
                              <p:par>
                                <p:cTn id="94" presetID="22" presetClass="exit" presetSubtype="4" fill="hold" grpId="1" nodeType="withEffect">
                                  <p:stCondLst>
                                    <p:cond delay="0"/>
                                  </p:stCondLst>
                                  <p:childTnLst>
                                    <p:animEffect transition="out" filter="wipe(down)">
                                      <p:cBhvr>
                                        <p:cTn id="95" dur="500"/>
                                        <p:tgtEl>
                                          <p:spTgt spid="132"/>
                                        </p:tgtEl>
                                      </p:cBhvr>
                                    </p:animEffect>
                                    <p:set>
                                      <p:cBhvr>
                                        <p:cTn id="96" dur="1" fill="hold">
                                          <p:stCondLst>
                                            <p:cond delay="499"/>
                                          </p:stCondLst>
                                        </p:cTn>
                                        <p:tgtEl>
                                          <p:spTgt spid="132"/>
                                        </p:tgtEl>
                                        <p:attrNameLst>
                                          <p:attrName>style.visibility</p:attrName>
                                        </p:attrNameLst>
                                      </p:cBhvr>
                                      <p:to>
                                        <p:strVal val="hidden"/>
                                      </p:to>
                                    </p:set>
                                  </p:childTnLst>
                                </p:cTn>
                              </p:par>
                              <p:par>
                                <p:cTn id="97" presetID="22" presetClass="exit" presetSubtype="4" fill="hold" grpId="1" nodeType="withEffect">
                                  <p:stCondLst>
                                    <p:cond delay="0"/>
                                  </p:stCondLst>
                                  <p:childTnLst>
                                    <p:animEffect transition="out" filter="wipe(down)">
                                      <p:cBhvr>
                                        <p:cTn id="98" dur="500"/>
                                        <p:tgtEl>
                                          <p:spTgt spid="141"/>
                                        </p:tgtEl>
                                      </p:cBhvr>
                                    </p:animEffect>
                                    <p:set>
                                      <p:cBhvr>
                                        <p:cTn id="99" dur="1" fill="hold">
                                          <p:stCondLst>
                                            <p:cond delay="499"/>
                                          </p:stCondLst>
                                        </p:cTn>
                                        <p:tgtEl>
                                          <p:spTgt spid="1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6" grpId="1" animBg="1"/>
      <p:bldP spid="132" grpId="0" animBg="1"/>
      <p:bldP spid="132" grpId="1" animBg="1"/>
      <p:bldP spid="133" grpId="0" build="p"/>
      <p:bldP spid="134" grpId="0" animBg="1"/>
      <p:bldP spid="134" grpId="1" animBg="1"/>
      <p:bldP spid="135" grpId="0"/>
      <p:bldP spid="136" grpId="0"/>
      <p:bldP spid="137" grpId="0"/>
      <p:bldP spid="137" grpId="1"/>
      <p:bldP spid="138" grpId="0"/>
      <p:bldP spid="138" grpId="1"/>
      <p:bldP spid="139" grpId="0"/>
      <p:bldP spid="139" grpId="1"/>
      <p:bldP spid="140" grpId="0"/>
      <p:bldP spid="140" grpId="1"/>
      <p:bldP spid="141" grpId="0"/>
      <p:bldP spid="141" grpId="1"/>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7" name="Rectangle 1026"/>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常用的控制语句</a:t>
            </a:r>
          </a:p>
        </p:txBody>
      </p:sp>
      <p:sp>
        <p:nvSpPr>
          <p:cNvPr id="174083" name="Rectangle 1027"/>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S → if E then S</a:t>
            </a:r>
            <a:r>
              <a:rPr lang="en-US" altLang="zh-CN" sz="3086" baseline="-30000" dirty="0">
                <a:solidFill>
                  <a:schemeClr val="tx1">
                    <a:lumMod val="75000"/>
                    <a:lumOff val="25000"/>
                  </a:schemeClr>
                </a:solidFill>
              </a:rPr>
              <a:t>1</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S → if E then S</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 else S</a:t>
            </a:r>
            <a:r>
              <a:rPr lang="en-US" altLang="zh-CN" sz="3086" baseline="-30000" dirty="0">
                <a:solidFill>
                  <a:schemeClr val="tx1">
                    <a:lumMod val="75000"/>
                    <a:lumOff val="25000"/>
                  </a:schemeClr>
                </a:solidFill>
              </a:rPr>
              <a:t>2</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S → while E do S</a:t>
            </a:r>
            <a:r>
              <a:rPr lang="en-US" altLang="zh-CN" sz="3086" baseline="-30000" dirty="0">
                <a:solidFill>
                  <a:schemeClr val="tx1">
                    <a:lumMod val="75000"/>
                    <a:lumOff val="25000"/>
                  </a:schemeClr>
                </a:solidFill>
              </a:rPr>
              <a:t>1</a:t>
            </a:r>
            <a:endParaRPr lang="en-US" altLang="zh-CN"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panose="05000000000000000000" pitchFamily="2" charset="2"/>
              <a:buNone/>
              <a:defRPr/>
            </a:pPr>
            <a:r>
              <a:rPr lang="zh-CN" altLang="en-US" sz="3086" dirty="0">
                <a:solidFill>
                  <a:schemeClr val="tx1">
                    <a:lumMod val="75000"/>
                    <a:lumOff val="25000"/>
                  </a:schemeClr>
                </a:solidFill>
              </a:rPr>
              <a:t>其中</a:t>
            </a:r>
            <a:r>
              <a:rPr lang="en-US" altLang="zh-CN" sz="3086" dirty="0">
                <a:solidFill>
                  <a:schemeClr val="tx1">
                    <a:lumMod val="75000"/>
                    <a:lumOff val="25000"/>
                  </a:schemeClr>
                </a:solidFill>
              </a:rPr>
              <a:t>E</a:t>
            </a:r>
            <a:r>
              <a:rPr lang="zh-CN" altLang="en-US" sz="3086" dirty="0">
                <a:solidFill>
                  <a:schemeClr val="tx1">
                    <a:lumMod val="75000"/>
                    <a:lumOff val="25000"/>
                  </a:schemeClr>
                </a:solidFill>
              </a:rPr>
              <a:t>为布尔表达式</a:t>
            </a:r>
          </a:p>
        </p:txBody>
      </p:sp>
      <p:sp>
        <p:nvSpPr>
          <p:cNvPr id="2" name="灯片编号占位符 1">
            <a:extLst>
              <a:ext uri="{FF2B5EF4-FFF2-40B4-BE49-F238E27FC236}">
                <a16:creationId xmlns:a16="http://schemas.microsoft.com/office/drawing/2014/main" id="{3B353A49-687E-D185-6D04-A19E992AD2C7}"/>
              </a:ext>
            </a:extLst>
          </p:cNvPr>
          <p:cNvSpPr>
            <a:spLocks noGrp="1"/>
          </p:cNvSpPr>
          <p:nvPr>
            <p:ph type="sldNum" sz="quarter" idx="12"/>
          </p:nvPr>
        </p:nvSpPr>
        <p:spPr/>
        <p:txBody>
          <a:bodyPr/>
          <a:lstStyle/>
          <a:p>
            <a:pPr>
              <a:defRPr/>
            </a:pPr>
            <a:fld id="{6F37DCBB-C9BD-470E-9742-C3E36F8A5867}" type="slidenum">
              <a:rPr lang="en-US" smtClean="0"/>
              <a:pPr>
                <a:defRPr/>
              </a:pPr>
              <a:t>98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Effect transition="in" filter="wipe(left)">
                                      <p:cBhvr>
                                        <p:cTn id="7" dur="500"/>
                                        <p:tgtEl>
                                          <p:spTgt spid="17408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4083">
                                            <p:txEl>
                                              <p:pRg st="1" end="1"/>
                                            </p:txEl>
                                          </p:spTgt>
                                        </p:tgtEl>
                                        <p:attrNameLst>
                                          <p:attrName>style.visibility</p:attrName>
                                        </p:attrNameLst>
                                      </p:cBhvr>
                                      <p:to>
                                        <p:strVal val="visible"/>
                                      </p:to>
                                    </p:set>
                                    <p:animEffect transition="in" filter="wipe(left)">
                                      <p:cBhvr>
                                        <p:cTn id="11" dur="500"/>
                                        <p:tgtEl>
                                          <p:spTgt spid="17408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4083">
                                            <p:txEl>
                                              <p:pRg st="2" end="2"/>
                                            </p:txEl>
                                          </p:spTgt>
                                        </p:tgtEl>
                                        <p:attrNameLst>
                                          <p:attrName>style.visibility</p:attrName>
                                        </p:attrNameLst>
                                      </p:cBhvr>
                                      <p:to>
                                        <p:strVal val="visible"/>
                                      </p:to>
                                    </p:set>
                                    <p:animEffect transition="in" filter="wipe(left)">
                                      <p:cBhvr>
                                        <p:cTn id="15" dur="500"/>
                                        <p:tgtEl>
                                          <p:spTgt spid="17408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4083">
                                            <p:txEl>
                                              <p:pRg st="3" end="3"/>
                                            </p:txEl>
                                          </p:spTgt>
                                        </p:tgtEl>
                                        <p:attrNameLst>
                                          <p:attrName>style.visibility</p:attrName>
                                        </p:attrNameLst>
                                      </p:cBhvr>
                                      <p:to>
                                        <p:strVal val="visible"/>
                                      </p:to>
                                    </p:set>
                                    <p:animEffect transition="in" filter="wipe(left)">
                                      <p:cBhvr>
                                        <p:cTn id="19" dur="500"/>
                                        <p:tgtEl>
                                          <p:spTgt spid="174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a:xfrm>
            <a:off x="693738" y="404813"/>
            <a:ext cx="8696325" cy="1460500"/>
          </a:xfrm>
        </p:spPr>
        <p:txBody>
          <a:bodyPr rtlCol="0">
            <a:normAutofit/>
          </a:bodyPr>
          <a:lstStyle/>
          <a:p>
            <a:pPr defTabSz="503972" eaLnBrk="1" fontAlgn="auto" hangingPunct="1">
              <a:spcAft>
                <a:spcPts val="0"/>
              </a:spcAft>
              <a:defRPr/>
            </a:pPr>
            <a:r>
              <a:rPr lang="en-US" altLang="zh-CN" dirty="0"/>
              <a:t>if-then</a:t>
            </a:r>
            <a:r>
              <a:rPr lang="zh-CN" altLang="en-US" dirty="0"/>
              <a:t>语句的语义</a:t>
            </a:r>
          </a:p>
        </p:txBody>
      </p:sp>
      <p:sp>
        <p:nvSpPr>
          <p:cNvPr id="175107" name="Rectangle 3"/>
          <p:cNvSpPr>
            <a:spLocks noGrp="1" noChangeArrowheads="1"/>
          </p:cNvSpPr>
          <p:nvPr>
            <p:ph idx="1"/>
          </p:nvPr>
        </p:nvSpPr>
        <p:spPr>
          <a:xfrm>
            <a:off x="693738" y="2024063"/>
            <a:ext cx="8696325" cy="4797425"/>
          </a:xfrm>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S → if E then S</a:t>
            </a:r>
            <a:r>
              <a:rPr lang="en-US" altLang="zh-CN" sz="3086" baseline="-30000" dirty="0">
                <a:solidFill>
                  <a:schemeClr val="tx1">
                    <a:lumMod val="75000"/>
                    <a:lumOff val="25000"/>
                  </a:schemeClr>
                </a:solidFill>
              </a:rPr>
              <a:t>1</a:t>
            </a:r>
            <a:endParaRPr lang="zh-CN" altLang="en-US" sz="3086" dirty="0">
              <a:solidFill>
                <a:schemeClr val="tx1">
                  <a:lumMod val="75000"/>
                  <a:lumOff val="25000"/>
                </a:schemeClr>
              </a:solidFill>
            </a:endParaRPr>
          </a:p>
        </p:txBody>
      </p:sp>
      <p:sp>
        <p:nvSpPr>
          <p:cNvPr id="19" name="Rectangle 4"/>
          <p:cNvSpPr>
            <a:spLocks noChangeArrowheads="1"/>
          </p:cNvSpPr>
          <p:nvPr/>
        </p:nvSpPr>
        <p:spPr bwMode="auto">
          <a:xfrm>
            <a:off x="2378075" y="3295650"/>
            <a:ext cx="2436813" cy="75565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7030A0"/>
                </a:solidFill>
                <a:latin typeface="Arial" panose="020B0604020202020204"/>
                <a:ea typeface="宋体" panose="02010600030101010101" pitchFamily="2" charset="-122"/>
              </a:rPr>
              <a:t>E</a:t>
            </a:r>
            <a:r>
              <a:rPr kumimoji="1" lang="zh-CN" altLang="en-US" sz="3086" dirty="0">
                <a:solidFill>
                  <a:srgbClr val="7030A0"/>
                </a:solidFill>
                <a:latin typeface="Arial" panose="020B0604020202020204"/>
                <a:ea typeface="宋体" panose="02010600030101010101" pitchFamily="2" charset="-122"/>
              </a:rPr>
              <a:t>.</a:t>
            </a:r>
            <a:r>
              <a:rPr kumimoji="1" lang="en-US" altLang="zh-CN" sz="3086" dirty="0">
                <a:solidFill>
                  <a:srgbClr val="7030A0"/>
                </a:solidFill>
                <a:latin typeface="Arial" panose="020B0604020202020204"/>
                <a:ea typeface="宋体" panose="02010600030101010101" pitchFamily="2" charset="-122"/>
              </a:rPr>
              <a:t>code</a:t>
            </a:r>
            <a:endParaRPr kumimoji="1" lang="en-US" altLang="zh-CN" sz="2646" dirty="0">
              <a:solidFill>
                <a:srgbClr val="7030A0"/>
              </a:solidFill>
              <a:latin typeface="Arial" panose="020B0604020202020204"/>
              <a:ea typeface="宋体" panose="02010600030101010101" pitchFamily="2" charset="-122"/>
            </a:endParaRPr>
          </a:p>
        </p:txBody>
      </p:sp>
      <p:sp>
        <p:nvSpPr>
          <p:cNvPr id="20" name="Rectangle 5"/>
          <p:cNvSpPr>
            <a:spLocks noChangeArrowheads="1"/>
          </p:cNvSpPr>
          <p:nvPr/>
        </p:nvSpPr>
        <p:spPr bwMode="auto">
          <a:xfrm>
            <a:off x="2378075" y="4051300"/>
            <a:ext cx="2436813" cy="671513"/>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C00000"/>
                </a:solidFill>
                <a:latin typeface="Arial" panose="020B0604020202020204"/>
                <a:ea typeface="宋体" panose="02010600030101010101" pitchFamily="2" charset="-122"/>
              </a:rPr>
              <a:t>S</a:t>
            </a:r>
            <a:r>
              <a:rPr kumimoji="1" lang="en-US" altLang="zh-CN" sz="3086" baseline="-25000" dirty="0">
                <a:solidFill>
                  <a:srgbClr val="C00000"/>
                </a:solidFill>
                <a:latin typeface="Arial" panose="020B0604020202020204"/>
                <a:ea typeface="宋体" panose="02010600030101010101" pitchFamily="2" charset="-122"/>
              </a:rPr>
              <a:t>1</a:t>
            </a:r>
            <a:r>
              <a:rPr kumimoji="1" lang="zh-CN" altLang="en-US" sz="3086" dirty="0">
                <a:solidFill>
                  <a:srgbClr val="C00000"/>
                </a:solidFill>
                <a:latin typeface="Arial" panose="020B0604020202020204"/>
                <a:ea typeface="宋体" panose="02010600030101010101" pitchFamily="2" charset="-122"/>
              </a:rPr>
              <a:t>.</a:t>
            </a:r>
            <a:r>
              <a:rPr kumimoji="1" lang="en-US" altLang="zh-CN" sz="3086" dirty="0">
                <a:solidFill>
                  <a:srgbClr val="C00000"/>
                </a:solidFill>
                <a:latin typeface="Arial" panose="020B0604020202020204"/>
                <a:ea typeface="宋体" panose="02010600030101010101" pitchFamily="2" charset="-122"/>
              </a:rPr>
              <a:t>code</a:t>
            </a:r>
            <a:endParaRPr kumimoji="1" lang="en-US" altLang="zh-CN" sz="2646" dirty="0">
              <a:solidFill>
                <a:srgbClr val="C00000"/>
              </a:solidFill>
              <a:latin typeface="Arial" panose="020B0604020202020204"/>
              <a:ea typeface="宋体" panose="02010600030101010101" pitchFamily="2" charset="-122"/>
            </a:endParaRPr>
          </a:p>
        </p:txBody>
      </p:sp>
      <p:grpSp>
        <p:nvGrpSpPr>
          <p:cNvPr id="21" name="Group 7"/>
          <p:cNvGrpSpPr>
            <a:grpSpLocks/>
          </p:cNvGrpSpPr>
          <p:nvPr/>
        </p:nvGrpSpPr>
        <p:grpSpPr bwMode="auto">
          <a:xfrm>
            <a:off x="4562475" y="3463925"/>
            <a:ext cx="671513" cy="166688"/>
            <a:chOff x="2976" y="2688"/>
            <a:chExt cx="384" cy="96"/>
          </a:xfrm>
        </p:grpSpPr>
        <p:sp>
          <p:nvSpPr>
            <p:cNvPr id="22" name="Line 8"/>
            <p:cNvSpPr>
              <a:spLocks noChangeShapeType="1"/>
            </p:cNvSpPr>
            <p:nvPr/>
          </p:nvSpPr>
          <p:spPr bwMode="auto">
            <a:xfrm>
              <a:off x="3024" y="2736"/>
              <a:ext cx="336"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23" name="Oval 9"/>
            <p:cNvSpPr>
              <a:spLocks noChangeArrowheads="1"/>
            </p:cNvSpPr>
            <p:nvPr/>
          </p:nvSpPr>
          <p:spPr bwMode="auto">
            <a:xfrm>
              <a:off x="2976" y="2688"/>
              <a:ext cx="48" cy="96"/>
            </a:xfrm>
            <a:prstGeom prst="ellipse">
              <a:avLst/>
            </a:prstGeom>
            <a:solidFill>
              <a:srgbClr val="009644"/>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24" name="Rectangle 13"/>
          <p:cNvSpPr>
            <a:spLocks noChangeArrowheads="1"/>
          </p:cNvSpPr>
          <p:nvPr/>
        </p:nvSpPr>
        <p:spPr bwMode="auto">
          <a:xfrm>
            <a:off x="5318125" y="3198813"/>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339933"/>
                </a:solidFill>
                <a:latin typeface="Arial" panose="020B0604020202020204"/>
                <a:ea typeface="宋体" panose="02010600030101010101" pitchFamily="2" charset="-122"/>
              </a:rPr>
              <a:t>To </a:t>
            </a:r>
            <a:r>
              <a:rPr kumimoji="1" lang="en-US" altLang="zh-CN" sz="3086" dirty="0" err="1">
                <a:solidFill>
                  <a:srgbClr val="339933"/>
                </a:solidFill>
                <a:latin typeface="Arial" panose="020B0604020202020204"/>
                <a:ea typeface="宋体" panose="02010600030101010101" pitchFamily="2" charset="-122"/>
              </a:rPr>
              <a:t>E.true</a:t>
            </a:r>
            <a:endParaRPr kumimoji="1" lang="en-US" altLang="zh-CN" sz="2646" dirty="0">
              <a:solidFill>
                <a:prstClr val="black"/>
              </a:solidFill>
              <a:latin typeface="Arial" panose="020B0604020202020204"/>
              <a:ea typeface="宋体" panose="02010600030101010101" pitchFamily="2" charset="-122"/>
            </a:endParaRPr>
          </a:p>
        </p:txBody>
      </p:sp>
      <p:sp>
        <p:nvSpPr>
          <p:cNvPr id="25" name="Rectangle 14"/>
          <p:cNvSpPr>
            <a:spLocks noChangeArrowheads="1"/>
          </p:cNvSpPr>
          <p:nvPr/>
        </p:nvSpPr>
        <p:spPr bwMode="auto">
          <a:xfrm>
            <a:off x="5395913" y="3651250"/>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70C0"/>
                </a:solidFill>
                <a:latin typeface="Arial" panose="020B0604020202020204"/>
                <a:ea typeface="宋体" panose="02010600030101010101" pitchFamily="2" charset="-122"/>
              </a:rPr>
              <a:t>To </a:t>
            </a:r>
            <a:r>
              <a:rPr kumimoji="1" lang="en-US" altLang="zh-CN" sz="3086" dirty="0" err="1">
                <a:solidFill>
                  <a:srgbClr val="0070C0"/>
                </a:solidFill>
                <a:latin typeface="Arial" panose="020B0604020202020204"/>
                <a:ea typeface="宋体" panose="02010600030101010101" pitchFamily="2" charset="-122"/>
              </a:rPr>
              <a:t>E.false</a:t>
            </a:r>
            <a:endParaRPr kumimoji="1" lang="en-US" altLang="zh-CN" sz="3086" dirty="0">
              <a:solidFill>
                <a:srgbClr val="0070C0"/>
              </a:solidFill>
              <a:latin typeface="Arial" panose="020B0604020202020204"/>
              <a:ea typeface="宋体" panose="02010600030101010101" pitchFamily="2" charset="-122"/>
            </a:endParaRPr>
          </a:p>
        </p:txBody>
      </p:sp>
      <p:grpSp>
        <p:nvGrpSpPr>
          <p:cNvPr id="26" name="Group 16"/>
          <p:cNvGrpSpPr>
            <a:grpSpLocks/>
          </p:cNvGrpSpPr>
          <p:nvPr/>
        </p:nvGrpSpPr>
        <p:grpSpPr bwMode="auto">
          <a:xfrm>
            <a:off x="4562475" y="3798888"/>
            <a:ext cx="671513" cy="168275"/>
            <a:chOff x="2976" y="2688"/>
            <a:chExt cx="384" cy="96"/>
          </a:xfrm>
        </p:grpSpPr>
        <p:sp>
          <p:nvSpPr>
            <p:cNvPr id="27" name="Line 17"/>
            <p:cNvSpPr>
              <a:spLocks noChangeShapeType="1"/>
            </p:cNvSpPr>
            <p:nvPr/>
          </p:nvSpPr>
          <p:spPr bwMode="auto">
            <a:xfrm>
              <a:off x="3024" y="2736"/>
              <a:ext cx="336" cy="0"/>
            </a:xfrm>
            <a:prstGeom prst="line">
              <a:avLst/>
            </a:prstGeom>
            <a:noFill/>
            <a:ln w="19050">
              <a:solidFill>
                <a:srgbClr val="0070C0"/>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28" name="Oval 18"/>
            <p:cNvSpPr>
              <a:spLocks noChangeArrowheads="1"/>
            </p:cNvSpPr>
            <p:nvPr/>
          </p:nvSpPr>
          <p:spPr bwMode="auto">
            <a:xfrm>
              <a:off x="2976" y="2688"/>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29" name="Rectangle 20"/>
          <p:cNvSpPr>
            <a:spLocks noChangeArrowheads="1"/>
          </p:cNvSpPr>
          <p:nvPr/>
        </p:nvSpPr>
        <p:spPr bwMode="auto">
          <a:xfrm>
            <a:off x="2378075" y="4722813"/>
            <a:ext cx="2436813" cy="67310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ea typeface="宋体" panose="02010600030101010101" pitchFamily="2" charset="-122"/>
              </a:rPr>
              <a:t>……</a:t>
            </a:r>
          </a:p>
        </p:txBody>
      </p:sp>
      <p:sp>
        <p:nvSpPr>
          <p:cNvPr id="30" name="Rectangle 21"/>
          <p:cNvSpPr>
            <a:spLocks noChangeArrowheads="1"/>
          </p:cNvSpPr>
          <p:nvPr/>
        </p:nvSpPr>
        <p:spPr bwMode="auto">
          <a:xfrm>
            <a:off x="866775" y="3883025"/>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339933"/>
                </a:solidFill>
                <a:latin typeface="Arial" panose="020B0604020202020204"/>
                <a:ea typeface="宋体" panose="02010600030101010101" pitchFamily="2" charset="-122"/>
              </a:rPr>
              <a:t>E.true:</a:t>
            </a:r>
            <a:endParaRPr kumimoji="1" lang="en-US" altLang="zh-CN" sz="2646">
              <a:solidFill>
                <a:prstClr val="black"/>
              </a:solidFill>
              <a:latin typeface="Arial" panose="020B0604020202020204"/>
              <a:ea typeface="宋体" panose="02010600030101010101" pitchFamily="2" charset="-122"/>
            </a:endParaRPr>
          </a:p>
        </p:txBody>
      </p:sp>
      <p:sp>
        <p:nvSpPr>
          <p:cNvPr id="31" name="Rectangle 22"/>
          <p:cNvSpPr>
            <a:spLocks noChangeArrowheads="1"/>
          </p:cNvSpPr>
          <p:nvPr/>
        </p:nvSpPr>
        <p:spPr bwMode="auto">
          <a:xfrm>
            <a:off x="866775" y="4554538"/>
            <a:ext cx="15113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0070C0"/>
                </a:solidFill>
                <a:latin typeface="Arial" panose="020B0604020202020204"/>
                <a:ea typeface="宋体" panose="02010600030101010101" pitchFamily="2" charset="-122"/>
              </a:rPr>
              <a:t>E.false</a:t>
            </a:r>
            <a:r>
              <a:rPr kumimoji="1" lang="en-US" altLang="zh-CN" sz="3086" dirty="0">
                <a:solidFill>
                  <a:srgbClr val="0070C0"/>
                </a:solidFill>
                <a:latin typeface="Arial" panose="020B0604020202020204"/>
                <a:ea typeface="宋体" panose="02010600030101010101" pitchFamily="2" charset="-122"/>
              </a:rPr>
              <a:t>:</a:t>
            </a:r>
          </a:p>
        </p:txBody>
      </p:sp>
      <p:sp>
        <p:nvSpPr>
          <p:cNvPr id="2" name="灯片编号占位符 1">
            <a:extLst>
              <a:ext uri="{FF2B5EF4-FFF2-40B4-BE49-F238E27FC236}">
                <a16:creationId xmlns:a16="http://schemas.microsoft.com/office/drawing/2014/main" id="{0119FC9F-1913-1FD8-055B-C464390D4210}"/>
              </a:ext>
            </a:extLst>
          </p:cNvPr>
          <p:cNvSpPr>
            <a:spLocks noGrp="1"/>
          </p:cNvSpPr>
          <p:nvPr>
            <p:ph type="sldNum" sz="quarter" idx="12"/>
          </p:nvPr>
        </p:nvSpPr>
        <p:spPr/>
        <p:txBody>
          <a:bodyPr/>
          <a:lstStyle/>
          <a:p>
            <a:pPr>
              <a:defRPr/>
            </a:pPr>
            <a:fld id="{6F37DCBB-C9BD-470E-9742-C3E36F8A5867}" type="slidenum">
              <a:rPr lang="en-US" smtClean="0"/>
              <a:pPr>
                <a:defRPr/>
              </a:pPr>
              <a:t>99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wipe(left)">
                                      <p:cBhvr>
                                        <p:cTn id="7" dur="500"/>
                                        <p:tgtEl>
                                          <p:spTgt spid="175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ox(out)">
                                      <p:cBhvr>
                                        <p:cTn id="22" dur="5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ox(out)">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ox(out)">
                                      <p:cBhvr>
                                        <p:cTn id="42" dur="500"/>
                                        <p:tgtEl>
                                          <p:spTgt spid="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box(out)">
                                      <p:cBhvr>
                                        <p:cTn id="47" dur="500"/>
                                        <p:tgtEl>
                                          <p:spTgt spid="3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up)">
                                      <p:cBhvr>
                                        <p:cTn id="5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build="p"/>
      <p:bldP spid="19" grpId="0" animBg="1" autoUpdateAnimBg="0"/>
      <p:bldP spid="20" grpId="0" animBg="1" autoUpdateAnimBg="0"/>
      <p:bldP spid="24" grpId="0" autoUpdateAnimBg="0"/>
      <p:bldP spid="25" grpId="0" autoUpdateAnimBg="0"/>
      <p:bldP spid="29" grpId="0" animBg="1" autoUpdateAnimBg="0"/>
      <p:bldP spid="30" grpId="0" autoUpdateAnimBg="0"/>
      <p:bldP spid="31"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498" name="Rectangle 3"/>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楷体" panose="02010609060101010101" pitchFamily="49" charset="-122"/>
              </a:defRPr>
            </a:lvl9pPr>
          </a:lstStyle>
          <a:p>
            <a:pPr eaLnBrk="1">
              <a:lnSpc>
                <a:spcPct val="95000"/>
              </a:lnSpc>
              <a:spcAft>
                <a:spcPts val="1413"/>
              </a:spcAft>
              <a:buSzPct val="100000"/>
              <a:buFont typeface="Times New Roman" panose="02020603050405020304" pitchFamily="18" charset="0"/>
              <a:buNone/>
            </a:pPr>
            <a:r>
              <a:rPr lang="en-US" altLang="zh-CN" sz="3200" b="1">
                <a:latin typeface="Times New Roman" panose="02020603050405020304" pitchFamily="18" charset="0"/>
              </a:rPr>
              <a:t>S → </a:t>
            </a:r>
            <a:r>
              <a:rPr lang="en-US" altLang="zh-CN" sz="3200" b="1">
                <a:solidFill>
                  <a:schemeClr val="accent2"/>
                </a:solidFill>
                <a:latin typeface="Times New Roman" panose="02020603050405020304" pitchFamily="18" charset="0"/>
              </a:rPr>
              <a:t>if</a:t>
            </a:r>
            <a:r>
              <a:rPr lang="en-US" altLang="zh-CN" sz="3200" b="1">
                <a:latin typeface="Times New Roman" panose="02020603050405020304" pitchFamily="18" charset="0"/>
              </a:rPr>
              <a:t> B </a:t>
            </a:r>
            <a:r>
              <a:rPr lang="en-US" altLang="zh-CN" sz="3200" b="1">
                <a:solidFill>
                  <a:schemeClr val="accent2"/>
                </a:solidFill>
                <a:latin typeface="Times New Roman" panose="02020603050405020304" pitchFamily="18" charset="0"/>
              </a:rPr>
              <a:t>then</a:t>
            </a:r>
            <a:r>
              <a:rPr lang="en-US" altLang="zh-CN" sz="3200" b="1">
                <a:latin typeface="Times New Roman" panose="02020603050405020304" pitchFamily="18" charset="0"/>
              </a:rPr>
              <a:t> S</a:t>
            </a:r>
            <a:r>
              <a:rPr lang="en-US" altLang="zh-CN" sz="3200" b="1" baseline="-25000">
                <a:latin typeface="Times New Roman" panose="02020603050405020304" pitchFamily="18" charset="0"/>
              </a:rPr>
              <a:t>1</a:t>
            </a:r>
            <a:r>
              <a:rPr lang="en-US" altLang="zh-CN" sz="3200" b="1">
                <a:latin typeface="Times New Roman" panose="02020603050405020304" pitchFamily="18" charset="0"/>
              </a:rPr>
              <a:t>   </a:t>
            </a:r>
            <a:endParaRPr lang="en-US" altLang="zh-CN" sz="3200" b="1">
              <a:latin typeface="Times New Roman" panose="02020603050405020304" pitchFamily="18" charset="0"/>
              <a:cs typeface="Times New Roman" panose="02020603050405020304" pitchFamily="18" charset="0"/>
            </a:endParaRPr>
          </a:p>
        </p:txBody>
      </p:sp>
      <p:sp>
        <p:nvSpPr>
          <p:cNvPr id="1312770" name="Rectangle 2"/>
          <p:cNvSpPr>
            <a:spLocks noGrp="1" noChangeArrowheads="1"/>
          </p:cNvSpPr>
          <p:nvPr>
            <p:ph type="title" idx="4294967295"/>
          </p:nvPr>
        </p:nvSpPr>
        <p:spPr/>
        <p:txBody>
          <a:bodyPr rtlCol="0">
            <a:normAutofit/>
          </a:bodyPr>
          <a:lstStyle/>
          <a:p>
            <a:pPr defTabSz="503972" eaLnBrk="1" fontAlgn="auto" hangingPunct="1">
              <a:spcAft>
                <a:spcPts val="0"/>
              </a:spcAft>
              <a:defRPr/>
            </a:pPr>
            <a:r>
              <a:rPr lang="en-US" altLang="zh-CN" sz="3968" dirty="0"/>
              <a:t>if-then</a:t>
            </a:r>
            <a:r>
              <a:rPr lang="zh-CN" altLang="en-US" sz="3968" dirty="0"/>
              <a:t>语句的的翻译</a:t>
            </a:r>
            <a:endParaRPr lang="zh-CN" altLang="en-US" sz="3968" dirty="0">
              <a:solidFill>
                <a:schemeClr val="tx1"/>
              </a:solidFill>
              <a:latin typeface="仿宋_GB2312"/>
              <a:ea typeface="仿宋_GB2312"/>
              <a:cs typeface="仿宋_GB2312"/>
            </a:endParaRPr>
          </a:p>
        </p:txBody>
      </p:sp>
      <p:sp>
        <p:nvSpPr>
          <p:cNvPr id="1258500" name="Footer Placeholder 5"/>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258501" name="Slide Number Placeholder 6"/>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9pPr>
          </a:lstStyle>
          <a:p>
            <a:pPr algn="r" eaLnBrk="1">
              <a:lnSpc>
                <a:spcPct val="116000"/>
              </a:lnSpc>
              <a:buSzPct val="100000"/>
              <a:buFont typeface="Times New Roman" panose="02020603050405020304" pitchFamily="18" charset="0"/>
              <a:buNone/>
            </a:pPr>
            <a:fld id="{4D4A2E32-6ECA-47C3-BFCA-2BA0A7199F28}"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100</a:t>
            </a:fld>
            <a:endParaRPr lang="en-GB" altLang="en-US" sz="1200">
              <a:latin typeface="Comic Sans MS" panose="030F0702030302020204" pitchFamily="66" charset="0"/>
              <a:ea typeface="宋体" panose="02010600030101010101" pitchFamily="2" charset="-122"/>
            </a:endParaRPr>
          </a:p>
        </p:txBody>
      </p:sp>
      <p:sp>
        <p:nvSpPr>
          <p:cNvPr id="1258502" name="日期占位符 8"/>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258503" name="TextBox 29"/>
          <p:cNvSpPr txBox="1">
            <a:spLocks noChangeArrowheads="1"/>
          </p:cNvSpPr>
          <p:nvPr/>
        </p:nvSpPr>
        <p:spPr bwMode="auto">
          <a:xfrm>
            <a:off x="584200" y="2070100"/>
            <a:ext cx="3749675" cy="4937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latin typeface="Times New Roman" panose="02020603050405020304" pitchFamily="18" charset="0"/>
              </a:rPr>
              <a:t>if a&lt;b then a:=a+b</a:t>
            </a:r>
            <a:r>
              <a:rPr lang="zh-CN" altLang="en-US" sz="2800" b="1">
                <a:latin typeface="Times New Roman" panose="02020603050405020304" pitchFamily="18" charset="0"/>
              </a:rPr>
              <a:t>翻译</a:t>
            </a:r>
            <a:endParaRPr lang="zh-CN" altLang="en-US" sz="2800" b="1">
              <a:latin typeface="Times New Roman" panose="02020603050405020304" pitchFamily="18" charset="0"/>
              <a:cs typeface="Times New Roman" panose="02020603050405020304" pitchFamily="18" charset="0"/>
            </a:endParaRPr>
          </a:p>
        </p:txBody>
      </p:sp>
      <p:sp>
        <p:nvSpPr>
          <p:cNvPr id="2" name="文本框 1"/>
          <p:cNvSpPr txBox="1">
            <a:spLocks noChangeArrowheads="1"/>
          </p:cNvSpPr>
          <p:nvPr/>
        </p:nvSpPr>
        <p:spPr bwMode="auto">
          <a:xfrm>
            <a:off x="1169988" y="2698750"/>
            <a:ext cx="3408362"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buSzPct val="100000"/>
              <a:buFont typeface="Times New Roman" panose="02020603050405020304" pitchFamily="18" charset="0"/>
              <a:buNone/>
            </a:pPr>
            <a:r>
              <a:rPr lang="zh-CN" altLang="en-US" sz="2800" b="1">
                <a:latin typeface="Times New Roman" panose="02020603050405020304" pitchFamily="18" charset="0"/>
                <a:ea typeface="楷体_GB2312"/>
                <a:cs typeface="楷体_GB2312"/>
                <a:sym typeface="Arial" panose="020B0604020202020204" pitchFamily="34" charset="0"/>
              </a:rPr>
              <a:t>100   if a&lt; b goto  xxx</a:t>
            </a:r>
          </a:p>
          <a:p>
            <a:pPr eaLnBrk="1" hangingPunct="1">
              <a:lnSpc>
                <a:spcPct val="150000"/>
              </a:lnSpc>
              <a:buSzPct val="100000"/>
              <a:buFont typeface="Times New Roman" panose="02020603050405020304" pitchFamily="18" charset="0"/>
              <a:buNone/>
            </a:pPr>
            <a:r>
              <a:rPr lang="zh-CN" altLang="en-US" sz="2800" b="1">
                <a:latin typeface="Times New Roman" panose="02020603050405020304" pitchFamily="18" charset="0"/>
                <a:ea typeface="楷体_GB2312"/>
                <a:cs typeface="楷体_GB2312"/>
                <a:sym typeface="Arial" panose="020B0604020202020204" pitchFamily="34" charset="0"/>
              </a:rPr>
              <a:t>101   goto yyy</a:t>
            </a:r>
          </a:p>
          <a:p>
            <a:pPr eaLnBrk="1" hangingPunct="1">
              <a:lnSpc>
                <a:spcPct val="150000"/>
              </a:lnSpc>
              <a:buSzPct val="100000"/>
              <a:buFont typeface="Times New Roman" panose="02020603050405020304" pitchFamily="18" charset="0"/>
              <a:buNone/>
            </a:pPr>
            <a:r>
              <a:rPr lang="zh-CN" altLang="zh-CN" sz="2800" b="1">
                <a:latin typeface="Times New Roman" panose="02020603050405020304" pitchFamily="18" charset="0"/>
              </a:rPr>
              <a:t>102   t1 = a + b</a:t>
            </a:r>
          </a:p>
          <a:p>
            <a:pPr eaLnBrk="1" hangingPunct="1">
              <a:lnSpc>
                <a:spcPct val="150000"/>
              </a:lnSpc>
              <a:buSzPct val="100000"/>
              <a:buFont typeface="Times New Roman" panose="02020603050405020304" pitchFamily="18" charset="0"/>
              <a:buNone/>
            </a:pPr>
            <a:r>
              <a:rPr lang="zh-CN" altLang="zh-CN" sz="2800" b="1">
                <a:latin typeface="Times New Roman" panose="02020603050405020304" pitchFamily="18" charset="0"/>
              </a:rPr>
              <a:t>103   a = t1</a:t>
            </a:r>
          </a:p>
          <a:p>
            <a:pPr eaLnBrk="1" hangingPunct="1">
              <a:lnSpc>
                <a:spcPct val="150000"/>
              </a:lnSpc>
              <a:buSzPct val="100000"/>
              <a:buFont typeface="Times New Roman" panose="02020603050405020304" pitchFamily="18" charset="0"/>
              <a:buNone/>
            </a:pPr>
            <a:r>
              <a:rPr lang="zh-CN" altLang="zh-CN" sz="2800" b="1">
                <a:latin typeface="Times New Roman" panose="02020603050405020304" pitchFamily="18" charset="0"/>
              </a:rPr>
              <a:t>104   </a:t>
            </a:r>
          </a:p>
        </p:txBody>
      </p:sp>
      <p:sp>
        <p:nvSpPr>
          <p:cNvPr id="3" name="矩形 2"/>
          <p:cNvSpPr/>
          <p:nvPr/>
        </p:nvSpPr>
        <p:spPr>
          <a:xfrm>
            <a:off x="4937125" y="2924175"/>
            <a:ext cx="765175" cy="45085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93000"/>
              </a:lnSpc>
              <a:buSzPct val="100000"/>
              <a:buFont typeface="Times New Roman" panose="02020603050405020304" pitchFamily="18" charset="0"/>
              <a:buNone/>
              <a:defRPr/>
            </a:pPr>
            <a:r>
              <a:rPr lang="x-none" altLang="zh-CN" sz="2000" noProof="1">
                <a:solidFill>
                  <a:schemeClr val="tx1"/>
                </a:solidFill>
                <a:ea typeface="宋体" panose="02010600030101010101" pitchFamily="2" charset="-122"/>
              </a:rPr>
              <a:t>102</a:t>
            </a:r>
          </a:p>
        </p:txBody>
      </p:sp>
      <p:sp>
        <p:nvSpPr>
          <p:cNvPr id="4" name="矩形 3"/>
          <p:cNvSpPr/>
          <p:nvPr/>
        </p:nvSpPr>
        <p:spPr>
          <a:xfrm>
            <a:off x="3413125" y="3554413"/>
            <a:ext cx="765175" cy="45085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93000"/>
              </a:lnSpc>
              <a:buSzPct val="100000"/>
              <a:buFont typeface="Times New Roman" panose="02020603050405020304" pitchFamily="18" charset="0"/>
              <a:buNone/>
              <a:defRPr/>
            </a:pPr>
            <a:r>
              <a:rPr lang="x-none" altLang="zh-CN" sz="2000" noProof="1">
                <a:solidFill>
                  <a:schemeClr val="tx1"/>
                </a:solidFill>
                <a:ea typeface="宋体" panose="02010600030101010101" pitchFamily="2" charset="-122"/>
              </a:rPr>
              <a:t>104</a:t>
            </a:r>
          </a:p>
        </p:txBody>
      </p:sp>
      <p:sp>
        <p:nvSpPr>
          <p:cNvPr id="5" name="灯片编号占位符 4">
            <a:extLst>
              <a:ext uri="{FF2B5EF4-FFF2-40B4-BE49-F238E27FC236}">
                <a16:creationId xmlns:a16="http://schemas.microsoft.com/office/drawing/2014/main" id="{CB6CC58F-6229-07C4-A7EF-717EB28196ED}"/>
              </a:ext>
            </a:extLst>
          </p:cNvPr>
          <p:cNvSpPr>
            <a:spLocks noGrp="1"/>
          </p:cNvSpPr>
          <p:nvPr>
            <p:ph type="sldNum" sz="quarter" idx="12"/>
          </p:nvPr>
        </p:nvSpPr>
        <p:spPr/>
        <p:txBody>
          <a:bodyPr/>
          <a:lstStyle/>
          <a:p>
            <a:pPr>
              <a:defRPr/>
            </a:pPr>
            <a:fld id="{BBDCC502-C3AE-4138-9D8B-AAFA9353722C}" type="slidenum">
              <a:rPr lang="en-US" smtClean="0"/>
              <a:pPr>
                <a:defRPr/>
              </a:pPr>
              <a:t>100</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linds(horizontal)">
                                      <p:cBhvr>
                                        <p:cTn id="27" dur="500"/>
                                        <p:tgtEl>
                                          <p:spTgt spid="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linds(horizontal)">
                                      <p:cBhvr>
                                        <p:cTn id="32" dur="500"/>
                                        <p:tgtEl>
                                          <p:spTgt spid="2">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rtlCol="0">
            <a:normAutofit/>
          </a:bodyPr>
          <a:lstStyle/>
          <a:p>
            <a:pPr defTabSz="503972" eaLnBrk="1" fontAlgn="auto" hangingPunct="1">
              <a:spcAft>
                <a:spcPts val="0"/>
              </a:spcAft>
              <a:defRPr/>
            </a:pPr>
            <a:r>
              <a:rPr lang="en-US" altLang="zh-CN" dirty="0"/>
              <a:t>if-then-else</a:t>
            </a:r>
            <a:r>
              <a:rPr lang="zh-CN" altLang="en-US" dirty="0"/>
              <a:t>语句的语义</a:t>
            </a:r>
          </a:p>
        </p:txBody>
      </p:sp>
      <p:sp>
        <p:nvSpPr>
          <p:cNvPr id="176131"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S → if E then S</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 else S</a:t>
            </a:r>
            <a:r>
              <a:rPr lang="en-US" altLang="zh-CN" sz="3086" baseline="-30000" dirty="0">
                <a:solidFill>
                  <a:schemeClr val="tx1">
                    <a:lumMod val="75000"/>
                    <a:lumOff val="25000"/>
                  </a:schemeClr>
                </a:solidFill>
              </a:rPr>
              <a:t>2</a:t>
            </a:r>
            <a:endParaRPr lang="zh-CN" altLang="en-US" sz="3086" baseline="-30000" dirty="0">
              <a:solidFill>
                <a:schemeClr val="tx1">
                  <a:lumMod val="75000"/>
                  <a:lumOff val="25000"/>
                </a:schemeClr>
              </a:solidFill>
            </a:endParaRPr>
          </a:p>
        </p:txBody>
      </p:sp>
      <p:sp>
        <p:nvSpPr>
          <p:cNvPr id="23" name="文本框 22"/>
          <p:cNvSpPr txBox="1"/>
          <p:nvPr/>
        </p:nvSpPr>
        <p:spPr>
          <a:xfrm>
            <a:off x="7056438" y="944563"/>
            <a:ext cx="3024187" cy="5670550"/>
          </a:xfrm>
          <a:prstGeom prst="rect">
            <a:avLst/>
          </a:prstGeom>
          <a:noFill/>
        </p:spPr>
        <p:txBody>
          <a:bodyPr/>
          <a:lstStyle/>
          <a:p>
            <a:pPr defTabSz="503972" eaLnBrk="1" fontAlgn="auto" hangingPunct="1">
              <a:lnSpc>
                <a:spcPct val="90000"/>
              </a:lnSpc>
              <a:spcBef>
                <a:spcPts val="0"/>
              </a:spcBef>
              <a:spcAft>
                <a:spcPts val="0"/>
              </a:spcAft>
              <a:defRPr/>
            </a:pPr>
            <a:endParaRPr lang="zh-CN" altLang="en-US" sz="2315" dirty="0">
              <a:solidFill>
                <a:prstClr val="black"/>
              </a:solidFill>
              <a:latin typeface="微软雅黑" panose="020B0503020204020204" pitchFamily="34" charset="-122"/>
              <a:ea typeface="微软雅黑" panose="020B0503020204020204" pitchFamily="34" charset="-122"/>
            </a:endParaRPr>
          </a:p>
        </p:txBody>
      </p:sp>
      <p:sp>
        <p:nvSpPr>
          <p:cNvPr id="24" name="Rectangle 4"/>
          <p:cNvSpPr>
            <a:spLocks noChangeArrowheads="1"/>
          </p:cNvSpPr>
          <p:nvPr/>
        </p:nvSpPr>
        <p:spPr bwMode="auto">
          <a:xfrm>
            <a:off x="2792413" y="3030538"/>
            <a:ext cx="2435225" cy="75565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7030A0"/>
                </a:solidFill>
                <a:latin typeface="Arial" panose="020B0604020202020204"/>
                <a:ea typeface="宋体" panose="02010600030101010101" pitchFamily="2" charset="-122"/>
              </a:rPr>
              <a:t>E</a:t>
            </a:r>
            <a:r>
              <a:rPr kumimoji="1" lang="zh-CN" altLang="en-US" sz="3086" dirty="0">
                <a:solidFill>
                  <a:srgbClr val="7030A0"/>
                </a:solidFill>
                <a:latin typeface="Arial" panose="020B0604020202020204"/>
                <a:ea typeface="宋体" panose="02010600030101010101" pitchFamily="2" charset="-122"/>
              </a:rPr>
              <a:t>.</a:t>
            </a:r>
            <a:r>
              <a:rPr kumimoji="1" lang="en-US" altLang="zh-CN" sz="3086" dirty="0">
                <a:solidFill>
                  <a:srgbClr val="7030A0"/>
                </a:solidFill>
                <a:latin typeface="Arial" panose="020B0604020202020204"/>
                <a:ea typeface="宋体" panose="02010600030101010101" pitchFamily="2" charset="-122"/>
              </a:rPr>
              <a:t>code</a:t>
            </a:r>
            <a:endParaRPr kumimoji="1" lang="en-US" altLang="zh-CN" sz="2646" dirty="0">
              <a:solidFill>
                <a:srgbClr val="7030A0"/>
              </a:solidFill>
              <a:latin typeface="Arial" panose="020B0604020202020204"/>
              <a:ea typeface="宋体" panose="02010600030101010101" pitchFamily="2" charset="-122"/>
            </a:endParaRPr>
          </a:p>
        </p:txBody>
      </p:sp>
      <p:sp>
        <p:nvSpPr>
          <p:cNvPr id="25" name="Rectangle 5"/>
          <p:cNvSpPr>
            <a:spLocks noChangeArrowheads="1"/>
          </p:cNvSpPr>
          <p:nvPr/>
        </p:nvSpPr>
        <p:spPr bwMode="auto">
          <a:xfrm>
            <a:off x="2792413" y="3786188"/>
            <a:ext cx="2435225" cy="671512"/>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CC3300"/>
                </a:solidFill>
                <a:latin typeface="Arial" panose="020B0604020202020204"/>
                <a:ea typeface="宋体" panose="02010600030101010101" pitchFamily="2" charset="-122"/>
              </a:rPr>
              <a:t>S</a:t>
            </a:r>
            <a:r>
              <a:rPr kumimoji="1" lang="en-US" altLang="zh-CN" sz="3086" baseline="-25000">
                <a:solidFill>
                  <a:srgbClr val="CC3300"/>
                </a:solidFill>
                <a:latin typeface="Arial" panose="020B0604020202020204"/>
                <a:ea typeface="宋体" panose="02010600030101010101" pitchFamily="2" charset="-122"/>
              </a:rPr>
              <a:t>1</a:t>
            </a:r>
            <a:r>
              <a:rPr kumimoji="1" lang="zh-CN" altLang="en-US" sz="3086">
                <a:solidFill>
                  <a:srgbClr val="CC3300"/>
                </a:solidFill>
                <a:latin typeface="Arial" panose="020B0604020202020204"/>
                <a:ea typeface="宋体" panose="02010600030101010101" pitchFamily="2" charset="-122"/>
              </a:rPr>
              <a:t>.</a:t>
            </a:r>
            <a:r>
              <a:rPr kumimoji="1" lang="en-US" altLang="zh-CN" sz="3086">
                <a:solidFill>
                  <a:srgbClr val="CC3300"/>
                </a:solidFill>
                <a:latin typeface="Arial" panose="020B0604020202020204"/>
                <a:ea typeface="宋体" panose="02010600030101010101" pitchFamily="2" charset="-122"/>
              </a:rPr>
              <a:t>code</a:t>
            </a:r>
            <a:endParaRPr kumimoji="1" lang="en-US" altLang="zh-CN" sz="2646">
              <a:solidFill>
                <a:prstClr val="black"/>
              </a:solidFill>
              <a:latin typeface="Arial" panose="020B0604020202020204"/>
              <a:ea typeface="宋体" panose="02010600030101010101" pitchFamily="2" charset="-122"/>
            </a:endParaRPr>
          </a:p>
        </p:txBody>
      </p:sp>
      <p:sp>
        <p:nvSpPr>
          <p:cNvPr id="26" name="Rectangle 6"/>
          <p:cNvSpPr>
            <a:spLocks noChangeArrowheads="1"/>
          </p:cNvSpPr>
          <p:nvPr/>
        </p:nvSpPr>
        <p:spPr bwMode="auto">
          <a:xfrm>
            <a:off x="2792413" y="4962525"/>
            <a:ext cx="2435225" cy="671513"/>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70C0"/>
                </a:solidFill>
                <a:latin typeface="Arial" panose="020B0604020202020204"/>
                <a:ea typeface="宋体" panose="02010600030101010101" pitchFamily="2" charset="-122"/>
              </a:rPr>
              <a:t>S</a:t>
            </a:r>
            <a:r>
              <a:rPr kumimoji="1" lang="en-US" altLang="zh-CN" sz="3086" baseline="-25000" dirty="0">
                <a:solidFill>
                  <a:srgbClr val="0070C0"/>
                </a:solidFill>
                <a:latin typeface="Arial" panose="020B0604020202020204"/>
                <a:ea typeface="宋体" panose="02010600030101010101" pitchFamily="2" charset="-122"/>
              </a:rPr>
              <a:t>2</a:t>
            </a:r>
            <a:r>
              <a:rPr kumimoji="1" lang="zh-CN" altLang="en-US" sz="3086" dirty="0">
                <a:solidFill>
                  <a:srgbClr val="0070C0"/>
                </a:solidFill>
                <a:latin typeface="Arial" panose="020B0604020202020204"/>
                <a:ea typeface="宋体" panose="02010600030101010101" pitchFamily="2" charset="-122"/>
              </a:rPr>
              <a:t>.</a:t>
            </a:r>
            <a:r>
              <a:rPr kumimoji="1" lang="en-US" altLang="zh-CN" sz="3086" dirty="0">
                <a:solidFill>
                  <a:srgbClr val="0070C0"/>
                </a:solidFill>
                <a:latin typeface="Arial" panose="020B0604020202020204"/>
                <a:ea typeface="宋体" panose="02010600030101010101" pitchFamily="2" charset="-122"/>
              </a:rPr>
              <a:t>code</a:t>
            </a:r>
            <a:endParaRPr kumimoji="1" lang="en-US" altLang="zh-CN" sz="2646" dirty="0">
              <a:solidFill>
                <a:srgbClr val="0070C0"/>
              </a:solidFill>
              <a:latin typeface="Arial" panose="020B0604020202020204"/>
              <a:ea typeface="宋体" panose="02010600030101010101" pitchFamily="2" charset="-122"/>
            </a:endParaRPr>
          </a:p>
        </p:txBody>
      </p:sp>
      <p:grpSp>
        <p:nvGrpSpPr>
          <p:cNvPr id="27" name="Group 7"/>
          <p:cNvGrpSpPr>
            <a:grpSpLocks/>
          </p:cNvGrpSpPr>
          <p:nvPr/>
        </p:nvGrpSpPr>
        <p:grpSpPr bwMode="auto">
          <a:xfrm>
            <a:off x="4975225" y="3198813"/>
            <a:ext cx="673100" cy="168275"/>
            <a:chOff x="2976" y="2688"/>
            <a:chExt cx="384" cy="96"/>
          </a:xfrm>
        </p:grpSpPr>
        <p:sp>
          <p:nvSpPr>
            <p:cNvPr id="28" name="Line 8"/>
            <p:cNvSpPr>
              <a:spLocks noChangeShapeType="1"/>
            </p:cNvSpPr>
            <p:nvPr/>
          </p:nvSpPr>
          <p:spPr bwMode="auto">
            <a:xfrm>
              <a:off x="3024" y="2736"/>
              <a:ext cx="336"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29" name="Oval 9"/>
            <p:cNvSpPr>
              <a:spLocks noChangeArrowheads="1"/>
            </p:cNvSpPr>
            <p:nvPr/>
          </p:nvSpPr>
          <p:spPr bwMode="auto">
            <a:xfrm>
              <a:off x="2976" y="2688"/>
              <a:ext cx="48" cy="96"/>
            </a:xfrm>
            <a:prstGeom prst="ellipse">
              <a:avLst/>
            </a:prstGeom>
            <a:solidFill>
              <a:srgbClr val="009644"/>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grpSp>
        <p:nvGrpSpPr>
          <p:cNvPr id="30" name="Group 10"/>
          <p:cNvGrpSpPr>
            <a:grpSpLocks/>
          </p:cNvGrpSpPr>
          <p:nvPr/>
        </p:nvGrpSpPr>
        <p:grpSpPr bwMode="auto">
          <a:xfrm flipH="1">
            <a:off x="5059363" y="4794250"/>
            <a:ext cx="1008062" cy="1176338"/>
            <a:chOff x="1536" y="3360"/>
            <a:chExt cx="960" cy="672"/>
          </a:xfrm>
        </p:grpSpPr>
        <p:sp>
          <p:nvSpPr>
            <p:cNvPr id="31" name="Freeform 11"/>
            <p:cNvSpPr>
              <a:spLocks/>
            </p:cNvSpPr>
            <p:nvPr/>
          </p:nvSpPr>
          <p:spPr bwMode="auto">
            <a:xfrm>
              <a:off x="1536" y="3408"/>
              <a:ext cx="912" cy="624"/>
            </a:xfrm>
            <a:custGeom>
              <a:avLst/>
              <a:gdLst>
                <a:gd name="T0" fmla="*/ 912 w 912"/>
                <a:gd name="T1" fmla="*/ 0 h 624"/>
                <a:gd name="T2" fmla="*/ 0 w 912"/>
                <a:gd name="T3" fmla="*/ 0 h 624"/>
                <a:gd name="T4" fmla="*/ 0 w 912"/>
                <a:gd name="T5" fmla="*/ 624 h 624"/>
                <a:gd name="T6" fmla="*/ 720 w 912"/>
                <a:gd name="T7" fmla="*/ 624 h 624"/>
                <a:gd name="T8" fmla="*/ 0 60000 65536"/>
                <a:gd name="T9" fmla="*/ 0 60000 65536"/>
                <a:gd name="T10" fmla="*/ 0 60000 65536"/>
                <a:gd name="T11" fmla="*/ 0 60000 65536"/>
                <a:gd name="T12" fmla="*/ 0 w 912"/>
                <a:gd name="T13" fmla="*/ 0 h 624"/>
                <a:gd name="T14" fmla="*/ 912 w 912"/>
                <a:gd name="T15" fmla="*/ 624 h 624"/>
              </a:gdLst>
              <a:ahLst/>
              <a:cxnLst>
                <a:cxn ang="T8">
                  <a:pos x="T0" y="T1"/>
                </a:cxn>
                <a:cxn ang="T9">
                  <a:pos x="T2" y="T3"/>
                </a:cxn>
                <a:cxn ang="T10">
                  <a:pos x="T4" y="T5"/>
                </a:cxn>
                <a:cxn ang="T11">
                  <a:pos x="T6" y="T7"/>
                </a:cxn>
              </a:cxnLst>
              <a:rect l="T12" t="T13" r="T14" b="T15"/>
              <a:pathLst>
                <a:path w="912" h="624">
                  <a:moveTo>
                    <a:pt x="912" y="0"/>
                  </a:moveTo>
                  <a:lnTo>
                    <a:pt x="0" y="0"/>
                  </a:lnTo>
                  <a:lnTo>
                    <a:pt x="0" y="624"/>
                  </a:lnTo>
                  <a:lnTo>
                    <a:pt x="720" y="624"/>
                  </a:lnTo>
                </a:path>
              </a:pathLst>
            </a:custGeom>
            <a:noFill/>
            <a:ln w="19050" cap="flat" cmpd="sng">
              <a:solidFill>
                <a:schemeClr val="tx1"/>
              </a:solidFill>
              <a:prstDash val="solid"/>
              <a:round/>
              <a:headEnd type="none" w="med" len="med"/>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32" name="Oval 12"/>
            <p:cNvSpPr>
              <a:spLocks noChangeArrowheads="1"/>
            </p:cNvSpPr>
            <p:nvPr/>
          </p:nvSpPr>
          <p:spPr bwMode="auto">
            <a:xfrm>
              <a:off x="2448" y="3360"/>
              <a:ext cx="48" cy="96"/>
            </a:xfrm>
            <a:prstGeom prst="ellipse">
              <a:avLst/>
            </a:prstGeom>
            <a:solidFill>
              <a:schemeClr val="tx1"/>
            </a:solidFill>
            <a:ln w="19050">
              <a:solidFill>
                <a:schemeClr val="tx1"/>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33" name="Rectangle 13"/>
          <p:cNvSpPr>
            <a:spLocks noChangeArrowheads="1"/>
          </p:cNvSpPr>
          <p:nvPr/>
        </p:nvSpPr>
        <p:spPr bwMode="auto">
          <a:xfrm>
            <a:off x="5730875" y="2778125"/>
            <a:ext cx="1512888"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srgbClr val="339933"/>
                </a:solidFill>
                <a:latin typeface="Arial" panose="020B0604020202020204"/>
                <a:ea typeface="宋体" panose="02010600030101010101" pitchFamily="2" charset="-122"/>
              </a:rPr>
              <a:t>To E.true</a:t>
            </a:r>
            <a:endParaRPr kumimoji="1" lang="en-US" altLang="zh-CN" sz="2646">
              <a:solidFill>
                <a:prstClr val="black"/>
              </a:solidFill>
              <a:latin typeface="Arial" panose="020B0604020202020204"/>
              <a:ea typeface="宋体" panose="02010600030101010101" pitchFamily="2" charset="-122"/>
            </a:endParaRPr>
          </a:p>
        </p:txBody>
      </p:sp>
      <p:sp>
        <p:nvSpPr>
          <p:cNvPr id="34" name="Rectangle 14"/>
          <p:cNvSpPr>
            <a:spLocks noChangeArrowheads="1"/>
          </p:cNvSpPr>
          <p:nvPr/>
        </p:nvSpPr>
        <p:spPr bwMode="auto">
          <a:xfrm>
            <a:off x="5795963" y="3359150"/>
            <a:ext cx="1512887"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70C0"/>
                </a:solidFill>
                <a:latin typeface="Arial" panose="020B0604020202020204"/>
                <a:ea typeface="宋体" panose="02010600030101010101" pitchFamily="2" charset="-122"/>
              </a:rPr>
              <a:t>To </a:t>
            </a:r>
            <a:r>
              <a:rPr kumimoji="1" lang="en-US" altLang="zh-CN" sz="3086" dirty="0" err="1">
                <a:solidFill>
                  <a:srgbClr val="0070C0"/>
                </a:solidFill>
                <a:latin typeface="Arial" panose="020B0604020202020204"/>
                <a:ea typeface="宋体" panose="02010600030101010101" pitchFamily="2" charset="-122"/>
              </a:rPr>
              <a:t>E.false</a:t>
            </a:r>
            <a:endParaRPr kumimoji="1" lang="en-US" altLang="zh-CN" sz="3086" dirty="0">
              <a:solidFill>
                <a:srgbClr val="0070C0"/>
              </a:solidFill>
              <a:latin typeface="Arial" panose="020B0604020202020204"/>
              <a:ea typeface="宋体" panose="02010600030101010101" pitchFamily="2" charset="-122"/>
            </a:endParaRPr>
          </a:p>
        </p:txBody>
      </p:sp>
      <p:sp>
        <p:nvSpPr>
          <p:cNvPr id="35" name="Rectangle 15"/>
          <p:cNvSpPr>
            <a:spLocks noChangeArrowheads="1"/>
          </p:cNvSpPr>
          <p:nvPr/>
        </p:nvSpPr>
        <p:spPr bwMode="auto">
          <a:xfrm>
            <a:off x="2792413" y="4457700"/>
            <a:ext cx="2435225" cy="504825"/>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prstClr val="black"/>
                </a:solidFill>
                <a:latin typeface="Arial" panose="020B0604020202020204"/>
                <a:ea typeface="宋体" panose="02010600030101010101" pitchFamily="2" charset="-122"/>
              </a:rPr>
              <a:t>goto</a:t>
            </a:r>
            <a:r>
              <a:rPr kumimoji="1" lang="en-US" altLang="zh-CN" sz="3086" dirty="0">
                <a:solidFill>
                  <a:prstClr val="black"/>
                </a:solidFill>
                <a:latin typeface="Arial" panose="020B0604020202020204"/>
                <a:ea typeface="宋体" panose="02010600030101010101" pitchFamily="2" charset="-122"/>
              </a:rPr>
              <a:t> </a:t>
            </a:r>
            <a:r>
              <a:rPr kumimoji="1" lang="en-US" altLang="zh-CN" sz="3086" dirty="0" err="1">
                <a:solidFill>
                  <a:prstClr val="black"/>
                </a:solidFill>
                <a:latin typeface="Arial" panose="020B0604020202020204"/>
                <a:ea typeface="宋体" panose="02010600030101010101" pitchFamily="2" charset="-122"/>
              </a:rPr>
              <a:t>S.next</a:t>
            </a:r>
            <a:endParaRPr kumimoji="1" lang="en-US" altLang="zh-CN" sz="3086" dirty="0">
              <a:solidFill>
                <a:prstClr val="black"/>
              </a:solidFill>
              <a:latin typeface="Arial" panose="020B0604020202020204"/>
              <a:ea typeface="宋体" panose="02010600030101010101" pitchFamily="2" charset="-122"/>
            </a:endParaRPr>
          </a:p>
        </p:txBody>
      </p:sp>
      <p:grpSp>
        <p:nvGrpSpPr>
          <p:cNvPr id="36" name="Group 16"/>
          <p:cNvGrpSpPr>
            <a:grpSpLocks/>
          </p:cNvGrpSpPr>
          <p:nvPr/>
        </p:nvGrpSpPr>
        <p:grpSpPr bwMode="auto">
          <a:xfrm>
            <a:off x="4975225" y="3533775"/>
            <a:ext cx="673100" cy="168275"/>
            <a:chOff x="2976" y="2688"/>
            <a:chExt cx="384" cy="96"/>
          </a:xfrm>
        </p:grpSpPr>
        <p:sp>
          <p:nvSpPr>
            <p:cNvPr id="37" name="Line 17"/>
            <p:cNvSpPr>
              <a:spLocks noChangeShapeType="1"/>
            </p:cNvSpPr>
            <p:nvPr/>
          </p:nvSpPr>
          <p:spPr bwMode="auto">
            <a:xfrm>
              <a:off x="3024" y="2736"/>
              <a:ext cx="336" cy="0"/>
            </a:xfrm>
            <a:prstGeom prst="line">
              <a:avLst/>
            </a:prstGeom>
            <a:noFill/>
            <a:ln w="19050">
              <a:solidFill>
                <a:srgbClr val="0070C0"/>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38" name="Oval 18"/>
            <p:cNvSpPr>
              <a:spLocks noChangeArrowheads="1"/>
            </p:cNvSpPr>
            <p:nvPr/>
          </p:nvSpPr>
          <p:spPr bwMode="auto">
            <a:xfrm>
              <a:off x="2976" y="2688"/>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39" name="Rectangle 19"/>
          <p:cNvSpPr>
            <a:spLocks noChangeArrowheads="1"/>
          </p:cNvSpPr>
          <p:nvPr/>
        </p:nvSpPr>
        <p:spPr bwMode="auto">
          <a:xfrm>
            <a:off x="1279525" y="5718175"/>
            <a:ext cx="151288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Arial" panose="020B0604020202020204"/>
                <a:ea typeface="宋体" panose="02010600030101010101" pitchFamily="2" charset="-122"/>
              </a:rPr>
              <a:t>S.next</a:t>
            </a:r>
          </a:p>
        </p:txBody>
      </p:sp>
      <p:sp>
        <p:nvSpPr>
          <p:cNvPr id="40" name="Rectangle 20"/>
          <p:cNvSpPr>
            <a:spLocks noChangeArrowheads="1"/>
          </p:cNvSpPr>
          <p:nvPr/>
        </p:nvSpPr>
        <p:spPr bwMode="auto">
          <a:xfrm>
            <a:off x="2792413" y="5634038"/>
            <a:ext cx="2435225" cy="671512"/>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ea typeface="宋体" panose="02010600030101010101" pitchFamily="2" charset="-122"/>
              </a:rPr>
              <a:t>……</a:t>
            </a:r>
          </a:p>
        </p:txBody>
      </p:sp>
      <p:sp>
        <p:nvSpPr>
          <p:cNvPr id="41" name="Rectangle 21"/>
          <p:cNvSpPr>
            <a:spLocks noChangeArrowheads="1"/>
          </p:cNvSpPr>
          <p:nvPr/>
        </p:nvSpPr>
        <p:spPr bwMode="auto">
          <a:xfrm>
            <a:off x="1279525" y="3617913"/>
            <a:ext cx="1512888"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339933"/>
                </a:solidFill>
                <a:latin typeface="Arial" panose="020B0604020202020204"/>
                <a:ea typeface="宋体" panose="02010600030101010101" pitchFamily="2" charset="-122"/>
              </a:rPr>
              <a:t>E.true</a:t>
            </a:r>
            <a:r>
              <a:rPr kumimoji="1" lang="en-US" altLang="zh-CN" sz="3086" dirty="0">
                <a:solidFill>
                  <a:srgbClr val="339933"/>
                </a:solidFill>
                <a:latin typeface="Arial" panose="020B0604020202020204"/>
                <a:ea typeface="宋体" panose="02010600030101010101" pitchFamily="2" charset="-122"/>
              </a:rPr>
              <a:t>:</a:t>
            </a:r>
            <a:endParaRPr kumimoji="1" lang="en-US" altLang="zh-CN" sz="2646" dirty="0">
              <a:solidFill>
                <a:prstClr val="black"/>
              </a:solidFill>
              <a:latin typeface="Arial" panose="020B0604020202020204"/>
              <a:ea typeface="宋体" panose="02010600030101010101" pitchFamily="2" charset="-122"/>
            </a:endParaRPr>
          </a:p>
        </p:txBody>
      </p:sp>
      <p:sp>
        <p:nvSpPr>
          <p:cNvPr id="42" name="Rectangle 22"/>
          <p:cNvSpPr>
            <a:spLocks noChangeArrowheads="1"/>
          </p:cNvSpPr>
          <p:nvPr/>
        </p:nvSpPr>
        <p:spPr bwMode="auto">
          <a:xfrm>
            <a:off x="1279525" y="4794250"/>
            <a:ext cx="151288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0070C0"/>
                </a:solidFill>
                <a:latin typeface="Arial" panose="020B0604020202020204"/>
                <a:ea typeface="宋体" panose="02010600030101010101" pitchFamily="2" charset="-122"/>
              </a:rPr>
              <a:t>E.false</a:t>
            </a:r>
            <a:r>
              <a:rPr kumimoji="1" lang="en-US" altLang="zh-CN" sz="3086" dirty="0">
                <a:solidFill>
                  <a:srgbClr val="0070C0"/>
                </a:solidFill>
                <a:latin typeface="Arial" panose="020B0604020202020204"/>
                <a:ea typeface="宋体" panose="02010600030101010101" pitchFamily="2" charset="-122"/>
              </a:rPr>
              <a:t>:</a:t>
            </a:r>
          </a:p>
        </p:txBody>
      </p:sp>
      <p:sp>
        <p:nvSpPr>
          <p:cNvPr id="2" name="灯片编号占位符 1">
            <a:extLst>
              <a:ext uri="{FF2B5EF4-FFF2-40B4-BE49-F238E27FC236}">
                <a16:creationId xmlns:a16="http://schemas.microsoft.com/office/drawing/2014/main" id="{0E91F306-84FE-33B0-2CF5-A8D9A39C36A8}"/>
              </a:ext>
            </a:extLst>
          </p:cNvPr>
          <p:cNvSpPr>
            <a:spLocks noGrp="1"/>
          </p:cNvSpPr>
          <p:nvPr>
            <p:ph type="sldNum" sz="quarter" idx="12"/>
          </p:nvPr>
        </p:nvSpPr>
        <p:spPr/>
        <p:txBody>
          <a:bodyPr/>
          <a:lstStyle/>
          <a:p>
            <a:pPr>
              <a:defRPr/>
            </a:pPr>
            <a:fld id="{6F37DCBB-C9BD-470E-9742-C3E36F8A5867}" type="slidenum">
              <a:rPr lang="en-US" smtClean="0"/>
              <a:pPr>
                <a:defRPr/>
              </a:pPr>
              <a:t>101</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wipe(left)">
                                      <p:cBhvr>
                                        <p:cTn id="7" dur="500"/>
                                        <p:tgtEl>
                                          <p:spTgt spid="176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dissolve">
                                      <p:cBhvr>
                                        <p:cTn id="22" dur="500"/>
                                        <p:tgtEl>
                                          <p:spTgt spid="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dissolve">
                                      <p:cBhvr>
                                        <p:cTn id="27" dur="500"/>
                                        <p:tgtEl>
                                          <p:spTgt spid="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dissolve">
                                      <p:cBhvr>
                                        <p:cTn id="37" dur="500"/>
                                        <p:tgtEl>
                                          <p:spTgt spid="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dissolve">
                                      <p:cBhvr>
                                        <p:cTn id="42" dur="500"/>
                                        <p:tgtEl>
                                          <p:spTgt spid="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dissolve">
                                      <p:cBhvr>
                                        <p:cTn id="52" dur="500"/>
                                        <p:tgtEl>
                                          <p:spTgt spid="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dissolve">
                                      <p:cBhvr>
                                        <p:cTn id="57" dur="500"/>
                                        <p:tgtEl>
                                          <p:spTgt spid="4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dissolve">
                                      <p:cBhvr>
                                        <p:cTn id="62" dur="500"/>
                                        <p:tgtEl>
                                          <p:spTgt spid="3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dissolve">
                                      <p:cBhvr>
                                        <p:cTn id="67" dur="500"/>
                                        <p:tgtEl>
                                          <p:spTgt spid="3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dissolve">
                                      <p:cBhvr>
                                        <p:cTn id="7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P spid="24" grpId="0" animBg="1" autoUpdateAnimBg="0"/>
      <p:bldP spid="25" grpId="0" animBg="1" autoUpdateAnimBg="0"/>
      <p:bldP spid="26" grpId="0" animBg="1" autoUpdateAnimBg="0"/>
      <p:bldP spid="33" grpId="0" autoUpdateAnimBg="0"/>
      <p:bldP spid="34" grpId="0" autoUpdateAnimBg="0"/>
      <p:bldP spid="35" grpId="0" animBg="1" autoUpdateAnimBg="0"/>
      <p:bldP spid="39" grpId="0" autoUpdateAnimBg="0"/>
      <p:bldP spid="40" grpId="0" animBg="1" autoUpdateAnimBg="0"/>
      <p:bldP spid="41" grpId="0" autoUpdateAnimBg="0"/>
      <p:bldP spid="42"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818" name="Rectangle 2"/>
          <p:cNvSpPr>
            <a:spLocks noGrp="1" noChangeArrowheads="1"/>
          </p:cNvSpPr>
          <p:nvPr>
            <p:ph type="title" idx="4294967295"/>
          </p:nvPr>
        </p:nvSpPr>
        <p:spPr/>
        <p:txBody>
          <a:bodyPr rtlCol="0">
            <a:normAutofit/>
          </a:bodyPr>
          <a:lstStyle/>
          <a:p>
            <a:pPr defTabSz="503972" eaLnBrk="1" fontAlgn="auto" hangingPunct="1">
              <a:spcAft>
                <a:spcPts val="0"/>
              </a:spcAft>
              <a:defRPr/>
            </a:pPr>
            <a:r>
              <a:rPr lang="en-US" altLang="zh-CN" sz="3968" dirty="0"/>
              <a:t>if-then-else</a:t>
            </a:r>
            <a:r>
              <a:rPr lang="zh-CN" altLang="en-US" sz="3968" dirty="0"/>
              <a:t>语句语句的翻译</a:t>
            </a:r>
            <a:endParaRPr lang="zh-CN" altLang="en-US" sz="3968" dirty="0">
              <a:solidFill>
                <a:schemeClr val="tx1"/>
              </a:solidFill>
              <a:latin typeface="仿宋_GB2312"/>
              <a:ea typeface="仿宋_GB2312"/>
              <a:cs typeface="仿宋_GB2312"/>
            </a:endParaRPr>
          </a:p>
        </p:txBody>
      </p:sp>
      <p:sp>
        <p:nvSpPr>
          <p:cNvPr id="1261571" name="Footer Placeholder 5"/>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261572" name="Slide Number Placeholder 6"/>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9pPr>
          </a:lstStyle>
          <a:p>
            <a:pPr algn="r" eaLnBrk="1">
              <a:lnSpc>
                <a:spcPct val="116000"/>
              </a:lnSpc>
              <a:buSzPct val="100000"/>
              <a:buFont typeface="Times New Roman" panose="02020603050405020304" pitchFamily="18" charset="0"/>
              <a:buNone/>
            </a:pPr>
            <a:fld id="{873D3445-C02F-47E3-ADC8-E2008303E15A}"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102</a:t>
            </a:fld>
            <a:endParaRPr lang="en-GB" altLang="en-US" sz="1200">
              <a:latin typeface="Comic Sans MS" panose="030F0702030302020204" pitchFamily="66" charset="0"/>
              <a:ea typeface="宋体" panose="02010600030101010101" pitchFamily="2" charset="-122"/>
            </a:endParaRPr>
          </a:p>
        </p:txBody>
      </p:sp>
      <p:sp>
        <p:nvSpPr>
          <p:cNvPr id="1261573" name="日期占位符 8"/>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8310" name="Rectangle 3"/>
          <p:cNvSpPr txBox="1">
            <a:spLocks noChangeArrowheads="1"/>
          </p:cNvSpPr>
          <p:nvPr/>
        </p:nvSpPr>
        <p:spPr bwMode="auto">
          <a:xfrm>
            <a:off x="584200" y="1862138"/>
            <a:ext cx="907097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p>
            <a:pPr algn="just" eaLnBrk="1" hangingPunct="1">
              <a:lnSpc>
                <a:spcPct val="120000"/>
              </a:lnSpc>
              <a:buSzPct val="100000"/>
              <a:buFont typeface="Times New Roman" panose="02020603050405020304" pitchFamily="18" charset="0"/>
              <a:buNone/>
            </a:pPr>
            <a:r>
              <a:rPr lang="zh-CN" altLang="en-US" sz="3600" b="1" dirty="0">
                <a:solidFill>
                  <a:schemeClr val="tx1"/>
                </a:solidFill>
                <a:latin typeface="Times New Roman" panose="02020603050405020304" pitchFamily="18" charset="0"/>
                <a:ea typeface="楷体_GB2312"/>
                <a:cs typeface="楷体_GB2312"/>
              </a:rPr>
              <a:t>生成的中间代码</a:t>
            </a: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100:    if a &lt; b </a:t>
            </a:r>
            <a:r>
              <a:rPr lang="en-US" altLang="zh-CN" sz="3200" b="1" dirty="0" err="1">
                <a:solidFill>
                  <a:schemeClr val="tx1"/>
                </a:solidFill>
                <a:latin typeface="Times New Roman" panose="02020603050405020304" pitchFamily="18" charset="0"/>
              </a:rPr>
              <a:t>goto</a:t>
            </a:r>
            <a:r>
              <a:rPr lang="en-US" altLang="zh-CN" sz="3200" b="1" dirty="0">
                <a:solidFill>
                  <a:schemeClr val="tx1"/>
                </a:solidFill>
                <a:latin typeface="Times New Roman" panose="02020603050405020304" pitchFamily="18" charset="0"/>
              </a:rPr>
              <a:t> xxx</a:t>
            </a: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101:    </a:t>
            </a:r>
            <a:r>
              <a:rPr lang="en-US" altLang="zh-CN" sz="3200" b="1" dirty="0" err="1">
                <a:solidFill>
                  <a:schemeClr val="tx1"/>
                </a:solidFill>
                <a:latin typeface="Times New Roman" panose="02020603050405020304" pitchFamily="18" charset="0"/>
              </a:rPr>
              <a:t>goto</a:t>
            </a:r>
            <a:r>
              <a:rPr lang="en-US" altLang="zh-CN" sz="3200" b="1" dirty="0">
                <a:solidFill>
                  <a:schemeClr val="tx1"/>
                </a:solidFill>
                <a:latin typeface="Times New Roman" panose="02020603050405020304" pitchFamily="18" charset="0"/>
              </a:rPr>
              <a:t> </a:t>
            </a:r>
            <a:r>
              <a:rPr lang="en-US" altLang="zh-CN" sz="3200" b="1" dirty="0" err="1">
                <a:solidFill>
                  <a:schemeClr val="tx1"/>
                </a:solidFill>
                <a:latin typeface="Times New Roman" panose="02020603050405020304" pitchFamily="18" charset="0"/>
              </a:rPr>
              <a:t>yyy</a:t>
            </a:r>
            <a:endParaRPr lang="en-US" altLang="zh-CN" sz="3200" b="1" dirty="0">
              <a:solidFill>
                <a:schemeClr val="tx1"/>
              </a:solidFill>
              <a:latin typeface="Times New Roman" panose="02020603050405020304" pitchFamily="18" charset="0"/>
            </a:endParaRP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102:    t1 = a + b</a:t>
            </a: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103:    a = t1</a:t>
            </a: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104:    </a:t>
            </a:r>
            <a:r>
              <a:rPr lang="en-US" altLang="zh-CN" sz="3200" b="1" dirty="0" err="1">
                <a:solidFill>
                  <a:schemeClr val="tx1"/>
                </a:solidFill>
                <a:latin typeface="Times New Roman" panose="02020603050405020304" pitchFamily="18" charset="0"/>
              </a:rPr>
              <a:t>goto</a:t>
            </a:r>
            <a:r>
              <a:rPr lang="en-US" altLang="zh-CN" sz="3200" b="1" dirty="0">
                <a:solidFill>
                  <a:schemeClr val="tx1"/>
                </a:solidFill>
                <a:latin typeface="Times New Roman" panose="02020603050405020304" pitchFamily="18" charset="0"/>
              </a:rPr>
              <a:t> </a:t>
            </a:r>
            <a:r>
              <a:rPr lang="en-US" altLang="zh-CN" sz="3200" b="1" dirty="0" err="1">
                <a:solidFill>
                  <a:schemeClr val="tx1"/>
                </a:solidFill>
                <a:latin typeface="Times New Roman" panose="02020603050405020304" pitchFamily="18" charset="0"/>
              </a:rPr>
              <a:t>zzz</a:t>
            </a:r>
            <a:endParaRPr lang="en-US" altLang="zh-CN" sz="3200" b="1" dirty="0">
              <a:solidFill>
                <a:schemeClr val="tx1"/>
              </a:solidFill>
              <a:latin typeface="Times New Roman" panose="02020603050405020304" pitchFamily="18" charset="0"/>
            </a:endParaRP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105:    t2 = a - b</a:t>
            </a:r>
          </a:p>
          <a:p>
            <a:pPr algn="just" eaLnBrk="1" hangingPunct="1">
              <a:lnSpc>
                <a:spcPct val="120000"/>
              </a:lnSpc>
              <a:buSzPct val="100000"/>
              <a:buFont typeface="Times New Roman" panose="02020603050405020304" pitchFamily="18" charset="0"/>
              <a:buNone/>
            </a:pPr>
            <a:r>
              <a:rPr lang="en-US" altLang="zh-CN" sz="3200" b="1" dirty="0">
                <a:solidFill>
                  <a:schemeClr val="tx1"/>
                </a:solidFill>
                <a:latin typeface="Times New Roman" panose="02020603050405020304" pitchFamily="18" charset="0"/>
              </a:rPr>
              <a:t>106:    a = t2</a:t>
            </a:r>
            <a:endParaRPr lang="en-US" altLang="zh-CN" sz="3600" b="1" dirty="0">
              <a:solidFill>
                <a:schemeClr val="tx1"/>
              </a:solidFill>
              <a:latin typeface="Times New Roman" panose="02020603050405020304" pitchFamily="18" charset="0"/>
              <a:cs typeface="Times New Roman" panose="02020603050405020304" pitchFamily="18" charset="0"/>
            </a:endParaRPr>
          </a:p>
        </p:txBody>
      </p:sp>
      <p:sp>
        <p:nvSpPr>
          <p:cNvPr id="1261575" name="TextBox 29"/>
          <p:cNvSpPr txBox="1">
            <a:spLocks noChangeArrowheads="1"/>
          </p:cNvSpPr>
          <p:nvPr/>
        </p:nvSpPr>
        <p:spPr bwMode="auto">
          <a:xfrm>
            <a:off x="1287463" y="1485900"/>
            <a:ext cx="5940425" cy="492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latin typeface="Times New Roman" panose="02020603050405020304" pitchFamily="18" charset="0"/>
              </a:rPr>
              <a:t>if a&lt;b then a:=a+b else a:=a-b </a:t>
            </a:r>
            <a:r>
              <a:rPr lang="zh-CN" altLang="en-US" sz="2800" b="1">
                <a:latin typeface="Times New Roman" panose="02020603050405020304" pitchFamily="18" charset="0"/>
              </a:rPr>
              <a:t>的翻译</a:t>
            </a:r>
            <a:endParaRPr lang="zh-CN" altLang="en-US" sz="2800" b="1">
              <a:latin typeface="Times New Roman" panose="02020603050405020304" pitchFamily="18" charset="0"/>
              <a:cs typeface="Times New Roman" panose="02020603050405020304" pitchFamily="18" charset="0"/>
            </a:endParaRPr>
          </a:p>
        </p:txBody>
      </p:sp>
      <p:sp>
        <p:nvSpPr>
          <p:cNvPr id="8" name="矩形 7"/>
          <p:cNvSpPr/>
          <p:nvPr/>
        </p:nvSpPr>
        <p:spPr>
          <a:xfrm>
            <a:off x="4737099" y="2614723"/>
            <a:ext cx="765175" cy="45085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93000"/>
              </a:lnSpc>
              <a:buSzPct val="100000"/>
              <a:buFont typeface="Times New Roman" panose="02020603050405020304" pitchFamily="18" charset="0"/>
              <a:buNone/>
              <a:defRPr/>
            </a:pPr>
            <a:r>
              <a:rPr lang="x-none" altLang="zh-CN" sz="2000" noProof="1">
                <a:solidFill>
                  <a:schemeClr val="tx1"/>
                </a:solidFill>
                <a:ea typeface="宋体" panose="02010600030101010101" pitchFamily="2" charset="-122"/>
              </a:rPr>
              <a:t>102</a:t>
            </a:r>
          </a:p>
        </p:txBody>
      </p:sp>
      <p:sp>
        <p:nvSpPr>
          <p:cNvPr id="9" name="矩形 8"/>
          <p:cNvSpPr/>
          <p:nvPr/>
        </p:nvSpPr>
        <p:spPr>
          <a:xfrm>
            <a:off x="3492500" y="3239801"/>
            <a:ext cx="765175" cy="45085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93000"/>
              </a:lnSpc>
              <a:buSzPct val="100000"/>
              <a:buFont typeface="Times New Roman" panose="02020603050405020304" pitchFamily="18" charset="0"/>
              <a:buNone/>
              <a:defRPr/>
            </a:pPr>
            <a:r>
              <a:rPr lang="x-none" altLang="zh-CN" sz="2000" noProof="1">
                <a:solidFill>
                  <a:schemeClr val="tx1"/>
                </a:solidFill>
                <a:ea typeface="宋体" panose="02010600030101010101" pitchFamily="2" charset="-122"/>
              </a:rPr>
              <a:t>10</a:t>
            </a:r>
            <a:r>
              <a:rPr lang="en-US" altLang="zh-CN" sz="2000" noProof="1">
                <a:solidFill>
                  <a:schemeClr val="tx1"/>
                </a:solidFill>
                <a:ea typeface="宋体" panose="02010600030101010101" pitchFamily="2" charset="-122"/>
              </a:rPr>
              <a:t>5</a:t>
            </a:r>
            <a:endParaRPr lang="x-none" altLang="zh-CN" sz="2000" noProof="1">
              <a:solidFill>
                <a:schemeClr val="tx1"/>
              </a:solidFill>
              <a:ea typeface="宋体" panose="02010600030101010101" pitchFamily="2" charset="-122"/>
            </a:endParaRPr>
          </a:p>
        </p:txBody>
      </p:sp>
      <p:sp>
        <p:nvSpPr>
          <p:cNvPr id="10" name="矩形 9"/>
          <p:cNvSpPr/>
          <p:nvPr/>
        </p:nvSpPr>
        <p:spPr>
          <a:xfrm>
            <a:off x="3238500" y="4952427"/>
            <a:ext cx="765175" cy="45085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93000"/>
              </a:lnSpc>
              <a:buSzPct val="100000"/>
              <a:buFont typeface="Times New Roman" panose="02020603050405020304" pitchFamily="18" charset="0"/>
              <a:buNone/>
              <a:defRPr/>
            </a:pPr>
            <a:r>
              <a:rPr lang="x-none" altLang="zh-CN" sz="2000" noProof="1">
                <a:solidFill>
                  <a:schemeClr val="tx1"/>
                </a:solidFill>
                <a:ea typeface="宋体" panose="02010600030101010101" pitchFamily="2" charset="-122"/>
              </a:rPr>
              <a:t>10</a:t>
            </a:r>
            <a:r>
              <a:rPr lang="en-US" altLang="zh-CN" sz="2000" noProof="1">
                <a:solidFill>
                  <a:schemeClr val="tx1"/>
                </a:solidFill>
                <a:ea typeface="宋体" panose="02010600030101010101" pitchFamily="2" charset="-122"/>
              </a:rPr>
              <a:t>7</a:t>
            </a:r>
            <a:endParaRPr lang="x-none" altLang="zh-CN" sz="2000" noProof="1">
              <a:solidFill>
                <a:schemeClr val="tx1"/>
              </a:solidFill>
              <a:ea typeface="宋体" panose="02010600030101010101" pitchFamily="2" charset="-122"/>
            </a:endParaRPr>
          </a:p>
        </p:txBody>
      </p:sp>
      <p:sp>
        <p:nvSpPr>
          <p:cNvPr id="2" name="灯片编号占位符 1">
            <a:extLst>
              <a:ext uri="{FF2B5EF4-FFF2-40B4-BE49-F238E27FC236}">
                <a16:creationId xmlns:a16="http://schemas.microsoft.com/office/drawing/2014/main" id="{808715D2-5318-4683-2AAC-821D4AB99C1F}"/>
              </a:ext>
            </a:extLst>
          </p:cNvPr>
          <p:cNvSpPr>
            <a:spLocks noGrp="1"/>
          </p:cNvSpPr>
          <p:nvPr>
            <p:ph type="sldNum" sz="quarter" idx="12"/>
          </p:nvPr>
        </p:nvSpPr>
        <p:spPr/>
        <p:txBody>
          <a:bodyPr/>
          <a:lstStyle/>
          <a:p>
            <a:pPr>
              <a:defRPr/>
            </a:pPr>
            <a:fld id="{BBDCC502-C3AE-4138-9D8B-AAFA9353722C}" type="slidenum">
              <a:rPr lang="en-US" smtClean="0"/>
              <a:pPr>
                <a:defRPr/>
              </a:pPr>
              <a:t>102</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8310">
                                            <p:txEl>
                                              <p:pRg st="1" end="1"/>
                                            </p:txEl>
                                          </p:spTgt>
                                        </p:tgtEl>
                                        <p:attrNameLst>
                                          <p:attrName>style.visibility</p:attrName>
                                        </p:attrNameLst>
                                      </p:cBhvr>
                                      <p:to>
                                        <p:strVal val="visible"/>
                                      </p:to>
                                    </p:set>
                                    <p:animEffect transition="in" filter="blinds(horizontal)">
                                      <p:cBhvr>
                                        <p:cTn id="7" dur="500"/>
                                        <p:tgtEl>
                                          <p:spTgt spid="98310">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8310">
                                            <p:txEl>
                                              <p:pRg st="2" end="2"/>
                                            </p:txEl>
                                          </p:spTgt>
                                        </p:tgtEl>
                                        <p:attrNameLst>
                                          <p:attrName>style.visibility</p:attrName>
                                        </p:attrNameLst>
                                      </p:cBhvr>
                                      <p:to>
                                        <p:strVal val="visible"/>
                                      </p:to>
                                    </p:set>
                                    <p:animEffect transition="in" filter="blinds(horizontal)">
                                      <p:cBhvr>
                                        <p:cTn id="10" dur="500"/>
                                        <p:tgtEl>
                                          <p:spTgt spid="98310">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98310">
                                            <p:txEl>
                                              <p:pRg st="3" end="3"/>
                                            </p:txEl>
                                          </p:spTgt>
                                        </p:tgtEl>
                                        <p:attrNameLst>
                                          <p:attrName>style.visibility</p:attrName>
                                        </p:attrNameLst>
                                      </p:cBhvr>
                                      <p:to>
                                        <p:strVal val="visible"/>
                                      </p:to>
                                    </p:set>
                                    <p:animEffect transition="in" filter="blinds(horizontal)">
                                      <p:cBhvr>
                                        <p:cTn id="15" dur="500"/>
                                        <p:tgtEl>
                                          <p:spTgt spid="98310">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98310">
                                            <p:txEl>
                                              <p:pRg st="4" end="4"/>
                                            </p:txEl>
                                          </p:spTgt>
                                        </p:tgtEl>
                                        <p:attrNameLst>
                                          <p:attrName>style.visibility</p:attrName>
                                        </p:attrNameLst>
                                      </p:cBhvr>
                                      <p:to>
                                        <p:strVal val="visible"/>
                                      </p:to>
                                    </p:set>
                                    <p:animEffect transition="in" filter="blinds(horizontal)">
                                      <p:cBhvr>
                                        <p:cTn id="18" dur="500"/>
                                        <p:tgtEl>
                                          <p:spTgt spid="98310">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98310">
                                            <p:txEl>
                                              <p:pRg st="5" end="5"/>
                                            </p:txEl>
                                          </p:spTgt>
                                        </p:tgtEl>
                                        <p:attrNameLst>
                                          <p:attrName>style.visibility</p:attrName>
                                        </p:attrNameLst>
                                      </p:cBhvr>
                                      <p:to>
                                        <p:strVal val="visible"/>
                                      </p:to>
                                    </p:set>
                                    <p:animEffect transition="in" filter="blinds(horizontal)">
                                      <p:cBhvr>
                                        <p:cTn id="28" dur="500"/>
                                        <p:tgtEl>
                                          <p:spTgt spid="98310">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98310">
                                            <p:txEl>
                                              <p:pRg st="6" end="6"/>
                                            </p:txEl>
                                          </p:spTgt>
                                        </p:tgtEl>
                                        <p:attrNameLst>
                                          <p:attrName>style.visibility</p:attrName>
                                        </p:attrNameLst>
                                      </p:cBhvr>
                                      <p:to>
                                        <p:strVal val="visible"/>
                                      </p:to>
                                    </p:set>
                                    <p:animEffect transition="in" filter="blinds(horizontal)">
                                      <p:cBhvr>
                                        <p:cTn id="33" dur="500"/>
                                        <p:tgtEl>
                                          <p:spTgt spid="98310">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98310">
                                            <p:txEl>
                                              <p:pRg st="7" end="7"/>
                                            </p:txEl>
                                          </p:spTgt>
                                        </p:tgtEl>
                                        <p:attrNameLst>
                                          <p:attrName>style.visibility</p:attrName>
                                        </p:attrNameLst>
                                      </p:cBhvr>
                                      <p:to>
                                        <p:strVal val="visible"/>
                                      </p:to>
                                    </p:set>
                                    <p:animEffect transition="in" filter="blinds(horizontal)">
                                      <p:cBhvr>
                                        <p:cTn id="43" dur="500"/>
                                        <p:tgtEl>
                                          <p:spTgt spid="98310">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blinds(horizontal)">
                                      <p:cBhvr>
                                        <p:cTn id="4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rtlCol="0">
            <a:normAutofit/>
          </a:bodyPr>
          <a:lstStyle/>
          <a:p>
            <a:pPr defTabSz="503972" eaLnBrk="1" fontAlgn="auto" hangingPunct="1">
              <a:spcAft>
                <a:spcPts val="0"/>
              </a:spcAft>
              <a:defRPr/>
            </a:pPr>
            <a:r>
              <a:rPr lang="en-US" altLang="zh-CN" dirty="0"/>
              <a:t>while-do</a:t>
            </a:r>
            <a:r>
              <a:rPr lang="zh-CN" altLang="en-US" dirty="0"/>
              <a:t>语句的语义</a:t>
            </a:r>
          </a:p>
        </p:txBody>
      </p:sp>
      <p:sp>
        <p:nvSpPr>
          <p:cNvPr id="177155"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S → while E do S</a:t>
            </a:r>
            <a:r>
              <a:rPr lang="en-US" altLang="zh-CN" sz="3086" baseline="-30000" dirty="0">
                <a:solidFill>
                  <a:schemeClr val="tx1">
                    <a:lumMod val="75000"/>
                    <a:lumOff val="25000"/>
                  </a:schemeClr>
                </a:solidFill>
              </a:rPr>
              <a:t>1</a:t>
            </a:r>
            <a:r>
              <a:rPr lang="en-US" altLang="zh-CN" sz="3086" dirty="0">
                <a:solidFill>
                  <a:schemeClr val="tx1">
                    <a:lumMod val="75000"/>
                    <a:lumOff val="25000"/>
                  </a:schemeClr>
                </a:solidFill>
              </a:rPr>
              <a:t> </a:t>
            </a:r>
            <a:endParaRPr lang="zh-CN" altLang="en-US" sz="3086" dirty="0">
              <a:solidFill>
                <a:schemeClr val="tx1">
                  <a:lumMod val="75000"/>
                  <a:lumOff val="25000"/>
                </a:schemeClr>
              </a:solidFill>
            </a:endParaRPr>
          </a:p>
        </p:txBody>
      </p:sp>
      <p:sp>
        <p:nvSpPr>
          <p:cNvPr id="20" name="Rectangle 4"/>
          <p:cNvSpPr>
            <a:spLocks noChangeArrowheads="1"/>
          </p:cNvSpPr>
          <p:nvPr/>
        </p:nvSpPr>
        <p:spPr bwMode="auto">
          <a:xfrm>
            <a:off x="3140075" y="3630613"/>
            <a:ext cx="2436813" cy="757237"/>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7030A0"/>
                </a:solidFill>
                <a:latin typeface="Arial" panose="020B0604020202020204"/>
                <a:ea typeface="宋体" panose="02010600030101010101" pitchFamily="2" charset="-122"/>
              </a:rPr>
              <a:t>E</a:t>
            </a:r>
            <a:r>
              <a:rPr kumimoji="1" lang="zh-CN" altLang="en-US" sz="3086" dirty="0">
                <a:solidFill>
                  <a:srgbClr val="7030A0"/>
                </a:solidFill>
                <a:latin typeface="Arial" panose="020B0604020202020204"/>
                <a:ea typeface="宋体" panose="02010600030101010101" pitchFamily="2" charset="-122"/>
              </a:rPr>
              <a:t>.</a:t>
            </a:r>
            <a:r>
              <a:rPr kumimoji="1" lang="en-US" altLang="zh-CN" sz="3086" dirty="0">
                <a:solidFill>
                  <a:srgbClr val="7030A0"/>
                </a:solidFill>
                <a:latin typeface="Arial" panose="020B0604020202020204"/>
                <a:ea typeface="宋体" panose="02010600030101010101" pitchFamily="2" charset="-122"/>
              </a:rPr>
              <a:t>code</a:t>
            </a:r>
            <a:endParaRPr kumimoji="1" lang="en-US" altLang="zh-CN" sz="2646" dirty="0">
              <a:solidFill>
                <a:srgbClr val="7030A0"/>
              </a:solidFill>
              <a:latin typeface="Arial" panose="020B0604020202020204"/>
              <a:ea typeface="宋体" panose="02010600030101010101" pitchFamily="2" charset="-122"/>
            </a:endParaRPr>
          </a:p>
        </p:txBody>
      </p:sp>
      <p:sp>
        <p:nvSpPr>
          <p:cNvPr id="21" name="Rectangle 5"/>
          <p:cNvSpPr>
            <a:spLocks noChangeArrowheads="1"/>
          </p:cNvSpPr>
          <p:nvPr/>
        </p:nvSpPr>
        <p:spPr bwMode="auto">
          <a:xfrm>
            <a:off x="3140075" y="4387850"/>
            <a:ext cx="2436813" cy="671513"/>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C00000"/>
                </a:solidFill>
                <a:latin typeface="Arial" panose="020B0604020202020204"/>
                <a:ea typeface="宋体" panose="02010600030101010101" pitchFamily="2" charset="-122"/>
              </a:rPr>
              <a:t>S</a:t>
            </a:r>
            <a:r>
              <a:rPr kumimoji="1" lang="en-US" altLang="zh-CN" sz="3086" baseline="-25000" dirty="0">
                <a:solidFill>
                  <a:srgbClr val="C00000"/>
                </a:solidFill>
                <a:latin typeface="Arial" panose="020B0604020202020204"/>
                <a:ea typeface="宋体" panose="02010600030101010101" pitchFamily="2" charset="-122"/>
              </a:rPr>
              <a:t>1</a:t>
            </a:r>
            <a:r>
              <a:rPr kumimoji="1" lang="zh-CN" altLang="en-US" sz="3086" dirty="0">
                <a:solidFill>
                  <a:srgbClr val="C00000"/>
                </a:solidFill>
                <a:latin typeface="Arial" panose="020B0604020202020204"/>
                <a:ea typeface="宋体" panose="02010600030101010101" pitchFamily="2" charset="-122"/>
              </a:rPr>
              <a:t>.</a:t>
            </a:r>
            <a:r>
              <a:rPr kumimoji="1" lang="en-US" altLang="zh-CN" sz="3086" dirty="0">
                <a:solidFill>
                  <a:srgbClr val="C00000"/>
                </a:solidFill>
                <a:latin typeface="Arial" panose="020B0604020202020204"/>
                <a:ea typeface="宋体" panose="02010600030101010101" pitchFamily="2" charset="-122"/>
              </a:rPr>
              <a:t>code</a:t>
            </a:r>
            <a:endParaRPr kumimoji="1" lang="en-US" altLang="zh-CN" sz="2646" dirty="0">
              <a:solidFill>
                <a:srgbClr val="C00000"/>
              </a:solidFill>
              <a:latin typeface="Arial" panose="020B0604020202020204"/>
              <a:ea typeface="宋体" panose="02010600030101010101" pitchFamily="2" charset="-122"/>
            </a:endParaRPr>
          </a:p>
        </p:txBody>
      </p:sp>
      <p:grpSp>
        <p:nvGrpSpPr>
          <p:cNvPr id="22" name="Group 7"/>
          <p:cNvGrpSpPr>
            <a:grpSpLocks/>
          </p:cNvGrpSpPr>
          <p:nvPr/>
        </p:nvGrpSpPr>
        <p:grpSpPr bwMode="auto">
          <a:xfrm>
            <a:off x="5324475" y="3798888"/>
            <a:ext cx="671513" cy="168275"/>
            <a:chOff x="2976" y="2688"/>
            <a:chExt cx="384" cy="96"/>
          </a:xfrm>
        </p:grpSpPr>
        <p:sp>
          <p:nvSpPr>
            <p:cNvPr id="23" name="Line 8"/>
            <p:cNvSpPr>
              <a:spLocks noChangeShapeType="1"/>
            </p:cNvSpPr>
            <p:nvPr/>
          </p:nvSpPr>
          <p:spPr bwMode="auto">
            <a:xfrm>
              <a:off x="3024" y="2736"/>
              <a:ext cx="336" cy="0"/>
            </a:xfrm>
            <a:prstGeom prst="line">
              <a:avLst/>
            </a:prstGeom>
            <a:noFill/>
            <a:ln w="19050">
              <a:solidFill>
                <a:srgbClr val="339933"/>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24" name="Oval 9"/>
            <p:cNvSpPr>
              <a:spLocks noChangeArrowheads="1"/>
            </p:cNvSpPr>
            <p:nvPr/>
          </p:nvSpPr>
          <p:spPr bwMode="auto">
            <a:xfrm>
              <a:off x="2976" y="2688"/>
              <a:ext cx="48" cy="96"/>
            </a:xfrm>
            <a:prstGeom prst="ellipse">
              <a:avLst/>
            </a:prstGeom>
            <a:solidFill>
              <a:srgbClr val="009644"/>
            </a:solidFill>
            <a:ln w="19050">
              <a:solidFill>
                <a:srgbClr val="339933"/>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25" name="Rectangle 13"/>
          <p:cNvSpPr>
            <a:spLocks noChangeArrowheads="1"/>
          </p:cNvSpPr>
          <p:nvPr/>
        </p:nvSpPr>
        <p:spPr bwMode="auto">
          <a:xfrm>
            <a:off x="6080125" y="3521075"/>
            <a:ext cx="1512888"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339933"/>
                </a:solidFill>
                <a:latin typeface="Arial" panose="020B0604020202020204"/>
                <a:ea typeface="宋体" panose="02010600030101010101" pitchFamily="2" charset="-122"/>
              </a:rPr>
              <a:t>To </a:t>
            </a:r>
            <a:r>
              <a:rPr kumimoji="1" lang="en-US" altLang="zh-CN" sz="3086" dirty="0" err="1">
                <a:solidFill>
                  <a:srgbClr val="339933"/>
                </a:solidFill>
                <a:latin typeface="Arial" panose="020B0604020202020204"/>
                <a:ea typeface="宋体" panose="02010600030101010101" pitchFamily="2" charset="-122"/>
              </a:rPr>
              <a:t>E.true</a:t>
            </a:r>
            <a:endParaRPr kumimoji="1" lang="en-US" altLang="zh-CN" sz="2646" dirty="0">
              <a:solidFill>
                <a:prstClr val="black"/>
              </a:solidFill>
              <a:latin typeface="Arial" panose="020B0604020202020204"/>
              <a:ea typeface="宋体" panose="02010600030101010101" pitchFamily="2" charset="-122"/>
            </a:endParaRPr>
          </a:p>
        </p:txBody>
      </p:sp>
      <p:sp>
        <p:nvSpPr>
          <p:cNvPr id="26" name="Rectangle 14"/>
          <p:cNvSpPr>
            <a:spLocks noChangeArrowheads="1"/>
          </p:cNvSpPr>
          <p:nvPr/>
        </p:nvSpPr>
        <p:spPr bwMode="auto">
          <a:xfrm>
            <a:off x="6170613" y="3986213"/>
            <a:ext cx="1512887"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srgbClr val="0070C0"/>
                </a:solidFill>
                <a:latin typeface="Arial" panose="020B0604020202020204"/>
                <a:ea typeface="宋体" panose="02010600030101010101" pitchFamily="2" charset="-122"/>
              </a:rPr>
              <a:t>To </a:t>
            </a:r>
            <a:r>
              <a:rPr kumimoji="1" lang="en-US" altLang="zh-CN" sz="3086" dirty="0" err="1">
                <a:solidFill>
                  <a:srgbClr val="0070C0"/>
                </a:solidFill>
                <a:latin typeface="Arial" panose="020B0604020202020204"/>
                <a:ea typeface="宋体" panose="02010600030101010101" pitchFamily="2" charset="-122"/>
              </a:rPr>
              <a:t>E.false</a:t>
            </a:r>
            <a:endParaRPr kumimoji="1" lang="en-US" altLang="zh-CN" sz="3086" dirty="0">
              <a:solidFill>
                <a:srgbClr val="0070C0"/>
              </a:solidFill>
              <a:latin typeface="Arial" panose="020B0604020202020204"/>
              <a:ea typeface="宋体" panose="02010600030101010101" pitchFamily="2" charset="-122"/>
            </a:endParaRPr>
          </a:p>
        </p:txBody>
      </p:sp>
      <p:sp>
        <p:nvSpPr>
          <p:cNvPr id="27" name="Rectangle 15"/>
          <p:cNvSpPr>
            <a:spLocks noChangeArrowheads="1"/>
          </p:cNvSpPr>
          <p:nvPr/>
        </p:nvSpPr>
        <p:spPr bwMode="auto">
          <a:xfrm>
            <a:off x="3140075" y="5059363"/>
            <a:ext cx="2436813" cy="503237"/>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Arial" panose="020B0604020202020204"/>
                <a:ea typeface="宋体" panose="02010600030101010101" pitchFamily="2" charset="-122"/>
              </a:rPr>
              <a:t>goto S.begin</a:t>
            </a:r>
          </a:p>
        </p:txBody>
      </p:sp>
      <p:grpSp>
        <p:nvGrpSpPr>
          <p:cNvPr id="28" name="Group 16"/>
          <p:cNvGrpSpPr>
            <a:grpSpLocks/>
          </p:cNvGrpSpPr>
          <p:nvPr/>
        </p:nvGrpSpPr>
        <p:grpSpPr bwMode="auto">
          <a:xfrm>
            <a:off x="5324475" y="4135438"/>
            <a:ext cx="671513" cy="168275"/>
            <a:chOff x="2976" y="2688"/>
            <a:chExt cx="384" cy="96"/>
          </a:xfrm>
        </p:grpSpPr>
        <p:sp>
          <p:nvSpPr>
            <p:cNvPr id="29" name="Line 17"/>
            <p:cNvSpPr>
              <a:spLocks noChangeShapeType="1"/>
            </p:cNvSpPr>
            <p:nvPr/>
          </p:nvSpPr>
          <p:spPr bwMode="auto">
            <a:xfrm>
              <a:off x="3024" y="2736"/>
              <a:ext cx="336" cy="0"/>
            </a:xfrm>
            <a:prstGeom prst="line">
              <a:avLst/>
            </a:prstGeom>
            <a:noFill/>
            <a:ln w="19050">
              <a:solidFill>
                <a:srgbClr val="0070C0"/>
              </a:solidFill>
              <a:round/>
              <a:headEnd/>
              <a:tailEnd type="none" w="med"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endParaRPr>
            </a:p>
          </p:txBody>
        </p:sp>
        <p:sp>
          <p:nvSpPr>
            <p:cNvPr id="30" name="Oval 18"/>
            <p:cNvSpPr>
              <a:spLocks noChangeArrowheads="1"/>
            </p:cNvSpPr>
            <p:nvPr/>
          </p:nvSpPr>
          <p:spPr bwMode="auto">
            <a:xfrm>
              <a:off x="2976" y="2688"/>
              <a:ext cx="48" cy="96"/>
            </a:xfrm>
            <a:prstGeom prst="ellipse">
              <a:avLst/>
            </a:prstGeom>
            <a:solidFill>
              <a:srgbClr val="0070C0"/>
            </a:solidFill>
            <a:ln w="19050">
              <a:solidFill>
                <a:srgbClr val="0070C0"/>
              </a:solidFill>
              <a:round/>
              <a:headEnd/>
              <a:tailEnd type="none" w="med"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latin typeface="Arial" panose="020B0604020202020204"/>
                <a:ea typeface="宋体" panose="02010600030101010101" pitchFamily="2" charset="-122"/>
              </a:endParaRPr>
            </a:p>
          </p:txBody>
        </p:sp>
      </p:grpSp>
      <p:sp>
        <p:nvSpPr>
          <p:cNvPr id="31" name="Rectangle 19"/>
          <p:cNvSpPr>
            <a:spLocks noChangeArrowheads="1"/>
          </p:cNvSpPr>
          <p:nvPr/>
        </p:nvSpPr>
        <p:spPr bwMode="auto">
          <a:xfrm>
            <a:off x="1628775" y="3379788"/>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prstClr val="black"/>
                </a:solidFill>
                <a:latin typeface="Arial" panose="020B0604020202020204"/>
                <a:ea typeface="宋体" panose="02010600030101010101" pitchFamily="2" charset="-122"/>
              </a:rPr>
              <a:t>S.begin</a:t>
            </a:r>
            <a:r>
              <a:rPr kumimoji="1" lang="en-US" altLang="zh-CN" sz="3086" dirty="0">
                <a:solidFill>
                  <a:prstClr val="black"/>
                </a:solidFill>
                <a:latin typeface="Arial" panose="020B0604020202020204"/>
                <a:ea typeface="宋体" panose="02010600030101010101" pitchFamily="2" charset="-122"/>
              </a:rPr>
              <a:t>:</a:t>
            </a:r>
          </a:p>
        </p:txBody>
      </p:sp>
      <p:sp>
        <p:nvSpPr>
          <p:cNvPr id="32" name="Rectangle 20"/>
          <p:cNvSpPr>
            <a:spLocks noChangeArrowheads="1"/>
          </p:cNvSpPr>
          <p:nvPr/>
        </p:nvSpPr>
        <p:spPr bwMode="auto">
          <a:xfrm>
            <a:off x="3140075" y="5562600"/>
            <a:ext cx="2436813" cy="673100"/>
          </a:xfrm>
          <a:prstGeom prst="rect">
            <a:avLst/>
          </a:prstGeom>
          <a:noFill/>
          <a:ln w="19050">
            <a:solidFill>
              <a:schemeClr val="tx1"/>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ea typeface="宋体" panose="02010600030101010101" pitchFamily="2" charset="-122"/>
              </a:rPr>
              <a:t>……</a:t>
            </a:r>
          </a:p>
        </p:txBody>
      </p:sp>
      <p:sp>
        <p:nvSpPr>
          <p:cNvPr id="33" name="Rectangle 21"/>
          <p:cNvSpPr>
            <a:spLocks noChangeArrowheads="1"/>
          </p:cNvSpPr>
          <p:nvPr/>
        </p:nvSpPr>
        <p:spPr bwMode="auto">
          <a:xfrm>
            <a:off x="1628775" y="4219575"/>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339933"/>
                </a:solidFill>
                <a:latin typeface="Arial" panose="020B0604020202020204"/>
                <a:ea typeface="宋体" panose="02010600030101010101" pitchFamily="2" charset="-122"/>
              </a:rPr>
              <a:t>E.true</a:t>
            </a:r>
            <a:r>
              <a:rPr kumimoji="1" lang="en-US" altLang="zh-CN" sz="3086" dirty="0">
                <a:solidFill>
                  <a:srgbClr val="339933"/>
                </a:solidFill>
                <a:latin typeface="Arial" panose="020B0604020202020204"/>
                <a:ea typeface="宋体" panose="02010600030101010101" pitchFamily="2" charset="-122"/>
              </a:rPr>
              <a:t>:</a:t>
            </a:r>
            <a:endParaRPr kumimoji="1" lang="en-US" altLang="zh-CN" sz="2646" dirty="0">
              <a:solidFill>
                <a:prstClr val="black"/>
              </a:solidFill>
              <a:latin typeface="Arial" panose="020B0604020202020204"/>
              <a:ea typeface="宋体" panose="02010600030101010101" pitchFamily="2" charset="-122"/>
            </a:endParaRPr>
          </a:p>
        </p:txBody>
      </p:sp>
      <p:sp>
        <p:nvSpPr>
          <p:cNvPr id="34" name="Rectangle 22"/>
          <p:cNvSpPr>
            <a:spLocks noChangeArrowheads="1"/>
          </p:cNvSpPr>
          <p:nvPr/>
        </p:nvSpPr>
        <p:spPr bwMode="auto">
          <a:xfrm>
            <a:off x="1628775" y="5395913"/>
            <a:ext cx="1511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err="1">
                <a:solidFill>
                  <a:srgbClr val="0070C0"/>
                </a:solidFill>
                <a:latin typeface="Arial" panose="020B0604020202020204"/>
                <a:ea typeface="宋体" panose="02010600030101010101" pitchFamily="2" charset="-122"/>
              </a:rPr>
              <a:t>E.false</a:t>
            </a:r>
            <a:r>
              <a:rPr kumimoji="1" lang="en-US" altLang="zh-CN" sz="3086" dirty="0">
                <a:solidFill>
                  <a:srgbClr val="0070C0"/>
                </a:solidFill>
                <a:latin typeface="Arial" panose="020B0604020202020204"/>
                <a:ea typeface="宋体" panose="02010600030101010101" pitchFamily="2" charset="-122"/>
              </a:rPr>
              <a:t>:</a:t>
            </a:r>
          </a:p>
        </p:txBody>
      </p:sp>
      <p:sp>
        <p:nvSpPr>
          <p:cNvPr id="2" name="灯片编号占位符 1">
            <a:extLst>
              <a:ext uri="{FF2B5EF4-FFF2-40B4-BE49-F238E27FC236}">
                <a16:creationId xmlns:a16="http://schemas.microsoft.com/office/drawing/2014/main" id="{D4C28A17-2E4D-E663-22D3-5F914C4ACD4E}"/>
              </a:ext>
            </a:extLst>
          </p:cNvPr>
          <p:cNvSpPr>
            <a:spLocks noGrp="1"/>
          </p:cNvSpPr>
          <p:nvPr>
            <p:ph type="sldNum" sz="quarter" idx="12"/>
          </p:nvPr>
        </p:nvSpPr>
        <p:spPr/>
        <p:txBody>
          <a:bodyPr/>
          <a:lstStyle/>
          <a:p>
            <a:pPr>
              <a:defRPr/>
            </a:pPr>
            <a:fld id="{6F37DCBB-C9BD-470E-9742-C3E36F8A5867}" type="slidenum">
              <a:rPr lang="en-US" smtClean="0"/>
              <a:pPr>
                <a:defRPr/>
              </a:pPr>
              <a:t>103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dissolve">
                                      <p:cBhvr>
                                        <p:cTn id="22" dur="500"/>
                                        <p:tgtEl>
                                          <p:spTgt spid="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dissolve">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dissolve">
                                      <p:cBhvr>
                                        <p:cTn id="32" dur="500"/>
                                        <p:tgtEl>
                                          <p:spTgt spid="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dissolve">
                                      <p:cBhvr>
                                        <p:cTn id="37" dur="500"/>
                                        <p:tgtEl>
                                          <p:spTgt spid="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dissolve">
                                      <p:cBhvr>
                                        <p:cTn id="47" dur="500"/>
                                        <p:tgtEl>
                                          <p:spTgt spid="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dissolve">
                                      <p:cBhvr>
                                        <p:cTn id="52" dur="500"/>
                                        <p:tgtEl>
                                          <p:spTgt spid="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dissolve">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autoUpdateAnimBg="0"/>
      <p:bldP spid="21" grpId="0" animBg="1" autoUpdateAnimBg="0"/>
      <p:bldP spid="25" grpId="0" autoUpdateAnimBg="0"/>
      <p:bldP spid="26" grpId="0" autoUpdateAnimBg="0"/>
      <p:bldP spid="27" grpId="0" animBg="1" autoUpdateAnimBg="0"/>
      <p:bldP spid="31" grpId="0" autoUpdateAnimBg="0"/>
      <p:bldP spid="32" grpId="0" animBg="1" autoUpdateAnimBg="0"/>
      <p:bldP spid="33" grpId="0" autoUpdateAnimBg="0"/>
      <p:bldP spid="34"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866" name="Rectangle 2"/>
          <p:cNvSpPr>
            <a:spLocks noGrp="1" noChangeArrowheads="1"/>
          </p:cNvSpPr>
          <p:nvPr>
            <p:ph type="title" idx="4294967295"/>
          </p:nvPr>
        </p:nvSpPr>
        <p:spPr/>
        <p:txBody>
          <a:bodyPr rtlCol="0">
            <a:normAutofit/>
          </a:bodyPr>
          <a:lstStyle/>
          <a:p>
            <a:pPr defTabSz="503972" eaLnBrk="1" fontAlgn="auto" hangingPunct="1">
              <a:spcAft>
                <a:spcPts val="0"/>
              </a:spcAft>
              <a:defRPr/>
            </a:pPr>
            <a:r>
              <a:rPr lang="en-US" altLang="zh-CN" sz="3968"/>
              <a:t>while</a:t>
            </a:r>
            <a:r>
              <a:rPr lang="zh-CN" altLang="en-US" sz="3968"/>
              <a:t>语句的翻译</a:t>
            </a:r>
            <a:endParaRPr lang="zh-CN" altLang="en-US" sz="3968">
              <a:solidFill>
                <a:schemeClr val="tx1"/>
              </a:solidFill>
              <a:latin typeface="仿宋_GB2312"/>
              <a:ea typeface="仿宋_GB2312"/>
              <a:cs typeface="仿宋_GB2312"/>
            </a:endParaRPr>
          </a:p>
        </p:txBody>
      </p:sp>
      <p:sp>
        <p:nvSpPr>
          <p:cNvPr id="1264643" name="Footer Placeholder 5"/>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楷体" panose="02010609060101010101" pitchFamily="49"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264644" name="Slide Number Placeholder 6"/>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1pPr>
            <a:lvl2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2pPr>
            <a:lvl3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3pPr>
            <a:lvl4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4pPr>
            <a:lvl5pPr>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楷体" panose="02010609060101010101" pitchFamily="49" charset="-122"/>
              </a:defRPr>
            </a:lvl9pPr>
          </a:lstStyle>
          <a:p>
            <a:pPr algn="r" eaLnBrk="1">
              <a:lnSpc>
                <a:spcPct val="116000"/>
              </a:lnSpc>
              <a:buSzPct val="100000"/>
              <a:buFont typeface="Times New Roman" panose="02020603050405020304" pitchFamily="18" charset="0"/>
              <a:buNone/>
            </a:pPr>
            <a:fld id="{D34B19A3-0C1B-4D47-A86A-7930BA21B1D4}"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104</a:t>
            </a:fld>
            <a:endParaRPr lang="en-GB" altLang="en-US" sz="1200">
              <a:latin typeface="Comic Sans MS" panose="030F0702030302020204" pitchFamily="66" charset="0"/>
              <a:ea typeface="宋体" panose="02010600030101010101" pitchFamily="2" charset="-122"/>
            </a:endParaRPr>
          </a:p>
        </p:txBody>
      </p:sp>
      <p:sp>
        <p:nvSpPr>
          <p:cNvPr id="1264645" name="日期占位符 8"/>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264646" name="TextBox 29"/>
          <p:cNvSpPr txBox="1">
            <a:spLocks noChangeArrowheads="1"/>
          </p:cNvSpPr>
          <p:nvPr/>
        </p:nvSpPr>
        <p:spPr bwMode="auto">
          <a:xfrm>
            <a:off x="1125538" y="1439863"/>
            <a:ext cx="6249987" cy="4937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latin typeface="Times New Roman" panose="02020603050405020304" pitchFamily="18" charset="0"/>
              </a:rPr>
              <a:t>while a&gt;b do if c&lt;d then e:=f+g; </a:t>
            </a:r>
            <a:r>
              <a:rPr lang="zh-CN" altLang="en-US" sz="2800" b="1">
                <a:latin typeface="Times New Roman" panose="02020603050405020304" pitchFamily="18" charset="0"/>
              </a:rPr>
              <a:t>的翻译</a:t>
            </a:r>
            <a:endParaRPr lang="zh-CN" altLang="en-US" sz="2800" b="1">
              <a:latin typeface="Times New Roman" panose="02020603050405020304" pitchFamily="18" charset="0"/>
              <a:cs typeface="Times New Roman" panose="02020603050405020304" pitchFamily="18" charset="0"/>
            </a:endParaRPr>
          </a:p>
        </p:txBody>
      </p:sp>
      <p:sp>
        <p:nvSpPr>
          <p:cNvPr id="104505" name="TextBox 26"/>
          <p:cNvSpPr txBox="1">
            <a:spLocks noChangeArrowheads="1"/>
          </p:cNvSpPr>
          <p:nvPr/>
        </p:nvSpPr>
        <p:spPr bwMode="auto">
          <a:xfrm>
            <a:off x="2700338" y="1979613"/>
            <a:ext cx="43211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dirty="0">
                <a:latin typeface="Times New Roman" panose="02020603050405020304" pitchFamily="18" charset="0"/>
              </a:rPr>
              <a:t>100:    if a &gt; b </a:t>
            </a:r>
            <a:r>
              <a:rPr lang="en-US" altLang="zh-CN" sz="2400" b="1" dirty="0" err="1">
                <a:latin typeface="Times New Roman" panose="02020603050405020304" pitchFamily="18" charset="0"/>
              </a:rPr>
              <a:t>goto</a:t>
            </a:r>
            <a:r>
              <a:rPr lang="en-US" altLang="zh-CN" sz="2400" b="1" dirty="0">
                <a:latin typeface="Times New Roman" panose="02020603050405020304" pitchFamily="18" charset="0"/>
              </a:rPr>
              <a:t> xxx</a:t>
            </a:r>
          </a:p>
          <a:p>
            <a:pPr eaLnBrk="1">
              <a:lnSpc>
                <a:spcPct val="93000"/>
              </a:lnSpc>
              <a:buSzPct val="100000"/>
              <a:buFont typeface="Times New Roman" panose="02020603050405020304" pitchFamily="18" charset="0"/>
              <a:buNone/>
            </a:pPr>
            <a:r>
              <a:rPr lang="en-US" altLang="zh-CN" sz="2400" b="1" dirty="0">
                <a:latin typeface="Times New Roman" panose="02020603050405020304" pitchFamily="18" charset="0"/>
              </a:rPr>
              <a:t>101:    </a:t>
            </a:r>
            <a:r>
              <a:rPr lang="en-US" altLang="zh-CN" sz="2400" b="1" dirty="0" err="1">
                <a:latin typeface="Times New Roman" panose="02020603050405020304" pitchFamily="18" charset="0"/>
              </a:rPr>
              <a:t>goto</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yyy</a:t>
            </a:r>
            <a:endParaRPr lang="zh-CN" altLang="en-US" sz="2400" b="1" dirty="0">
              <a:latin typeface="Times New Roman" panose="02020603050405020304" pitchFamily="18" charset="0"/>
              <a:cs typeface="Times New Roman" panose="02020603050405020304" pitchFamily="18" charset="0"/>
            </a:endParaRPr>
          </a:p>
        </p:txBody>
      </p:sp>
      <p:sp>
        <p:nvSpPr>
          <p:cNvPr id="104506" name="矩形 20"/>
          <p:cNvSpPr>
            <a:spLocks noChangeArrowheads="1"/>
          </p:cNvSpPr>
          <p:nvPr/>
        </p:nvSpPr>
        <p:spPr bwMode="auto">
          <a:xfrm>
            <a:off x="5265327" y="2029697"/>
            <a:ext cx="712787" cy="400050"/>
          </a:xfrm>
          <a:prstGeom prst="rect">
            <a:avLst/>
          </a:prstGeom>
          <a:solidFill>
            <a:srgbClr val="FFFF00"/>
          </a:solidFill>
          <a:ln w="9525">
            <a:solidFill>
              <a:schemeClr val="tx1"/>
            </a:solidFill>
            <a:miter lim="800000"/>
            <a:headEnd/>
            <a:tailEnd/>
          </a:ln>
        </p:spPr>
        <p:txBody>
          <a:bodyPr/>
          <a:lstStyle/>
          <a:p>
            <a:pPr eaLnBrk="1">
              <a:lnSpc>
                <a:spcPct val="93000"/>
              </a:lnSpc>
              <a:buSzPct val="100000"/>
              <a:buFont typeface="Times New Roman" panose="02020603050405020304" pitchFamily="18" charset="0"/>
              <a:buNone/>
            </a:pPr>
            <a:r>
              <a:rPr lang="en-US" altLang="zh-CN" sz="2000" b="1" dirty="0">
                <a:latin typeface="Times New Roman" panose="02020603050405020304" pitchFamily="18" charset="0"/>
                <a:ea typeface="Droid Sans Fallback"/>
                <a:cs typeface="Droid Sans Fallback"/>
              </a:rPr>
              <a:t>102</a:t>
            </a:r>
            <a:endParaRPr lang="zh-CN" altLang="en-US" sz="2000" b="1" dirty="0">
              <a:latin typeface="Times New Roman" panose="02020603050405020304" pitchFamily="18" charset="0"/>
              <a:ea typeface="Droid Sans Fallback"/>
              <a:cs typeface="Droid Sans Fallback"/>
            </a:endParaRPr>
          </a:p>
        </p:txBody>
      </p:sp>
      <p:sp>
        <p:nvSpPr>
          <p:cNvPr id="104507" name="TextBox 28"/>
          <p:cNvSpPr txBox="1">
            <a:spLocks noChangeArrowheads="1"/>
          </p:cNvSpPr>
          <p:nvPr/>
        </p:nvSpPr>
        <p:spPr bwMode="auto">
          <a:xfrm>
            <a:off x="2654300" y="3014663"/>
            <a:ext cx="43100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dirty="0">
                <a:latin typeface="Times New Roman" panose="02020603050405020304" pitchFamily="18" charset="0"/>
              </a:rPr>
              <a:t>102:    if c &lt; d </a:t>
            </a:r>
            <a:r>
              <a:rPr lang="en-US" altLang="zh-CN" sz="2400" b="1" dirty="0" err="1">
                <a:latin typeface="Times New Roman" panose="02020603050405020304" pitchFamily="18" charset="0"/>
              </a:rPr>
              <a:t>goto</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zzz</a:t>
            </a:r>
            <a:endParaRPr lang="en-US" altLang="zh-CN" sz="2400" b="1" dirty="0">
              <a:latin typeface="Times New Roman" panose="02020603050405020304" pitchFamily="18" charset="0"/>
            </a:endParaRPr>
          </a:p>
          <a:p>
            <a:pPr eaLnBrk="1">
              <a:lnSpc>
                <a:spcPct val="93000"/>
              </a:lnSpc>
              <a:buSzPct val="100000"/>
              <a:buFont typeface="Times New Roman" panose="02020603050405020304" pitchFamily="18" charset="0"/>
              <a:buNone/>
            </a:pPr>
            <a:r>
              <a:rPr lang="en-US" altLang="zh-CN" sz="2400" b="1" dirty="0">
                <a:latin typeface="Times New Roman" panose="02020603050405020304" pitchFamily="18" charset="0"/>
              </a:rPr>
              <a:t>103:    </a:t>
            </a:r>
            <a:r>
              <a:rPr lang="en-US" altLang="zh-CN" sz="2400" b="1" dirty="0" err="1">
                <a:latin typeface="Times New Roman" panose="02020603050405020304" pitchFamily="18" charset="0"/>
              </a:rPr>
              <a:t>goto</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rrr</a:t>
            </a:r>
            <a:endParaRPr lang="zh-CN" altLang="en-US" sz="2400" b="1" dirty="0">
              <a:latin typeface="Times New Roman" panose="02020603050405020304" pitchFamily="18" charset="0"/>
              <a:cs typeface="Times New Roman" panose="02020603050405020304" pitchFamily="18" charset="0"/>
            </a:endParaRPr>
          </a:p>
        </p:txBody>
      </p:sp>
      <p:sp>
        <p:nvSpPr>
          <p:cNvPr id="105529" name="TextBox 26"/>
          <p:cNvSpPr txBox="1">
            <a:spLocks noChangeArrowheads="1"/>
          </p:cNvSpPr>
          <p:nvPr/>
        </p:nvSpPr>
        <p:spPr bwMode="auto">
          <a:xfrm>
            <a:off x="2744788" y="4049713"/>
            <a:ext cx="42767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rPr>
              <a:t>104:    t1 = f + g</a:t>
            </a:r>
          </a:p>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rPr>
              <a:t>105:    e = t1</a:t>
            </a:r>
            <a:endParaRPr lang="zh-CN" altLang="en-US" sz="2400" b="1">
              <a:latin typeface="Times New Roman" panose="02020603050405020304" pitchFamily="18" charset="0"/>
              <a:cs typeface="Times New Roman" panose="02020603050405020304" pitchFamily="18" charset="0"/>
            </a:endParaRPr>
          </a:p>
        </p:txBody>
      </p:sp>
      <p:sp>
        <p:nvSpPr>
          <p:cNvPr id="105530" name="TextBox 23"/>
          <p:cNvSpPr txBox="1">
            <a:spLocks noChangeArrowheads="1"/>
          </p:cNvSpPr>
          <p:nvPr/>
        </p:nvSpPr>
        <p:spPr bwMode="auto">
          <a:xfrm>
            <a:off x="2724957" y="2978692"/>
            <a:ext cx="4291012" cy="43497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rPr>
              <a:t>102:  </a:t>
            </a:r>
            <a:r>
              <a:rPr lang="zh-CN" altLang="en-US" sz="2400" b="1">
                <a:latin typeface="Times New Roman" panose="02020603050405020304" pitchFamily="18" charset="0"/>
              </a:rPr>
              <a:t>  </a:t>
            </a:r>
            <a:r>
              <a:rPr lang="en-US" altLang="zh-CN" sz="2400" b="1">
                <a:latin typeface="Times New Roman" panose="02020603050405020304" pitchFamily="18" charset="0"/>
              </a:rPr>
              <a:t>if c &lt; d goto 104</a:t>
            </a:r>
            <a:endParaRPr lang="en-US" altLang="zh-CN" sz="2400" b="1">
              <a:latin typeface="Times New Roman" panose="02020603050405020304" pitchFamily="18" charset="0"/>
              <a:cs typeface="Times New Roman" panose="02020603050405020304" pitchFamily="18" charset="0"/>
            </a:endParaRPr>
          </a:p>
        </p:txBody>
      </p:sp>
      <p:sp>
        <p:nvSpPr>
          <p:cNvPr id="105532" name="TextBox 30"/>
          <p:cNvSpPr txBox="1">
            <a:spLocks noChangeArrowheads="1"/>
          </p:cNvSpPr>
          <p:nvPr/>
        </p:nvSpPr>
        <p:spPr bwMode="auto">
          <a:xfrm>
            <a:off x="2790825" y="4905375"/>
            <a:ext cx="417353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rPr>
              <a:t>106:    goto 100</a:t>
            </a:r>
          </a:p>
          <a:p>
            <a:pPr eaLnBrk="1">
              <a:lnSpc>
                <a:spcPct val="93000"/>
              </a:lnSpc>
              <a:buSzPct val="100000"/>
              <a:buFont typeface="Times New Roman" panose="02020603050405020304" pitchFamily="18" charset="0"/>
              <a:buNone/>
            </a:pPr>
            <a:r>
              <a:rPr lang="zh-CN" altLang="en-US" sz="2400" b="1">
                <a:latin typeface="Times New Roman" panose="02020603050405020304" pitchFamily="18" charset="0"/>
              </a:rPr>
              <a:t>107:</a:t>
            </a:r>
            <a:endParaRPr lang="zh-CN" altLang="en-US" sz="2400" b="1">
              <a:latin typeface="Times New Roman" panose="02020603050405020304" pitchFamily="18" charset="0"/>
              <a:cs typeface="Times New Roman" panose="02020603050405020304" pitchFamily="18" charset="0"/>
            </a:endParaRPr>
          </a:p>
        </p:txBody>
      </p:sp>
      <p:sp>
        <p:nvSpPr>
          <p:cNvPr id="105533" name="TextBox 31"/>
          <p:cNvSpPr txBox="1">
            <a:spLocks noChangeArrowheads="1"/>
          </p:cNvSpPr>
          <p:nvPr/>
        </p:nvSpPr>
        <p:spPr bwMode="auto">
          <a:xfrm>
            <a:off x="2724957" y="3427063"/>
            <a:ext cx="4289425" cy="43497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rPr>
              <a:t>103:  </a:t>
            </a:r>
            <a:r>
              <a:rPr lang="zh-CN" altLang="en-US" sz="2400" b="1">
                <a:latin typeface="Times New Roman" panose="02020603050405020304" pitchFamily="18" charset="0"/>
              </a:rPr>
              <a:t>  </a:t>
            </a:r>
            <a:r>
              <a:rPr lang="en-US" altLang="zh-CN" sz="2400" b="1">
                <a:latin typeface="Times New Roman" panose="02020603050405020304" pitchFamily="18" charset="0"/>
              </a:rPr>
              <a:t>goto 100</a:t>
            </a:r>
            <a:endParaRPr lang="en-US" altLang="zh-CN" sz="2400" b="1">
              <a:latin typeface="Times New Roman" panose="02020603050405020304" pitchFamily="18" charset="0"/>
              <a:cs typeface="Times New Roman" panose="02020603050405020304" pitchFamily="18" charset="0"/>
            </a:endParaRPr>
          </a:p>
        </p:txBody>
      </p:sp>
      <p:sp>
        <p:nvSpPr>
          <p:cNvPr id="105535" name="TextBox 34"/>
          <p:cNvSpPr txBox="1">
            <a:spLocks noChangeArrowheads="1"/>
          </p:cNvSpPr>
          <p:nvPr/>
        </p:nvSpPr>
        <p:spPr bwMode="auto">
          <a:xfrm>
            <a:off x="2745581" y="2353468"/>
            <a:ext cx="4230688" cy="434975"/>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en-US" altLang="zh-CN" sz="2400" b="1" dirty="0">
                <a:latin typeface="Times New Roman" panose="02020603050405020304" pitchFamily="18" charset="0"/>
              </a:rPr>
              <a:t>101:  </a:t>
            </a:r>
            <a:r>
              <a:rPr lang="zh-CN" altLang="en-US" sz="2400" b="1" dirty="0">
                <a:latin typeface="Times New Roman" panose="02020603050405020304" pitchFamily="18" charset="0"/>
              </a:rPr>
              <a:t>  </a:t>
            </a:r>
            <a:r>
              <a:rPr lang="en-US" altLang="zh-CN" sz="2400" b="1" dirty="0" err="1">
                <a:latin typeface="Times New Roman" panose="02020603050405020304" pitchFamily="18" charset="0"/>
              </a:rPr>
              <a:t>goto</a:t>
            </a:r>
            <a:r>
              <a:rPr lang="en-US" altLang="zh-CN" sz="2400" b="1" dirty="0">
                <a:latin typeface="Times New Roman" panose="02020603050405020304" pitchFamily="18" charset="0"/>
              </a:rPr>
              <a:t> 107</a:t>
            </a:r>
            <a:endParaRPr lang="en-US" altLang="zh-CN" sz="2400" b="1" dirty="0">
              <a:latin typeface="Times New Roman" panose="02020603050405020304" pitchFamily="18" charset="0"/>
              <a:cs typeface="Times New Roman" panose="02020603050405020304" pitchFamily="18" charset="0"/>
            </a:endParaRPr>
          </a:p>
        </p:txBody>
      </p:sp>
      <p:sp>
        <p:nvSpPr>
          <p:cNvPr id="16" name="矩形 15"/>
          <p:cNvSpPr/>
          <p:nvPr/>
        </p:nvSpPr>
        <p:spPr>
          <a:xfrm>
            <a:off x="1125538" y="6167438"/>
            <a:ext cx="4002087" cy="72231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3200" dirty="0"/>
              <a:t>回填：教材</a:t>
            </a:r>
            <a:r>
              <a:rPr lang="en-US" altLang="zh-CN" sz="3200" dirty="0"/>
              <a:t>6.7</a:t>
            </a:r>
            <a:r>
              <a:rPr lang="zh-CN" altLang="en-US" sz="3200" dirty="0"/>
              <a:t>小节</a:t>
            </a:r>
          </a:p>
        </p:txBody>
      </p:sp>
      <p:sp>
        <p:nvSpPr>
          <p:cNvPr id="2" name="灯片编号占位符 1">
            <a:extLst>
              <a:ext uri="{FF2B5EF4-FFF2-40B4-BE49-F238E27FC236}">
                <a16:creationId xmlns:a16="http://schemas.microsoft.com/office/drawing/2014/main" id="{086CC5C8-2DF4-B887-BD76-97410B39607B}"/>
              </a:ext>
            </a:extLst>
          </p:cNvPr>
          <p:cNvSpPr>
            <a:spLocks noGrp="1"/>
          </p:cNvSpPr>
          <p:nvPr>
            <p:ph type="sldNum" sz="quarter" idx="12"/>
          </p:nvPr>
        </p:nvSpPr>
        <p:spPr/>
        <p:txBody>
          <a:bodyPr/>
          <a:lstStyle/>
          <a:p>
            <a:pPr>
              <a:defRPr/>
            </a:pPr>
            <a:fld id="{BBDCC502-C3AE-4138-9D8B-AAFA9353722C}" type="slidenum">
              <a:rPr lang="en-US" smtClean="0"/>
              <a:pPr>
                <a:defRPr/>
              </a:pPr>
              <a:t>104</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505"/>
                                        </p:tgtEl>
                                        <p:attrNameLst>
                                          <p:attrName>style.visibility</p:attrName>
                                        </p:attrNameLst>
                                      </p:cBhvr>
                                      <p:to>
                                        <p:strVal val="visible"/>
                                      </p:to>
                                    </p:set>
                                    <p:animEffect transition="in" filter="blinds(horizontal)">
                                      <p:cBhvr>
                                        <p:cTn id="7" dur="500"/>
                                        <p:tgtEl>
                                          <p:spTgt spid="1045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4506"/>
                                        </p:tgtEl>
                                        <p:attrNameLst>
                                          <p:attrName>style.visibility</p:attrName>
                                        </p:attrNameLst>
                                      </p:cBhvr>
                                      <p:to>
                                        <p:strVal val="visible"/>
                                      </p:to>
                                    </p:set>
                                    <p:animEffect transition="in" filter="blinds(horizontal)">
                                      <p:cBhvr>
                                        <p:cTn id="12" dur="500"/>
                                        <p:tgtEl>
                                          <p:spTgt spid="1045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4507"/>
                                        </p:tgtEl>
                                        <p:attrNameLst>
                                          <p:attrName>style.visibility</p:attrName>
                                        </p:attrNameLst>
                                      </p:cBhvr>
                                      <p:to>
                                        <p:strVal val="visible"/>
                                      </p:to>
                                    </p:set>
                                    <p:animEffect transition="in" filter="blinds(horizontal)">
                                      <p:cBhvr>
                                        <p:cTn id="17" dur="500"/>
                                        <p:tgtEl>
                                          <p:spTgt spid="1045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5530"/>
                                        </p:tgtEl>
                                        <p:attrNameLst>
                                          <p:attrName>style.visibility</p:attrName>
                                        </p:attrNameLst>
                                      </p:cBhvr>
                                      <p:to>
                                        <p:strVal val="visible"/>
                                      </p:to>
                                    </p:set>
                                    <p:animEffect transition="in" filter="blinds(horizontal)">
                                      <p:cBhvr>
                                        <p:cTn id="22" dur="500"/>
                                        <p:tgtEl>
                                          <p:spTgt spid="1055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5529"/>
                                        </p:tgtEl>
                                        <p:attrNameLst>
                                          <p:attrName>style.visibility</p:attrName>
                                        </p:attrNameLst>
                                      </p:cBhvr>
                                      <p:to>
                                        <p:strVal val="visible"/>
                                      </p:to>
                                    </p:set>
                                    <p:animEffect transition="in" filter="blinds(horizontal)">
                                      <p:cBhvr>
                                        <p:cTn id="27" dur="500"/>
                                        <p:tgtEl>
                                          <p:spTgt spid="1055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5533"/>
                                        </p:tgtEl>
                                        <p:attrNameLst>
                                          <p:attrName>style.visibility</p:attrName>
                                        </p:attrNameLst>
                                      </p:cBhvr>
                                      <p:to>
                                        <p:strVal val="visible"/>
                                      </p:to>
                                    </p:set>
                                    <p:animEffect transition="in" filter="blinds(horizontal)">
                                      <p:cBhvr>
                                        <p:cTn id="32" dur="500"/>
                                        <p:tgtEl>
                                          <p:spTgt spid="1055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5532"/>
                                        </p:tgtEl>
                                        <p:attrNameLst>
                                          <p:attrName>style.visibility</p:attrName>
                                        </p:attrNameLst>
                                      </p:cBhvr>
                                      <p:to>
                                        <p:strVal val="visible"/>
                                      </p:to>
                                    </p:set>
                                    <p:animEffect transition="in" filter="blinds(horizontal)">
                                      <p:cBhvr>
                                        <p:cTn id="37" dur="500"/>
                                        <p:tgtEl>
                                          <p:spTgt spid="1055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5535"/>
                                        </p:tgtEl>
                                        <p:attrNameLst>
                                          <p:attrName>style.visibility</p:attrName>
                                        </p:attrNameLst>
                                      </p:cBhvr>
                                      <p:to>
                                        <p:strVal val="visible"/>
                                      </p:to>
                                    </p:set>
                                    <p:animEffect transition="in" filter="blinds(horizontal)">
                                      <p:cBhvr>
                                        <p:cTn id="42" dur="500"/>
                                        <p:tgtEl>
                                          <p:spTgt spid="1055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05" grpId="0"/>
      <p:bldP spid="104506" grpId="0" bldLvl="0" animBg="1"/>
      <p:bldP spid="104507" grpId="0"/>
      <p:bldP spid="105529" grpId="0"/>
      <p:bldP spid="105530" grpId="0" bldLvl="0" animBg="1"/>
      <p:bldP spid="105532" grpId="0"/>
      <p:bldP spid="105533" grpId="0" bldLvl="0" animBg="1"/>
      <p:bldP spid="105535" grpId="0" bldLvl="0" animBg="1"/>
      <p:bldP spid="1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5666" name="Footer Placeholder 2"/>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宋体" panose="02010600030101010101" pitchFamily="2"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宋体" panose="02010600030101010101" pitchFamily="2"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宋体" panose="02010600030101010101" pitchFamily="2"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宋体" panose="02010600030101010101" pitchFamily="2"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宋体" panose="02010600030101010101" pitchFamily="2"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ndParaRPr>
          </a:p>
        </p:txBody>
      </p:sp>
      <p:sp>
        <p:nvSpPr>
          <p:cNvPr id="1265667" name="Rectangle 2"/>
          <p:cNvSpPr>
            <a:spLocks noChangeArrowheads="1"/>
          </p:cNvSpPr>
          <p:nvPr/>
        </p:nvSpPr>
        <p:spPr bwMode="auto">
          <a:xfrm>
            <a:off x="0" y="0"/>
            <a:ext cx="10080625" cy="7559675"/>
          </a:xfrm>
          <a:prstGeom prst="rect">
            <a:avLst/>
          </a:prstGeom>
          <a:solidFill>
            <a:srgbClr val="000000"/>
          </a:solidFill>
          <a:ln w="9525">
            <a:solidFill>
              <a:srgbClr val="FFFFFF"/>
            </a:solidFill>
            <a:miter lim="800000"/>
            <a:headEnd/>
            <a:tailEnd/>
          </a:ln>
        </p:spPr>
        <p:txBody>
          <a:bodyPr wrap="none" lIns="90000" tIns="67932" rIns="90000" bIns="4500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600">
                <a:solidFill>
                  <a:srgbClr val="000000"/>
                </a:solidFill>
                <a:latin typeface="Arial" panose="020B0604020202020204" pitchFamily="34" charset="0"/>
                <a:ea typeface="宋体" panose="02010600030101010101" pitchFamily="2"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800">
                <a:solidFill>
                  <a:srgbClr val="000000"/>
                </a:solidFill>
                <a:latin typeface="Arial" panose="020B0604020202020204" pitchFamily="34" charset="0"/>
                <a:ea typeface="宋体" panose="02010600030101010101" pitchFamily="2"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宋体" panose="02010600030101010101" pitchFamily="2"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宋体" panose="02010600030101010101" pitchFamily="2"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宋体" panose="02010600030101010101" pitchFamily="2" charset="-122"/>
              </a:defRPr>
            </a:lvl9pPr>
          </a:lstStyle>
          <a:p>
            <a:pPr algn="ctr" eaLnBrk="1">
              <a:lnSpc>
                <a:spcPct val="93000"/>
              </a:lnSpc>
              <a:spcAft>
                <a:spcPct val="0"/>
              </a:spcAft>
              <a:buFont typeface="Times New Roman" panose="02020603050405020304" pitchFamily="18" charset="0"/>
              <a:buNone/>
            </a:pPr>
            <a:r>
              <a:rPr lang="en-GB" altLang="en-US" sz="2600">
                <a:solidFill>
                  <a:srgbClr val="E6E6E6"/>
                </a:solidFill>
              </a:rPr>
              <a:t>THE END</a:t>
            </a:r>
          </a:p>
          <a:p>
            <a:pPr algn="ctr" eaLnBrk="1">
              <a:lnSpc>
                <a:spcPct val="93000"/>
              </a:lnSpc>
              <a:spcAft>
                <a:spcPct val="0"/>
              </a:spcAft>
              <a:buFont typeface="Times New Roman" panose="02020603050405020304" pitchFamily="18" charset="0"/>
              <a:buNone/>
            </a:pPr>
            <a:endParaRPr lang="en-GB" altLang="en-US" sz="2600">
              <a:solidFill>
                <a:srgbClr val="E6E6E6"/>
              </a:solidFill>
            </a:endParaRPr>
          </a:p>
          <a:p>
            <a:pPr algn="ctr" eaLnBrk="1">
              <a:lnSpc>
                <a:spcPct val="93000"/>
              </a:lnSpc>
              <a:spcAft>
                <a:spcPct val="0"/>
              </a:spcAft>
              <a:buFont typeface="Times New Roman" panose="02020603050405020304" pitchFamily="18" charset="0"/>
              <a:buNone/>
            </a:pPr>
            <a:r>
              <a:rPr lang="en-GB" altLang="en-US" sz="2600">
                <a:solidFill>
                  <a:srgbClr val="E6E6E6"/>
                </a:solidFill>
              </a:rPr>
              <a:t>QUESTIONS</a:t>
            </a:r>
          </a:p>
        </p:txBody>
      </p:sp>
      <p:sp>
        <p:nvSpPr>
          <p:cNvPr id="1265668" name="Slide Number Placeholder 5"/>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DE7EB0D5-6C8A-4F36-BA31-0B6DDCBE05A2}"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105</a:t>
            </a:fld>
            <a:endParaRPr lang="en-GB" altLang="en-US" sz="1200">
              <a:latin typeface="Comic Sans MS" panose="030F0702030302020204" pitchFamily="66" charset="0"/>
              <a:ea typeface="宋体" panose="02010600030101010101" pitchFamily="2" charset="-122"/>
            </a:endParaRPr>
          </a:p>
        </p:txBody>
      </p:sp>
      <p:sp>
        <p:nvSpPr>
          <p:cNvPr id="1265669" name="日期占位符 6"/>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 name="灯片编号占位符 1">
            <a:extLst>
              <a:ext uri="{FF2B5EF4-FFF2-40B4-BE49-F238E27FC236}">
                <a16:creationId xmlns:a16="http://schemas.microsoft.com/office/drawing/2014/main" id="{9C752CBF-313E-63CA-3C99-E1BC1983B8E4}"/>
              </a:ext>
            </a:extLst>
          </p:cNvPr>
          <p:cNvSpPr>
            <a:spLocks noGrp="1"/>
          </p:cNvSpPr>
          <p:nvPr>
            <p:ph type="sldNum" idx="12"/>
          </p:nvPr>
        </p:nvSpPr>
        <p:spPr/>
        <p:txBody>
          <a:bodyPr/>
          <a:lstStyle/>
          <a:p>
            <a:pPr>
              <a:defRPr/>
            </a:pPr>
            <a:fld id="{47B009CC-3C54-43BD-A07B-5FA58D7CFA6E}" type="slidenum">
              <a:rPr lang="en-GB" altLang="en-US" smtClean="0"/>
              <a:pPr>
                <a:defRPr/>
              </a:pPr>
              <a:t>105</a:t>
            </a:fld>
            <a:endParaRPr lang="en-GB" altLang="en-US"/>
          </a:p>
        </p:txBody>
      </p:sp>
    </p:spTree>
  </p:cSld>
  <p:clrMapOvr>
    <a:masterClrMapping/>
  </p:clrMapOvr>
  <p:transition/>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xml><?xml version="1.0" encoding="utf-8"?>
<a:theme xmlns:a="http://schemas.openxmlformats.org/drawingml/2006/main" name="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xml><?xml version="1.0" encoding="utf-8"?>
<a:theme xmlns:a="http://schemas.openxmlformats.org/drawingml/2006/main" name="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xml><?xml version="1.0" encoding="utf-8"?>
<a:theme xmlns:a="http://schemas.openxmlformats.org/drawingml/2006/main" name="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7.xml><?xml version="1.0" encoding="utf-8"?>
<a:theme xmlns:a="http://schemas.openxmlformats.org/drawingml/2006/main" name="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8.xml><?xml version="1.0" encoding="utf-8"?>
<a:theme xmlns:a="http://schemas.openxmlformats.org/drawingml/2006/main" name="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9.xml><?xml version="1.0" encoding="utf-8"?>
<a:theme xmlns:a="http://schemas.openxmlformats.org/drawingml/2006/main" name="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0.xml><?xml version="1.0" encoding="utf-8"?>
<a:theme xmlns:a="http://schemas.openxmlformats.org/drawingml/2006/main" name="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1.xml><?xml version="1.0" encoding="utf-8"?>
<a:theme xmlns:a="http://schemas.openxmlformats.org/drawingml/2006/main" name="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2.xml><?xml version="1.0" encoding="utf-8"?>
<a:theme xmlns:a="http://schemas.openxmlformats.org/drawingml/2006/main" name="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3.xml><?xml version="1.0" encoding="utf-8"?>
<a:theme xmlns:a="http://schemas.openxmlformats.org/drawingml/2006/main" name="1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4.xml><?xml version="1.0" encoding="utf-8"?>
<a:theme xmlns:a="http://schemas.openxmlformats.org/drawingml/2006/main" name="1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5.xml><?xml version="1.0" encoding="utf-8"?>
<a:theme xmlns:a="http://schemas.openxmlformats.org/drawingml/2006/main" name="1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6.xml><?xml version="1.0" encoding="utf-8"?>
<a:theme xmlns:a="http://schemas.openxmlformats.org/drawingml/2006/main" name="1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7.xml><?xml version="1.0" encoding="utf-8"?>
<a:theme xmlns:a="http://schemas.openxmlformats.org/drawingml/2006/main" name="1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8.xml><?xml version="1.0" encoding="utf-8"?>
<a:theme xmlns:a="http://schemas.openxmlformats.org/drawingml/2006/main" name="1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9.xml><?xml version="1.0" encoding="utf-8"?>
<a:theme xmlns:a="http://schemas.openxmlformats.org/drawingml/2006/main" name="1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0.xml><?xml version="1.0" encoding="utf-8"?>
<a:theme xmlns:a="http://schemas.openxmlformats.org/drawingml/2006/main" name="1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1.xml><?xml version="1.0" encoding="utf-8"?>
<a:theme xmlns:a="http://schemas.openxmlformats.org/drawingml/2006/main" name="1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2.xml><?xml version="1.0" encoding="utf-8"?>
<a:theme xmlns:a="http://schemas.openxmlformats.org/drawingml/2006/main" name="1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3.xml><?xml version="1.0" encoding="utf-8"?>
<a:theme xmlns:a="http://schemas.openxmlformats.org/drawingml/2006/main" name="2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4.xml><?xml version="1.0" encoding="utf-8"?>
<a:theme xmlns:a="http://schemas.openxmlformats.org/drawingml/2006/main" name="2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5.xml><?xml version="1.0" encoding="utf-8"?>
<a:theme xmlns:a="http://schemas.openxmlformats.org/drawingml/2006/main" name="2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6.xml><?xml version="1.0" encoding="utf-8"?>
<a:theme xmlns:a="http://schemas.openxmlformats.org/drawingml/2006/main" name="2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7.xml><?xml version="1.0" encoding="utf-8"?>
<a:theme xmlns:a="http://schemas.openxmlformats.org/drawingml/2006/main" name="2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8.xml><?xml version="1.0" encoding="utf-8"?>
<a:theme xmlns:a="http://schemas.openxmlformats.org/drawingml/2006/main" name="2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9.xml><?xml version="1.0" encoding="utf-8"?>
<a:theme xmlns:a="http://schemas.openxmlformats.org/drawingml/2006/main" name="2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0.xml><?xml version="1.0" encoding="utf-8"?>
<a:theme xmlns:a="http://schemas.openxmlformats.org/drawingml/2006/main" name="2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1.xml><?xml version="1.0" encoding="utf-8"?>
<a:theme xmlns:a="http://schemas.openxmlformats.org/drawingml/2006/main" name="2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2.xml><?xml version="1.0" encoding="utf-8"?>
<a:theme xmlns:a="http://schemas.openxmlformats.org/drawingml/2006/main" name="3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3.xml><?xml version="1.0" encoding="utf-8"?>
<a:theme xmlns:a="http://schemas.openxmlformats.org/drawingml/2006/main" name="3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4.xml><?xml version="1.0" encoding="utf-8"?>
<a:theme xmlns:a="http://schemas.openxmlformats.org/drawingml/2006/main" name="3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5.xml><?xml version="1.0" encoding="utf-8"?>
<a:theme xmlns:a="http://schemas.openxmlformats.org/drawingml/2006/main" name="3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6.xml><?xml version="1.0" encoding="utf-8"?>
<a:theme xmlns:a="http://schemas.openxmlformats.org/drawingml/2006/main" name="3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7.xml><?xml version="1.0" encoding="utf-8"?>
<a:theme xmlns:a="http://schemas.openxmlformats.org/drawingml/2006/main" name="3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8.xml><?xml version="1.0" encoding="utf-8"?>
<a:theme xmlns:a="http://schemas.openxmlformats.org/drawingml/2006/main" name="3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39.xml><?xml version="1.0" encoding="utf-8"?>
<a:theme xmlns:a="http://schemas.openxmlformats.org/drawingml/2006/main" name="3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0.xml><?xml version="1.0" encoding="utf-8"?>
<a:theme xmlns:a="http://schemas.openxmlformats.org/drawingml/2006/main" name="4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1.xml><?xml version="1.0" encoding="utf-8"?>
<a:theme xmlns:a="http://schemas.openxmlformats.org/drawingml/2006/main" name="4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2.xml><?xml version="1.0" encoding="utf-8"?>
<a:theme xmlns:a="http://schemas.openxmlformats.org/drawingml/2006/main" name="4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3.xml><?xml version="1.0" encoding="utf-8"?>
<a:theme xmlns:a="http://schemas.openxmlformats.org/drawingml/2006/main" name="4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4.xml><?xml version="1.0" encoding="utf-8"?>
<a:theme xmlns:a="http://schemas.openxmlformats.org/drawingml/2006/main" name="4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5.xml><?xml version="1.0" encoding="utf-8"?>
<a:theme xmlns:a="http://schemas.openxmlformats.org/drawingml/2006/main" name="4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6.xml><?xml version="1.0" encoding="utf-8"?>
<a:theme xmlns:a="http://schemas.openxmlformats.org/drawingml/2006/main" name="4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7.xml><?xml version="1.0" encoding="utf-8"?>
<a:theme xmlns:a="http://schemas.openxmlformats.org/drawingml/2006/main" name="4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8.xml><?xml version="1.0" encoding="utf-8"?>
<a:theme xmlns:a="http://schemas.openxmlformats.org/drawingml/2006/main" name="4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9.xml><?xml version="1.0" encoding="utf-8"?>
<a:theme xmlns:a="http://schemas.openxmlformats.org/drawingml/2006/main" name="4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0.xml><?xml version="1.0" encoding="utf-8"?>
<a:theme xmlns:a="http://schemas.openxmlformats.org/drawingml/2006/main" name="5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1.xml><?xml version="1.0" encoding="utf-8"?>
<a:theme xmlns:a="http://schemas.openxmlformats.org/drawingml/2006/main" name="5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2.xml><?xml version="1.0" encoding="utf-8"?>
<a:theme xmlns:a="http://schemas.openxmlformats.org/drawingml/2006/main" name="5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3.xml><?xml version="1.0" encoding="utf-8"?>
<a:theme xmlns:a="http://schemas.openxmlformats.org/drawingml/2006/main" name="5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4.xml><?xml version="1.0" encoding="utf-8"?>
<a:theme xmlns:a="http://schemas.openxmlformats.org/drawingml/2006/main" name="5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5.xml><?xml version="1.0" encoding="utf-8"?>
<a:theme xmlns:a="http://schemas.openxmlformats.org/drawingml/2006/main" name="5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6.xml><?xml version="1.0" encoding="utf-8"?>
<a:theme xmlns:a="http://schemas.openxmlformats.org/drawingml/2006/main" name="5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7.xml><?xml version="1.0" encoding="utf-8"?>
<a:theme xmlns:a="http://schemas.openxmlformats.org/drawingml/2006/main" name="5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8.xml><?xml version="1.0" encoding="utf-8"?>
<a:theme xmlns:a="http://schemas.openxmlformats.org/drawingml/2006/main" name="5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9.xml><?xml version="1.0" encoding="utf-8"?>
<a:theme xmlns:a="http://schemas.openxmlformats.org/drawingml/2006/main" name="5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0.xml><?xml version="1.0" encoding="utf-8"?>
<a:theme xmlns:a="http://schemas.openxmlformats.org/drawingml/2006/main" name="6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1.xml><?xml version="1.0" encoding="utf-8"?>
<a:theme xmlns:a="http://schemas.openxmlformats.org/drawingml/2006/main" name="6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2.xml><?xml version="1.0" encoding="utf-8"?>
<a:theme xmlns:a="http://schemas.openxmlformats.org/drawingml/2006/main" name="6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23487</TotalTime>
  <Pages>0</Pages>
  <Words>12695</Words>
  <Characters>0</Characters>
  <Application>Microsoft Office PowerPoint</Application>
  <DocSecurity>0</DocSecurity>
  <PresentationFormat>自定义</PresentationFormat>
  <Lines>0</Lines>
  <Paragraphs>1861</Paragraphs>
  <Slides>105</Slides>
  <Notes>105</Notes>
  <HiddenSlides>0</HiddenSlides>
  <MMClips>0</MMClips>
  <ScaleCrop>false</ScaleCrop>
  <HeadingPairs>
    <vt:vector size="6" baseType="variant">
      <vt:variant>
        <vt:lpstr>已用的字体</vt:lpstr>
      </vt:variant>
      <vt:variant>
        <vt:i4>13</vt:i4>
      </vt:variant>
      <vt:variant>
        <vt:lpstr>主题</vt:lpstr>
      </vt:variant>
      <vt:variant>
        <vt:i4>62</vt:i4>
      </vt:variant>
      <vt:variant>
        <vt:lpstr>幻灯片标题</vt:lpstr>
      </vt:variant>
      <vt:variant>
        <vt:i4>105</vt:i4>
      </vt:variant>
    </vt:vector>
  </HeadingPairs>
  <TitlesOfParts>
    <vt:vector size="180" baseType="lpstr">
      <vt:lpstr>仿宋_GB2312</vt:lpstr>
      <vt:lpstr>黑体</vt:lpstr>
      <vt:lpstr>楷体</vt:lpstr>
      <vt:lpstr>楷体_GB2312</vt:lpstr>
      <vt:lpstr>宋体</vt:lpstr>
      <vt:lpstr>微软雅黑</vt:lpstr>
      <vt:lpstr>Arial</vt:lpstr>
      <vt:lpstr>Calibri</vt:lpstr>
      <vt:lpstr>Comic Sans MS</vt:lpstr>
      <vt:lpstr>Symbol</vt:lpstr>
      <vt:lpstr>Times New Roman</vt:lpstr>
      <vt:lpstr>Wingdings</vt:lpstr>
      <vt:lpstr>Wingdings 3</vt:lpstr>
      <vt:lpstr>Office Theme</vt:lpstr>
      <vt:lpstr>1_Office Theme</vt:lpstr>
      <vt:lpstr>平面(MOOC)</vt:lpstr>
      <vt:lpstr>1_平面(MOOC)</vt:lpstr>
      <vt:lpstr>2_平面(MOOC)</vt:lpstr>
      <vt:lpstr>3_平面(MOOC)</vt:lpstr>
      <vt:lpstr>4_平面(MOOC)</vt:lpstr>
      <vt:lpstr>5_平面(MOOC)</vt:lpstr>
      <vt:lpstr>6_平面(MOOC)</vt:lpstr>
      <vt:lpstr>7_平面(MOOC)</vt:lpstr>
      <vt:lpstr>8_平面(MOOC)</vt:lpstr>
      <vt:lpstr>9_平面(MOOC)</vt:lpstr>
      <vt:lpstr>10_平面(MOOC)</vt:lpstr>
      <vt:lpstr>11_平面(MOOC)</vt:lpstr>
      <vt:lpstr>12_平面(MOOC)</vt:lpstr>
      <vt:lpstr>13_平面(MOOC)</vt:lpstr>
      <vt:lpstr>14_平面(MOOC)</vt:lpstr>
      <vt:lpstr>15_平面(MOOC)</vt:lpstr>
      <vt:lpstr>16_平面(MOOC)</vt:lpstr>
      <vt:lpstr>17_平面(MOOC)</vt:lpstr>
      <vt:lpstr>18_平面(MOOC)</vt:lpstr>
      <vt:lpstr>19_平面(MOOC)</vt:lpstr>
      <vt:lpstr>20_平面(MOOC)</vt:lpstr>
      <vt:lpstr>21_平面(MOOC)</vt:lpstr>
      <vt:lpstr>23_平面(MOOC)</vt:lpstr>
      <vt:lpstr>24_平面(MOOC)</vt:lpstr>
      <vt:lpstr>25_平面(MOOC)</vt:lpstr>
      <vt:lpstr>26_平面(MOOC)</vt:lpstr>
      <vt:lpstr>27_平面(MOOC)</vt:lpstr>
      <vt:lpstr>28_平面(MOOC)</vt:lpstr>
      <vt:lpstr>29_平面(MOOC)</vt:lpstr>
      <vt:lpstr>30_平面(MOOC)</vt:lpstr>
      <vt:lpstr>31_平面(MOOC)</vt:lpstr>
      <vt:lpstr>32_平面(MOOC)</vt:lpstr>
      <vt:lpstr>33_平面(MOOC)</vt:lpstr>
      <vt:lpstr>34_平面(MOOC)</vt:lpstr>
      <vt:lpstr>37_平面(MOOC)</vt:lpstr>
      <vt:lpstr>38_平面(MOOC)</vt:lpstr>
      <vt:lpstr>39_平面(MOOC)</vt:lpstr>
      <vt:lpstr>40_平面(MOOC)</vt:lpstr>
      <vt:lpstr>41_平面(MOOC)</vt:lpstr>
      <vt:lpstr>42_平面(MOOC)</vt:lpstr>
      <vt:lpstr>43_平面(MOOC)</vt:lpstr>
      <vt:lpstr>44_平面(MOOC)</vt:lpstr>
      <vt:lpstr>45_平面(MOOC)</vt:lpstr>
      <vt:lpstr>46_平面(MOOC)</vt:lpstr>
      <vt:lpstr>47_平面(MOOC)</vt:lpstr>
      <vt:lpstr>48_平面(MOOC)</vt:lpstr>
      <vt:lpstr>49_平面(MOOC)</vt:lpstr>
      <vt:lpstr>50_平面(MOOC)</vt:lpstr>
      <vt:lpstr>51_平面(MOOC)</vt:lpstr>
      <vt:lpstr>52_平面(MOOC)</vt:lpstr>
      <vt:lpstr>53_平面(MOOC)</vt:lpstr>
      <vt:lpstr>54_平面(MOOC)</vt:lpstr>
      <vt:lpstr>55_平面(MOOC)</vt:lpstr>
      <vt:lpstr>56_平面(MOOC)</vt:lpstr>
      <vt:lpstr>57_平面(MOOC)</vt:lpstr>
      <vt:lpstr>58_平面(MOOC)</vt:lpstr>
      <vt:lpstr>59_平面(MOOC)</vt:lpstr>
      <vt:lpstr>60_平面(MOOC)</vt:lpstr>
      <vt:lpstr>61_平面(MOOC)</vt:lpstr>
      <vt:lpstr>63_平面(MOOC)</vt:lpstr>
      <vt:lpstr>第五、六章  语义分析和中间代码生成</vt:lpstr>
      <vt:lpstr>编译程序总框</vt:lpstr>
      <vt:lpstr>属性文法</vt:lpstr>
      <vt:lpstr>综合属性</vt:lpstr>
      <vt:lpstr>继承属性</vt:lpstr>
      <vt:lpstr>属性依赖</vt:lpstr>
      <vt:lpstr>继承属性和综合属性</vt:lpstr>
      <vt:lpstr>语义规则</vt:lpstr>
      <vt:lpstr>语义规则</vt:lpstr>
      <vt:lpstr>测试：语义规则</vt:lpstr>
      <vt:lpstr>带注释的语法树 </vt:lpstr>
      <vt:lpstr>带注释的语法树 </vt:lpstr>
      <vt:lpstr>带注释的语法树 </vt:lpstr>
      <vt:lpstr>带注释的语法树 </vt:lpstr>
      <vt:lpstr>带注释的语法树 </vt:lpstr>
      <vt:lpstr>基于属性文法的处理方法 </vt:lpstr>
      <vt:lpstr>基于属性文法的处理方法 </vt:lpstr>
      <vt:lpstr>一遍扫描</vt:lpstr>
      <vt:lpstr>抽象语法树（一种中间代码表示方法） </vt:lpstr>
      <vt:lpstr>建立表达式的抽象语法树 </vt:lpstr>
      <vt:lpstr>建立抽象语法树的语义规则</vt:lpstr>
      <vt:lpstr> a－4＋c的抽象语法树</vt:lpstr>
      <vt:lpstr>S-属性文法的自下而上计算 </vt:lpstr>
      <vt:lpstr>S-属性文法的自下而上计算</vt:lpstr>
      <vt:lpstr>S-属性文法的自下而上计算</vt:lpstr>
      <vt:lpstr>S-属性文法的分析过程</vt:lpstr>
      <vt:lpstr>一遍扫描的处理方法 </vt:lpstr>
      <vt:lpstr>L-属性文法和自顶向下翻译 </vt:lpstr>
      <vt:lpstr>语义分析和中间代码生成</vt:lpstr>
      <vt:lpstr>中间语言的特点和作用</vt:lpstr>
      <vt:lpstr>常用的中间语言</vt:lpstr>
      <vt:lpstr>后缀式 </vt:lpstr>
      <vt:lpstr>后缀式</vt:lpstr>
      <vt:lpstr>将表达式翻译成后缀式的属性文法</vt:lpstr>
      <vt:lpstr>中缀表达式翻译成后缀式的翻译模式</vt:lpstr>
      <vt:lpstr>图表示法</vt:lpstr>
      <vt:lpstr>有向无环图(DAG)</vt:lpstr>
      <vt:lpstr>抽象语法树 </vt:lpstr>
      <vt:lpstr>抽象语法树 vs. 有向无环图</vt:lpstr>
      <vt:lpstr>建立表达式的抽象语法树 </vt:lpstr>
      <vt:lpstr>赋值语句翻译成抽象语法树 的属性文法</vt:lpstr>
      <vt:lpstr>赋值语句翻译成抽象语法树的属性文法</vt:lpstr>
      <vt:lpstr>三地址语句的种类 </vt:lpstr>
      <vt:lpstr>抽象语法树 vs. 三地址代码</vt:lpstr>
      <vt:lpstr>有向无环图 vs. 三地址代码</vt:lpstr>
      <vt:lpstr>三地址语句——四元式</vt:lpstr>
      <vt:lpstr>三地址语句——三元式 </vt:lpstr>
      <vt:lpstr>三地址语句——三元式</vt:lpstr>
      <vt:lpstr>三地址语句——间接三元式 </vt:lpstr>
      <vt:lpstr>三地址语句——间接三元式 </vt:lpstr>
      <vt:lpstr>三地址语句——间接三元式 </vt:lpstr>
      <vt:lpstr>翻译模式</vt:lpstr>
      <vt:lpstr>简单算术表达式及赋值语句</vt:lpstr>
      <vt:lpstr>赋值语句生成三地址代码的S-属性文法</vt:lpstr>
      <vt:lpstr>赋值语句生成三地址代码</vt:lpstr>
      <vt:lpstr>产生赋值语句三地址代码的翻译模式 </vt:lpstr>
      <vt:lpstr>产生赋值语句三地址代码的翻译模式 </vt:lpstr>
      <vt:lpstr>产生赋值语句三地址代码的翻译模式 </vt:lpstr>
      <vt:lpstr>数组元素的引用(6.4.3、6.4.4小节)</vt:lpstr>
      <vt:lpstr>数组元素地址计算</vt:lpstr>
      <vt:lpstr>数组元素地址计算</vt:lpstr>
      <vt:lpstr>数组元素地址计算</vt:lpstr>
      <vt:lpstr>数组元素地址计算</vt:lpstr>
      <vt:lpstr>带数组元素引用的赋值语句</vt:lpstr>
      <vt:lpstr>带数组元素引用的赋值语句翻译模式</vt:lpstr>
      <vt:lpstr>带数组元素引用的赋值语句翻译模式</vt:lpstr>
      <vt:lpstr>带数组元素引用的赋值语句翻译模式</vt:lpstr>
      <vt:lpstr>带数组元素引用的赋值语句翻译模式</vt:lpstr>
      <vt:lpstr>带数组元素引用的赋值语句翻译模式</vt:lpstr>
      <vt:lpstr>类型转换</vt:lpstr>
      <vt:lpstr>类型转换</vt:lpstr>
      <vt:lpstr>类型转换</vt:lpstr>
      <vt:lpstr>产生式E→E1 ＋E2 的语义动作</vt:lpstr>
      <vt:lpstr>产生式E→E1 ＋E2 的语义动作</vt:lpstr>
      <vt:lpstr>PowerPoint 演示文稿</vt:lpstr>
      <vt:lpstr>布尔表达式的翻译</vt:lpstr>
      <vt:lpstr>布尔表达式及其用途</vt:lpstr>
      <vt:lpstr>计算布尔表达式的两种方法</vt:lpstr>
      <vt:lpstr>计算布尔表达式的两种方法</vt:lpstr>
      <vt:lpstr>数值表示法 </vt:lpstr>
      <vt:lpstr> 关于布尔表达式的数值表示法的翻译模式 </vt:lpstr>
      <vt:lpstr> 关于布尔表达式的数值表示法的翻译模式 </vt:lpstr>
      <vt:lpstr> 关于布尔表达式的数值表示法的翻译模式 </vt:lpstr>
      <vt:lpstr> 关于布尔表达式的数值表示法的翻译模式 </vt:lpstr>
      <vt:lpstr>布尔表达式a&lt;b or c&lt;d and e&lt;f的翻译结果 </vt:lpstr>
      <vt:lpstr>作为条件控制的布尔式翻译 </vt:lpstr>
      <vt:lpstr>条件语句的翻译</vt:lpstr>
      <vt:lpstr>产生布尔表达式三地址代码的属性文法</vt:lpstr>
      <vt:lpstr>产生布尔表达式三地址代码的属性文法</vt:lpstr>
      <vt:lpstr>条件语句的翻译</vt:lpstr>
      <vt:lpstr>产生布尔表达式三地址代码的属性文法</vt:lpstr>
      <vt:lpstr>产生布尔表达式三地址代码的属性文法</vt:lpstr>
      <vt:lpstr>产生布尔表达式三地址代码的属性文法</vt:lpstr>
      <vt:lpstr>根据属性文法翻译布尔表达式</vt:lpstr>
      <vt:lpstr>根据属性文法翻译布尔表达式</vt:lpstr>
      <vt:lpstr>根据属性文法翻译布尔表达式</vt:lpstr>
      <vt:lpstr>根据属性文法翻译布尔表达式</vt:lpstr>
      <vt:lpstr>常用的控制语句</vt:lpstr>
      <vt:lpstr>if-then语句的语义</vt:lpstr>
      <vt:lpstr>if-then语句的的翻译</vt:lpstr>
      <vt:lpstr>if-then-else语句的语义</vt:lpstr>
      <vt:lpstr>if-then-else语句语句的翻译</vt:lpstr>
      <vt:lpstr>while-do语句的语义</vt:lpstr>
      <vt:lpstr>while语句的翻译</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Rounded Rectangles Template</dc:title>
  <dc:subject>Template</dc:subject>
  <dc:creator>erqiang</dc:creator>
  <cp:keywords/>
  <dc:description/>
  <cp:lastModifiedBy>86130</cp:lastModifiedBy>
  <cp:revision>1434</cp:revision>
  <cp:lastPrinted>2025-09-01T07:46:05Z</cp:lastPrinted>
  <dcterms:created xsi:type="dcterms:W3CDTF">2012-12-11T08:26:38Z</dcterms:created>
  <dcterms:modified xsi:type="dcterms:W3CDTF">2025-10-14T03:34:12Z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