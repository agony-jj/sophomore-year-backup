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914" r:id="rId3"/>
  </p:sldMasterIdLst>
  <p:notesMasterIdLst>
    <p:notesMasterId r:id="rId88"/>
  </p:notesMasterIdLst>
  <p:handoutMasterIdLst>
    <p:handoutMasterId r:id="rId89"/>
  </p:handoutMasterIdLst>
  <p:sldIdLst>
    <p:sldId id="273" r:id="rId4"/>
    <p:sldId id="723" r:id="rId5"/>
    <p:sldId id="352" r:id="rId6"/>
    <p:sldId id="353" r:id="rId7"/>
    <p:sldId id="282" r:id="rId8"/>
    <p:sldId id="320" r:id="rId9"/>
    <p:sldId id="322" r:id="rId10"/>
    <p:sldId id="380" r:id="rId11"/>
    <p:sldId id="381" r:id="rId12"/>
    <p:sldId id="382" r:id="rId13"/>
    <p:sldId id="684" r:id="rId14"/>
    <p:sldId id="720" r:id="rId15"/>
    <p:sldId id="721" r:id="rId16"/>
    <p:sldId id="722" r:id="rId17"/>
    <p:sldId id="685" r:id="rId18"/>
    <p:sldId id="686" r:id="rId19"/>
    <p:sldId id="687" r:id="rId20"/>
    <p:sldId id="718" r:id="rId21"/>
    <p:sldId id="719" r:id="rId22"/>
    <p:sldId id="385" r:id="rId23"/>
    <p:sldId id="387" r:id="rId24"/>
    <p:sldId id="388" r:id="rId25"/>
    <p:sldId id="391" r:id="rId26"/>
    <p:sldId id="392" r:id="rId27"/>
    <p:sldId id="393" r:id="rId28"/>
    <p:sldId id="395" r:id="rId29"/>
    <p:sldId id="725" r:id="rId30"/>
    <p:sldId id="397" r:id="rId31"/>
    <p:sldId id="399" r:id="rId32"/>
    <p:sldId id="465" r:id="rId33"/>
    <p:sldId id="724" r:id="rId34"/>
    <p:sldId id="401" r:id="rId35"/>
    <p:sldId id="467" r:id="rId36"/>
    <p:sldId id="688" r:id="rId37"/>
    <p:sldId id="693" r:id="rId38"/>
    <p:sldId id="726" r:id="rId39"/>
    <p:sldId id="712" r:id="rId40"/>
    <p:sldId id="522" r:id="rId41"/>
    <p:sldId id="523" r:id="rId42"/>
    <p:sldId id="524" r:id="rId43"/>
    <p:sldId id="695" r:id="rId44"/>
    <p:sldId id="717" r:id="rId45"/>
    <p:sldId id="406" r:id="rId46"/>
    <p:sldId id="407" r:id="rId47"/>
    <p:sldId id="410" r:id="rId48"/>
    <p:sldId id="411" r:id="rId49"/>
    <p:sldId id="412" r:id="rId50"/>
    <p:sldId id="727" r:id="rId51"/>
    <p:sldId id="728" r:id="rId52"/>
    <p:sldId id="730" r:id="rId53"/>
    <p:sldId id="413" r:id="rId54"/>
    <p:sldId id="414" r:id="rId55"/>
    <p:sldId id="415" r:id="rId56"/>
    <p:sldId id="574" r:id="rId57"/>
    <p:sldId id="418" r:id="rId58"/>
    <p:sldId id="610" r:id="rId59"/>
    <p:sldId id="647" r:id="rId60"/>
    <p:sldId id="648" r:id="rId61"/>
    <p:sldId id="420" r:id="rId62"/>
    <p:sldId id="421" r:id="rId63"/>
    <p:sldId id="427" r:id="rId64"/>
    <p:sldId id="714" r:id="rId65"/>
    <p:sldId id="715" r:id="rId66"/>
    <p:sldId id="710" r:id="rId67"/>
    <p:sldId id="711" r:id="rId68"/>
    <p:sldId id="431" r:id="rId69"/>
    <p:sldId id="435" r:id="rId70"/>
    <p:sldId id="438" r:id="rId71"/>
    <p:sldId id="439" r:id="rId72"/>
    <p:sldId id="440" r:id="rId73"/>
    <p:sldId id="442" r:id="rId74"/>
    <p:sldId id="443" r:id="rId75"/>
    <p:sldId id="444" r:id="rId76"/>
    <p:sldId id="445" r:id="rId77"/>
    <p:sldId id="446" r:id="rId78"/>
    <p:sldId id="713" r:id="rId79"/>
    <p:sldId id="448" r:id="rId80"/>
    <p:sldId id="449" r:id="rId81"/>
    <p:sldId id="453" r:id="rId82"/>
    <p:sldId id="452" r:id="rId83"/>
    <p:sldId id="454" r:id="rId84"/>
    <p:sldId id="458" r:id="rId85"/>
    <p:sldId id="731" r:id="rId86"/>
    <p:sldId id="271" r:id="rId87"/>
  </p:sldIdLst>
  <p:sldSz cx="10080625" cy="7559675"/>
  <p:notesSz cx="6735763" cy="9866313"/>
  <p:defaultTextStyle>
    <a:defPPr>
      <a:defRPr lang="en-GB"/>
    </a:defPPr>
    <a:lvl1pPr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charset="-122"/>
        <a:cs typeface="+mn-cs"/>
      </a:defRPr>
    </a:lvl1pPr>
    <a:lvl2pPr marL="742950" indent="-28575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charset="-122"/>
        <a:cs typeface="+mn-cs"/>
      </a:defRPr>
    </a:lvl2pPr>
    <a:lvl3pPr marL="11430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charset="-122"/>
        <a:cs typeface="+mn-cs"/>
      </a:defRPr>
    </a:lvl3pPr>
    <a:lvl4pPr marL="16002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charset="-122"/>
        <a:cs typeface="+mn-cs"/>
      </a:defRPr>
    </a:lvl4pPr>
    <a:lvl5pPr marL="20574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charset="-122"/>
        <a:cs typeface="+mn-cs"/>
      </a:defRPr>
    </a:lvl5pPr>
    <a:lvl6pPr marL="2286000" algn="l" defTabSz="914400" rtl="0" eaLnBrk="1" latinLnBrk="0" hangingPunct="1">
      <a:defRPr kern="1200">
        <a:solidFill>
          <a:srgbClr val="000000"/>
        </a:solidFill>
        <a:latin typeface="Arial" panose="020B0604020202020204" pitchFamily="34" charset="0"/>
        <a:ea typeface="Droid Sans Fallback" charset="-122"/>
        <a:cs typeface="+mn-cs"/>
      </a:defRPr>
    </a:lvl6pPr>
    <a:lvl7pPr marL="2743200" algn="l" defTabSz="914400" rtl="0" eaLnBrk="1" latinLnBrk="0" hangingPunct="1">
      <a:defRPr kern="1200">
        <a:solidFill>
          <a:srgbClr val="000000"/>
        </a:solidFill>
        <a:latin typeface="Arial" panose="020B0604020202020204" pitchFamily="34" charset="0"/>
        <a:ea typeface="Droid Sans Fallback" charset="-122"/>
        <a:cs typeface="+mn-cs"/>
      </a:defRPr>
    </a:lvl7pPr>
    <a:lvl8pPr marL="3200400" algn="l" defTabSz="914400" rtl="0" eaLnBrk="1" latinLnBrk="0" hangingPunct="1">
      <a:defRPr kern="1200">
        <a:solidFill>
          <a:srgbClr val="000000"/>
        </a:solidFill>
        <a:latin typeface="Arial" panose="020B0604020202020204" pitchFamily="34" charset="0"/>
        <a:ea typeface="Droid Sans Fallback" charset="-122"/>
        <a:cs typeface="+mn-cs"/>
      </a:defRPr>
    </a:lvl8pPr>
    <a:lvl9pPr marL="3657600" algn="l" defTabSz="914400" rtl="0" eaLnBrk="1" latinLnBrk="0" hangingPunct="1">
      <a:defRPr kern="1200">
        <a:solidFill>
          <a:srgbClr val="000000"/>
        </a:solidFill>
        <a:latin typeface="Arial" panose="020B0604020202020204" pitchFamily="34" charset="0"/>
        <a:ea typeface="Droid Sans Fallback" charset="-122"/>
        <a:cs typeface="+mn-cs"/>
      </a:defRPr>
    </a:lvl9pPr>
  </p:defaultTextStyle>
  <p:extLst>
    <p:ext uri="{EFAFB233-063F-42B5-8137-9DF3F51BA10A}">
      <p15:sldGuideLst xmlns:p15="http://schemas.microsoft.com/office/powerpoint/2012/main">
        <p15:guide id="1" orient="horz" pos="2272">
          <p15:clr>
            <a:srgbClr val="A4A3A4"/>
          </p15:clr>
        </p15:guide>
        <p15:guide id="2" pos="286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C79A3"/>
    <a:srgbClr val="CCFFFF"/>
    <a:srgbClr val="FFFFCC"/>
    <a:srgbClr val="FF3300"/>
    <a:srgbClr val="FFFF99"/>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62" autoAdjust="0"/>
    <p:restoredTop sz="83879" autoAdjust="0"/>
  </p:normalViewPr>
  <p:slideViewPr>
    <p:cSldViewPr>
      <p:cViewPr varScale="1">
        <p:scale>
          <a:sx n="87" d="100"/>
          <a:sy n="87" d="100"/>
        </p:scale>
        <p:origin x="1662" y="90"/>
      </p:cViewPr>
      <p:guideLst>
        <p:guide orient="horz" pos="2272"/>
        <p:guide pos="2863"/>
      </p:guideLst>
    </p:cSldViewPr>
  </p:slideViewPr>
  <p:notesTextViewPr>
    <p:cViewPr>
      <p:scale>
        <a:sx n="1" d="1"/>
        <a:sy n="1" d="1"/>
      </p:scale>
      <p:origin x="0" y="0"/>
    </p:cViewPr>
  </p:notesTextViewPr>
  <p:gridSpacing cx="45003" cy="45003"/>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handoutMaster" Target="handoutMasters/handoutMaster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presProps" Target="pres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506F0D6-35EC-CF09-DC5F-6999A4416EA5}"/>
              </a:ext>
            </a:extLst>
          </p:cNvPr>
          <p:cNvSpPr>
            <a:spLocks noGrp="1"/>
          </p:cNvSpPr>
          <p:nvPr>
            <p:ph type="hdr" sz="quarter"/>
          </p:nvPr>
        </p:nvSpPr>
        <p:spPr>
          <a:xfrm>
            <a:off x="0" y="0"/>
            <a:ext cx="2918831" cy="495029"/>
          </a:xfrm>
          <a:prstGeom prst="rect">
            <a:avLst/>
          </a:prstGeom>
        </p:spPr>
        <p:txBody>
          <a:bodyPr vert="horz" lIns="91433" tIns="45716" rIns="91433" bIns="45716" rtlCol="0"/>
          <a:lstStyle>
            <a:lvl1pPr algn="l" eaLnBrk="1" hangingPunct="1">
              <a:lnSpc>
                <a:spcPct val="93000"/>
              </a:lnSpc>
              <a:buSzPct val="100000"/>
              <a:buFont typeface="Times New Roman" panose="02020603050405020304" pitchFamily="18" charset="0"/>
              <a:buNone/>
              <a:defRPr sz="1200" noProof="1"/>
            </a:lvl1pPr>
          </a:lstStyle>
          <a:p>
            <a:pPr>
              <a:defRPr/>
            </a:pPr>
            <a:endParaRPr lang="zh-CN" altLang="en-US"/>
          </a:p>
        </p:txBody>
      </p:sp>
      <p:sp>
        <p:nvSpPr>
          <p:cNvPr id="3" name="日期占位符 2">
            <a:extLst>
              <a:ext uri="{FF2B5EF4-FFF2-40B4-BE49-F238E27FC236}">
                <a16:creationId xmlns:a16="http://schemas.microsoft.com/office/drawing/2014/main" id="{0583DCC6-161F-EEA0-17F5-868B09E77CA5}"/>
              </a:ext>
            </a:extLst>
          </p:cNvPr>
          <p:cNvSpPr>
            <a:spLocks noGrp="1"/>
          </p:cNvSpPr>
          <p:nvPr>
            <p:ph type="dt" sz="quarter" idx="1"/>
          </p:nvPr>
        </p:nvSpPr>
        <p:spPr>
          <a:xfrm>
            <a:off x="3815373" y="0"/>
            <a:ext cx="2918831" cy="495029"/>
          </a:xfrm>
          <a:prstGeom prst="rect">
            <a:avLst/>
          </a:prstGeom>
        </p:spPr>
        <p:txBody>
          <a:bodyPr vert="horz" lIns="91433" tIns="45716" rIns="91433" bIns="45716" rtlCol="0"/>
          <a:lstStyle>
            <a:lvl1pPr algn="r" eaLnBrk="1" hangingPunct="1">
              <a:lnSpc>
                <a:spcPct val="93000"/>
              </a:lnSpc>
              <a:buSzPct val="100000"/>
              <a:buFont typeface="Times New Roman" panose="02020603050405020304" pitchFamily="18" charset="0"/>
              <a:buNone/>
              <a:defRPr sz="1200" noProof="1"/>
            </a:lvl1pPr>
          </a:lstStyle>
          <a:p>
            <a:pPr>
              <a:defRPr/>
            </a:pPr>
            <a:fld id="{FDEC201C-65DF-4F83-AD8B-409D5A6FA5DE}" type="datetimeFigureOut">
              <a:rPr lang="zh-CN" altLang="en-US"/>
              <a:pPr>
                <a:defRPr/>
              </a:pPr>
              <a:t>2025/6/26</a:t>
            </a:fld>
            <a:endParaRPr lang="zh-CN" altLang="en-US"/>
          </a:p>
        </p:txBody>
      </p:sp>
      <p:sp>
        <p:nvSpPr>
          <p:cNvPr id="4" name="页脚占位符 3">
            <a:extLst>
              <a:ext uri="{FF2B5EF4-FFF2-40B4-BE49-F238E27FC236}">
                <a16:creationId xmlns:a16="http://schemas.microsoft.com/office/drawing/2014/main" id="{7FAF1442-1103-BD5F-4DE6-811B687CDBC0}"/>
              </a:ext>
            </a:extLst>
          </p:cNvPr>
          <p:cNvSpPr>
            <a:spLocks noGrp="1"/>
          </p:cNvSpPr>
          <p:nvPr>
            <p:ph type="ftr" sz="quarter" idx="2"/>
          </p:nvPr>
        </p:nvSpPr>
        <p:spPr>
          <a:xfrm>
            <a:off x="0" y="9371286"/>
            <a:ext cx="2918831" cy="495028"/>
          </a:xfrm>
          <a:prstGeom prst="rect">
            <a:avLst/>
          </a:prstGeom>
        </p:spPr>
        <p:txBody>
          <a:bodyPr vert="horz" lIns="91433" tIns="45716" rIns="91433" bIns="45716" rtlCol="0" anchor="b"/>
          <a:lstStyle>
            <a:lvl1pPr algn="l" eaLnBrk="1" hangingPunct="1">
              <a:lnSpc>
                <a:spcPct val="93000"/>
              </a:lnSpc>
              <a:buSzPct val="100000"/>
              <a:buFont typeface="Times New Roman" panose="02020603050405020304" pitchFamily="18" charset="0"/>
              <a:buNone/>
              <a:defRPr sz="1200" noProof="1"/>
            </a:lvl1pPr>
          </a:lstStyle>
          <a:p>
            <a:pPr>
              <a:defRPr/>
            </a:pPr>
            <a:endParaRPr lang="zh-CN" altLang="en-US"/>
          </a:p>
        </p:txBody>
      </p:sp>
      <p:sp>
        <p:nvSpPr>
          <p:cNvPr id="5" name="灯片编号占位符 4">
            <a:extLst>
              <a:ext uri="{FF2B5EF4-FFF2-40B4-BE49-F238E27FC236}">
                <a16:creationId xmlns:a16="http://schemas.microsoft.com/office/drawing/2014/main" id="{588E8806-E329-9F68-0269-75E15624F933}"/>
              </a:ext>
            </a:extLst>
          </p:cNvPr>
          <p:cNvSpPr>
            <a:spLocks noGrp="1"/>
          </p:cNvSpPr>
          <p:nvPr>
            <p:ph type="sldNum" sz="quarter" idx="3"/>
          </p:nvPr>
        </p:nvSpPr>
        <p:spPr>
          <a:xfrm>
            <a:off x="3815373" y="9371286"/>
            <a:ext cx="2918831" cy="495028"/>
          </a:xfrm>
          <a:prstGeom prst="rect">
            <a:avLst/>
          </a:prstGeom>
        </p:spPr>
        <p:txBody>
          <a:bodyPr vert="horz" wrap="square" lIns="91433" tIns="45716" rIns="91433" bIns="45716" numCol="1" anchor="b" anchorCtr="0" compatLnSpc="1">
            <a:prstTxWarp prst="textNoShape">
              <a:avLst/>
            </a:prstTxWarp>
          </a:bodyPr>
          <a:lstStyle>
            <a:lvl1pPr algn="r" eaLnBrk="1" hangingPunct="1">
              <a:lnSpc>
                <a:spcPct val="93000"/>
              </a:lnSpc>
              <a:buSzPct val="100000"/>
              <a:buFont typeface="Times New Roman" panose="02020603050405020304" pitchFamily="18" charset="0"/>
              <a:buNone/>
              <a:defRPr sz="1200" noProof="1"/>
            </a:lvl1pPr>
          </a:lstStyle>
          <a:p>
            <a:fld id="{3206A094-44EF-4B93-9A17-81F2DEFFE433}" type="slidenum">
              <a:rPr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E80CFC0-3E3B-D033-52A7-D060E6E40227}"/>
              </a:ext>
            </a:extLst>
          </p:cNvPr>
          <p:cNvSpPr>
            <a:spLocks noGrp="1" noRot="1" noChangeAspect="1" noChangeArrowheads="1"/>
          </p:cNvSpPr>
          <p:nvPr>
            <p:ph type="sldImg" idx="4294967295"/>
          </p:nvPr>
        </p:nvSpPr>
        <p:spPr bwMode="auto">
          <a:xfrm>
            <a:off x="0" y="876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099" name="Rectangle 3">
            <a:extLst>
              <a:ext uri="{FF2B5EF4-FFF2-40B4-BE49-F238E27FC236}">
                <a16:creationId xmlns:a16="http://schemas.microsoft.com/office/drawing/2014/main" id="{EE41618F-E3DC-18EA-720A-41F8AEFD2A20}"/>
              </a:ext>
            </a:extLst>
          </p:cNvPr>
          <p:cNvSpPr>
            <a:spLocks noGrp="1" noChangeArrowheads="1"/>
          </p:cNvSpPr>
          <p:nvPr>
            <p:ph type="body" idx="4294967295"/>
          </p:nvPr>
        </p:nvSpPr>
        <p:spPr bwMode="auto">
          <a:xfrm>
            <a:off x="742181" y="5479573"/>
            <a:ext cx="5939010" cy="5190092"/>
          </a:xfrm>
          <a:prstGeom prst="rect">
            <a:avLst/>
          </a:prstGeom>
          <a:noFill/>
          <a:ln>
            <a:noFill/>
          </a:ln>
        </p:spPr>
        <p:txBody>
          <a:bodyPr vert="horz" wrap="square" lIns="0" tIns="0" rIns="0" bIns="0" numCol="1" anchor="t" anchorCtr="0" compatLnSpc="1">
            <a:prstTxWarp prst="textNoShape">
              <a:avLst/>
            </a:prstTxWarp>
          </a:bodyPr>
          <a:lstStyle/>
          <a:p>
            <a:pPr lvl="0"/>
            <a:endParaRPr lang="en-US" altLang="zh-CN" noProof="0"/>
          </a:p>
        </p:txBody>
      </p:sp>
      <p:sp>
        <p:nvSpPr>
          <p:cNvPr id="3076" name="Rectangle 4">
            <a:extLst>
              <a:ext uri="{FF2B5EF4-FFF2-40B4-BE49-F238E27FC236}">
                <a16:creationId xmlns:a16="http://schemas.microsoft.com/office/drawing/2014/main" id="{19288FE5-C69E-1835-F259-8441C69E45AB}"/>
              </a:ext>
            </a:extLst>
          </p:cNvPr>
          <p:cNvSpPr>
            <a:spLocks noGrp="1"/>
          </p:cNvSpPr>
          <p:nvPr>
            <p:ph type="hdr"/>
          </p:nvPr>
        </p:nvSpPr>
        <p:spPr>
          <a:xfrm>
            <a:off x="1" y="1"/>
            <a:ext cx="3221316" cy="575535"/>
          </a:xfrm>
          <a:prstGeom prst="rect">
            <a:avLst/>
          </a:prstGeom>
          <a:noFill/>
          <a:ln w="9525">
            <a:noFill/>
            <a:miter/>
          </a:ln>
        </p:spPr>
        <p:txBody>
          <a:bodyPr lIns="0" tIns="0" rIns="0" bIns="0"/>
          <a:lstStyle>
            <a:lvl1pPr defTabSz="0" eaLnBrk="1" hangingPunct="1">
              <a:lnSpc>
                <a:spcPct val="93000"/>
              </a:lnSpc>
              <a:buSzPct val="100000"/>
              <a:buFont typeface="Times New Roman" panose="02020603050405020304" pitchFamily="18" charset="0"/>
              <a:buNone/>
              <a:tabLst>
                <a:tab pos="723840" algn="l"/>
                <a:tab pos="1447681" algn="l"/>
                <a:tab pos="2171520" algn="l"/>
                <a:tab pos="289536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7" name="Rectangle 5">
            <a:extLst>
              <a:ext uri="{FF2B5EF4-FFF2-40B4-BE49-F238E27FC236}">
                <a16:creationId xmlns:a16="http://schemas.microsoft.com/office/drawing/2014/main" id="{3ACA9741-4717-CA13-6CAD-00CA5AF26067}"/>
              </a:ext>
            </a:extLst>
          </p:cNvPr>
          <p:cNvSpPr>
            <a:spLocks noGrp="1"/>
          </p:cNvSpPr>
          <p:nvPr>
            <p:ph type="dt"/>
          </p:nvPr>
        </p:nvSpPr>
        <p:spPr>
          <a:xfrm>
            <a:off x="4202057" y="1"/>
            <a:ext cx="3221316" cy="575535"/>
          </a:xfrm>
          <a:prstGeom prst="rect">
            <a:avLst/>
          </a:prstGeom>
          <a:noFill/>
          <a:ln w="9525">
            <a:noFill/>
            <a:miter/>
          </a:ln>
        </p:spPr>
        <p:txBody>
          <a:bodyPr lIns="0" tIns="0" rIns="0" bIns="0"/>
          <a:lstStyle>
            <a:lvl1pPr algn="r" defTabSz="0" eaLnBrk="1" hangingPunct="1">
              <a:lnSpc>
                <a:spcPct val="93000"/>
              </a:lnSpc>
              <a:buSzPct val="100000"/>
              <a:buFont typeface="Times New Roman" panose="02020603050405020304" pitchFamily="18" charset="0"/>
              <a:buNone/>
              <a:tabLst>
                <a:tab pos="723840" algn="l"/>
                <a:tab pos="1447681" algn="l"/>
                <a:tab pos="2171520" algn="l"/>
                <a:tab pos="289536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8" name="Rectangle 6">
            <a:extLst>
              <a:ext uri="{FF2B5EF4-FFF2-40B4-BE49-F238E27FC236}">
                <a16:creationId xmlns:a16="http://schemas.microsoft.com/office/drawing/2014/main" id="{97751AB8-7501-579C-968E-DE00FC841807}"/>
              </a:ext>
            </a:extLst>
          </p:cNvPr>
          <p:cNvSpPr>
            <a:spLocks noGrp="1"/>
          </p:cNvSpPr>
          <p:nvPr>
            <p:ph type="ftr"/>
          </p:nvPr>
        </p:nvSpPr>
        <p:spPr>
          <a:xfrm>
            <a:off x="1" y="10959145"/>
            <a:ext cx="3221316" cy="575535"/>
          </a:xfrm>
          <a:prstGeom prst="rect">
            <a:avLst/>
          </a:prstGeom>
          <a:noFill/>
          <a:ln w="9525">
            <a:noFill/>
            <a:miter/>
          </a:ln>
        </p:spPr>
        <p:txBody>
          <a:bodyPr lIns="0" tIns="0" rIns="0" bIns="0" anchor="b"/>
          <a:lstStyle>
            <a:lvl1pPr defTabSz="0" eaLnBrk="1" hangingPunct="1">
              <a:lnSpc>
                <a:spcPct val="93000"/>
              </a:lnSpc>
              <a:buSzPct val="100000"/>
              <a:buFont typeface="Times New Roman" panose="02020603050405020304" pitchFamily="18" charset="0"/>
              <a:buNone/>
              <a:tabLst>
                <a:tab pos="723840" algn="l"/>
                <a:tab pos="1447681" algn="l"/>
                <a:tab pos="2171520" algn="l"/>
                <a:tab pos="289536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9" name="Rectangle 7">
            <a:extLst>
              <a:ext uri="{FF2B5EF4-FFF2-40B4-BE49-F238E27FC236}">
                <a16:creationId xmlns:a16="http://schemas.microsoft.com/office/drawing/2014/main" id="{7E7C9F26-71E9-F486-4FCD-8F7DBA7CE4A3}"/>
              </a:ext>
            </a:extLst>
          </p:cNvPr>
          <p:cNvSpPr>
            <a:spLocks noGrp="1"/>
          </p:cNvSpPr>
          <p:nvPr>
            <p:ph type="sldNum"/>
          </p:nvPr>
        </p:nvSpPr>
        <p:spPr>
          <a:xfrm>
            <a:off x="4202057" y="10959145"/>
            <a:ext cx="3221316" cy="575535"/>
          </a:xfrm>
          <a:prstGeom prst="rect">
            <a:avLst/>
          </a:prstGeom>
          <a:noFill/>
          <a:ln w="9525">
            <a:noFill/>
            <a:miter/>
          </a:ln>
        </p:spPr>
        <p:txBody>
          <a:bodyPr vert="horz" wrap="square" lIns="0" tIns="0" rIns="0" bIns="0" numCol="1" anchor="b" anchorCtr="0" compatLnSpc="1">
            <a:prstTxWarp prst="textNoShape">
              <a:avLst/>
            </a:prstTxWarp>
          </a:bodyPr>
          <a:lstStyle>
            <a:lvl1pPr algn="r" defTabSz="0" eaLnBrk="1" hangingPunct="1">
              <a:lnSpc>
                <a:spcPct val="93000"/>
              </a:lnSpc>
              <a:buSzPct val="100000"/>
              <a:buFont typeface="Times New Roman" panose="02020603050405020304" pitchFamily="18" charset="0"/>
              <a:buNone/>
              <a:tabLst>
                <a:tab pos="723840" algn="l"/>
                <a:tab pos="1447681" algn="l"/>
                <a:tab pos="2171520" algn="l"/>
                <a:tab pos="2895360" algn="l"/>
              </a:tabLst>
              <a:defRPr sz="1400" noProof="1">
                <a:latin typeface="Times New Roman" panose="02020603050405020304" pitchFamily="18" charset="0"/>
                <a:ea typeface="宋体" panose="02010600030101010101" pitchFamily="2" charset="-122"/>
              </a:defRPr>
            </a:lvl1pPr>
          </a:lstStyle>
          <a:p>
            <a:fld id="{B2555FFE-50C8-4364-91CD-59B925F7BE7D}" type="slidenum">
              <a:rPr altLang="en-US"/>
              <a:pPr/>
              <a:t>‹#›</a:t>
            </a:fld>
            <a:endParaRPr lang="zh-C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Arial" panose="020B0604020202020204" pitchFamily="34" charset="0"/>
        <a:ea typeface="+mn-ea"/>
        <a:cs typeface="+mn-cs"/>
      </a:defRPr>
    </a:lvl1pPr>
    <a:lvl2pPr marL="742950" lvl="1" indent="-28575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2pPr>
    <a:lvl3pPr marL="1143000" lvl="2"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3pPr>
    <a:lvl4pPr marL="1600200" lvl="3"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4pPr>
    <a:lvl5pPr marL="2057400" lvl="4"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5pPr>
    <a:lvl6pPr marL="2286000" lvl="5"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6pPr>
    <a:lvl7pPr marL="2743200" lvl="6"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7pPr>
    <a:lvl8pPr marL="3200400" lvl="7"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8pPr>
    <a:lvl9pPr marL="3657600" lvl="8"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dirty="0">
              <a:latin typeface="+mj-ea"/>
            </a:endParaRPr>
          </a:p>
        </p:txBody>
      </p:sp>
      <p:sp>
        <p:nvSpPr>
          <p:cNvPr id="4" name="灯片编号占位符 3"/>
          <p:cNvSpPr>
            <a:spLocks noGrp="1"/>
          </p:cNvSpPr>
          <p:nvPr>
            <p:ph type="sldNum" sz="quarter" idx="10"/>
          </p:nvPr>
        </p:nvSpPr>
        <p:spPr/>
        <p:txBody>
          <a:bodyPr/>
          <a:lstStyle/>
          <a:p>
            <a:fld id="{656C61CE-634D-4F64-ACD8-85A675627EA4}" type="slidenum">
              <a:rPr lang="zh-CN" altLang="en-US" smtClean="0"/>
              <a:t>12</a:t>
            </a:fld>
            <a:endParaRPr lang="zh-CN" altLang="en-US"/>
          </a:p>
        </p:txBody>
      </p:sp>
    </p:spTree>
    <p:extLst>
      <p:ext uri="{BB962C8B-B14F-4D97-AF65-F5344CB8AC3E}">
        <p14:creationId xmlns:p14="http://schemas.microsoft.com/office/powerpoint/2010/main" val="3086903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00408" indent="-269388" eaLnBrk="0" hangingPunct="0">
              <a:defRPr>
                <a:solidFill>
                  <a:schemeClr val="tx1"/>
                </a:solidFill>
                <a:latin typeface="Arial" panose="020B0604020202020204" pitchFamily="34" charset="0"/>
                <a:ea typeface="宋体" panose="02010600030101010101" pitchFamily="2" charset="-122"/>
              </a:defRPr>
            </a:lvl2pPr>
            <a:lvl3pPr marL="1077550" indent="-215510" eaLnBrk="0" hangingPunct="0">
              <a:defRPr>
                <a:solidFill>
                  <a:schemeClr val="tx1"/>
                </a:solidFill>
                <a:latin typeface="Arial" panose="020B0604020202020204" pitchFamily="34" charset="0"/>
                <a:ea typeface="宋体" panose="02010600030101010101" pitchFamily="2" charset="-122"/>
              </a:defRPr>
            </a:lvl3pPr>
            <a:lvl4pPr marL="1508572" indent="-215510" eaLnBrk="0" hangingPunct="0">
              <a:defRPr>
                <a:solidFill>
                  <a:schemeClr val="tx1"/>
                </a:solidFill>
                <a:latin typeface="Arial" panose="020B0604020202020204" pitchFamily="34" charset="0"/>
                <a:ea typeface="宋体" panose="02010600030101010101" pitchFamily="2" charset="-122"/>
              </a:defRPr>
            </a:lvl4pPr>
            <a:lvl5pPr marL="1939592" indent="-215510" eaLnBrk="0" hangingPunct="0">
              <a:defRPr>
                <a:solidFill>
                  <a:schemeClr val="tx1"/>
                </a:solidFill>
                <a:latin typeface="Arial" panose="020B0604020202020204" pitchFamily="34" charset="0"/>
                <a:ea typeface="宋体" panose="02010600030101010101" pitchFamily="2" charset="-122"/>
              </a:defRPr>
            </a:lvl5pPr>
            <a:lvl6pPr marL="2370613"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634"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653"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674"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00CA3D-B8BC-46A0-8C53-5D94296863D2}" type="slidenum">
              <a:rPr lang="en-US" altLang="zh-CN">
                <a:latin typeface="Times New Roman" panose="02020603050405020304" pitchFamily="18" charset="0"/>
              </a:rPr>
              <a:pPr eaLnBrk="1" hangingPunct="1"/>
              <a:t>13</a:t>
            </a:fld>
            <a:endParaRPr lang="en-US" altLang="zh-CN">
              <a:latin typeface="Times New Roman" panose="02020603050405020304" pitchFamily="18"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xfrm>
            <a:off x="640080" y="4126230"/>
            <a:ext cx="5120640" cy="39090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p>
        </p:txBody>
      </p:sp>
    </p:spTree>
    <p:extLst>
      <p:ext uri="{BB962C8B-B14F-4D97-AF65-F5344CB8AC3E}">
        <p14:creationId xmlns:p14="http://schemas.microsoft.com/office/powerpoint/2010/main" val="2035979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00408" indent="-269388" eaLnBrk="0" hangingPunct="0">
              <a:defRPr>
                <a:solidFill>
                  <a:schemeClr val="tx1"/>
                </a:solidFill>
                <a:latin typeface="Arial" panose="020B0604020202020204" pitchFamily="34" charset="0"/>
                <a:ea typeface="宋体" panose="02010600030101010101" pitchFamily="2" charset="-122"/>
              </a:defRPr>
            </a:lvl2pPr>
            <a:lvl3pPr marL="1077550" indent="-215510" eaLnBrk="0" hangingPunct="0">
              <a:defRPr>
                <a:solidFill>
                  <a:schemeClr val="tx1"/>
                </a:solidFill>
                <a:latin typeface="Arial" panose="020B0604020202020204" pitchFamily="34" charset="0"/>
                <a:ea typeface="宋体" panose="02010600030101010101" pitchFamily="2" charset="-122"/>
              </a:defRPr>
            </a:lvl3pPr>
            <a:lvl4pPr marL="1508572" indent="-215510" eaLnBrk="0" hangingPunct="0">
              <a:defRPr>
                <a:solidFill>
                  <a:schemeClr val="tx1"/>
                </a:solidFill>
                <a:latin typeface="Arial" panose="020B0604020202020204" pitchFamily="34" charset="0"/>
                <a:ea typeface="宋体" panose="02010600030101010101" pitchFamily="2" charset="-122"/>
              </a:defRPr>
            </a:lvl4pPr>
            <a:lvl5pPr marL="1939592" indent="-215510" eaLnBrk="0" hangingPunct="0">
              <a:defRPr>
                <a:solidFill>
                  <a:schemeClr val="tx1"/>
                </a:solidFill>
                <a:latin typeface="Arial" panose="020B0604020202020204" pitchFamily="34" charset="0"/>
                <a:ea typeface="宋体" panose="02010600030101010101" pitchFamily="2" charset="-122"/>
              </a:defRPr>
            </a:lvl5pPr>
            <a:lvl6pPr marL="2370613"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634"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653"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674" indent="-21551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EE5427-7106-422E-A1C4-AF931613DAD6}" type="slidenum">
              <a:rPr lang="en-US" altLang="zh-CN">
                <a:latin typeface="Times New Roman" panose="02020603050405020304" pitchFamily="18" charset="0"/>
              </a:rPr>
              <a:pPr eaLnBrk="1" hangingPunct="1"/>
              <a:t>14</a:t>
            </a:fld>
            <a:endParaRPr lang="en-US" altLang="zh-CN">
              <a:latin typeface="Times New Roman" panose="02020603050405020304" pitchFamily="18" charset="0"/>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p>
        </p:txBody>
      </p:sp>
    </p:spTree>
    <p:extLst>
      <p:ext uri="{BB962C8B-B14F-4D97-AF65-F5344CB8AC3E}">
        <p14:creationId xmlns:p14="http://schemas.microsoft.com/office/powerpoint/2010/main" val="3756326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00372" indent="-269374" eaLnBrk="0" hangingPunct="0">
              <a:defRPr>
                <a:solidFill>
                  <a:schemeClr val="tx1"/>
                </a:solidFill>
                <a:latin typeface="Arial" panose="020B0604020202020204" pitchFamily="34" charset="0"/>
                <a:ea typeface="宋体" panose="02010600030101010101" pitchFamily="2" charset="-122"/>
              </a:defRPr>
            </a:lvl2pPr>
            <a:lvl3pPr marL="1077495" indent="-215499" eaLnBrk="0" hangingPunct="0">
              <a:defRPr>
                <a:solidFill>
                  <a:schemeClr val="tx1"/>
                </a:solidFill>
                <a:latin typeface="Arial" panose="020B0604020202020204" pitchFamily="34" charset="0"/>
                <a:ea typeface="宋体" panose="02010600030101010101" pitchFamily="2" charset="-122"/>
              </a:defRPr>
            </a:lvl3pPr>
            <a:lvl4pPr marL="1508493" indent="-215499" eaLnBrk="0" hangingPunct="0">
              <a:defRPr>
                <a:solidFill>
                  <a:schemeClr val="tx1"/>
                </a:solidFill>
                <a:latin typeface="Arial" panose="020B0604020202020204" pitchFamily="34" charset="0"/>
                <a:ea typeface="宋体" panose="02010600030101010101" pitchFamily="2" charset="-122"/>
              </a:defRPr>
            </a:lvl4pPr>
            <a:lvl5pPr marL="1939493" indent="-215499" eaLnBrk="0" hangingPunct="0">
              <a:defRPr>
                <a:solidFill>
                  <a:schemeClr val="tx1"/>
                </a:solidFill>
                <a:latin typeface="Arial" panose="020B0604020202020204" pitchFamily="34" charset="0"/>
                <a:ea typeface="宋体" panose="02010600030101010101" pitchFamily="2" charset="-122"/>
              </a:defRPr>
            </a:lvl5pPr>
            <a:lvl6pPr marL="2370490"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488"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486"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485"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B6F340-D714-4B35-AEEA-CD7DE1A48617}" type="slidenum">
              <a:rPr lang="en-US" altLang="zh-CN">
                <a:latin typeface="Times New Roman" panose="02020603050405020304" pitchFamily="18" charset="0"/>
              </a:rPr>
              <a:pPr eaLnBrk="1" hangingPunct="1"/>
              <a:t>18</a:t>
            </a:fld>
            <a:endParaRPr lang="en-US" altLang="zh-CN">
              <a:latin typeface="Times New Roman" panose="02020603050405020304" pitchFamily="18" charset="0"/>
            </a:endParaRP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defTabSz="646497">
              <a:defRPr/>
            </a:pPr>
            <a:endParaRPr lang="zh-CN" altLang="en-US" sz="2600" dirty="0">
              <a:solidFill>
                <a:srgbClr val="C00000"/>
              </a:solidFill>
              <a:latin typeface="+mj-ea"/>
            </a:endParaRPr>
          </a:p>
        </p:txBody>
      </p:sp>
    </p:spTree>
    <p:extLst>
      <p:ext uri="{BB962C8B-B14F-4D97-AF65-F5344CB8AC3E}">
        <p14:creationId xmlns:p14="http://schemas.microsoft.com/office/powerpoint/2010/main" val="2775359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00372" indent="-269374" eaLnBrk="0" hangingPunct="0">
              <a:defRPr>
                <a:solidFill>
                  <a:schemeClr val="tx1"/>
                </a:solidFill>
                <a:latin typeface="Arial" panose="020B0604020202020204" pitchFamily="34" charset="0"/>
                <a:ea typeface="宋体" panose="02010600030101010101" pitchFamily="2" charset="-122"/>
              </a:defRPr>
            </a:lvl2pPr>
            <a:lvl3pPr marL="1077495" indent="-215499" eaLnBrk="0" hangingPunct="0">
              <a:defRPr>
                <a:solidFill>
                  <a:schemeClr val="tx1"/>
                </a:solidFill>
                <a:latin typeface="Arial" panose="020B0604020202020204" pitchFamily="34" charset="0"/>
                <a:ea typeface="宋体" panose="02010600030101010101" pitchFamily="2" charset="-122"/>
              </a:defRPr>
            </a:lvl3pPr>
            <a:lvl4pPr marL="1508493" indent="-215499" eaLnBrk="0" hangingPunct="0">
              <a:defRPr>
                <a:solidFill>
                  <a:schemeClr val="tx1"/>
                </a:solidFill>
                <a:latin typeface="Arial" panose="020B0604020202020204" pitchFamily="34" charset="0"/>
                <a:ea typeface="宋体" panose="02010600030101010101" pitchFamily="2" charset="-122"/>
              </a:defRPr>
            </a:lvl4pPr>
            <a:lvl5pPr marL="1939493" indent="-215499" eaLnBrk="0" hangingPunct="0">
              <a:defRPr>
                <a:solidFill>
                  <a:schemeClr val="tx1"/>
                </a:solidFill>
                <a:latin typeface="Arial" panose="020B0604020202020204" pitchFamily="34" charset="0"/>
                <a:ea typeface="宋体" panose="02010600030101010101" pitchFamily="2" charset="-122"/>
              </a:defRPr>
            </a:lvl5pPr>
            <a:lvl6pPr marL="2370490"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488"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486"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485" indent="-215499"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5696AB9-3C5D-4173-B34D-F9B2D844EDFE}" type="slidenum">
              <a:rPr lang="en-US" altLang="zh-CN">
                <a:latin typeface="Times New Roman" panose="02020603050405020304" pitchFamily="18" charset="0"/>
              </a:rPr>
              <a:pPr eaLnBrk="1" hangingPunct="1"/>
              <a:t>19</a:t>
            </a:fld>
            <a:endParaRPr lang="en-US" altLang="zh-CN">
              <a:latin typeface="Times New Roman" panose="02020603050405020304" pitchFamily="18" charset="0"/>
            </a:endParaRPr>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46497">
              <a:defRPr/>
            </a:pPr>
            <a:endParaRPr lang="en-US" altLang="zh-CN" sz="1900" dirty="0">
              <a:solidFill>
                <a:srgbClr val="7030A0"/>
              </a:solidFill>
              <a:latin typeface="+mj-ea"/>
            </a:endParaRPr>
          </a:p>
        </p:txBody>
      </p:sp>
    </p:spTree>
    <p:extLst>
      <p:ext uri="{BB962C8B-B14F-4D97-AF65-F5344CB8AC3E}">
        <p14:creationId xmlns:p14="http://schemas.microsoft.com/office/powerpoint/2010/main" val="321164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2DF9F8CF-E44F-F037-6B6F-0F68CE3D77DC}"/>
              </a:ext>
            </a:extLst>
          </p:cNvPr>
          <p:cNvSpPr>
            <a:spLocks noGrp="1" noRot="1" noChangeAspect="1" noChangeArrowheads="1" noTextEdit="1"/>
          </p:cNvSpPr>
          <p:nvPr>
            <p:ph type="sldImg"/>
          </p:nvPr>
        </p:nvSpPr>
        <p:spPr/>
      </p:sp>
      <p:sp>
        <p:nvSpPr>
          <p:cNvPr id="74755" name="备注占位符 2">
            <a:extLst>
              <a:ext uri="{FF2B5EF4-FFF2-40B4-BE49-F238E27FC236}">
                <a16:creationId xmlns:a16="http://schemas.microsoft.com/office/drawing/2014/main" id="{9DFBA657-8553-559D-923B-3442B642BF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56" name="灯片编号占位符 3">
            <a:extLst>
              <a:ext uri="{FF2B5EF4-FFF2-40B4-BE49-F238E27FC236}">
                <a16:creationId xmlns:a16="http://schemas.microsoft.com/office/drawing/2014/main" id="{117A9340-228C-A404-ED02-09F23AFC9AD8}"/>
              </a:ext>
            </a:extLst>
          </p:cNvPr>
          <p:cNvSpPr>
            <a:spLocks noGrp="1" noChangeArrowheads="1"/>
          </p:cNvSpPr>
          <p:nvPr>
            <p:ph type="sldNum" sz="quarter"/>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1pPr>
            <a:lvl2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2pPr>
            <a:lvl3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3pPr>
            <a:lvl4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4pPr>
            <a:lvl5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5pPr>
            <a:lvl6pPr marL="2514392"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6pPr>
            <a:lvl7pPr marL="2971554"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7pPr>
            <a:lvl8pPr marL="3428717"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8pPr>
            <a:lvl9pPr marL="3885879"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9pPr>
          </a:lstStyle>
          <a:p>
            <a:fld id="{89CF6F70-9B1A-4112-9648-4A550250F3A7}" type="slidenum">
              <a:rPr altLang="zh-CN">
                <a:latin typeface="Times New Roman" panose="02020603050405020304" pitchFamily="18" charset="0"/>
                <a:ea typeface="宋体" panose="02010600030101010101" pitchFamily="2" charset="-122"/>
              </a:rPr>
              <a:pPr/>
              <a:t>61</a:t>
            </a:fld>
            <a:endParaRPr lang="zh-CN" altLang="en-US">
              <a:latin typeface="Times New Roman" panose="02020603050405020304" pitchFamily="18"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AC520E4E-FB7A-7CD5-E478-76AB3D284D60}"/>
              </a:ext>
            </a:extLst>
          </p:cNvPr>
          <p:cNvSpPr>
            <a:spLocks noGrp="1" noRot="1" noChangeAspect="1" noChangeArrowheads="1" noTextEdit="1"/>
          </p:cNvSpPr>
          <p:nvPr>
            <p:ph type="sldImg"/>
          </p:nvPr>
        </p:nvSpPr>
        <p:spPr/>
      </p:sp>
      <p:sp>
        <p:nvSpPr>
          <p:cNvPr id="76803" name="备注占位符 2">
            <a:extLst>
              <a:ext uri="{FF2B5EF4-FFF2-40B4-BE49-F238E27FC236}">
                <a16:creationId xmlns:a16="http://schemas.microsoft.com/office/drawing/2014/main" id="{93285D12-0673-963C-A187-2D16A2FF60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4" name="灯片编号占位符 3">
            <a:extLst>
              <a:ext uri="{FF2B5EF4-FFF2-40B4-BE49-F238E27FC236}">
                <a16:creationId xmlns:a16="http://schemas.microsoft.com/office/drawing/2014/main" id="{AA546CD2-BF9D-D44E-FD70-468D5ACBC6F4}"/>
              </a:ext>
            </a:extLst>
          </p:cNvPr>
          <p:cNvSpPr>
            <a:spLocks noGrp="1" noChangeArrowheads="1"/>
          </p:cNvSpPr>
          <p:nvPr>
            <p:ph type="sldNum" sz="quarter"/>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1pPr>
            <a:lvl2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2pPr>
            <a:lvl3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3pPr>
            <a:lvl4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4pPr>
            <a:lvl5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5pPr>
            <a:lvl6pPr marL="2514392"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6pPr>
            <a:lvl7pPr marL="2971554"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7pPr>
            <a:lvl8pPr marL="3428717"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8pPr>
            <a:lvl9pPr marL="3885879"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9pPr>
          </a:lstStyle>
          <a:p>
            <a:fld id="{438F6F6D-22F7-42A3-A17D-13FE5F2D4E2E}" type="slidenum">
              <a:rPr altLang="zh-CN">
                <a:latin typeface="Times New Roman" panose="02020603050405020304" pitchFamily="18" charset="0"/>
                <a:ea typeface="宋体" panose="02010600030101010101" pitchFamily="2" charset="-122"/>
              </a:rPr>
              <a:pPr/>
              <a:t>62</a:t>
            </a:fld>
            <a:endParaRPr lang="zh-CN" altLang="en-US">
              <a:latin typeface="Times New Roman" panose="02020603050405020304" pitchFamily="18"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C0DE1D76-0C66-E595-93DC-66702A268158}"/>
              </a:ext>
            </a:extLst>
          </p:cNvPr>
          <p:cNvSpPr>
            <a:spLocks noGrp="1" noRot="1" noChangeAspect="1" noChangeArrowheads="1" noTextEdit="1"/>
          </p:cNvSpPr>
          <p:nvPr>
            <p:ph type="sldImg"/>
          </p:nvPr>
        </p:nvSpPr>
        <p:spPr/>
      </p:sp>
      <p:sp>
        <p:nvSpPr>
          <p:cNvPr id="78851" name="备注占位符 2">
            <a:extLst>
              <a:ext uri="{FF2B5EF4-FFF2-40B4-BE49-F238E27FC236}">
                <a16:creationId xmlns:a16="http://schemas.microsoft.com/office/drawing/2014/main" id="{19664092-4AA6-20EF-7BD2-352C69DEBF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2" name="灯片编号占位符 3">
            <a:extLst>
              <a:ext uri="{FF2B5EF4-FFF2-40B4-BE49-F238E27FC236}">
                <a16:creationId xmlns:a16="http://schemas.microsoft.com/office/drawing/2014/main" id="{14F2A8A3-7019-259B-DB04-F6810884EFD7}"/>
              </a:ext>
            </a:extLst>
          </p:cNvPr>
          <p:cNvSpPr>
            <a:spLocks noGrp="1" noChangeArrowheads="1"/>
          </p:cNvSpPr>
          <p:nvPr>
            <p:ph type="sldNum" sz="quarter"/>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1pPr>
            <a:lvl2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2pPr>
            <a:lvl3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3pPr>
            <a:lvl4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4pPr>
            <a:lvl5pPr defTabSz="0">
              <a:tabLst>
                <a:tab pos="723840" algn="l"/>
                <a:tab pos="1447681" algn="l"/>
                <a:tab pos="2171520" algn="l"/>
                <a:tab pos="2895360" algn="l"/>
              </a:tabLst>
              <a:defRPr>
                <a:solidFill>
                  <a:srgbClr val="000000"/>
                </a:solidFill>
                <a:latin typeface="Arial" panose="020B0604020202020204" pitchFamily="34" charset="0"/>
                <a:ea typeface="Droid Sans Fallback" charset="-122"/>
              </a:defRPr>
            </a:lvl5pPr>
            <a:lvl6pPr marL="2514392"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6pPr>
            <a:lvl7pPr marL="2971554"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7pPr>
            <a:lvl8pPr marL="3428717"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8pPr>
            <a:lvl9pPr marL="3885879" indent="-228581" defTabSz="0" eaLnBrk="0" fontAlgn="base" hangingPunct="0">
              <a:spcBef>
                <a:spcPct val="0"/>
              </a:spcBef>
              <a:spcAft>
                <a:spcPct val="0"/>
              </a:spcAft>
              <a:tabLst>
                <a:tab pos="723840" algn="l"/>
                <a:tab pos="1447681" algn="l"/>
                <a:tab pos="2171520" algn="l"/>
                <a:tab pos="2895360" algn="l"/>
              </a:tabLst>
              <a:defRPr>
                <a:solidFill>
                  <a:srgbClr val="000000"/>
                </a:solidFill>
                <a:latin typeface="Arial" panose="020B0604020202020204" pitchFamily="34" charset="0"/>
                <a:ea typeface="Droid Sans Fallback" charset="-122"/>
              </a:defRPr>
            </a:lvl9pPr>
          </a:lstStyle>
          <a:p>
            <a:fld id="{374EFE2E-E965-45A0-A9F4-C196E326634B}" type="slidenum">
              <a:rPr altLang="zh-CN">
                <a:latin typeface="Times New Roman" panose="02020603050405020304" pitchFamily="18" charset="0"/>
                <a:ea typeface="宋体" panose="02010600030101010101" pitchFamily="2" charset="-122"/>
              </a:rPr>
              <a:pPr/>
              <a:t>63</a:t>
            </a:fld>
            <a:endParaRPr lang="zh-CN" altLang="en-US">
              <a:latin typeface="Times New Roman" panose="02020603050405020304" pitchFamily="18"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idx="10"/>
          </p:nvPr>
        </p:nvSpPr>
        <p:spPr/>
        <p:txBody>
          <a:bodyPr/>
          <a:lstStyle/>
          <a:p>
            <a:fld id="{B2555FFE-50C8-4364-91CD-59B925F7BE7D}" type="slidenum">
              <a:rPr lang="en-US" altLang="zh-CN" smtClean="0"/>
              <a:pPr/>
              <a:t>75</a:t>
            </a:fld>
            <a:endParaRPr lang="zh-CN" altLang="en-US"/>
          </a:p>
        </p:txBody>
      </p:sp>
    </p:spTree>
    <p:extLst>
      <p:ext uri="{BB962C8B-B14F-4D97-AF65-F5344CB8AC3E}">
        <p14:creationId xmlns:p14="http://schemas.microsoft.com/office/powerpoint/2010/main" val="2723934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
        <p:nvSpPr>
          <p:cNvPr id="4" name="Rectangle 5">
            <a:extLst>
              <a:ext uri="{FF2B5EF4-FFF2-40B4-BE49-F238E27FC236}">
                <a16:creationId xmlns:a16="http://schemas.microsoft.com/office/drawing/2014/main" id="{CD0EC1CB-7229-B38D-331E-FA1240E9A2CF}"/>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B8E6DF13-FD52-F8CF-3938-5909A8E21346}"/>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CF7DF59C-0A8B-B5A9-EF7B-60E14F080508}"/>
              </a:ext>
            </a:extLst>
          </p:cNvPr>
          <p:cNvSpPr>
            <a:spLocks noGrp="1"/>
          </p:cNvSpPr>
          <p:nvPr>
            <p:ph type="sldNum" idx="12"/>
          </p:nvPr>
        </p:nvSpPr>
        <p:spPr/>
        <p:txBody>
          <a:bodyPr/>
          <a:lstStyle>
            <a:lvl1pPr>
              <a:defRPr/>
            </a:lvl1pPr>
          </a:lstStyle>
          <a:p>
            <a:fld id="{FC1358C5-0F1E-4C4A-9521-A972C8DD444F}" type="slidenum">
              <a:rPr altLang="en-US"/>
              <a:pPr/>
              <a:t>‹#›</a:t>
            </a:fld>
            <a:endParaRPr lang="zh-CN" altLang="en-US"/>
          </a:p>
        </p:txBody>
      </p:sp>
    </p:spTree>
    <p:extLst>
      <p:ext uri="{BB962C8B-B14F-4D97-AF65-F5344CB8AC3E}">
        <p14:creationId xmlns:p14="http://schemas.microsoft.com/office/powerpoint/2010/main" val="1581081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A47510EB-4081-2C84-73DC-4F78AD5D48EC}"/>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CC6B4440-4EE6-60B5-1271-8B848E4ABEF8}"/>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8BA66B19-A73B-B175-A516-8806268E7959}"/>
              </a:ext>
            </a:extLst>
          </p:cNvPr>
          <p:cNvSpPr>
            <a:spLocks noGrp="1"/>
          </p:cNvSpPr>
          <p:nvPr>
            <p:ph type="sldNum" idx="12"/>
          </p:nvPr>
        </p:nvSpPr>
        <p:spPr/>
        <p:txBody>
          <a:bodyPr/>
          <a:lstStyle>
            <a:lvl1pPr>
              <a:defRPr/>
            </a:lvl1pPr>
          </a:lstStyle>
          <a:p>
            <a:fld id="{25412946-FB0E-4B2C-B43D-3D75BFCFAB0A}" type="slidenum">
              <a:rPr altLang="en-US"/>
              <a:pPr/>
              <a:t>‹#›</a:t>
            </a:fld>
            <a:endParaRPr lang="zh-CN" altLang="en-US"/>
          </a:p>
        </p:txBody>
      </p:sp>
    </p:spTree>
    <p:extLst>
      <p:ext uri="{BB962C8B-B14F-4D97-AF65-F5344CB8AC3E}">
        <p14:creationId xmlns:p14="http://schemas.microsoft.com/office/powerpoint/2010/main" val="311570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
        <p:nvSpPr>
          <p:cNvPr id="4" name="Rectangle 5">
            <a:extLst>
              <a:ext uri="{FF2B5EF4-FFF2-40B4-BE49-F238E27FC236}">
                <a16:creationId xmlns:a16="http://schemas.microsoft.com/office/drawing/2014/main" id="{2ED283F4-0EAE-97FD-639B-78A535A56635}"/>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9C370F6D-0949-0CC3-C1B9-98541EDD05FF}"/>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6D40B8BC-C2DF-6817-8E62-EADF1E8ACCE1}"/>
              </a:ext>
            </a:extLst>
          </p:cNvPr>
          <p:cNvSpPr>
            <a:spLocks noGrp="1"/>
          </p:cNvSpPr>
          <p:nvPr>
            <p:ph type="sldNum" idx="12"/>
          </p:nvPr>
        </p:nvSpPr>
        <p:spPr/>
        <p:txBody>
          <a:bodyPr/>
          <a:lstStyle>
            <a:lvl1pPr>
              <a:defRPr/>
            </a:lvl1pPr>
          </a:lstStyle>
          <a:p>
            <a:fld id="{32E134A2-0F47-4F96-848D-C161CCACDB26}" type="slidenum">
              <a:rPr altLang="en-US"/>
              <a:pPr/>
              <a:t>‹#›</a:t>
            </a:fld>
            <a:endParaRPr lang="zh-CN" altLang="en-US"/>
          </a:p>
        </p:txBody>
      </p:sp>
    </p:spTree>
    <p:extLst>
      <p:ext uri="{BB962C8B-B14F-4D97-AF65-F5344CB8AC3E}">
        <p14:creationId xmlns:p14="http://schemas.microsoft.com/office/powerpoint/2010/main" val="1279305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03238"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28625"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D7354A2D-C336-7A25-07E8-E6EEEC3AC3E3}"/>
              </a:ext>
            </a:extLst>
          </p:cNvPr>
          <p:cNvSpPr>
            <a:spLocks noGrp="1"/>
          </p:cNvSpPr>
          <p:nvPr>
            <p:ph type="dt" idx="10"/>
          </p:nvPr>
        </p:nvSpPr>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C692AEE6-7E49-7601-C0E8-605FE426DBA2}"/>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7" name="Rectangle 7">
            <a:extLst>
              <a:ext uri="{FF2B5EF4-FFF2-40B4-BE49-F238E27FC236}">
                <a16:creationId xmlns:a16="http://schemas.microsoft.com/office/drawing/2014/main" id="{BC0C37B9-2714-5695-4BD2-64B4C2F46253}"/>
              </a:ext>
            </a:extLst>
          </p:cNvPr>
          <p:cNvSpPr>
            <a:spLocks noGrp="1"/>
          </p:cNvSpPr>
          <p:nvPr>
            <p:ph type="sldNum" idx="12"/>
          </p:nvPr>
        </p:nvSpPr>
        <p:spPr/>
        <p:txBody>
          <a:bodyPr/>
          <a:lstStyle>
            <a:lvl1pPr>
              <a:defRPr/>
            </a:lvl1pPr>
          </a:lstStyle>
          <a:p>
            <a:fld id="{5FD2331F-0DE4-4DA8-9477-326CDC0F827D}" type="slidenum">
              <a:rPr altLang="en-US"/>
              <a:pPr/>
              <a:t>‹#›</a:t>
            </a:fld>
            <a:endParaRPr lang="zh-CN" altLang="en-US"/>
          </a:p>
        </p:txBody>
      </p:sp>
    </p:spTree>
    <p:extLst>
      <p:ext uri="{BB962C8B-B14F-4D97-AF65-F5344CB8AC3E}">
        <p14:creationId xmlns:p14="http://schemas.microsoft.com/office/powerpoint/2010/main" val="3416108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25873216-3748-105D-DB85-6D3C468F3A01}"/>
              </a:ext>
            </a:extLst>
          </p:cNvPr>
          <p:cNvSpPr>
            <a:spLocks noGrp="1"/>
          </p:cNvSpPr>
          <p:nvPr>
            <p:ph type="dt" idx="10"/>
          </p:nvPr>
        </p:nvSpPr>
        <p:spPr/>
        <p:txBody>
          <a:bodyPr/>
          <a:lstStyle>
            <a:lvl1pPr>
              <a:defRPr/>
            </a:lvl1pPr>
          </a:lstStyle>
          <a:p>
            <a:pPr>
              <a:defRPr/>
            </a:pPr>
            <a:endParaRPr lang="en-GB" altLang="en-US"/>
          </a:p>
        </p:txBody>
      </p:sp>
      <p:sp>
        <p:nvSpPr>
          <p:cNvPr id="8" name="Rectangle 6">
            <a:extLst>
              <a:ext uri="{FF2B5EF4-FFF2-40B4-BE49-F238E27FC236}">
                <a16:creationId xmlns:a16="http://schemas.microsoft.com/office/drawing/2014/main" id="{490F2A66-8824-5377-C74B-56BA4C3A37F1}"/>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9" name="Rectangle 7">
            <a:extLst>
              <a:ext uri="{FF2B5EF4-FFF2-40B4-BE49-F238E27FC236}">
                <a16:creationId xmlns:a16="http://schemas.microsoft.com/office/drawing/2014/main" id="{3EFC73F0-3AA5-B0DC-2AD1-87D3CDE46A00}"/>
              </a:ext>
            </a:extLst>
          </p:cNvPr>
          <p:cNvSpPr>
            <a:spLocks noGrp="1"/>
          </p:cNvSpPr>
          <p:nvPr>
            <p:ph type="sldNum" idx="12"/>
          </p:nvPr>
        </p:nvSpPr>
        <p:spPr/>
        <p:txBody>
          <a:bodyPr/>
          <a:lstStyle>
            <a:lvl1pPr>
              <a:defRPr/>
            </a:lvl1pPr>
          </a:lstStyle>
          <a:p>
            <a:fld id="{0E123219-C3B2-4C26-99DD-87A4F2A52CA1}" type="slidenum">
              <a:rPr altLang="en-US"/>
              <a:pPr/>
              <a:t>‹#›</a:t>
            </a:fld>
            <a:endParaRPr lang="zh-CN" altLang="en-US"/>
          </a:p>
        </p:txBody>
      </p:sp>
    </p:spTree>
    <p:extLst>
      <p:ext uri="{BB962C8B-B14F-4D97-AF65-F5344CB8AC3E}">
        <p14:creationId xmlns:p14="http://schemas.microsoft.com/office/powerpoint/2010/main" val="1134244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a:extLst>
              <a:ext uri="{FF2B5EF4-FFF2-40B4-BE49-F238E27FC236}">
                <a16:creationId xmlns:a16="http://schemas.microsoft.com/office/drawing/2014/main" id="{C37A2C5F-12F8-E50E-AE03-447DA5FDC7AB}"/>
              </a:ext>
            </a:extLst>
          </p:cNvPr>
          <p:cNvSpPr>
            <a:spLocks noGrp="1"/>
          </p:cNvSpPr>
          <p:nvPr>
            <p:ph type="dt" idx="10"/>
          </p:nvPr>
        </p:nvSpPr>
        <p:spPr/>
        <p:txBody>
          <a:bodyPr/>
          <a:lstStyle>
            <a:lvl1pPr>
              <a:defRPr/>
            </a:lvl1pPr>
          </a:lstStyle>
          <a:p>
            <a:pPr>
              <a:defRPr/>
            </a:pPr>
            <a:endParaRPr lang="en-GB" altLang="en-US"/>
          </a:p>
        </p:txBody>
      </p:sp>
      <p:sp>
        <p:nvSpPr>
          <p:cNvPr id="4" name="Rectangle 6">
            <a:extLst>
              <a:ext uri="{FF2B5EF4-FFF2-40B4-BE49-F238E27FC236}">
                <a16:creationId xmlns:a16="http://schemas.microsoft.com/office/drawing/2014/main" id="{F1699240-EA99-E265-F0ED-71B668BC2F71}"/>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5" name="Rectangle 7">
            <a:extLst>
              <a:ext uri="{FF2B5EF4-FFF2-40B4-BE49-F238E27FC236}">
                <a16:creationId xmlns:a16="http://schemas.microsoft.com/office/drawing/2014/main" id="{88711E8D-4567-55D1-4B21-1B5D64F0ACA9}"/>
              </a:ext>
            </a:extLst>
          </p:cNvPr>
          <p:cNvSpPr>
            <a:spLocks noGrp="1"/>
          </p:cNvSpPr>
          <p:nvPr>
            <p:ph type="sldNum" idx="12"/>
          </p:nvPr>
        </p:nvSpPr>
        <p:spPr/>
        <p:txBody>
          <a:bodyPr/>
          <a:lstStyle>
            <a:lvl1pPr>
              <a:defRPr/>
            </a:lvl1pPr>
          </a:lstStyle>
          <a:p>
            <a:fld id="{4A98D534-7EA2-4A80-AEDA-7A300094F60D}" type="slidenum">
              <a:rPr altLang="en-US"/>
              <a:pPr/>
              <a:t>‹#›</a:t>
            </a:fld>
            <a:endParaRPr lang="zh-CN" altLang="en-US"/>
          </a:p>
        </p:txBody>
      </p:sp>
    </p:spTree>
    <p:extLst>
      <p:ext uri="{BB962C8B-B14F-4D97-AF65-F5344CB8AC3E}">
        <p14:creationId xmlns:p14="http://schemas.microsoft.com/office/powerpoint/2010/main" val="4261270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A50DA2F-0180-DF19-AA83-FF467809B5FB}"/>
              </a:ext>
            </a:extLst>
          </p:cNvPr>
          <p:cNvSpPr>
            <a:spLocks noGrp="1"/>
          </p:cNvSpPr>
          <p:nvPr>
            <p:ph type="dt" idx="10"/>
          </p:nvPr>
        </p:nvSpPr>
        <p:spPr/>
        <p:txBody>
          <a:bodyPr/>
          <a:lstStyle>
            <a:lvl1pPr>
              <a:defRPr/>
            </a:lvl1pPr>
          </a:lstStyle>
          <a:p>
            <a:pPr>
              <a:defRPr/>
            </a:pPr>
            <a:endParaRPr lang="en-GB" altLang="en-US"/>
          </a:p>
        </p:txBody>
      </p:sp>
      <p:sp>
        <p:nvSpPr>
          <p:cNvPr id="3" name="Rectangle 6">
            <a:extLst>
              <a:ext uri="{FF2B5EF4-FFF2-40B4-BE49-F238E27FC236}">
                <a16:creationId xmlns:a16="http://schemas.microsoft.com/office/drawing/2014/main" id="{840E389B-5CA1-251F-DD59-D2E72D03189D}"/>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4" name="Rectangle 7">
            <a:extLst>
              <a:ext uri="{FF2B5EF4-FFF2-40B4-BE49-F238E27FC236}">
                <a16:creationId xmlns:a16="http://schemas.microsoft.com/office/drawing/2014/main" id="{28747C9B-B423-3907-166C-259014289346}"/>
              </a:ext>
            </a:extLst>
          </p:cNvPr>
          <p:cNvSpPr>
            <a:spLocks noGrp="1"/>
          </p:cNvSpPr>
          <p:nvPr>
            <p:ph type="sldNum" idx="12"/>
          </p:nvPr>
        </p:nvSpPr>
        <p:spPr/>
        <p:txBody>
          <a:bodyPr/>
          <a:lstStyle>
            <a:lvl1pPr>
              <a:defRPr/>
            </a:lvl1pPr>
          </a:lstStyle>
          <a:p>
            <a:fld id="{55705B83-4887-44EE-95F8-7A72100195EE}" type="slidenum">
              <a:rPr altLang="en-US"/>
              <a:pPr/>
              <a:t>‹#›</a:t>
            </a:fld>
            <a:endParaRPr lang="zh-CN" altLang="en-US"/>
          </a:p>
        </p:txBody>
      </p:sp>
    </p:spTree>
    <p:extLst>
      <p:ext uri="{BB962C8B-B14F-4D97-AF65-F5344CB8AC3E}">
        <p14:creationId xmlns:p14="http://schemas.microsoft.com/office/powerpoint/2010/main" val="832899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5CB1E476-303B-CEC0-853A-E45E364808BB}"/>
              </a:ext>
            </a:extLst>
          </p:cNvPr>
          <p:cNvSpPr>
            <a:spLocks noGrp="1"/>
          </p:cNvSpPr>
          <p:nvPr>
            <p:ph type="dt" idx="10"/>
          </p:nvPr>
        </p:nvSpPr>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4A479C16-F706-B21D-4CA1-017A7933809C}"/>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7" name="Rectangle 7">
            <a:extLst>
              <a:ext uri="{FF2B5EF4-FFF2-40B4-BE49-F238E27FC236}">
                <a16:creationId xmlns:a16="http://schemas.microsoft.com/office/drawing/2014/main" id="{632350B0-0D7D-4DE8-04F4-6D8E530A79BA}"/>
              </a:ext>
            </a:extLst>
          </p:cNvPr>
          <p:cNvSpPr>
            <a:spLocks noGrp="1"/>
          </p:cNvSpPr>
          <p:nvPr>
            <p:ph type="sldNum" idx="12"/>
          </p:nvPr>
        </p:nvSpPr>
        <p:spPr/>
        <p:txBody>
          <a:bodyPr/>
          <a:lstStyle>
            <a:lvl1pPr>
              <a:defRPr/>
            </a:lvl1pPr>
          </a:lstStyle>
          <a:p>
            <a:fld id="{C3D4ADAA-0395-4FA4-8CAD-4F1391E86E8A}" type="slidenum">
              <a:rPr altLang="en-US"/>
              <a:pPr/>
              <a:t>‹#›</a:t>
            </a:fld>
            <a:endParaRPr lang="zh-CN" altLang="en-US"/>
          </a:p>
        </p:txBody>
      </p:sp>
    </p:spTree>
    <p:extLst>
      <p:ext uri="{BB962C8B-B14F-4D97-AF65-F5344CB8AC3E}">
        <p14:creationId xmlns:p14="http://schemas.microsoft.com/office/powerpoint/2010/main" val="45482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4B873490-EC72-1CBD-B241-854D044DA155}"/>
              </a:ext>
            </a:extLst>
          </p:cNvPr>
          <p:cNvSpPr>
            <a:spLocks noGrp="1"/>
          </p:cNvSpPr>
          <p:nvPr>
            <p:ph type="dt" idx="10"/>
          </p:nvPr>
        </p:nvSpPr>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FB23852F-9556-E352-A66C-71B25C34546B}"/>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7" name="Rectangle 7">
            <a:extLst>
              <a:ext uri="{FF2B5EF4-FFF2-40B4-BE49-F238E27FC236}">
                <a16:creationId xmlns:a16="http://schemas.microsoft.com/office/drawing/2014/main" id="{E9FF08B8-B796-3D03-60B2-65B5EE46AB74}"/>
              </a:ext>
            </a:extLst>
          </p:cNvPr>
          <p:cNvSpPr>
            <a:spLocks noGrp="1"/>
          </p:cNvSpPr>
          <p:nvPr>
            <p:ph type="sldNum" idx="12"/>
          </p:nvPr>
        </p:nvSpPr>
        <p:spPr/>
        <p:txBody>
          <a:bodyPr/>
          <a:lstStyle>
            <a:lvl1pPr>
              <a:defRPr/>
            </a:lvl1pPr>
          </a:lstStyle>
          <a:p>
            <a:fld id="{33294285-8A83-4F3C-92C0-2D92E03997E2}" type="slidenum">
              <a:rPr altLang="en-US"/>
              <a:pPr/>
              <a:t>‹#›</a:t>
            </a:fld>
            <a:endParaRPr lang="zh-CN" altLang="en-US"/>
          </a:p>
        </p:txBody>
      </p:sp>
    </p:spTree>
    <p:extLst>
      <p:ext uri="{BB962C8B-B14F-4D97-AF65-F5344CB8AC3E}">
        <p14:creationId xmlns:p14="http://schemas.microsoft.com/office/powerpoint/2010/main" val="3599922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2753D21C-0255-C7C0-E062-DF655C1EA668}"/>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77205F84-7103-6B77-FC8E-7E2D8E2F39A0}"/>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B9CFD435-3DAF-74C6-79A7-97D4D21B39F7}"/>
              </a:ext>
            </a:extLst>
          </p:cNvPr>
          <p:cNvSpPr>
            <a:spLocks noGrp="1"/>
          </p:cNvSpPr>
          <p:nvPr>
            <p:ph type="sldNum" idx="12"/>
          </p:nvPr>
        </p:nvSpPr>
        <p:spPr/>
        <p:txBody>
          <a:bodyPr/>
          <a:lstStyle>
            <a:lvl1pPr>
              <a:defRPr/>
            </a:lvl1pPr>
          </a:lstStyle>
          <a:p>
            <a:fld id="{09A730CE-3699-400D-82F8-CCDB2F136B6E}" type="slidenum">
              <a:rPr altLang="en-US"/>
              <a:pPr/>
              <a:t>‹#›</a:t>
            </a:fld>
            <a:endParaRPr lang="zh-CN" altLang="en-US"/>
          </a:p>
        </p:txBody>
      </p:sp>
    </p:spTree>
    <p:extLst>
      <p:ext uri="{BB962C8B-B14F-4D97-AF65-F5344CB8AC3E}">
        <p14:creationId xmlns:p14="http://schemas.microsoft.com/office/powerpoint/2010/main" val="260893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5278" y="301625"/>
            <a:ext cx="2267347" cy="58102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3238" y="301625"/>
            <a:ext cx="6670600" cy="58102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9CEA0AED-84B1-79D3-16F0-6593CD6D3500}"/>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D5A8BF83-F816-C4F9-B0DC-505B9EBE08E2}"/>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CBAF980C-E10E-8DFE-A822-B8B63EF4F3CC}"/>
              </a:ext>
            </a:extLst>
          </p:cNvPr>
          <p:cNvSpPr>
            <a:spLocks noGrp="1"/>
          </p:cNvSpPr>
          <p:nvPr>
            <p:ph type="sldNum" idx="12"/>
          </p:nvPr>
        </p:nvSpPr>
        <p:spPr/>
        <p:txBody>
          <a:bodyPr/>
          <a:lstStyle>
            <a:lvl1pPr>
              <a:defRPr/>
            </a:lvl1pPr>
          </a:lstStyle>
          <a:p>
            <a:fld id="{39657EB8-49B9-494A-90B6-D2F006137C31}" type="slidenum">
              <a:rPr altLang="en-US"/>
              <a:pPr/>
              <a:t>‹#›</a:t>
            </a:fld>
            <a:endParaRPr lang="zh-CN" altLang="en-US"/>
          </a:p>
        </p:txBody>
      </p:sp>
    </p:spTree>
    <p:extLst>
      <p:ext uri="{BB962C8B-B14F-4D97-AF65-F5344CB8AC3E}">
        <p14:creationId xmlns:p14="http://schemas.microsoft.com/office/powerpoint/2010/main" val="2152996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Tree>
    <p:extLst>
      <p:ext uri="{BB962C8B-B14F-4D97-AF65-F5344CB8AC3E}">
        <p14:creationId xmlns:p14="http://schemas.microsoft.com/office/powerpoint/2010/main" val="1282004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676217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Tree>
    <p:extLst>
      <p:ext uri="{BB962C8B-B14F-4D97-AF65-F5344CB8AC3E}">
        <p14:creationId xmlns:p14="http://schemas.microsoft.com/office/powerpoint/2010/main" val="778974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967288"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7316820"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576340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316206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3450562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4949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15120445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31848224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7718534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6866" y="1944688"/>
            <a:ext cx="2267347" cy="4383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4825" y="1944688"/>
            <a:ext cx="6670601" cy="4383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181681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
        <p:nvSpPr>
          <p:cNvPr id="4" name="Rectangle 5">
            <a:extLst>
              <a:ext uri="{FF2B5EF4-FFF2-40B4-BE49-F238E27FC236}">
                <a16:creationId xmlns:a16="http://schemas.microsoft.com/office/drawing/2014/main" id="{85E28A30-F159-1597-95F2-9521513ED1D5}"/>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46524F9A-F97C-3556-DAE4-84967CDB84CB}"/>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3E3ABDAE-3F78-F973-3359-E37FD76277D6}"/>
              </a:ext>
            </a:extLst>
          </p:cNvPr>
          <p:cNvSpPr>
            <a:spLocks noGrp="1"/>
          </p:cNvSpPr>
          <p:nvPr>
            <p:ph type="sldNum" idx="12"/>
          </p:nvPr>
        </p:nvSpPr>
        <p:spPr/>
        <p:txBody>
          <a:bodyPr/>
          <a:lstStyle>
            <a:lvl1pPr>
              <a:defRPr/>
            </a:lvl1pPr>
          </a:lstStyle>
          <a:p>
            <a:fld id="{9944E761-C64A-4D09-B971-56EB058FFA9D}" type="slidenum">
              <a:rPr lang="en-GB" altLang="en-US"/>
              <a:pPr/>
              <a:t>‹#›</a:t>
            </a:fld>
            <a:endParaRPr lang="en-GB" altLang="en-US"/>
          </a:p>
        </p:txBody>
      </p:sp>
    </p:spTree>
    <p:extLst>
      <p:ext uri="{BB962C8B-B14F-4D97-AF65-F5344CB8AC3E}">
        <p14:creationId xmlns:p14="http://schemas.microsoft.com/office/powerpoint/2010/main" val="39786772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B7DDEC72-AB78-A1D7-AF68-897D84500743}"/>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A157802C-7A61-FFC0-57BB-784BC49509EB}"/>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DBC1DA9C-5234-F241-2CC5-B4FEB0B5D1AA}"/>
              </a:ext>
            </a:extLst>
          </p:cNvPr>
          <p:cNvSpPr>
            <a:spLocks noGrp="1"/>
          </p:cNvSpPr>
          <p:nvPr>
            <p:ph type="sldNum" idx="12"/>
          </p:nvPr>
        </p:nvSpPr>
        <p:spPr/>
        <p:txBody>
          <a:bodyPr/>
          <a:lstStyle>
            <a:lvl1pPr>
              <a:defRPr/>
            </a:lvl1pPr>
          </a:lstStyle>
          <a:p>
            <a:fld id="{D9ED35EA-FD1A-4DDF-A7E9-7737B6E6BA05}" type="slidenum">
              <a:rPr lang="en-GB" altLang="en-US"/>
              <a:pPr/>
              <a:t>‹#›</a:t>
            </a:fld>
            <a:endParaRPr lang="en-GB" altLang="en-US"/>
          </a:p>
        </p:txBody>
      </p:sp>
    </p:spTree>
    <p:extLst>
      <p:ext uri="{BB962C8B-B14F-4D97-AF65-F5344CB8AC3E}">
        <p14:creationId xmlns:p14="http://schemas.microsoft.com/office/powerpoint/2010/main" val="9365260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
        <p:nvSpPr>
          <p:cNvPr id="4" name="Rectangle 5">
            <a:extLst>
              <a:ext uri="{FF2B5EF4-FFF2-40B4-BE49-F238E27FC236}">
                <a16:creationId xmlns:a16="http://schemas.microsoft.com/office/drawing/2014/main" id="{173C7A42-C970-B8FD-A5C6-5D84BAE70439}"/>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F688430A-985E-254E-585C-B3E69D04B20F}"/>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F01B2501-F114-B558-7AA6-F98797FF4006}"/>
              </a:ext>
            </a:extLst>
          </p:cNvPr>
          <p:cNvSpPr>
            <a:spLocks noGrp="1"/>
          </p:cNvSpPr>
          <p:nvPr>
            <p:ph type="sldNum" idx="12"/>
          </p:nvPr>
        </p:nvSpPr>
        <p:spPr/>
        <p:txBody>
          <a:bodyPr/>
          <a:lstStyle>
            <a:lvl1pPr>
              <a:defRPr/>
            </a:lvl1pPr>
          </a:lstStyle>
          <a:p>
            <a:fld id="{3C50EB37-5E1B-476A-B0B0-2B1EC19BF320}" type="slidenum">
              <a:rPr lang="en-GB" altLang="en-US"/>
              <a:pPr/>
              <a:t>‹#›</a:t>
            </a:fld>
            <a:endParaRPr lang="en-GB" altLang="en-US"/>
          </a:p>
        </p:txBody>
      </p:sp>
    </p:spTree>
    <p:extLst>
      <p:ext uri="{BB962C8B-B14F-4D97-AF65-F5344CB8AC3E}">
        <p14:creationId xmlns:p14="http://schemas.microsoft.com/office/powerpoint/2010/main" val="17746571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03238"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28625"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F51E0757-F87E-3DA4-74BC-99E0A0309307}"/>
              </a:ext>
            </a:extLst>
          </p:cNvPr>
          <p:cNvSpPr>
            <a:spLocks noGrp="1"/>
          </p:cNvSpPr>
          <p:nvPr>
            <p:ph type="dt" idx="10"/>
          </p:nvPr>
        </p:nvSpPr>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6485894C-52A1-4273-56EE-8A207B778D30}"/>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7" name="Rectangle 7">
            <a:extLst>
              <a:ext uri="{FF2B5EF4-FFF2-40B4-BE49-F238E27FC236}">
                <a16:creationId xmlns:a16="http://schemas.microsoft.com/office/drawing/2014/main" id="{286B6238-1E60-65F4-C262-0CF4B9F6FF99}"/>
              </a:ext>
            </a:extLst>
          </p:cNvPr>
          <p:cNvSpPr>
            <a:spLocks noGrp="1"/>
          </p:cNvSpPr>
          <p:nvPr>
            <p:ph type="sldNum" idx="12"/>
          </p:nvPr>
        </p:nvSpPr>
        <p:spPr/>
        <p:txBody>
          <a:bodyPr/>
          <a:lstStyle>
            <a:lvl1pPr>
              <a:defRPr/>
            </a:lvl1pPr>
          </a:lstStyle>
          <a:p>
            <a:fld id="{9BC4CED5-04D6-4D80-8C9C-3AEEA4607CDC}" type="slidenum">
              <a:rPr lang="en-GB" altLang="en-US"/>
              <a:pPr/>
              <a:t>‹#›</a:t>
            </a:fld>
            <a:endParaRPr lang="en-GB" altLang="en-US"/>
          </a:p>
        </p:txBody>
      </p:sp>
    </p:spTree>
    <p:extLst>
      <p:ext uri="{BB962C8B-B14F-4D97-AF65-F5344CB8AC3E}">
        <p14:creationId xmlns:p14="http://schemas.microsoft.com/office/powerpoint/2010/main" val="22383110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a:extLst>
              <a:ext uri="{FF2B5EF4-FFF2-40B4-BE49-F238E27FC236}">
                <a16:creationId xmlns:a16="http://schemas.microsoft.com/office/drawing/2014/main" id="{BE910DAB-9031-F785-CE18-FF04644ED978}"/>
              </a:ext>
            </a:extLst>
          </p:cNvPr>
          <p:cNvSpPr>
            <a:spLocks noGrp="1"/>
          </p:cNvSpPr>
          <p:nvPr>
            <p:ph type="dt" idx="10"/>
          </p:nvPr>
        </p:nvSpPr>
        <p:spPr/>
        <p:txBody>
          <a:bodyPr/>
          <a:lstStyle>
            <a:lvl1pPr>
              <a:defRPr/>
            </a:lvl1pPr>
          </a:lstStyle>
          <a:p>
            <a:pPr>
              <a:defRPr/>
            </a:pPr>
            <a:endParaRPr lang="en-GB" altLang="en-US"/>
          </a:p>
        </p:txBody>
      </p:sp>
      <p:sp>
        <p:nvSpPr>
          <p:cNvPr id="8" name="Rectangle 6">
            <a:extLst>
              <a:ext uri="{FF2B5EF4-FFF2-40B4-BE49-F238E27FC236}">
                <a16:creationId xmlns:a16="http://schemas.microsoft.com/office/drawing/2014/main" id="{E9CB6CAF-F13B-8106-C0C7-850E5C7ED110}"/>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9" name="Rectangle 7">
            <a:extLst>
              <a:ext uri="{FF2B5EF4-FFF2-40B4-BE49-F238E27FC236}">
                <a16:creationId xmlns:a16="http://schemas.microsoft.com/office/drawing/2014/main" id="{8DC25647-1EF9-E81B-A16D-71122136E95A}"/>
              </a:ext>
            </a:extLst>
          </p:cNvPr>
          <p:cNvSpPr>
            <a:spLocks noGrp="1"/>
          </p:cNvSpPr>
          <p:nvPr>
            <p:ph type="sldNum" idx="12"/>
          </p:nvPr>
        </p:nvSpPr>
        <p:spPr/>
        <p:txBody>
          <a:bodyPr/>
          <a:lstStyle>
            <a:lvl1pPr>
              <a:defRPr/>
            </a:lvl1pPr>
          </a:lstStyle>
          <a:p>
            <a:fld id="{2736D011-E06A-4120-9735-B35929B05C78}" type="slidenum">
              <a:rPr lang="en-GB" altLang="en-US"/>
              <a:pPr/>
              <a:t>‹#›</a:t>
            </a:fld>
            <a:endParaRPr lang="en-GB" altLang="en-US"/>
          </a:p>
        </p:txBody>
      </p:sp>
    </p:spTree>
    <p:extLst>
      <p:ext uri="{BB962C8B-B14F-4D97-AF65-F5344CB8AC3E}">
        <p14:creationId xmlns:p14="http://schemas.microsoft.com/office/powerpoint/2010/main" val="1931644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a:extLst>
              <a:ext uri="{FF2B5EF4-FFF2-40B4-BE49-F238E27FC236}">
                <a16:creationId xmlns:a16="http://schemas.microsoft.com/office/drawing/2014/main" id="{A96FA793-C41D-F5F1-090B-9397BCD74B00}"/>
              </a:ext>
            </a:extLst>
          </p:cNvPr>
          <p:cNvSpPr>
            <a:spLocks noGrp="1"/>
          </p:cNvSpPr>
          <p:nvPr>
            <p:ph type="dt" idx="10"/>
          </p:nvPr>
        </p:nvSpPr>
        <p:spPr/>
        <p:txBody>
          <a:bodyPr/>
          <a:lstStyle>
            <a:lvl1pPr>
              <a:defRPr/>
            </a:lvl1pPr>
          </a:lstStyle>
          <a:p>
            <a:pPr>
              <a:defRPr/>
            </a:pPr>
            <a:endParaRPr lang="en-GB" altLang="en-US"/>
          </a:p>
        </p:txBody>
      </p:sp>
      <p:sp>
        <p:nvSpPr>
          <p:cNvPr id="4" name="Rectangle 6">
            <a:extLst>
              <a:ext uri="{FF2B5EF4-FFF2-40B4-BE49-F238E27FC236}">
                <a16:creationId xmlns:a16="http://schemas.microsoft.com/office/drawing/2014/main" id="{2AE56ACB-2E93-323D-AC8F-AC7B991F4C35}"/>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5" name="Rectangle 7">
            <a:extLst>
              <a:ext uri="{FF2B5EF4-FFF2-40B4-BE49-F238E27FC236}">
                <a16:creationId xmlns:a16="http://schemas.microsoft.com/office/drawing/2014/main" id="{D9AF4E4A-8326-8CE9-8964-7E00549DC714}"/>
              </a:ext>
            </a:extLst>
          </p:cNvPr>
          <p:cNvSpPr>
            <a:spLocks noGrp="1"/>
          </p:cNvSpPr>
          <p:nvPr>
            <p:ph type="sldNum" idx="12"/>
          </p:nvPr>
        </p:nvSpPr>
        <p:spPr/>
        <p:txBody>
          <a:bodyPr/>
          <a:lstStyle>
            <a:lvl1pPr>
              <a:defRPr/>
            </a:lvl1pPr>
          </a:lstStyle>
          <a:p>
            <a:fld id="{9E1F91B2-2A23-4669-ADE3-D4909CDBA2E7}" type="slidenum">
              <a:rPr lang="en-GB" altLang="en-US"/>
              <a:pPr/>
              <a:t>‹#›</a:t>
            </a:fld>
            <a:endParaRPr lang="en-GB" altLang="en-US"/>
          </a:p>
        </p:txBody>
      </p:sp>
    </p:spTree>
    <p:extLst>
      <p:ext uri="{BB962C8B-B14F-4D97-AF65-F5344CB8AC3E}">
        <p14:creationId xmlns:p14="http://schemas.microsoft.com/office/powerpoint/2010/main" val="526569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E176A8D-531F-E412-4A72-018F0337FB05}"/>
              </a:ext>
            </a:extLst>
          </p:cNvPr>
          <p:cNvSpPr>
            <a:spLocks noGrp="1"/>
          </p:cNvSpPr>
          <p:nvPr>
            <p:ph type="dt" idx="10"/>
          </p:nvPr>
        </p:nvSpPr>
        <p:spPr/>
        <p:txBody>
          <a:bodyPr/>
          <a:lstStyle>
            <a:lvl1pPr>
              <a:defRPr/>
            </a:lvl1pPr>
          </a:lstStyle>
          <a:p>
            <a:pPr>
              <a:defRPr/>
            </a:pPr>
            <a:endParaRPr lang="en-GB" altLang="en-US"/>
          </a:p>
        </p:txBody>
      </p:sp>
      <p:sp>
        <p:nvSpPr>
          <p:cNvPr id="3" name="Rectangle 6">
            <a:extLst>
              <a:ext uri="{FF2B5EF4-FFF2-40B4-BE49-F238E27FC236}">
                <a16:creationId xmlns:a16="http://schemas.microsoft.com/office/drawing/2014/main" id="{81834434-5658-E99E-FE90-38B964F6B232}"/>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4" name="Rectangle 7">
            <a:extLst>
              <a:ext uri="{FF2B5EF4-FFF2-40B4-BE49-F238E27FC236}">
                <a16:creationId xmlns:a16="http://schemas.microsoft.com/office/drawing/2014/main" id="{C1750D0A-33C4-1794-5CAC-C0B4D3760413}"/>
              </a:ext>
            </a:extLst>
          </p:cNvPr>
          <p:cNvSpPr>
            <a:spLocks noGrp="1"/>
          </p:cNvSpPr>
          <p:nvPr>
            <p:ph type="sldNum" idx="12"/>
          </p:nvPr>
        </p:nvSpPr>
        <p:spPr/>
        <p:txBody>
          <a:bodyPr/>
          <a:lstStyle>
            <a:lvl1pPr>
              <a:defRPr/>
            </a:lvl1pPr>
          </a:lstStyle>
          <a:p>
            <a:fld id="{2B765A3F-C749-43F2-AC56-E5039DB5A803}" type="slidenum">
              <a:rPr lang="en-GB" altLang="en-US"/>
              <a:pPr/>
              <a:t>‹#›</a:t>
            </a:fld>
            <a:endParaRPr lang="en-GB" altLang="en-US"/>
          </a:p>
        </p:txBody>
      </p:sp>
    </p:spTree>
    <p:extLst>
      <p:ext uri="{BB962C8B-B14F-4D97-AF65-F5344CB8AC3E}">
        <p14:creationId xmlns:p14="http://schemas.microsoft.com/office/powerpoint/2010/main" val="428802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78BF6B56-F9C7-35A0-079D-E602DB658259}"/>
              </a:ext>
            </a:extLst>
          </p:cNvPr>
          <p:cNvSpPr>
            <a:spLocks noGrp="1"/>
          </p:cNvSpPr>
          <p:nvPr>
            <p:ph type="dt" idx="10"/>
          </p:nvPr>
        </p:nvSpPr>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F3FB47F0-94B2-7CBE-C34A-456A156BD16A}"/>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7" name="Rectangle 7">
            <a:extLst>
              <a:ext uri="{FF2B5EF4-FFF2-40B4-BE49-F238E27FC236}">
                <a16:creationId xmlns:a16="http://schemas.microsoft.com/office/drawing/2014/main" id="{2F04E1A1-FD4F-7089-5CF8-747E84DACD44}"/>
              </a:ext>
            </a:extLst>
          </p:cNvPr>
          <p:cNvSpPr>
            <a:spLocks noGrp="1"/>
          </p:cNvSpPr>
          <p:nvPr>
            <p:ph type="sldNum" idx="12"/>
          </p:nvPr>
        </p:nvSpPr>
        <p:spPr/>
        <p:txBody>
          <a:bodyPr/>
          <a:lstStyle>
            <a:lvl1pPr>
              <a:defRPr/>
            </a:lvl1pPr>
          </a:lstStyle>
          <a:p>
            <a:fld id="{66A21077-F60C-4A5A-94A7-F40C06B8EBA9}" type="slidenum">
              <a:rPr lang="en-GB" altLang="en-US"/>
              <a:pPr/>
              <a:t>‹#›</a:t>
            </a:fld>
            <a:endParaRPr lang="en-GB" altLang="en-US"/>
          </a:p>
        </p:txBody>
      </p:sp>
    </p:spTree>
    <p:extLst>
      <p:ext uri="{BB962C8B-B14F-4D97-AF65-F5344CB8AC3E}">
        <p14:creationId xmlns:p14="http://schemas.microsoft.com/office/powerpoint/2010/main" val="3736447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a:extLst>
              <a:ext uri="{FF2B5EF4-FFF2-40B4-BE49-F238E27FC236}">
                <a16:creationId xmlns:a16="http://schemas.microsoft.com/office/drawing/2014/main" id="{02C5CCCD-BC85-157D-B3B3-4DFEE9B85F74}"/>
              </a:ext>
            </a:extLst>
          </p:cNvPr>
          <p:cNvSpPr>
            <a:spLocks noGrp="1"/>
          </p:cNvSpPr>
          <p:nvPr>
            <p:ph type="dt" idx="10"/>
          </p:nvPr>
        </p:nvSpPr>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333F7347-AA15-7F13-46E8-7616078878C9}"/>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7" name="Rectangle 7">
            <a:extLst>
              <a:ext uri="{FF2B5EF4-FFF2-40B4-BE49-F238E27FC236}">
                <a16:creationId xmlns:a16="http://schemas.microsoft.com/office/drawing/2014/main" id="{C73478C8-A830-077E-65CE-FCE096777FF0}"/>
              </a:ext>
            </a:extLst>
          </p:cNvPr>
          <p:cNvSpPr>
            <a:spLocks noGrp="1"/>
          </p:cNvSpPr>
          <p:nvPr>
            <p:ph type="sldNum" idx="12"/>
          </p:nvPr>
        </p:nvSpPr>
        <p:spPr/>
        <p:txBody>
          <a:bodyPr/>
          <a:lstStyle>
            <a:lvl1pPr>
              <a:defRPr/>
            </a:lvl1pPr>
          </a:lstStyle>
          <a:p>
            <a:fld id="{E3FF1904-2A78-424E-A9C4-BC748EA5FFB0}" type="slidenum">
              <a:rPr lang="en-GB" altLang="en-US"/>
              <a:pPr/>
              <a:t>‹#›</a:t>
            </a:fld>
            <a:endParaRPr lang="en-GB" altLang="en-US"/>
          </a:p>
        </p:txBody>
      </p:sp>
    </p:spTree>
    <p:extLst>
      <p:ext uri="{BB962C8B-B14F-4D97-AF65-F5344CB8AC3E}">
        <p14:creationId xmlns:p14="http://schemas.microsoft.com/office/powerpoint/2010/main" val="2861180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FEC14B02-ED2C-25B4-4168-DE7BADC568D2}"/>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6C0C1296-4FF7-0236-3BB4-1E223ED323D3}"/>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5341F417-6D2E-39C4-424F-75DE811602B6}"/>
              </a:ext>
            </a:extLst>
          </p:cNvPr>
          <p:cNvSpPr>
            <a:spLocks noGrp="1"/>
          </p:cNvSpPr>
          <p:nvPr>
            <p:ph type="sldNum" idx="12"/>
          </p:nvPr>
        </p:nvSpPr>
        <p:spPr/>
        <p:txBody>
          <a:bodyPr/>
          <a:lstStyle>
            <a:lvl1pPr>
              <a:defRPr/>
            </a:lvl1pPr>
          </a:lstStyle>
          <a:p>
            <a:fld id="{93868575-36A2-4CCD-BDAC-9ECCC2EAD6B2}" type="slidenum">
              <a:rPr lang="en-GB" altLang="en-US"/>
              <a:pPr/>
              <a:t>‹#›</a:t>
            </a:fld>
            <a:endParaRPr lang="en-GB" altLang="en-US"/>
          </a:p>
        </p:txBody>
      </p:sp>
    </p:spTree>
    <p:extLst>
      <p:ext uri="{BB962C8B-B14F-4D97-AF65-F5344CB8AC3E}">
        <p14:creationId xmlns:p14="http://schemas.microsoft.com/office/powerpoint/2010/main" val="1723865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5278" y="301625"/>
            <a:ext cx="2267347" cy="58102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3238" y="301625"/>
            <a:ext cx="6670600" cy="58102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a:extLst>
              <a:ext uri="{FF2B5EF4-FFF2-40B4-BE49-F238E27FC236}">
                <a16:creationId xmlns:a16="http://schemas.microsoft.com/office/drawing/2014/main" id="{287C41B8-34C2-7C5B-2902-D0E2DDBD0748}"/>
              </a:ext>
            </a:extLst>
          </p:cNvPr>
          <p:cNvSpPr>
            <a:spLocks noGrp="1"/>
          </p:cNvSpPr>
          <p:nvPr>
            <p:ph type="dt" idx="10"/>
          </p:nvPr>
        </p:nvSpPr>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EF007706-3544-4DD8-FBC7-4B9C8E9DDCF9}"/>
              </a:ext>
            </a:extLst>
          </p:cNvPr>
          <p:cNvSpPr>
            <a:spLocks noGrp="1"/>
          </p:cNvSpPr>
          <p:nvPr>
            <p:ph type="ftr" idx="11"/>
          </p:nvPr>
        </p:nvSpPr>
        <p:spPr/>
        <p:txBody>
          <a:bodyPr/>
          <a:lstStyle>
            <a:lvl1pPr>
              <a:defRPr>
                <a:cs typeface="DejaVu Sans" panose="020B0603030804020204" charset="0"/>
              </a:defRPr>
            </a:lvl1pPr>
          </a:lstStyle>
          <a:p>
            <a:pPr>
              <a:defRPr/>
            </a:pPr>
            <a:endParaRPr lang="en-US" altLang="zh-CN"/>
          </a:p>
        </p:txBody>
      </p:sp>
      <p:sp>
        <p:nvSpPr>
          <p:cNvPr id="6" name="Rectangle 7">
            <a:extLst>
              <a:ext uri="{FF2B5EF4-FFF2-40B4-BE49-F238E27FC236}">
                <a16:creationId xmlns:a16="http://schemas.microsoft.com/office/drawing/2014/main" id="{C3EB0934-93AB-BB4F-C40F-90395273192B}"/>
              </a:ext>
            </a:extLst>
          </p:cNvPr>
          <p:cNvSpPr>
            <a:spLocks noGrp="1"/>
          </p:cNvSpPr>
          <p:nvPr>
            <p:ph type="sldNum" idx="12"/>
          </p:nvPr>
        </p:nvSpPr>
        <p:spPr/>
        <p:txBody>
          <a:bodyPr/>
          <a:lstStyle>
            <a:lvl1pPr>
              <a:defRPr/>
            </a:lvl1pPr>
          </a:lstStyle>
          <a:p>
            <a:fld id="{785B7224-1EBD-4B8D-852F-3D2DC8CAD814}" type="slidenum">
              <a:rPr lang="en-GB" altLang="en-US"/>
              <a:pPr/>
              <a:t>‹#›</a:t>
            </a:fld>
            <a:endParaRPr lang="en-GB" altLang="en-US"/>
          </a:p>
        </p:txBody>
      </p:sp>
    </p:spTree>
    <p:extLst>
      <p:ext uri="{BB962C8B-B14F-4D97-AF65-F5344CB8AC3E}">
        <p14:creationId xmlns:p14="http://schemas.microsoft.com/office/powerpoint/2010/main" val="2447284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1026" name="AutoShape 2">
            <a:extLst>
              <a:ext uri="{FF2B5EF4-FFF2-40B4-BE49-F238E27FC236}">
                <a16:creationId xmlns:a16="http://schemas.microsoft.com/office/drawing/2014/main" id="{5E1BEA2D-5FBE-B707-279D-D1C2635F0D79}"/>
              </a:ext>
            </a:extLst>
          </p:cNvPr>
          <p:cNvSpPr>
            <a:spLocks noChangeArrowheads="1"/>
          </p:cNvSpPr>
          <p:nvPr/>
        </p:nvSpPr>
        <p:spPr bwMode="auto">
          <a:xfrm>
            <a:off x="144463" y="161925"/>
            <a:ext cx="9791700" cy="6613525"/>
          </a:xfrm>
          <a:prstGeom prst="roundRect">
            <a:avLst>
              <a:gd name="adj" fmla="val 281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1027" name="Rectangle 3">
            <a:extLst>
              <a:ext uri="{FF2B5EF4-FFF2-40B4-BE49-F238E27FC236}">
                <a16:creationId xmlns:a16="http://schemas.microsoft.com/office/drawing/2014/main" id="{E3ED1495-2FD6-421C-029A-F54C6ADCBD9E}"/>
              </a:ext>
            </a:extLst>
          </p:cNvPr>
          <p:cNvSpPr>
            <a:spLocks noGrp="1" noChangeArrowheads="1"/>
          </p:cNvSpPr>
          <p:nvPr>
            <p:ph type="title" idx="4294967295"/>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1028" name="Rectangle 4">
            <a:extLst>
              <a:ext uri="{FF2B5EF4-FFF2-40B4-BE49-F238E27FC236}">
                <a16:creationId xmlns:a16="http://schemas.microsoft.com/office/drawing/2014/main" id="{A129B8B0-A751-800C-BB2B-B9BEB883B158}"/>
              </a:ext>
            </a:extLst>
          </p:cNvPr>
          <p:cNvSpPr>
            <a:spLocks noGrp="1" noChangeArrowheads="1"/>
          </p:cNvSpPr>
          <p:nvPr>
            <p:ph type="body" idx="4294967295"/>
          </p:nvPr>
        </p:nvSpPr>
        <p:spPr bwMode="auto">
          <a:xfrm>
            <a:off x="503238" y="1728788"/>
            <a:ext cx="906938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2680"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1029" name="Rectangle 5">
            <a:extLst>
              <a:ext uri="{FF2B5EF4-FFF2-40B4-BE49-F238E27FC236}">
                <a16:creationId xmlns:a16="http://schemas.microsoft.com/office/drawing/2014/main" id="{8988015C-2838-257D-DC27-E502B46EF925}"/>
              </a:ext>
            </a:extLst>
          </p:cNvPr>
          <p:cNvSpPr>
            <a:spLocks noGrp="1"/>
          </p:cNvSpPr>
          <p:nvPr>
            <p:ph type="dt"/>
          </p:nvPr>
        </p:nvSpPr>
        <p:spPr>
          <a:xfrm>
            <a:off x="144463" y="6886575"/>
            <a:ext cx="3094037" cy="519113"/>
          </a:xfrm>
          <a:prstGeom prst="rect">
            <a:avLst/>
          </a:prstGeom>
          <a:noFill/>
          <a:ln w="9525">
            <a:noFill/>
            <a:miter/>
          </a:ln>
        </p:spPr>
        <p:txBody>
          <a:bodyPr lIns="0" tIns="0" rIns="0" bIns="0"/>
          <a:lstStyle>
            <a:lvl1pPr eaLnBrk="1" hangingPunct="1">
              <a:lnSpc>
                <a:spcPct val="116000"/>
              </a:lnSpc>
              <a:buSzPct val="100000"/>
              <a:buFont typeface="Times New Roman" panose="02020603050405020304" pitchFamily="18" charset="0"/>
              <a:buNone/>
              <a:defRPr sz="1000" noProof="1">
                <a:latin typeface="Comic Sans MS" panose="030F0702030302020204" pitchFamily="2" charset="0"/>
                <a:ea typeface="宋体" panose="02010600030101010101" pitchFamily="2" charset="-122"/>
                <a:cs typeface="楷体_GB2312" panose="02010609030101010101" pitchFamily="1" charset="-122"/>
              </a:defRPr>
            </a:lvl1pPr>
          </a:lstStyle>
          <a:p>
            <a:pPr>
              <a:defRPr/>
            </a:pPr>
            <a:endParaRPr lang="en-GB" altLang="en-US"/>
          </a:p>
        </p:txBody>
      </p:sp>
      <p:sp>
        <p:nvSpPr>
          <p:cNvPr id="1030" name="Rectangle 6">
            <a:extLst>
              <a:ext uri="{FF2B5EF4-FFF2-40B4-BE49-F238E27FC236}">
                <a16:creationId xmlns:a16="http://schemas.microsoft.com/office/drawing/2014/main" id="{58013574-2A88-D035-7DD8-4DCFEF4962AB}"/>
              </a:ext>
            </a:extLst>
          </p:cNvPr>
          <p:cNvSpPr>
            <a:spLocks noGrp="1"/>
          </p:cNvSpPr>
          <p:nvPr>
            <p:ph type="ftr"/>
          </p:nvPr>
        </p:nvSpPr>
        <p:spPr>
          <a:xfrm>
            <a:off x="3448050" y="6886575"/>
            <a:ext cx="3194050" cy="519113"/>
          </a:xfrm>
          <a:prstGeom prst="rect">
            <a:avLst/>
          </a:prstGeom>
          <a:noFill/>
          <a:ln w="9525">
            <a:noFill/>
            <a:miter/>
          </a:ln>
        </p:spPr>
        <p:txBody>
          <a:bodyPr lIns="0" tIns="0" rIns="0" bIns="0"/>
          <a:lstStyle>
            <a:lvl1pPr algn="ctr" eaLnBrk="1" hangingPunct="1">
              <a:lnSpc>
                <a:spcPct val="116000"/>
              </a:lnSpc>
              <a:buSzPct val="100000"/>
              <a:buFont typeface="Times New Roman" panose="02020603050405020304" pitchFamily="18" charset="0"/>
              <a:buNone/>
              <a:defRPr sz="1000" noProof="1">
                <a:latin typeface="Comic Sans MS" panose="030F0702030302020204" pitchFamily="2" charset="0"/>
                <a:cs typeface="+mn-cs"/>
              </a:defRPr>
            </a:lvl1pPr>
          </a:lstStyle>
          <a:p>
            <a:pPr>
              <a:defRPr/>
            </a:pPr>
            <a:endParaRPr lang="en-US" altLang="zh-CN"/>
          </a:p>
        </p:txBody>
      </p:sp>
      <p:sp>
        <p:nvSpPr>
          <p:cNvPr id="1031" name="Rectangle 7">
            <a:extLst>
              <a:ext uri="{FF2B5EF4-FFF2-40B4-BE49-F238E27FC236}">
                <a16:creationId xmlns:a16="http://schemas.microsoft.com/office/drawing/2014/main" id="{5F6892C6-782B-833D-1BA5-7C45427401EC}"/>
              </a:ext>
            </a:extLst>
          </p:cNvPr>
          <p:cNvSpPr>
            <a:spLocks noGrp="1"/>
          </p:cNvSpPr>
          <p:nvPr>
            <p:ph type="sldNum"/>
          </p:nvPr>
        </p:nvSpPr>
        <p:spPr>
          <a:xfrm>
            <a:off x="7227888" y="6886575"/>
            <a:ext cx="2346325" cy="519113"/>
          </a:xfrm>
          <a:prstGeom prst="rect">
            <a:avLst/>
          </a:prstGeom>
          <a:noFill/>
          <a:ln w="9525">
            <a:noFill/>
            <a:miter/>
          </a:ln>
        </p:spPr>
        <p:txBody>
          <a:bodyPr vert="horz" wrap="square" lIns="0" tIns="0" rIns="0" bIns="0" numCol="1" anchor="t" anchorCtr="0" compatLnSpc="1">
            <a:prstTxWarp prst="textNoShape">
              <a:avLst/>
            </a:prstTxWarp>
          </a:bodyPr>
          <a:lstStyle>
            <a:lvl1pPr algn="r" eaLnBrk="1" hangingPunct="1">
              <a:lnSpc>
                <a:spcPct val="116000"/>
              </a:lnSpc>
              <a:buSzPct val="100000"/>
              <a:buFont typeface="Times New Roman" panose="02020603050405020304" pitchFamily="18" charset="0"/>
              <a:buNone/>
              <a:defRPr sz="1200" noProof="1">
                <a:latin typeface="Comic Sans MS" panose="030F0702030302020204" pitchFamily="66" charset="0"/>
                <a:ea typeface="宋体" panose="02010600030101010101" pitchFamily="2" charset="-122"/>
                <a:cs typeface="楷体_GB2312" panose="02010609030101010101" pitchFamily="1" charset="-122"/>
              </a:defRPr>
            </a:lvl1pPr>
          </a:lstStyle>
          <a:p>
            <a:fld id="{D9ECB14A-F83A-4C7E-A5E9-0F3DC913B3B0}" type="slidenum">
              <a:rPr altLang="en-US"/>
              <a:pPr/>
              <a:t>‹#›</a:t>
            </a:fld>
            <a:endParaRPr lang="zh-CN" altLang="en-US"/>
          </a:p>
        </p:txBody>
      </p:sp>
      <p:sp>
        <p:nvSpPr>
          <p:cNvPr id="1032" name="Rectangle 8">
            <a:extLst>
              <a:ext uri="{FF2B5EF4-FFF2-40B4-BE49-F238E27FC236}">
                <a16:creationId xmlns:a16="http://schemas.microsoft.com/office/drawing/2014/main" id="{FD9132CD-3576-B3F1-573F-1E0FAED59A50}"/>
              </a:ext>
            </a:extLst>
          </p:cNvPr>
          <p:cNvSpPr>
            <a:spLocks noChangeArrowheads="1"/>
          </p:cNvSpPr>
          <p:nvPr/>
        </p:nvSpPr>
        <p:spPr bwMode="auto">
          <a:xfrm>
            <a:off x="1439863" y="1223963"/>
            <a:ext cx="8640762" cy="144462"/>
          </a:xfrm>
          <a:prstGeom prst="rect">
            <a:avLst/>
          </a:prstGeom>
          <a:gradFill rotWithShape="0">
            <a:gsLst>
              <a:gs pos="0">
                <a:srgbClr val="FFFFFF"/>
              </a:gs>
              <a:gs pos="100000">
                <a:srgbClr val="0047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a:lnSpc>
                <a:spcPct val="93000"/>
              </a:lnSpc>
              <a:buSzPct val="100000"/>
              <a:buFont typeface="Times New Roman" panose="02020603050405020304" pitchFamily="18" charset="0"/>
              <a:buNone/>
            </a:pPr>
            <a:endParaRPr lang="en-US" altLang="zh-CN">
              <a:ea typeface="宋体" panose="02010600030101010101" pitchFamily="2" charset="-122"/>
            </a:endParaRPr>
          </a:p>
        </p:txBody>
      </p:sp>
      <p:pic>
        <p:nvPicPr>
          <p:cNvPr id="1033" name="Picture 9">
            <a:extLst>
              <a:ext uri="{FF2B5EF4-FFF2-40B4-BE49-F238E27FC236}">
                <a16:creationId xmlns:a16="http://schemas.microsoft.com/office/drawing/2014/main" id="{9BD4F296-0CF0-EDBD-0C18-A5A868E41ED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28100" y="215900"/>
            <a:ext cx="9366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Lst>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9pPr>
    </p:titleStyle>
    <p:bodyStyle>
      <a:lvl1pPr marL="342900" indent="-342900" algn="l" defTabSz="449263" rtl="0" eaLnBrk="0" fontAlgn="base" hangingPunct="0">
        <a:lnSpc>
          <a:spcPct val="95000"/>
        </a:lnSpc>
        <a:spcBef>
          <a:spcPct val="0"/>
        </a:spcBef>
        <a:spcAft>
          <a:spcPts val="1413"/>
        </a:spcAft>
        <a:buSzPct val="100000"/>
        <a:buFont typeface="Times New Roman" panose="02020603050405020304" pitchFamily="18" charset="0"/>
        <a:buChar char="•"/>
        <a:defRPr sz="3600" kern="1200">
          <a:solidFill>
            <a:srgbClr val="000000"/>
          </a:solidFill>
          <a:latin typeface="+mn-lt"/>
          <a:ea typeface="楷体_GB2312" panose="02010609030101010101" pitchFamily="1" charset="-122"/>
          <a:cs typeface="+mn-cs"/>
        </a:defRPr>
      </a:lvl1pPr>
      <a:lvl2pPr marL="742950" lvl="1" indent="-285750" algn="l" defTabSz="449263" rtl="0" eaLnBrk="0" fontAlgn="base" hangingPunct="0">
        <a:lnSpc>
          <a:spcPct val="95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楷体_GB2312" panose="02010609030101010101" pitchFamily="1" charset="-122"/>
          <a:cs typeface="+mn-cs"/>
        </a:defRPr>
      </a:lvl2pPr>
      <a:lvl3pPr marL="1143000" lvl="2" indent="-228600" algn="l" defTabSz="449263" rtl="0" eaLnBrk="0" fontAlgn="base" hangingPunct="0">
        <a:lnSpc>
          <a:spcPct val="95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楷体_GB2312" panose="02010609030101010101" pitchFamily="1" charset="-122"/>
          <a:cs typeface="+mn-cs"/>
        </a:defRPr>
      </a:lvl3pPr>
      <a:lvl4pPr marL="1600200" lvl="3" indent="-228600" algn="l" defTabSz="449263" rtl="0" eaLnBrk="0" fontAlgn="base" hangingPunct="0">
        <a:lnSpc>
          <a:spcPct val="95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mn-cs"/>
        </a:defRPr>
      </a:lvl4pPr>
      <a:lvl5pPr marL="2057400" lvl="4" indent="-228600" algn="l" defTabSz="449263" rtl="0" eaLnBrk="0" fontAlgn="base" hangingPunct="0">
        <a:lnSpc>
          <a:spcPct val="95000"/>
        </a:lnSpc>
        <a:spcBef>
          <a:spcPct val="0"/>
        </a:spcBef>
        <a:spcAft>
          <a:spcPts val="288"/>
        </a:spcAft>
        <a:buSzPct val="100000"/>
        <a:buFont typeface="Times New Roman" panose="02020603050405020304" pitchFamily="18" charset="0"/>
        <a:buChar char="»"/>
        <a:defRPr sz="1400" kern="1200">
          <a:solidFill>
            <a:srgbClr val="000000"/>
          </a:solidFill>
          <a:latin typeface="+mn-lt"/>
          <a:ea typeface="楷体_GB2312" panose="02010609030101010101" pitchFamily="1"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2050" name="AutoShape 2">
            <a:extLst>
              <a:ext uri="{FF2B5EF4-FFF2-40B4-BE49-F238E27FC236}">
                <a16:creationId xmlns:a16="http://schemas.microsoft.com/office/drawing/2014/main" id="{BDF85828-8792-99BD-8ABA-712B025860FB}"/>
              </a:ext>
            </a:extLst>
          </p:cNvPr>
          <p:cNvSpPr>
            <a:spLocks noChangeArrowheads="1"/>
          </p:cNvSpPr>
          <p:nvPr/>
        </p:nvSpPr>
        <p:spPr bwMode="auto">
          <a:xfrm>
            <a:off x="-331788" y="5975350"/>
            <a:ext cx="2058988" cy="2160588"/>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1" name="AutoShape 3">
            <a:extLst>
              <a:ext uri="{FF2B5EF4-FFF2-40B4-BE49-F238E27FC236}">
                <a16:creationId xmlns:a16="http://schemas.microsoft.com/office/drawing/2014/main" id="{A47EB54F-C21B-7547-33C7-EEF137EECEE1}"/>
              </a:ext>
            </a:extLst>
          </p:cNvPr>
          <p:cNvSpPr>
            <a:spLocks noChangeArrowheads="1"/>
          </p:cNvSpPr>
          <p:nvPr/>
        </p:nvSpPr>
        <p:spPr bwMode="auto">
          <a:xfrm>
            <a:off x="4679950" y="296863"/>
            <a:ext cx="5256213" cy="6330950"/>
          </a:xfrm>
          <a:prstGeom prst="roundRect">
            <a:avLst>
              <a:gd name="adj" fmla="val 8264"/>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2" name="Rectangle 5">
            <a:extLst>
              <a:ext uri="{FF2B5EF4-FFF2-40B4-BE49-F238E27FC236}">
                <a16:creationId xmlns:a16="http://schemas.microsoft.com/office/drawing/2014/main" id="{E6EDE097-CB28-5EFD-0ED0-4FAB913324DA}"/>
              </a:ext>
            </a:extLst>
          </p:cNvPr>
          <p:cNvSpPr>
            <a:spLocks noChangeArrowheads="1"/>
          </p:cNvSpPr>
          <p:nvPr/>
        </p:nvSpPr>
        <p:spPr bwMode="auto">
          <a:xfrm>
            <a:off x="0" y="4356100"/>
            <a:ext cx="8496300" cy="1584325"/>
          </a:xfrm>
          <a:prstGeom prst="rect">
            <a:avLst/>
          </a:prstGeom>
          <a:gradFill rotWithShape="0">
            <a:gsLst>
              <a:gs pos="0">
                <a:srgbClr val="0047FF"/>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3" name="Rectangle 6">
            <a:extLst>
              <a:ext uri="{FF2B5EF4-FFF2-40B4-BE49-F238E27FC236}">
                <a16:creationId xmlns:a16="http://schemas.microsoft.com/office/drawing/2014/main" id="{660BC730-C547-3EFD-9D93-05BC64120BB2}"/>
              </a:ext>
            </a:extLst>
          </p:cNvPr>
          <p:cNvSpPr>
            <a:spLocks noGrp="1" noChangeArrowheads="1"/>
          </p:cNvSpPr>
          <p:nvPr>
            <p:ph type="title" idx="4294967295"/>
          </p:nvPr>
        </p:nvSpPr>
        <p:spPr bwMode="auto">
          <a:xfrm>
            <a:off x="504825" y="4500563"/>
            <a:ext cx="748665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2054" name="Rectangle 7">
            <a:extLst>
              <a:ext uri="{FF2B5EF4-FFF2-40B4-BE49-F238E27FC236}">
                <a16:creationId xmlns:a16="http://schemas.microsoft.com/office/drawing/2014/main" id="{3930C215-C864-ACE9-B39F-7B52FAAB8129}"/>
              </a:ext>
            </a:extLst>
          </p:cNvPr>
          <p:cNvSpPr>
            <a:spLocks noGrp="1" noChangeArrowheads="1"/>
          </p:cNvSpPr>
          <p:nvPr>
            <p:ph type="body" idx="4294967295"/>
          </p:nvPr>
        </p:nvSpPr>
        <p:spPr bwMode="auto">
          <a:xfrm>
            <a:off x="4967288" y="1944688"/>
            <a:ext cx="4606925"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8224"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2055" name="AutoShape 8">
            <a:extLst>
              <a:ext uri="{FF2B5EF4-FFF2-40B4-BE49-F238E27FC236}">
                <a16:creationId xmlns:a16="http://schemas.microsoft.com/office/drawing/2014/main" id="{92308FDA-63AA-F351-4D8C-07FFD8CEA688}"/>
              </a:ext>
            </a:extLst>
          </p:cNvPr>
          <p:cNvSpPr>
            <a:spLocks noChangeArrowheads="1"/>
          </p:cNvSpPr>
          <p:nvPr/>
        </p:nvSpPr>
        <p:spPr bwMode="auto">
          <a:xfrm>
            <a:off x="-187325" y="-258763"/>
            <a:ext cx="2058988" cy="2132013"/>
          </a:xfrm>
          <a:prstGeom prst="roundRect">
            <a:avLst>
              <a:gd name="adj" fmla="val 16667"/>
            </a:avLst>
          </a:prstGeom>
          <a:gradFill rotWithShape="0">
            <a:gsLst>
              <a:gs pos="0">
                <a:srgbClr val="CCFFFF">
                  <a:alpha val="50000"/>
                </a:srgbClr>
              </a:gs>
              <a:gs pos="100000">
                <a:srgbClr val="FFFFFF">
                  <a:alpha val="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6" name="AutoShape 9">
            <a:extLst>
              <a:ext uri="{FF2B5EF4-FFF2-40B4-BE49-F238E27FC236}">
                <a16:creationId xmlns:a16="http://schemas.microsoft.com/office/drawing/2014/main" id="{F944B3A5-14DA-A685-6A31-045C0E5CADD1}"/>
              </a:ext>
            </a:extLst>
          </p:cNvPr>
          <p:cNvSpPr>
            <a:spLocks noChangeArrowheads="1"/>
          </p:cNvSpPr>
          <p:nvPr/>
        </p:nvSpPr>
        <p:spPr bwMode="auto">
          <a:xfrm>
            <a:off x="1079500" y="-379413"/>
            <a:ext cx="1295400" cy="1243013"/>
          </a:xfrm>
          <a:prstGeom prst="roundRect">
            <a:avLst>
              <a:gd name="adj" fmla="val 16667"/>
            </a:avLst>
          </a:prstGeom>
          <a:gradFill rotWithShape="0">
            <a:gsLst>
              <a:gs pos="0">
                <a:srgbClr val="FFFF99">
                  <a:alpha val="500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7" name="AutoShape 10">
            <a:extLst>
              <a:ext uri="{FF2B5EF4-FFF2-40B4-BE49-F238E27FC236}">
                <a16:creationId xmlns:a16="http://schemas.microsoft.com/office/drawing/2014/main" id="{4FC940B4-1868-48A2-4680-E1918748CF31}"/>
              </a:ext>
            </a:extLst>
          </p:cNvPr>
          <p:cNvSpPr>
            <a:spLocks noChangeArrowheads="1"/>
          </p:cNvSpPr>
          <p:nvPr/>
        </p:nvSpPr>
        <p:spPr bwMode="auto">
          <a:xfrm>
            <a:off x="-331788" y="1152525"/>
            <a:ext cx="4148138" cy="1295400"/>
          </a:xfrm>
          <a:prstGeom prst="roundRect">
            <a:avLst>
              <a:gd name="adj" fmla="val 16667"/>
            </a:avLst>
          </a:prstGeom>
          <a:solidFill>
            <a:srgbClr val="FFFFFF"/>
          </a:solidFill>
          <a:ln>
            <a:noFill/>
          </a:ln>
          <a:effectLst>
            <a:outerShdw dist="101823" dir="2700000" algn="ctr" rotWithShape="0">
              <a:srgbClr val="C0C0C0">
                <a:alpha val="25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8" name="AutoShape 11">
            <a:extLst>
              <a:ext uri="{FF2B5EF4-FFF2-40B4-BE49-F238E27FC236}">
                <a16:creationId xmlns:a16="http://schemas.microsoft.com/office/drawing/2014/main" id="{66F06CAF-18A0-8142-0083-37D304A58889}"/>
              </a:ext>
            </a:extLst>
          </p:cNvPr>
          <p:cNvSpPr>
            <a:spLocks noChangeArrowheads="1"/>
          </p:cNvSpPr>
          <p:nvPr/>
        </p:nvSpPr>
        <p:spPr bwMode="auto">
          <a:xfrm flipH="1" flipV="1">
            <a:off x="9361488" y="-939800"/>
            <a:ext cx="2087562" cy="2108200"/>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pic>
        <p:nvPicPr>
          <p:cNvPr id="2059" name="Picture 12">
            <a:extLst>
              <a:ext uri="{FF2B5EF4-FFF2-40B4-BE49-F238E27FC236}">
                <a16:creationId xmlns:a16="http://schemas.microsoft.com/office/drawing/2014/main" id="{738E8791-19DE-5683-05DB-716B841237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6625" y="1116013"/>
            <a:ext cx="13684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AutoShape 4">
            <a:extLst>
              <a:ext uri="{FF2B5EF4-FFF2-40B4-BE49-F238E27FC236}">
                <a16:creationId xmlns:a16="http://schemas.microsoft.com/office/drawing/2014/main" id="{2B187C49-0444-B465-E592-C5EB04FC1230}"/>
              </a:ext>
            </a:extLst>
          </p:cNvPr>
          <p:cNvSpPr>
            <a:spLocks noChangeArrowheads="1"/>
          </p:cNvSpPr>
          <p:nvPr userDrawn="1"/>
        </p:nvSpPr>
        <p:spPr bwMode="auto">
          <a:xfrm>
            <a:off x="9215438" y="3384550"/>
            <a:ext cx="1800225" cy="1295400"/>
          </a:xfrm>
          <a:prstGeom prst="roundRect">
            <a:avLst>
              <a:gd name="adj" fmla="val 16667"/>
            </a:avLst>
          </a:prstGeom>
          <a:gradFill rotWithShape="0">
            <a:gsLst>
              <a:gs pos="0">
                <a:srgbClr val="B2B2B2">
                  <a:alpha val="0"/>
                </a:srgb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4008" r:id="rId6"/>
    <p:sldLayoutId id="2147484009" r:id="rId7"/>
    <p:sldLayoutId id="2147484010" r:id="rId8"/>
    <p:sldLayoutId id="2147484011" r:id="rId9"/>
    <p:sldLayoutId id="2147484012" r:id="rId10"/>
    <p:sldLayoutId id="2147484013" r:id="rId11"/>
  </p:sldLayoutIdLst>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b="1" kern="1200">
          <a:solidFill>
            <a:srgbClr val="FFFFFF"/>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楷体_GB2312" pitchFamily="1" charset="-122"/>
        </a:defRPr>
      </a:lvl9pPr>
    </p:titleStyle>
    <p:bodyStyle>
      <a:lvl1pPr marL="342900" indent="-342900" algn="l" defTabSz="449263" rtl="0" eaLnBrk="0" fontAlgn="base" hangingPunct="0">
        <a:lnSpc>
          <a:spcPct val="93000"/>
        </a:lnSpc>
        <a:spcBef>
          <a:spcPct val="0"/>
        </a:spcBef>
        <a:spcAft>
          <a:spcPts val="1425"/>
        </a:spcAft>
        <a:buSzPct val="100000"/>
        <a:buFont typeface="Times New Roman" panose="02020603050405020304" pitchFamily="18" charset="0"/>
        <a:buChar char="•"/>
        <a:defRPr sz="3200" kern="1200">
          <a:solidFill>
            <a:srgbClr val="000000"/>
          </a:solidFill>
          <a:latin typeface="+mn-lt"/>
          <a:ea typeface="楷体_GB2312" panose="02010609030101010101" pitchFamily="1" charset="-122"/>
          <a:cs typeface="+mn-cs"/>
        </a:defRPr>
      </a:lvl1pPr>
      <a:lvl2pPr marL="742950" lvl="1" indent="-285750" algn="l" defTabSz="449263" rtl="0" eaLnBrk="0" fontAlgn="base" hangingPunct="0">
        <a:lnSpc>
          <a:spcPct val="93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楷体_GB2312" panose="02010609030101010101" pitchFamily="1" charset="-122"/>
          <a:cs typeface="+mn-cs"/>
        </a:defRPr>
      </a:lvl2pPr>
      <a:lvl3pPr marL="1143000" lvl="2" indent="-228600" algn="l" defTabSz="449263" rtl="0" eaLnBrk="0" fontAlgn="base" hangingPunct="0">
        <a:lnSpc>
          <a:spcPct val="93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楷体_GB2312" panose="02010609030101010101" pitchFamily="1" charset="-122"/>
          <a:cs typeface="+mn-cs"/>
        </a:defRPr>
      </a:lvl3pPr>
      <a:lvl4pPr marL="1600200" lvl="3" indent="-228600" algn="l" defTabSz="449263" rtl="0" eaLnBrk="0" fontAlgn="base" hangingPunct="0">
        <a:lnSpc>
          <a:spcPct val="93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mn-cs"/>
        </a:defRPr>
      </a:lvl4pPr>
      <a:lvl5pPr marL="2057400" lvl="4" indent="-228600" algn="l" defTabSz="449263" rtl="0" eaLnBrk="0" fontAlgn="base" hangingPunct="0">
        <a:lnSpc>
          <a:spcPct val="93000"/>
        </a:lnSpc>
        <a:spcBef>
          <a:spcPct val="0"/>
        </a:spcBef>
        <a:spcAft>
          <a:spcPts val="288"/>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mn-cs"/>
        </a:defRPr>
      </a:lvl5pPr>
      <a:lvl6pPr marL="2514600" lvl="5"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6pPr>
      <a:lvl7pPr marL="2971800" lvl="6"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7pPr>
      <a:lvl8pPr marL="3429000" lvl="7"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8pPr>
      <a:lvl9pPr marL="3886200" lvl="8"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3074" name="AutoShape 2">
            <a:extLst>
              <a:ext uri="{FF2B5EF4-FFF2-40B4-BE49-F238E27FC236}">
                <a16:creationId xmlns:a16="http://schemas.microsoft.com/office/drawing/2014/main" id="{1EA14928-7B1D-0EA9-D5E5-B2722C08F095}"/>
              </a:ext>
            </a:extLst>
          </p:cNvPr>
          <p:cNvSpPr>
            <a:spLocks noChangeArrowheads="1"/>
          </p:cNvSpPr>
          <p:nvPr/>
        </p:nvSpPr>
        <p:spPr bwMode="auto">
          <a:xfrm>
            <a:off x="144463" y="161925"/>
            <a:ext cx="9791700" cy="6613525"/>
          </a:xfrm>
          <a:prstGeom prst="roundRect">
            <a:avLst>
              <a:gd name="adj" fmla="val 281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zh-CN">
              <a:ea typeface="宋体" panose="02010600030101010101" pitchFamily="2" charset="-122"/>
            </a:endParaRPr>
          </a:p>
        </p:txBody>
      </p:sp>
      <p:sp>
        <p:nvSpPr>
          <p:cNvPr id="3075" name="Rectangle 3">
            <a:extLst>
              <a:ext uri="{FF2B5EF4-FFF2-40B4-BE49-F238E27FC236}">
                <a16:creationId xmlns:a16="http://schemas.microsoft.com/office/drawing/2014/main" id="{B247C266-3EB7-41D9-BEDE-DB5DE3BA40B7}"/>
              </a:ext>
            </a:extLst>
          </p:cNvPr>
          <p:cNvSpPr>
            <a:spLocks noGrp="1" noChangeArrowheads="1"/>
          </p:cNvSpPr>
          <p:nvPr>
            <p:ph type="title" idx="4294967295"/>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3076" name="Rectangle 4">
            <a:extLst>
              <a:ext uri="{FF2B5EF4-FFF2-40B4-BE49-F238E27FC236}">
                <a16:creationId xmlns:a16="http://schemas.microsoft.com/office/drawing/2014/main" id="{4D683966-3CCA-8FC5-2879-A60889042EBB}"/>
              </a:ext>
            </a:extLst>
          </p:cNvPr>
          <p:cNvSpPr>
            <a:spLocks noGrp="1" noChangeArrowheads="1"/>
          </p:cNvSpPr>
          <p:nvPr>
            <p:ph type="body" idx="4294967295"/>
          </p:nvPr>
        </p:nvSpPr>
        <p:spPr bwMode="auto">
          <a:xfrm>
            <a:off x="503238" y="1728788"/>
            <a:ext cx="906938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2680"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1029" name="Rectangle 5">
            <a:extLst>
              <a:ext uri="{FF2B5EF4-FFF2-40B4-BE49-F238E27FC236}">
                <a16:creationId xmlns:a16="http://schemas.microsoft.com/office/drawing/2014/main" id="{F4510946-A7C9-3019-5967-082ECA30833D}"/>
              </a:ext>
            </a:extLst>
          </p:cNvPr>
          <p:cNvSpPr>
            <a:spLocks noGrp="1"/>
          </p:cNvSpPr>
          <p:nvPr>
            <p:ph type="dt"/>
          </p:nvPr>
        </p:nvSpPr>
        <p:spPr>
          <a:xfrm>
            <a:off x="144463" y="6886575"/>
            <a:ext cx="3094037" cy="519113"/>
          </a:xfrm>
          <a:prstGeom prst="rect">
            <a:avLst/>
          </a:prstGeom>
          <a:noFill/>
          <a:ln w="9525">
            <a:noFill/>
            <a:miter/>
          </a:ln>
        </p:spPr>
        <p:txBody>
          <a:bodyPr lIns="0" tIns="0" rIns="0" bIns="0"/>
          <a:lstStyle>
            <a:lvl1pPr>
              <a:lnSpc>
                <a:spcPct val="116000"/>
              </a:lnSpc>
              <a:defRPr sz="1000" noProof="1">
                <a:latin typeface="Comic Sans MS" panose="030F0702030302020204" pitchFamily="2" charset="0"/>
                <a:ea typeface="宋体" panose="02010600030101010101" pitchFamily="2" charset="-122"/>
                <a:cs typeface="楷体_GB2312" panose="02010609030101010101" pitchFamily="1" charset="-122"/>
              </a:defRPr>
            </a:lvl1pPr>
          </a:lstStyle>
          <a:p>
            <a:pPr>
              <a:defRPr/>
            </a:pPr>
            <a:endParaRPr lang="en-GB" altLang="en-US"/>
          </a:p>
        </p:txBody>
      </p:sp>
      <p:sp>
        <p:nvSpPr>
          <p:cNvPr id="1030" name="Rectangle 6">
            <a:extLst>
              <a:ext uri="{FF2B5EF4-FFF2-40B4-BE49-F238E27FC236}">
                <a16:creationId xmlns:a16="http://schemas.microsoft.com/office/drawing/2014/main" id="{23F09F26-6200-CA70-9C2A-3D6705C7A922}"/>
              </a:ext>
            </a:extLst>
          </p:cNvPr>
          <p:cNvSpPr>
            <a:spLocks noGrp="1"/>
          </p:cNvSpPr>
          <p:nvPr>
            <p:ph type="ftr"/>
          </p:nvPr>
        </p:nvSpPr>
        <p:spPr>
          <a:xfrm>
            <a:off x="3448050" y="6886575"/>
            <a:ext cx="3194050" cy="519113"/>
          </a:xfrm>
          <a:prstGeom prst="rect">
            <a:avLst/>
          </a:prstGeom>
          <a:noFill/>
          <a:ln w="9525">
            <a:noFill/>
            <a:miter/>
          </a:ln>
        </p:spPr>
        <p:txBody>
          <a:bodyPr lIns="0" tIns="0" rIns="0" bIns="0"/>
          <a:lstStyle>
            <a:lvl1pPr algn="ctr">
              <a:lnSpc>
                <a:spcPct val="116000"/>
              </a:lnSpc>
              <a:defRPr sz="1000" noProof="1">
                <a:latin typeface="Comic Sans MS" panose="030F0702030302020204" pitchFamily="2" charset="0"/>
                <a:cs typeface="+mn-cs"/>
              </a:defRPr>
            </a:lvl1pPr>
          </a:lstStyle>
          <a:p>
            <a:pPr>
              <a:defRPr/>
            </a:pPr>
            <a:endParaRPr lang="en-US" altLang="zh-CN"/>
          </a:p>
        </p:txBody>
      </p:sp>
      <p:sp>
        <p:nvSpPr>
          <p:cNvPr id="1031" name="Rectangle 7">
            <a:extLst>
              <a:ext uri="{FF2B5EF4-FFF2-40B4-BE49-F238E27FC236}">
                <a16:creationId xmlns:a16="http://schemas.microsoft.com/office/drawing/2014/main" id="{B0C1D34D-54C0-D42D-D87A-36D944E51652}"/>
              </a:ext>
            </a:extLst>
          </p:cNvPr>
          <p:cNvSpPr>
            <a:spLocks noGrp="1"/>
          </p:cNvSpPr>
          <p:nvPr>
            <p:ph type="sldNum"/>
          </p:nvPr>
        </p:nvSpPr>
        <p:spPr>
          <a:xfrm>
            <a:off x="7227888" y="6886575"/>
            <a:ext cx="2346325" cy="519113"/>
          </a:xfrm>
          <a:prstGeom prst="rect">
            <a:avLst/>
          </a:prstGeom>
          <a:noFill/>
          <a:ln w="9525">
            <a:noFill/>
            <a:miter/>
          </a:ln>
        </p:spPr>
        <p:txBody>
          <a:bodyPr vert="horz" wrap="square" lIns="0" tIns="0" rIns="0" bIns="0" numCol="1" anchor="t" anchorCtr="0" compatLnSpc="1">
            <a:prstTxWarp prst="textNoShape">
              <a:avLst/>
            </a:prstTxWarp>
          </a:bodyPr>
          <a:lstStyle>
            <a:lvl1pPr algn="r">
              <a:lnSpc>
                <a:spcPct val="116000"/>
              </a:lnSpc>
              <a:defRPr sz="1200">
                <a:latin typeface="Comic Sans MS" panose="030F0702030302020204" pitchFamily="66" charset="0"/>
                <a:ea typeface="宋体" panose="02010600030101010101" pitchFamily="2" charset="-122"/>
              </a:defRPr>
            </a:lvl1pPr>
          </a:lstStyle>
          <a:p>
            <a:fld id="{FE49938B-2A1E-42FD-AC37-B147AC72164F}" type="slidenum">
              <a:rPr lang="en-GB" altLang="en-US"/>
              <a:pPr/>
              <a:t>‹#›</a:t>
            </a:fld>
            <a:endParaRPr lang="en-GB" altLang="en-US"/>
          </a:p>
        </p:txBody>
      </p:sp>
      <p:sp>
        <p:nvSpPr>
          <p:cNvPr id="3080" name="Rectangle 8">
            <a:extLst>
              <a:ext uri="{FF2B5EF4-FFF2-40B4-BE49-F238E27FC236}">
                <a16:creationId xmlns:a16="http://schemas.microsoft.com/office/drawing/2014/main" id="{E5A4186A-ADC5-2B19-F0CB-9A7B8E5AA67E}"/>
              </a:ext>
            </a:extLst>
          </p:cNvPr>
          <p:cNvSpPr>
            <a:spLocks noChangeArrowheads="1"/>
          </p:cNvSpPr>
          <p:nvPr/>
        </p:nvSpPr>
        <p:spPr bwMode="auto">
          <a:xfrm>
            <a:off x="1439863" y="1223963"/>
            <a:ext cx="8640762" cy="144462"/>
          </a:xfrm>
          <a:prstGeom prst="rect">
            <a:avLst/>
          </a:prstGeom>
          <a:gradFill rotWithShape="0">
            <a:gsLst>
              <a:gs pos="0">
                <a:srgbClr val="FFFFFF"/>
              </a:gs>
              <a:gs pos="100000">
                <a:srgbClr val="0047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ea typeface="宋体" panose="02010600030101010101" pitchFamily="2" charset="-122"/>
            </a:endParaRPr>
          </a:p>
        </p:txBody>
      </p:sp>
      <p:pic>
        <p:nvPicPr>
          <p:cNvPr id="3081" name="Picture 9">
            <a:extLst>
              <a:ext uri="{FF2B5EF4-FFF2-40B4-BE49-F238E27FC236}">
                <a16:creationId xmlns:a16="http://schemas.microsoft.com/office/drawing/2014/main" id="{458313FF-1365-B62D-A54A-504E276ABDB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28100" y="215900"/>
            <a:ext cx="9366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Lst>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9pPr>
    </p:titleStyle>
    <p:bodyStyle>
      <a:lvl1pPr marL="342900" indent="-342900" algn="l" defTabSz="449263" rtl="0" eaLnBrk="0" fontAlgn="base" hangingPunct="0">
        <a:lnSpc>
          <a:spcPct val="95000"/>
        </a:lnSpc>
        <a:spcBef>
          <a:spcPct val="0"/>
        </a:spcBef>
        <a:spcAft>
          <a:spcPts val="1413"/>
        </a:spcAft>
        <a:buSzPct val="100000"/>
        <a:buFont typeface="Times New Roman" panose="02020603050405020304" pitchFamily="18" charset="0"/>
        <a:buChar char="•"/>
        <a:defRPr sz="3600" kern="1200">
          <a:solidFill>
            <a:srgbClr val="000000"/>
          </a:solidFill>
          <a:latin typeface="+mn-lt"/>
          <a:ea typeface="楷体_GB2312" panose="02010609030101010101" pitchFamily="1" charset="-122"/>
          <a:cs typeface="+mn-cs"/>
        </a:defRPr>
      </a:lvl1pPr>
      <a:lvl2pPr marL="742950" lvl="1" indent="-285750" algn="l" defTabSz="449263" rtl="0" eaLnBrk="0" fontAlgn="base" hangingPunct="0">
        <a:lnSpc>
          <a:spcPct val="95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楷体_GB2312" panose="02010609030101010101" pitchFamily="1" charset="-122"/>
          <a:cs typeface="+mn-cs"/>
        </a:defRPr>
      </a:lvl2pPr>
      <a:lvl3pPr marL="1143000" lvl="2" indent="-228600" algn="l" defTabSz="449263" rtl="0" eaLnBrk="0" fontAlgn="base" hangingPunct="0">
        <a:lnSpc>
          <a:spcPct val="95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楷体_GB2312" panose="02010609030101010101" pitchFamily="1" charset="-122"/>
          <a:cs typeface="+mn-cs"/>
        </a:defRPr>
      </a:lvl3pPr>
      <a:lvl4pPr marL="1600200" lvl="3" indent="-228600" algn="l" defTabSz="449263" rtl="0" eaLnBrk="0" fontAlgn="base" hangingPunct="0">
        <a:lnSpc>
          <a:spcPct val="95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mn-cs"/>
        </a:defRPr>
      </a:lvl4pPr>
      <a:lvl5pPr marL="2057400" lvl="4" indent="-228600" algn="l" defTabSz="449263" rtl="0" eaLnBrk="0" fontAlgn="base" hangingPunct="0">
        <a:lnSpc>
          <a:spcPct val="95000"/>
        </a:lnSpc>
        <a:spcBef>
          <a:spcPct val="0"/>
        </a:spcBef>
        <a:spcAft>
          <a:spcPts val="288"/>
        </a:spcAft>
        <a:buSzPct val="100000"/>
        <a:buFont typeface="Times New Roman" panose="02020603050405020304" pitchFamily="18" charset="0"/>
        <a:buChar char="»"/>
        <a:defRPr sz="1400" kern="1200">
          <a:solidFill>
            <a:srgbClr val="000000"/>
          </a:solidFill>
          <a:latin typeface="+mn-lt"/>
          <a:ea typeface="楷体_GB2312" panose="02010609030101010101" pitchFamily="1"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3CDFE3B-8A69-4D70-6E79-5356166C2813}"/>
              </a:ext>
            </a:extLst>
          </p:cNvPr>
          <p:cNvSpPr>
            <a:spLocks noGrp="1" noChangeArrowheads="1"/>
          </p:cNvSpPr>
          <p:nvPr>
            <p:ph type="title" idx="4294967295"/>
          </p:nvPr>
        </p:nvSpPr>
        <p:spPr>
          <a:xfrm>
            <a:off x="504825" y="4500563"/>
            <a:ext cx="8540750" cy="1260475"/>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第二章 简单编译器实例</a:t>
            </a:r>
            <a:endParaRPr lang="zh-CN" altLang="en-US" dirty="0"/>
          </a:p>
        </p:txBody>
      </p:sp>
      <p:sp>
        <p:nvSpPr>
          <p:cNvPr id="28675" name="Rectangle 3">
            <a:extLst>
              <a:ext uri="{FF2B5EF4-FFF2-40B4-BE49-F238E27FC236}">
                <a16:creationId xmlns:a16="http://schemas.microsoft.com/office/drawing/2014/main" id="{150A0B9C-12A3-0C39-3232-656E1CAABA6B}"/>
              </a:ext>
            </a:extLst>
          </p:cNvPr>
          <p:cNvSpPr txBox="1">
            <a:spLocks noChangeArrowheads="1"/>
          </p:cNvSpPr>
          <p:nvPr/>
        </p:nvSpPr>
        <p:spPr bwMode="auto">
          <a:xfrm>
            <a:off x="4968875" y="868363"/>
            <a:ext cx="4608513"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9404" rIns="0" bIns="0" anchor="ctr"/>
          <a:lstStyle>
            <a:lvl1pPr marL="342900" indent="-342900">
              <a:lnSpc>
                <a:spcPct val="93000"/>
              </a:lnSpc>
              <a:spcAft>
                <a:spcPts val="1425"/>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3200">
                <a:solidFill>
                  <a:srgbClr val="000000"/>
                </a:solidFill>
                <a:latin typeface="Arial" panose="020B0604020202020204" pitchFamily="34" charset="0"/>
                <a:ea typeface="楷体_GB2312" panose="02010609030101010101" pitchFamily="1" charset="-122"/>
              </a:defRPr>
            </a:lvl1pPr>
            <a:lvl2pPr>
              <a:lnSpc>
                <a:spcPct val="93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800">
                <a:solidFill>
                  <a:srgbClr val="000000"/>
                </a:solidFill>
                <a:latin typeface="Arial" panose="020B0604020202020204" pitchFamily="34" charset="0"/>
                <a:ea typeface="楷体_GB2312" panose="02010609030101010101" pitchFamily="1" charset="-122"/>
              </a:defRPr>
            </a:lvl2pPr>
            <a:lvl3pPr>
              <a:lnSpc>
                <a:spcPct val="93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400">
                <a:solidFill>
                  <a:srgbClr val="000000"/>
                </a:solidFill>
                <a:latin typeface="Arial" panose="020B0604020202020204" pitchFamily="34" charset="0"/>
                <a:ea typeface="楷体_GB2312" panose="02010609030101010101" pitchFamily="1" charset="-122"/>
              </a:defRPr>
            </a:lvl3pPr>
            <a:lvl4pPr>
              <a:lnSpc>
                <a:spcPct val="93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楷体_GB2312" panose="02010609030101010101" pitchFamily="1" charset="-122"/>
              </a:defRPr>
            </a:lvl4pPr>
            <a:lvl5pPr>
              <a:lnSpc>
                <a:spcPct val="93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楷体_GB2312" panose="02010609030101010101" pitchFamily="1" charset="-122"/>
              </a:defRPr>
            </a:lvl9pPr>
          </a:lstStyle>
          <a:p>
            <a:pPr>
              <a:lnSpc>
                <a:spcPct val="73000"/>
              </a:lnSpc>
              <a:spcAft>
                <a:spcPct val="0"/>
              </a:spcAft>
              <a:buFont typeface="Times New Roman" panose="02020603050405020304" pitchFamily="18" charset="0"/>
              <a:buNone/>
            </a:pPr>
            <a:r>
              <a:rPr lang="zh-CN" altLang="zh-CN" sz="3400" dirty="0">
                <a:ea typeface="微软雅黑" panose="020B0503020204020204" pitchFamily="34" charset="-122"/>
                <a:sym typeface="Arial" panose="020B0604020202020204" pitchFamily="34" charset="0"/>
              </a:rPr>
              <a:t>《编译技术》</a:t>
            </a:r>
            <a:endParaRPr lang="zh-CN" altLang="zh-CN" sz="3400" dirty="0">
              <a:ea typeface="微软雅黑" panose="020B0503020204020204" pitchFamily="34" charset="-122"/>
            </a:endParaRPr>
          </a:p>
          <a:p>
            <a:pPr>
              <a:lnSpc>
                <a:spcPct val="73000"/>
              </a:lnSpc>
              <a:spcAft>
                <a:spcPct val="0"/>
              </a:spcAft>
              <a:buFont typeface="Times New Roman" panose="02020603050405020304" pitchFamily="18" charset="0"/>
              <a:buNone/>
            </a:pPr>
            <a:endParaRPr lang="zh-CN" altLang="en-US" sz="3400" dirty="0">
              <a:ea typeface="微软雅黑" panose="020B0503020204020204" pitchFamily="34" charset="-122"/>
            </a:endParaRPr>
          </a:p>
          <a:p>
            <a:pPr>
              <a:lnSpc>
                <a:spcPct val="73000"/>
              </a:lnSpc>
              <a:spcAft>
                <a:spcPct val="0"/>
              </a:spcAft>
              <a:buFont typeface="Times New Roman" panose="02020603050405020304" pitchFamily="18" charset="0"/>
              <a:buNone/>
            </a:pPr>
            <a:endParaRPr lang="zh-CN" altLang="en-US" sz="3400" dirty="0">
              <a:ea typeface="微软雅黑" panose="020B0503020204020204" pitchFamily="34" charset="-122"/>
            </a:endParaRPr>
          </a:p>
          <a:p>
            <a:pPr>
              <a:lnSpc>
                <a:spcPct val="73000"/>
              </a:lnSpc>
              <a:spcAft>
                <a:spcPct val="0"/>
              </a:spcAft>
              <a:buFont typeface="Times New Roman" panose="02020603050405020304" pitchFamily="18" charset="0"/>
              <a:buNone/>
            </a:pPr>
            <a:r>
              <a:rPr lang="zh-CN" altLang="en-US" sz="3400" dirty="0">
                <a:ea typeface="微软雅黑" panose="020B0503020204020204" pitchFamily="34" charset="-122"/>
              </a:rPr>
              <a:t>胡荣耀</a:t>
            </a:r>
            <a:endParaRPr lang="zh-CN" altLang="en-US" dirty="0">
              <a:ea typeface="微软雅黑" panose="020B0503020204020204" pitchFamily="34" charset="-122"/>
            </a:endParaRPr>
          </a:p>
        </p:txBody>
      </p:sp>
    </p:spTree>
  </p:cSld>
  <p:clrMapOvr>
    <a:masterClrMapping/>
  </p:clrMapOvr>
  <p:transition advTm="180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6146"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5124" name="Rectangle 3"/>
          <p:cNvSpPr>
            <a:spLocks noGrp="1"/>
          </p:cNvSpPr>
          <p:nvPr>
            <p:ph type="body" idx="4294967295"/>
          </p:nvPr>
        </p:nvSpPr>
        <p:spPr>
          <a:xfrm>
            <a:off x="503238" y="1728788"/>
            <a:ext cx="9070975" cy="5048250"/>
          </a:xfrm>
        </p:spPr>
        <p:txBody>
          <a:bodyPr wrap="square" lIns="0" tIns="22680" rIns="0" bIns="0" anchor="t" anchorCtr="0"/>
          <a:lstStyle/>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从语言说起</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汉语、英语==&gt;自然语言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旗语、哑语==&gt;人工语言</a:t>
            </a:r>
          </a:p>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C语言、Java</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程序设计语言==&gt;计算机语言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为什么需要计算机语言？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人与计算机进行“交流”</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charset="-122"/>
                <a:ea typeface="楷体_GB2312" panose="02010609030101010101" charset="-122"/>
              </a:rPr>
              <a:t>告诉计算机“做什么”和“怎么做”</a:t>
            </a:r>
          </a:p>
        </p:txBody>
      </p:sp>
      <p:sp>
        <p:nvSpPr>
          <p:cNvPr id="6149" name="Slide Number Placeholder 7"/>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2</a:t>
            </a:fld>
            <a:endParaRPr lang="en-GB" altLang="en-US" sz="1200" dirty="0">
              <a:latin typeface="Comic Sans MS" panose="030F0702030302020204" pitchFamily="2" charset="0"/>
              <a:ea typeface="宋体" panose="02010600030101010101" pitchFamily="2" charset="-122"/>
            </a:endParaRPr>
          </a:p>
        </p:txBody>
      </p:sp>
      <p:sp>
        <p:nvSpPr>
          <p:cNvPr id="6150" name="Date Placeholder 8"/>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ustDataLst>
      <p:tags r:id="rId1"/>
    </p:custDataLst>
  </p:cSld>
  <p:clrMapOvr>
    <a:masterClrMapping/>
  </p:clrMapOvr>
  <p:transition advTm="528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4">
                                            <p:txEl>
                                              <p:pRg st="2" end="2"/>
                                            </p:txEl>
                                          </p:spTgt>
                                        </p:tgtEl>
                                        <p:attrNameLst>
                                          <p:attrName>style.visibility</p:attrName>
                                        </p:attrNameLst>
                                      </p:cBhvr>
                                      <p:to>
                                        <p:strVal val="visible"/>
                                      </p:to>
                                    </p:set>
                                    <p:animEffect transition="in" filter="blinds(horizontal)">
                                      <p:cBhvr>
                                        <p:cTn id="7" dur="500"/>
                                        <p:tgtEl>
                                          <p:spTgt spid="512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4">
                                            <p:txEl>
                                              <p:pRg st="3" end="3"/>
                                            </p:txEl>
                                          </p:spTgt>
                                        </p:tgtEl>
                                        <p:attrNameLst>
                                          <p:attrName>style.visibility</p:attrName>
                                        </p:attrNameLst>
                                      </p:cBhvr>
                                      <p:to>
                                        <p:strVal val="visible"/>
                                      </p:to>
                                    </p:set>
                                    <p:animEffect transition="in" filter="blinds(horizontal)">
                                      <p:cBhvr>
                                        <p:cTn id="12" dur="500"/>
                                        <p:tgtEl>
                                          <p:spTgt spid="512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24">
                                            <p:txEl>
                                              <p:pRg st="4" end="4"/>
                                            </p:txEl>
                                          </p:spTgt>
                                        </p:tgtEl>
                                        <p:attrNameLst>
                                          <p:attrName>style.visibility</p:attrName>
                                        </p:attrNameLst>
                                      </p:cBhvr>
                                      <p:to>
                                        <p:strVal val="visible"/>
                                      </p:to>
                                    </p:set>
                                    <p:animEffect transition="in" filter="blinds(horizontal)">
                                      <p:cBhvr>
                                        <p:cTn id="17" dur="500"/>
                                        <p:tgtEl>
                                          <p:spTgt spid="512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124">
                                            <p:txEl>
                                              <p:pRg st="5" end="5"/>
                                            </p:txEl>
                                          </p:spTgt>
                                        </p:tgtEl>
                                        <p:attrNameLst>
                                          <p:attrName>style.visibility</p:attrName>
                                        </p:attrNameLst>
                                      </p:cBhvr>
                                      <p:to>
                                        <p:strVal val="visible"/>
                                      </p:to>
                                    </p:set>
                                    <p:animEffect transition="in" filter="blinds(horizontal)">
                                      <p:cBhvr>
                                        <p:cTn id="22" dur="500"/>
                                        <p:tgtEl>
                                          <p:spTgt spid="512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124">
                                            <p:txEl>
                                              <p:pRg st="6" end="6"/>
                                            </p:txEl>
                                          </p:spTgt>
                                        </p:tgtEl>
                                        <p:attrNameLst>
                                          <p:attrName>style.visibility</p:attrName>
                                        </p:attrNameLst>
                                      </p:cBhvr>
                                      <p:to>
                                        <p:strVal val="visible"/>
                                      </p:to>
                                    </p:set>
                                    <p:animEffect transition="in" filter="blinds(horizontal)">
                                      <p:cBhvr>
                                        <p:cTn id="27" dur="500"/>
                                        <p:tgtEl>
                                          <p:spTgt spid="5124">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124">
                                            <p:txEl>
                                              <p:pRg st="7" end="7"/>
                                            </p:txEl>
                                          </p:spTgt>
                                        </p:tgtEl>
                                        <p:attrNameLst>
                                          <p:attrName>style.visibility</p:attrName>
                                        </p:attrNameLst>
                                      </p:cBhvr>
                                      <p:to>
                                        <p:strVal val="visible"/>
                                      </p:to>
                                    </p:set>
                                    <p:animEffect transition="in" filter="blinds(horizontal)">
                                      <p:cBhvr>
                                        <p:cTn id="30" dur="500"/>
                                        <p:tgtEl>
                                          <p:spTgt spid="51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9218"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8196" name="Rectangle 3"/>
          <p:cNvSpPr>
            <a:spLocks noGrp="1"/>
          </p:cNvSpPr>
          <p:nvPr>
            <p:ph type="body" idx="4294967295"/>
          </p:nvPr>
        </p:nvSpPr>
        <p:spPr>
          <a:xfrm>
            <a:off x="503238" y="1728788"/>
            <a:ext cx="9070975" cy="5040312"/>
          </a:xfrm>
        </p:spPr>
        <p:txBody>
          <a:bodyPr wrap="square" lIns="0" tIns="22680" rIns="0" bIns="0" anchor="t" anchorCtr="0"/>
          <a:lstStyle/>
          <a:p>
            <a:pPr marL="431800"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4000" b="1" dirty="0">
                <a:latin typeface="楷体_GB2312" panose="02010609030101010101" charset="-122"/>
                <a:ea typeface="楷体_GB2312" panose="02010609030101010101" charset="-122"/>
              </a:rPr>
              <a:t>程序设计语言</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charset="-122"/>
                <a:ea typeface="楷体_GB2312" panose="02010609030101010101" charset="-122"/>
              </a:rPr>
              <a:t>高级语言</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直观、自然、易于理解</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易读，易写，易于交流、存档</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独立于机器的,易于移植</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charset="-122"/>
                <a:ea typeface="楷体_GB2312" panose="02010609030101010101" charset="-122"/>
              </a:rPr>
              <a:t>高级语言==&gt;低级语言</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编译程序 / 编译器</a:t>
            </a:r>
          </a:p>
          <a:p>
            <a:pPr marL="1295400" lvl="2" indent="-287020" defTabSz="449580" eaLnBrk="1">
              <a:buSzPct val="7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dirty="0">
                <a:latin typeface="楷体_GB2312" panose="02010609030101010101" charset="-122"/>
                <a:ea typeface="楷体_GB2312" panose="02010609030101010101" charset="-122"/>
              </a:rPr>
              <a:t>解释程序／解释器</a:t>
            </a:r>
          </a:p>
          <a:p>
            <a:pPr marL="863600" lvl="1" indent="-323850" defTabSz="449580" eaLnBrk="1">
              <a:buSzPct val="45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zh-CN" altLang="en-US" sz="3200" b="1" dirty="0">
              <a:latin typeface="楷体_GB2312" panose="02010609030101010101" charset="-122"/>
              <a:ea typeface="楷体_GB2312" panose="02010609030101010101" charset="-122"/>
            </a:endParaRPr>
          </a:p>
        </p:txBody>
      </p:sp>
      <p:sp>
        <p:nvSpPr>
          <p:cNvPr id="9220" name="Slide Number Placeholder 6"/>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3</a:t>
            </a:fld>
            <a:endParaRPr lang="en-GB" altLang="en-US" sz="1200" dirty="0">
              <a:latin typeface="Comic Sans MS" panose="030F0702030302020204" pitchFamily="2" charset="0"/>
              <a:ea typeface="宋体" panose="02010600030101010101" pitchFamily="2" charset="-122"/>
            </a:endParaRPr>
          </a:p>
        </p:txBody>
      </p:sp>
      <p:sp>
        <p:nvSpPr>
          <p:cNvPr id="9221" name="Date Placeholder 7"/>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ustDataLst>
      <p:tags r:id="rId1"/>
    </p:custDataLst>
  </p:cSld>
  <p:clrMapOvr>
    <a:masterClrMapping/>
  </p:clrMapOvr>
  <p:transition advTm="647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6">
                                            <p:txEl>
                                              <p:pRg st="5" end="5"/>
                                            </p:txEl>
                                          </p:spTgt>
                                        </p:tgtEl>
                                        <p:attrNameLst>
                                          <p:attrName>style.visibility</p:attrName>
                                        </p:attrNameLst>
                                      </p:cBhvr>
                                      <p:to>
                                        <p:strVal val="visible"/>
                                      </p:to>
                                    </p:set>
                                    <p:animEffect transition="in" filter="blinds(horizontal)">
                                      <p:cBhvr>
                                        <p:cTn id="7" dur="500"/>
                                        <p:tgtEl>
                                          <p:spTgt spid="8196">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196">
                                            <p:txEl>
                                              <p:pRg st="6" end="6"/>
                                            </p:txEl>
                                          </p:spTgt>
                                        </p:tgtEl>
                                        <p:attrNameLst>
                                          <p:attrName>style.visibility</p:attrName>
                                        </p:attrNameLst>
                                      </p:cBhvr>
                                      <p:to>
                                        <p:strVal val="visible"/>
                                      </p:to>
                                    </p:set>
                                    <p:animEffect transition="in" filter="blinds(horizontal)">
                                      <p:cBhvr>
                                        <p:cTn id="10" dur="500"/>
                                        <p:tgtEl>
                                          <p:spTgt spid="8196">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196">
                                            <p:txEl>
                                              <p:pRg st="7" end="7"/>
                                            </p:txEl>
                                          </p:spTgt>
                                        </p:tgtEl>
                                        <p:attrNameLst>
                                          <p:attrName>style.visibility</p:attrName>
                                        </p:attrNameLst>
                                      </p:cBhvr>
                                      <p:to>
                                        <p:strVal val="visible"/>
                                      </p:to>
                                    </p:set>
                                    <p:animEffect transition="in" filter="blinds(horizontal)">
                                      <p:cBhvr>
                                        <p:cTn id="13" dur="500"/>
                                        <p:tgtEl>
                                          <p:spTgt spid="81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页脚占位符 4"/>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0242" name="Rectangle 2"/>
          <p:cNvSpPr>
            <a:spLocks noGrp="1"/>
          </p:cNvSpPr>
          <p:nvPr>
            <p:ph type="title" idx="4294967295"/>
          </p:nvPr>
        </p:nvSpPr>
        <p:spPr>
          <a:xfrm>
            <a:off x="503238" y="301625"/>
            <a:ext cx="7848600" cy="922338"/>
          </a:xfrm>
        </p:spPr>
        <p:txBody>
          <a:bodyPr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引言</a:t>
            </a:r>
          </a:p>
        </p:txBody>
      </p:sp>
      <p:sp>
        <p:nvSpPr>
          <p:cNvPr id="10243" name="AutoShape 3"/>
          <p:cNvSpPr/>
          <p:nvPr/>
        </p:nvSpPr>
        <p:spPr>
          <a:xfrm>
            <a:off x="3600450" y="1800225"/>
            <a:ext cx="2232025" cy="1008063"/>
          </a:xfrm>
          <a:prstGeom prst="flowChartAlternateProcess">
            <a:avLst/>
          </a:prstGeom>
          <a:solidFill>
            <a:srgbClr val="CFE7E5"/>
          </a:solidFill>
          <a:ln w="9525" cap="flat" cmpd="sng">
            <a:solidFill>
              <a:srgbClr val="808080"/>
            </a:solidFill>
            <a:prstDash val="solid"/>
            <a:miter/>
            <a:headEnd type="none" w="med" len="med"/>
            <a:tailEnd type="none" w="med" len="med"/>
          </a:ln>
        </p:spPr>
        <p:txBody>
          <a:bodyPr wrap="none" lIns="90000" tIns="67680" rIns="90000" bIns="45000" anchor="ctr" anchorCtr="0"/>
          <a:lstStyle/>
          <a:p>
            <a:pPr indent="0" algn="ctr" defTabSz="449580" hangingPunct="0">
              <a:lnSpc>
                <a:spcPct val="95000"/>
              </a:lnSpc>
              <a:tabLst>
                <a:tab pos="723900" algn="l"/>
                <a:tab pos="1447800" algn="l"/>
                <a:tab pos="2171700" algn="l"/>
              </a:tabLst>
            </a:pPr>
            <a:r>
              <a:rPr lang="zh-CN" altLang="en-US" sz="3600" b="1" dirty="0">
                <a:latin typeface="楷体_GB2312" panose="02010609030101010101" charset="-122"/>
                <a:ea typeface="楷体_GB2312" panose="02010609030101010101" charset="-122"/>
              </a:rPr>
              <a:t>解释器</a:t>
            </a:r>
          </a:p>
        </p:txBody>
      </p:sp>
      <p:sp>
        <p:nvSpPr>
          <p:cNvPr id="10244" name="Line 4"/>
          <p:cNvSpPr/>
          <p:nvPr/>
        </p:nvSpPr>
        <p:spPr>
          <a:xfrm>
            <a:off x="2303463" y="2016125"/>
            <a:ext cx="1295400" cy="1588"/>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45" name="Line 5"/>
          <p:cNvSpPr/>
          <p:nvPr/>
        </p:nvSpPr>
        <p:spPr>
          <a:xfrm>
            <a:off x="2303463" y="2592388"/>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46" name="Text Box 6"/>
          <p:cNvSpPr txBox="1"/>
          <p:nvPr/>
        </p:nvSpPr>
        <p:spPr>
          <a:xfrm>
            <a:off x="684213" y="1692275"/>
            <a:ext cx="15525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源程序</a:t>
            </a:r>
          </a:p>
        </p:txBody>
      </p:sp>
      <p:sp>
        <p:nvSpPr>
          <p:cNvPr id="10247" name="Text Box 7"/>
          <p:cNvSpPr txBox="1"/>
          <p:nvPr/>
        </p:nvSpPr>
        <p:spPr>
          <a:xfrm>
            <a:off x="936625" y="2268538"/>
            <a:ext cx="1095375" cy="611187"/>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数据</a:t>
            </a:r>
          </a:p>
        </p:txBody>
      </p:sp>
      <p:sp>
        <p:nvSpPr>
          <p:cNvPr id="10248" name="Line 8"/>
          <p:cNvSpPr/>
          <p:nvPr/>
        </p:nvSpPr>
        <p:spPr>
          <a:xfrm>
            <a:off x="5867400" y="2303463"/>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49" name="Text Box 9"/>
          <p:cNvSpPr txBox="1"/>
          <p:nvPr/>
        </p:nvSpPr>
        <p:spPr>
          <a:xfrm>
            <a:off x="7104063" y="2016125"/>
            <a:ext cx="10953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输出</a:t>
            </a:r>
          </a:p>
        </p:txBody>
      </p:sp>
      <p:sp>
        <p:nvSpPr>
          <p:cNvPr id="10250" name="AutoShape 10"/>
          <p:cNvSpPr/>
          <p:nvPr/>
        </p:nvSpPr>
        <p:spPr>
          <a:xfrm>
            <a:off x="3600450" y="4697413"/>
            <a:ext cx="2232025" cy="1008062"/>
          </a:xfrm>
          <a:prstGeom prst="flowChartAlternateProcess">
            <a:avLst/>
          </a:prstGeom>
          <a:solidFill>
            <a:srgbClr val="CFE7E5"/>
          </a:solidFill>
          <a:ln w="9525" cap="flat" cmpd="sng">
            <a:solidFill>
              <a:srgbClr val="808080"/>
            </a:solidFill>
            <a:prstDash val="solid"/>
            <a:miter/>
            <a:headEnd type="none" w="med" len="med"/>
            <a:tailEnd type="none" w="med" len="med"/>
          </a:ln>
        </p:spPr>
        <p:txBody>
          <a:bodyPr wrap="none" lIns="90000" tIns="67680" rIns="90000" bIns="45000" anchor="ctr" anchorCtr="0"/>
          <a:lstStyle/>
          <a:p>
            <a:pPr indent="0" algn="ctr" defTabSz="449580" hangingPunct="0">
              <a:lnSpc>
                <a:spcPct val="95000"/>
              </a:lnSpc>
              <a:tabLst>
                <a:tab pos="723900" algn="l"/>
                <a:tab pos="1447800" algn="l"/>
                <a:tab pos="2171700" algn="l"/>
              </a:tabLst>
            </a:pPr>
            <a:r>
              <a:rPr lang="zh-CN" altLang="en-US" sz="3600" b="1" dirty="0">
                <a:latin typeface="楷体_GB2312" panose="02010609030101010101" charset="-122"/>
                <a:ea typeface="楷体_GB2312" panose="02010609030101010101" charset="-122"/>
              </a:rPr>
              <a:t>编译器</a:t>
            </a:r>
          </a:p>
        </p:txBody>
      </p:sp>
      <p:sp>
        <p:nvSpPr>
          <p:cNvPr id="10251" name="Line 11"/>
          <p:cNvSpPr/>
          <p:nvPr/>
        </p:nvSpPr>
        <p:spPr>
          <a:xfrm>
            <a:off x="2303463" y="5202238"/>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2" name="Line 12"/>
          <p:cNvSpPr/>
          <p:nvPr/>
        </p:nvSpPr>
        <p:spPr>
          <a:xfrm>
            <a:off x="5832475" y="5202238"/>
            <a:ext cx="1295400" cy="1587"/>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3" name="Text Box 13"/>
          <p:cNvSpPr txBox="1"/>
          <p:nvPr/>
        </p:nvSpPr>
        <p:spPr>
          <a:xfrm>
            <a:off x="684213" y="4895850"/>
            <a:ext cx="15525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源程序</a:t>
            </a:r>
          </a:p>
        </p:txBody>
      </p:sp>
      <p:sp>
        <p:nvSpPr>
          <p:cNvPr id="10254" name="Text Box 14"/>
          <p:cNvSpPr txBox="1"/>
          <p:nvPr/>
        </p:nvSpPr>
        <p:spPr>
          <a:xfrm>
            <a:off x="7104063" y="3600450"/>
            <a:ext cx="1095375" cy="611188"/>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数据</a:t>
            </a:r>
          </a:p>
        </p:txBody>
      </p:sp>
      <p:sp>
        <p:nvSpPr>
          <p:cNvPr id="10255" name="Line 15"/>
          <p:cNvSpPr/>
          <p:nvPr/>
        </p:nvSpPr>
        <p:spPr>
          <a:xfrm>
            <a:off x="7651750" y="4149725"/>
            <a:ext cx="1588" cy="468313"/>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6" name="Text Box 16"/>
          <p:cNvSpPr txBox="1"/>
          <p:nvPr/>
        </p:nvSpPr>
        <p:spPr>
          <a:xfrm>
            <a:off x="6875463" y="4635500"/>
            <a:ext cx="1552575" cy="1133475"/>
          </a:xfrm>
          <a:prstGeom prst="rect">
            <a:avLst/>
          </a:prstGeom>
          <a:noFill/>
          <a:ln w="9525">
            <a:noFill/>
          </a:ln>
        </p:spPr>
        <p:txBody>
          <a:bodyPr wrap="none" lIns="90000" tIns="67680" rIns="90000" bIns="45000" anchor="t" anchorCtr="0"/>
          <a:lstStyle/>
          <a:p>
            <a:pPr indent="0" algn="ctr"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可执行</a:t>
            </a:r>
          </a:p>
          <a:p>
            <a:pPr indent="0" algn="ctr" defTabSz="449580" hangingPunct="0">
              <a:lnSpc>
                <a:spcPct val="95000"/>
              </a:lnSpc>
              <a:tabLst>
                <a:tab pos="723900" algn="l"/>
                <a:tab pos="1447800" algn="l"/>
              </a:tabLst>
            </a:pPr>
            <a:r>
              <a:rPr lang="zh-CN" altLang="en-US" sz="3600" b="1" dirty="0">
                <a:latin typeface="楷体_GB2312" panose="02010609030101010101" charset="-122"/>
                <a:ea typeface="楷体_GB2312" panose="02010609030101010101" charset="-122"/>
              </a:rPr>
              <a:t>文件</a:t>
            </a:r>
          </a:p>
        </p:txBody>
      </p:sp>
      <p:sp>
        <p:nvSpPr>
          <p:cNvPr id="10257" name="Line 17"/>
          <p:cNvSpPr/>
          <p:nvPr/>
        </p:nvSpPr>
        <p:spPr>
          <a:xfrm>
            <a:off x="7651750" y="5678488"/>
            <a:ext cx="1588" cy="468312"/>
          </a:xfrm>
          <a:prstGeom prst="line">
            <a:avLst/>
          </a:prstGeom>
          <a:ln w="9525" cap="flat" cmpd="sng">
            <a:solidFill>
              <a:srgbClr val="000000"/>
            </a:solidFill>
            <a:prstDash val="solid"/>
            <a:round/>
            <a:headEnd type="none" w="med" len="med"/>
            <a:tailEnd type="triangle" w="med" len="med"/>
          </a:ln>
        </p:spPr>
        <p:txBody>
          <a:bodyPr anchor="t" anchorCtr="0"/>
          <a:lstStyle/>
          <a:p>
            <a:pPr indent="0" hangingPunct="0"/>
            <a:endParaRPr lang="zh-CN" altLang="en-US">
              <a:latin typeface="Arial" panose="020B0604020202020204" pitchFamily="34" charset="0"/>
              <a:ea typeface="楷体_GB2312" panose="02010609030101010101" charset="-122"/>
            </a:endParaRPr>
          </a:p>
        </p:txBody>
      </p:sp>
      <p:sp>
        <p:nvSpPr>
          <p:cNvPr id="10258" name="Text Box 18"/>
          <p:cNvSpPr txBox="1"/>
          <p:nvPr/>
        </p:nvSpPr>
        <p:spPr>
          <a:xfrm>
            <a:off x="7104063" y="6084888"/>
            <a:ext cx="1095375" cy="611187"/>
          </a:xfrm>
          <a:prstGeom prst="rect">
            <a:avLst/>
          </a:prstGeom>
          <a:noFill/>
          <a:ln w="9525">
            <a:noFill/>
          </a:ln>
        </p:spPr>
        <p:txBody>
          <a:bodyPr wrap="none" lIns="90000" tIns="67680" rIns="90000" bIns="45000" anchor="t" anchorCtr="0"/>
          <a:lstStyle/>
          <a:p>
            <a:pPr indent="0" defTabSz="449580" hangingPunct="0">
              <a:lnSpc>
                <a:spcPct val="95000"/>
              </a:lnSpc>
              <a:tabLst>
                <a:tab pos="723900" algn="l"/>
              </a:tabLst>
            </a:pPr>
            <a:r>
              <a:rPr lang="zh-CN" altLang="en-US" sz="3600" b="1" dirty="0">
                <a:latin typeface="楷体_GB2312" panose="02010609030101010101" charset="-122"/>
                <a:ea typeface="楷体_GB2312" panose="02010609030101010101" charset="-122"/>
              </a:rPr>
              <a:t>输出</a:t>
            </a:r>
          </a:p>
        </p:txBody>
      </p:sp>
      <p:sp>
        <p:nvSpPr>
          <p:cNvPr id="10260" name="Slide Number Placeholder 23"/>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4</a:t>
            </a:fld>
            <a:endParaRPr lang="en-GB" altLang="en-US" sz="1200" dirty="0">
              <a:latin typeface="Comic Sans MS" panose="030F0702030302020204" pitchFamily="2" charset="0"/>
              <a:ea typeface="宋体" panose="02010600030101010101" pitchFamily="2" charset="-122"/>
            </a:endParaRPr>
          </a:p>
        </p:txBody>
      </p:sp>
      <p:sp>
        <p:nvSpPr>
          <p:cNvPr id="10261" name="Date Placeholder 24"/>
          <p:cNvSpPr txBox="1">
            <a:spLocks noGrp="1"/>
          </p:cNvSpPr>
          <p:nvPr/>
        </p:nvSpPr>
        <p:spPr>
          <a:xfrm>
            <a:off x="144463" y="6886575"/>
            <a:ext cx="3094037" cy="519113"/>
          </a:xfrm>
          <a:prstGeom prst="rect">
            <a:avLst/>
          </a:prstGeom>
          <a:noFill/>
          <a:ln w="9525">
            <a:noFill/>
          </a:ln>
        </p:spPr>
        <p:txBody>
          <a:bodyPr lIns="0" tIns="0" rIns="0" bIns="0" anchor="t" anchorCtr="0"/>
          <a:lstStyle/>
          <a:p>
            <a:pPr indent="0"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advTm="2296"/>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p:cNvSpPr>
          <p:nvPr>
            <p:ph type="title" idx="4294967295"/>
          </p:nvPr>
        </p:nvSpPr>
        <p:spPr/>
        <p:txBody>
          <a:bodyPr wrap="square" lIns="0" tIns="0" rIns="0" bIns="0" anchor="ctr" anchorCtr="0"/>
          <a:lstStyle/>
          <a:p>
            <a:pPr eaLnBrk="1" hangingPunct="1"/>
            <a:r>
              <a:rPr lang="zh-CN" altLang="en-US" dirty="0"/>
              <a:t>编译的步骤</a:t>
            </a:r>
          </a:p>
        </p:txBody>
      </p:sp>
      <p:sp>
        <p:nvSpPr>
          <p:cNvPr id="14338" name="Rectangle 6"/>
          <p:cNvSpPr/>
          <p:nvPr/>
        </p:nvSpPr>
        <p:spPr>
          <a:xfrm>
            <a:off x="3329902" y="191650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4339" name="Rectangle 7"/>
          <p:cNvSpPr/>
          <p:nvPr/>
        </p:nvSpPr>
        <p:spPr>
          <a:xfrm>
            <a:off x="3329902" y="382468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中间代码生成</a:t>
            </a:r>
          </a:p>
        </p:txBody>
      </p:sp>
      <p:sp>
        <p:nvSpPr>
          <p:cNvPr id="14340" name="Rectangle 8"/>
          <p:cNvSpPr/>
          <p:nvPr/>
        </p:nvSpPr>
        <p:spPr>
          <a:xfrm>
            <a:off x="3329902" y="256420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4341" name="Rectangle 9"/>
          <p:cNvSpPr/>
          <p:nvPr/>
        </p:nvSpPr>
        <p:spPr>
          <a:xfrm>
            <a:off x="3329902" y="3194445"/>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4342" name="Rectangle 10"/>
          <p:cNvSpPr/>
          <p:nvPr/>
        </p:nvSpPr>
        <p:spPr>
          <a:xfrm>
            <a:off x="3329902" y="4454920"/>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中间代码优化</a:t>
            </a:r>
          </a:p>
        </p:txBody>
      </p:sp>
      <p:sp>
        <p:nvSpPr>
          <p:cNvPr id="14343" name="Rectangle 11"/>
          <p:cNvSpPr/>
          <p:nvPr/>
        </p:nvSpPr>
        <p:spPr>
          <a:xfrm>
            <a:off x="3329902" y="574238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目标代码优化</a:t>
            </a:r>
          </a:p>
        </p:txBody>
      </p:sp>
      <p:sp>
        <p:nvSpPr>
          <p:cNvPr id="14344" name="Rectangle 12"/>
          <p:cNvSpPr/>
          <p:nvPr/>
        </p:nvSpPr>
        <p:spPr>
          <a:xfrm>
            <a:off x="3329902" y="510420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目标代码生成</a:t>
            </a:r>
          </a:p>
        </p:txBody>
      </p:sp>
      <p:sp>
        <p:nvSpPr>
          <p:cNvPr id="14345" name="Vertical Scroll 13"/>
          <p:cNvSpPr/>
          <p:nvPr/>
        </p:nvSpPr>
        <p:spPr>
          <a:xfrm>
            <a:off x="450177" y="1394220"/>
            <a:ext cx="1709737" cy="2070100"/>
          </a:xfrm>
          <a:prstGeom prst="verticalScroll">
            <a:avLst>
              <a:gd name="adj" fmla="val 12500"/>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zh-CN" altLang="en-US" sz="4000" dirty="0">
                <a:latin typeface="楷体_GB2312" panose="02010609030101010101" charset="-122"/>
                <a:ea typeface="楷体_GB2312" panose="02010609030101010101" charset="-122"/>
              </a:rPr>
              <a:t>源</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程</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序</a:t>
            </a:r>
            <a:endParaRPr lang="en-US" altLang="zh-CN" sz="4000" dirty="0">
              <a:latin typeface="楷体_GB2312" panose="02010609030101010101" charset="-122"/>
              <a:ea typeface="楷体_GB2312" panose="02010609030101010101" charset="-122"/>
            </a:endParaRPr>
          </a:p>
        </p:txBody>
      </p:sp>
      <p:sp>
        <p:nvSpPr>
          <p:cNvPr id="14346" name="Right Arrow 14"/>
          <p:cNvSpPr/>
          <p:nvPr/>
        </p:nvSpPr>
        <p:spPr>
          <a:xfrm>
            <a:off x="2159914" y="2024458"/>
            <a:ext cx="1081088" cy="360362"/>
          </a:xfrm>
          <a:prstGeom prst="rightArrow">
            <a:avLst>
              <a:gd name="adj1" fmla="val 50000"/>
              <a:gd name="adj2" fmla="val 49861"/>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4347" name="Right Arrow 15"/>
          <p:cNvSpPr/>
          <p:nvPr/>
        </p:nvSpPr>
        <p:spPr>
          <a:xfrm>
            <a:off x="6616027" y="5894783"/>
            <a:ext cx="1079500" cy="360362"/>
          </a:xfrm>
          <a:prstGeom prst="rightArrow">
            <a:avLst>
              <a:gd name="adj1" fmla="val 50000"/>
              <a:gd name="adj2" fmla="val 49857"/>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4348" name="Rectangle 16"/>
          <p:cNvSpPr/>
          <p:nvPr/>
        </p:nvSpPr>
        <p:spPr>
          <a:xfrm>
            <a:off x="8011439" y="5489970"/>
            <a:ext cx="1754188" cy="1035050"/>
          </a:xfrm>
          <a:prstGeom prst="rect">
            <a:avLst/>
          </a:prstGeom>
          <a:solidFill>
            <a:schemeClr val="tx1"/>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dirty="0">
                <a:solidFill>
                  <a:srgbClr val="00FF00"/>
                </a:solidFill>
                <a:latin typeface="楷体_GB2312" panose="02010609030101010101" charset="-122"/>
                <a:ea typeface="楷体_GB2312" panose="02010609030101010101" charset="-122"/>
              </a:rPr>
              <a:t>机器代码</a:t>
            </a:r>
            <a:endParaRPr lang="en-US" altLang="zh-CN" sz="2800" dirty="0">
              <a:solidFill>
                <a:srgbClr val="00FF00"/>
              </a:solidFill>
              <a:latin typeface="楷体_GB2312" panose="02010609030101010101" charset="-122"/>
              <a:ea typeface="楷体_GB2312" panose="02010609030101010101" charset="-122"/>
            </a:endParaRPr>
          </a:p>
        </p:txBody>
      </p:sp>
      <p:sp>
        <p:nvSpPr>
          <p:cNvPr id="14349" name="Footer Placeholder 19"/>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4350" name="Slide Number Placeholder 20"/>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5</a:t>
            </a:fld>
            <a:endParaRPr lang="en-GB" altLang="en-US" sz="1200" dirty="0">
              <a:latin typeface="Comic Sans MS" panose="030F0702030302020204" pitchFamily="2" charset="0"/>
              <a:ea typeface="宋体" panose="02010600030101010101" pitchFamily="2" charset="-122"/>
            </a:endParaRPr>
          </a:p>
        </p:txBody>
      </p:sp>
      <p:sp>
        <p:nvSpPr>
          <p:cNvPr id="14351" name="Date Placeholder 17"/>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advTm="8318"/>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idx="4294967295"/>
          </p:nvPr>
        </p:nvSpPr>
        <p:spPr/>
        <p:txBody>
          <a:bodyPr wrap="square" lIns="0" tIns="0" rIns="0" bIns="0" anchor="ctr" anchorCtr="0"/>
          <a:lstStyle/>
          <a:p>
            <a:pPr eaLnBrk="1" hangingPunct="1"/>
            <a:r>
              <a:rPr lang="zh-CN" altLang="en-US" dirty="0"/>
              <a:t>编译的步骤</a:t>
            </a:r>
          </a:p>
        </p:txBody>
      </p:sp>
      <p:sp>
        <p:nvSpPr>
          <p:cNvPr id="15362" name="Rectangle 6"/>
          <p:cNvSpPr/>
          <p:nvPr/>
        </p:nvSpPr>
        <p:spPr>
          <a:xfrm>
            <a:off x="3284538" y="1871663"/>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5363" name="Rectangle 7"/>
          <p:cNvSpPr/>
          <p:nvPr/>
        </p:nvSpPr>
        <p:spPr>
          <a:xfrm>
            <a:off x="3284538" y="3779838"/>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中间代码生成</a:t>
            </a:r>
          </a:p>
        </p:txBody>
      </p:sp>
      <p:sp>
        <p:nvSpPr>
          <p:cNvPr id="15364" name="Rectangle 8"/>
          <p:cNvSpPr/>
          <p:nvPr/>
        </p:nvSpPr>
        <p:spPr>
          <a:xfrm>
            <a:off x="3284538" y="2519363"/>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5365" name="Rectangle 9"/>
          <p:cNvSpPr/>
          <p:nvPr/>
        </p:nvSpPr>
        <p:spPr>
          <a:xfrm>
            <a:off x="3284538" y="3149600"/>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5366" name="Rectangle 10"/>
          <p:cNvSpPr/>
          <p:nvPr/>
        </p:nvSpPr>
        <p:spPr>
          <a:xfrm>
            <a:off x="3284538" y="4410075"/>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中间代码优化</a:t>
            </a:r>
          </a:p>
        </p:txBody>
      </p:sp>
      <p:sp>
        <p:nvSpPr>
          <p:cNvPr id="15367" name="Rectangle 11"/>
          <p:cNvSpPr/>
          <p:nvPr/>
        </p:nvSpPr>
        <p:spPr>
          <a:xfrm>
            <a:off x="3284538" y="569753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目标代码优化</a:t>
            </a:r>
          </a:p>
        </p:txBody>
      </p:sp>
      <p:sp>
        <p:nvSpPr>
          <p:cNvPr id="15368" name="Rectangle 12"/>
          <p:cNvSpPr/>
          <p:nvPr/>
        </p:nvSpPr>
        <p:spPr>
          <a:xfrm>
            <a:off x="3284538" y="505936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目标代码生成</a:t>
            </a:r>
          </a:p>
        </p:txBody>
      </p:sp>
      <p:sp>
        <p:nvSpPr>
          <p:cNvPr id="15369" name="Vertical Scroll 13"/>
          <p:cNvSpPr/>
          <p:nvPr/>
        </p:nvSpPr>
        <p:spPr>
          <a:xfrm>
            <a:off x="404813" y="1349375"/>
            <a:ext cx="1709737" cy="2070100"/>
          </a:xfrm>
          <a:prstGeom prst="verticalScroll">
            <a:avLst>
              <a:gd name="adj" fmla="val 12500"/>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zh-CN" altLang="en-US" sz="4000" dirty="0">
                <a:latin typeface="楷体_GB2312" panose="02010609030101010101" charset="-122"/>
                <a:ea typeface="楷体_GB2312" panose="02010609030101010101" charset="-122"/>
              </a:rPr>
              <a:t>源</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程</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序</a:t>
            </a:r>
            <a:endParaRPr lang="en-US" altLang="zh-CN" sz="4000" dirty="0">
              <a:latin typeface="楷体_GB2312" panose="02010609030101010101" charset="-122"/>
              <a:ea typeface="楷体_GB2312" panose="02010609030101010101" charset="-122"/>
            </a:endParaRPr>
          </a:p>
        </p:txBody>
      </p:sp>
      <p:sp>
        <p:nvSpPr>
          <p:cNvPr id="15370" name="Right Arrow 14"/>
          <p:cNvSpPr/>
          <p:nvPr/>
        </p:nvSpPr>
        <p:spPr>
          <a:xfrm>
            <a:off x="2114550" y="1979613"/>
            <a:ext cx="1081088" cy="360362"/>
          </a:xfrm>
          <a:prstGeom prst="rightArrow">
            <a:avLst>
              <a:gd name="adj1" fmla="val 50000"/>
              <a:gd name="adj2" fmla="val 49861"/>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5371" name="Right Arrow 15"/>
          <p:cNvSpPr/>
          <p:nvPr/>
        </p:nvSpPr>
        <p:spPr>
          <a:xfrm>
            <a:off x="6570663" y="5849938"/>
            <a:ext cx="1079500" cy="360362"/>
          </a:xfrm>
          <a:prstGeom prst="rightArrow">
            <a:avLst>
              <a:gd name="adj1" fmla="val 50000"/>
              <a:gd name="adj2" fmla="val 49857"/>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5372" name="Rectangle 16"/>
          <p:cNvSpPr/>
          <p:nvPr/>
        </p:nvSpPr>
        <p:spPr>
          <a:xfrm>
            <a:off x="7966075" y="5445125"/>
            <a:ext cx="1754188" cy="1035050"/>
          </a:xfrm>
          <a:prstGeom prst="rect">
            <a:avLst/>
          </a:prstGeom>
          <a:solidFill>
            <a:schemeClr val="tx1"/>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dirty="0">
                <a:solidFill>
                  <a:srgbClr val="00FF00"/>
                </a:solidFill>
                <a:latin typeface="楷体_GB2312" panose="02010609030101010101" charset="-122"/>
                <a:ea typeface="楷体_GB2312" panose="02010609030101010101" charset="-122"/>
              </a:rPr>
              <a:t>机器代码</a:t>
            </a:r>
            <a:endParaRPr lang="en-US" altLang="zh-CN" sz="2800" dirty="0">
              <a:solidFill>
                <a:srgbClr val="00FF00"/>
              </a:solidFill>
              <a:latin typeface="楷体_GB2312" panose="02010609030101010101" charset="-122"/>
              <a:ea typeface="楷体_GB2312" panose="02010609030101010101" charset="-122"/>
            </a:endParaRPr>
          </a:p>
        </p:txBody>
      </p:sp>
      <p:sp>
        <p:nvSpPr>
          <p:cNvPr id="12302" name="TextBox 17"/>
          <p:cNvSpPr txBox="1"/>
          <p:nvPr/>
        </p:nvSpPr>
        <p:spPr>
          <a:xfrm>
            <a:off x="6931025" y="2474913"/>
            <a:ext cx="2519363" cy="1350962"/>
          </a:xfrm>
          <a:prstGeom prst="rect">
            <a:avLst/>
          </a:prstGeom>
          <a:noFill/>
          <a:ln w="9525">
            <a:noFill/>
          </a:ln>
        </p:spPr>
        <p:txBody>
          <a:bodyPr anchor="t" anchorCtr="0">
            <a:spAutoFit/>
          </a:bodyPr>
          <a:lstStyle/>
          <a:p>
            <a:pPr indent="0" algn="ctr" hangingPunct="0"/>
            <a:r>
              <a:rPr lang="zh-CN" altLang="en-US" sz="4400" b="1" dirty="0">
                <a:solidFill>
                  <a:srgbClr val="FF0000"/>
                </a:solidFill>
                <a:latin typeface="楷体_GB2312" panose="02010609030101010101" charset="-122"/>
                <a:ea typeface="楷体_GB2312" panose="02010609030101010101" charset="-122"/>
              </a:rPr>
              <a:t>分析</a:t>
            </a:r>
            <a:endParaRPr lang="en-US" altLang="zh-CN" sz="4400" b="1" dirty="0">
              <a:solidFill>
                <a:srgbClr val="FF0000"/>
              </a:solidFill>
              <a:latin typeface="楷体_GB2312" panose="02010609030101010101" charset="-122"/>
              <a:ea typeface="楷体_GB2312" panose="02010609030101010101" charset="-122"/>
            </a:endParaRPr>
          </a:p>
          <a:p>
            <a:pPr indent="0" algn="ctr" hangingPunct="0"/>
            <a:r>
              <a:rPr lang="zh-CN" altLang="en-US" sz="4400" b="1" dirty="0">
                <a:solidFill>
                  <a:srgbClr val="FF0000"/>
                </a:solidFill>
                <a:latin typeface="楷体_GB2312" panose="02010609030101010101" charset="-122"/>
                <a:ea typeface="楷体_GB2312" panose="02010609030101010101" charset="-122"/>
              </a:rPr>
              <a:t>（前端）</a:t>
            </a:r>
            <a:endParaRPr lang="en-US" altLang="zh-CN" sz="4400" b="1" dirty="0">
              <a:solidFill>
                <a:srgbClr val="FF0000"/>
              </a:solidFill>
              <a:latin typeface="楷体_GB2312" panose="02010609030101010101" charset="-122"/>
              <a:ea typeface="楷体_GB2312" panose="02010609030101010101" charset="-122"/>
            </a:endParaRPr>
          </a:p>
        </p:txBody>
      </p:sp>
      <p:sp>
        <p:nvSpPr>
          <p:cNvPr id="12303" name="Right Brace 18"/>
          <p:cNvSpPr/>
          <p:nvPr/>
        </p:nvSpPr>
        <p:spPr>
          <a:xfrm>
            <a:off x="6300788" y="1889125"/>
            <a:ext cx="584200" cy="2520950"/>
          </a:xfrm>
          <a:prstGeom prst="rightBrace">
            <a:avLst>
              <a:gd name="adj1" fmla="val 34981"/>
              <a:gd name="adj2" fmla="val 50000"/>
            </a:avLst>
          </a:prstGeom>
          <a:noFill/>
          <a:ln w="9525" cap="flat" cmpd="sng">
            <a:solidFill>
              <a:schemeClr val="tx1"/>
            </a:solidFill>
            <a:prstDash val="solid"/>
            <a:round/>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5375" name="Footer Placeholder 21"/>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5376" name="Slide Number Placeholder 22"/>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6</a:t>
            </a:fld>
            <a:endParaRPr lang="en-GB" altLang="en-US" sz="1200" dirty="0">
              <a:latin typeface="Comic Sans MS" panose="030F0702030302020204" pitchFamily="2" charset="0"/>
              <a:ea typeface="宋体" panose="02010600030101010101" pitchFamily="2" charset="-122"/>
            </a:endParaRPr>
          </a:p>
        </p:txBody>
      </p:sp>
      <p:sp>
        <p:nvSpPr>
          <p:cNvPr id="15377" name="Date Placeholder 19"/>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ustDataLst>
      <p:tags r:id="rId1"/>
    </p:custDataLst>
  </p:cSld>
  <p:clrMapOvr>
    <a:masterClrMapping/>
  </p:clrMapOvr>
  <p:transition advTm="698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03"/>
                                        </p:tgtEl>
                                        <p:attrNameLst>
                                          <p:attrName>style.visibility</p:attrName>
                                        </p:attrNameLst>
                                      </p:cBhvr>
                                      <p:to>
                                        <p:strVal val="visible"/>
                                      </p:to>
                                    </p:set>
                                    <p:animEffect transition="in" filter="blinds(horizontal)">
                                      <p:cBhvr>
                                        <p:cTn id="7" dur="500"/>
                                        <p:tgtEl>
                                          <p:spTgt spid="1230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302"/>
                                        </p:tgtEl>
                                        <p:attrNameLst>
                                          <p:attrName>style.visibility</p:attrName>
                                        </p:attrNameLst>
                                      </p:cBhvr>
                                      <p:to>
                                        <p:strVal val="visible"/>
                                      </p:to>
                                    </p:set>
                                    <p:animEffect transition="in" filter="blinds(horizontal)">
                                      <p:cBhvr>
                                        <p:cTn id="10" dur="500"/>
                                        <p:tgtEl>
                                          <p:spTgt spid="12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2" grpId="0"/>
      <p:bldP spid="1230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idx="4294967295"/>
          </p:nvPr>
        </p:nvSpPr>
        <p:spPr/>
        <p:txBody>
          <a:bodyPr wrap="square" lIns="0" tIns="0" rIns="0" bIns="0" anchor="ctr" anchorCtr="0"/>
          <a:lstStyle/>
          <a:p>
            <a:pPr eaLnBrk="1" hangingPunct="1"/>
            <a:r>
              <a:rPr lang="zh-CN" altLang="en-US" dirty="0"/>
              <a:t>编译的步骤</a:t>
            </a:r>
          </a:p>
        </p:txBody>
      </p:sp>
      <p:sp>
        <p:nvSpPr>
          <p:cNvPr id="16386" name="Rectangle 6"/>
          <p:cNvSpPr/>
          <p:nvPr/>
        </p:nvSpPr>
        <p:spPr>
          <a:xfrm>
            <a:off x="3284538" y="187166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词法分析</a:t>
            </a:r>
          </a:p>
        </p:txBody>
      </p:sp>
      <p:sp>
        <p:nvSpPr>
          <p:cNvPr id="16387" name="Rectangle 7"/>
          <p:cNvSpPr/>
          <p:nvPr/>
        </p:nvSpPr>
        <p:spPr>
          <a:xfrm>
            <a:off x="3284538" y="3779838"/>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中间代码生成</a:t>
            </a:r>
          </a:p>
        </p:txBody>
      </p:sp>
      <p:sp>
        <p:nvSpPr>
          <p:cNvPr id="16388" name="Rectangle 8"/>
          <p:cNvSpPr/>
          <p:nvPr/>
        </p:nvSpPr>
        <p:spPr>
          <a:xfrm>
            <a:off x="3284538" y="2519363"/>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语法分析</a:t>
            </a:r>
          </a:p>
        </p:txBody>
      </p:sp>
      <p:sp>
        <p:nvSpPr>
          <p:cNvPr id="16389" name="Rectangle 9"/>
          <p:cNvSpPr/>
          <p:nvPr/>
        </p:nvSpPr>
        <p:spPr>
          <a:xfrm>
            <a:off x="3284538" y="3149600"/>
            <a:ext cx="2881312" cy="647700"/>
          </a:xfrm>
          <a:prstGeom prst="rect">
            <a:avLst/>
          </a:prstGeom>
          <a:solidFill>
            <a:srgbClr val="A5A5E9"/>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语义分析</a:t>
            </a:r>
          </a:p>
        </p:txBody>
      </p:sp>
      <p:sp>
        <p:nvSpPr>
          <p:cNvPr id="16390" name="Rectangle 10"/>
          <p:cNvSpPr/>
          <p:nvPr/>
        </p:nvSpPr>
        <p:spPr>
          <a:xfrm>
            <a:off x="3284538" y="4410075"/>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中间代码优化</a:t>
            </a:r>
          </a:p>
        </p:txBody>
      </p:sp>
      <p:sp>
        <p:nvSpPr>
          <p:cNvPr id="16391" name="Rectangle 11"/>
          <p:cNvSpPr/>
          <p:nvPr/>
        </p:nvSpPr>
        <p:spPr>
          <a:xfrm>
            <a:off x="3284538" y="5697538"/>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目标代码优化</a:t>
            </a:r>
          </a:p>
        </p:txBody>
      </p:sp>
      <p:sp>
        <p:nvSpPr>
          <p:cNvPr id="16392" name="Rectangle 12"/>
          <p:cNvSpPr/>
          <p:nvPr/>
        </p:nvSpPr>
        <p:spPr>
          <a:xfrm>
            <a:off x="3284538" y="5059363"/>
            <a:ext cx="2881312" cy="647700"/>
          </a:xfrm>
          <a:prstGeom prst="rect">
            <a:avLst/>
          </a:prstGeom>
          <a:solidFill>
            <a:srgbClr val="FF3300"/>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3200" b="1" dirty="0">
                <a:latin typeface="楷体_GB2312" panose="02010609030101010101" charset="-122"/>
                <a:ea typeface="楷体_GB2312" panose="02010609030101010101" charset="-122"/>
              </a:rPr>
              <a:t>目标代码生成</a:t>
            </a:r>
          </a:p>
        </p:txBody>
      </p:sp>
      <p:sp>
        <p:nvSpPr>
          <p:cNvPr id="16393" name="Vertical Scroll 13"/>
          <p:cNvSpPr/>
          <p:nvPr/>
        </p:nvSpPr>
        <p:spPr>
          <a:xfrm>
            <a:off x="404813" y="1349375"/>
            <a:ext cx="1709737" cy="2070100"/>
          </a:xfrm>
          <a:prstGeom prst="verticalScroll">
            <a:avLst>
              <a:gd name="adj" fmla="val 12500"/>
            </a:avLst>
          </a:prstGeom>
          <a:solidFill>
            <a:srgbClr val="FFFF99"/>
          </a:solidFill>
          <a:ln w="9525" cap="flat" cmpd="sng">
            <a:solidFill>
              <a:schemeClr val="tx1"/>
            </a:solidFill>
            <a:prstDash val="solid"/>
            <a:round/>
            <a:headEnd type="none" w="med" len="med"/>
            <a:tailEnd type="none" w="med" len="med"/>
          </a:ln>
        </p:spPr>
        <p:txBody>
          <a:bodyPr anchor="ctr" anchorCtr="0"/>
          <a:lstStyle/>
          <a:p>
            <a:pPr indent="0" algn="ctr" hangingPunct="0"/>
            <a:r>
              <a:rPr lang="zh-CN" altLang="en-US" sz="4000" dirty="0">
                <a:latin typeface="楷体_GB2312" panose="02010609030101010101" charset="-122"/>
                <a:ea typeface="楷体_GB2312" panose="02010609030101010101" charset="-122"/>
              </a:rPr>
              <a:t>源</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程</a:t>
            </a:r>
            <a:endParaRPr lang="en-US" altLang="zh-CN" sz="4000" dirty="0">
              <a:latin typeface="楷体_GB2312" panose="02010609030101010101" charset="-122"/>
              <a:ea typeface="楷体_GB2312" panose="02010609030101010101" charset="-122"/>
            </a:endParaRPr>
          </a:p>
          <a:p>
            <a:pPr indent="0" algn="ctr" hangingPunct="0"/>
            <a:r>
              <a:rPr lang="zh-CN" altLang="en-US" sz="4000" dirty="0">
                <a:latin typeface="楷体_GB2312" panose="02010609030101010101" charset="-122"/>
                <a:ea typeface="楷体_GB2312" panose="02010609030101010101" charset="-122"/>
              </a:rPr>
              <a:t>序</a:t>
            </a:r>
            <a:endParaRPr lang="en-US" altLang="zh-CN" sz="4000" dirty="0">
              <a:latin typeface="楷体_GB2312" panose="02010609030101010101" charset="-122"/>
              <a:ea typeface="楷体_GB2312" panose="02010609030101010101" charset="-122"/>
            </a:endParaRPr>
          </a:p>
        </p:txBody>
      </p:sp>
      <p:sp>
        <p:nvSpPr>
          <p:cNvPr id="16394" name="Right Arrow 14"/>
          <p:cNvSpPr/>
          <p:nvPr/>
        </p:nvSpPr>
        <p:spPr>
          <a:xfrm>
            <a:off x="2114550" y="1979613"/>
            <a:ext cx="1081088" cy="360362"/>
          </a:xfrm>
          <a:prstGeom prst="rightArrow">
            <a:avLst>
              <a:gd name="adj1" fmla="val 50000"/>
              <a:gd name="adj2" fmla="val 49861"/>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6395" name="Right Arrow 15"/>
          <p:cNvSpPr/>
          <p:nvPr/>
        </p:nvSpPr>
        <p:spPr>
          <a:xfrm>
            <a:off x="6570663" y="5849938"/>
            <a:ext cx="1079500" cy="360362"/>
          </a:xfrm>
          <a:prstGeom prst="rightArrow">
            <a:avLst>
              <a:gd name="adj1" fmla="val 50000"/>
              <a:gd name="adj2" fmla="val 49857"/>
            </a:avLst>
          </a:prstGeom>
          <a:solidFill>
            <a:srgbClr val="8585E0"/>
          </a:solidFill>
          <a:ln w="9525" cap="flat" cmpd="sng">
            <a:solidFill>
              <a:schemeClr val="tx1"/>
            </a:solidFill>
            <a:prstDash val="solid"/>
            <a:miter/>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6396" name="Rectangle 16"/>
          <p:cNvSpPr/>
          <p:nvPr/>
        </p:nvSpPr>
        <p:spPr>
          <a:xfrm>
            <a:off x="7966075" y="5445125"/>
            <a:ext cx="1754188" cy="1035050"/>
          </a:xfrm>
          <a:prstGeom prst="rect">
            <a:avLst/>
          </a:prstGeom>
          <a:solidFill>
            <a:schemeClr val="tx1"/>
          </a:solidFill>
          <a:ln w="9525" cap="flat" cmpd="sng">
            <a:solidFill>
              <a:schemeClr val="tx1"/>
            </a:solidFill>
            <a:prstDash val="solid"/>
            <a:miter/>
            <a:headEnd type="none" w="med" len="med"/>
            <a:tailEnd type="none" w="med" len="med"/>
          </a:ln>
        </p:spPr>
        <p:txBody>
          <a:bodyPr anchor="ctr" anchorCtr="0"/>
          <a:lstStyle/>
          <a:p>
            <a:pPr indent="0" algn="ctr" hangingPunct="0"/>
            <a:r>
              <a:rPr lang="zh-CN" altLang="en-US" sz="2800" dirty="0">
                <a:solidFill>
                  <a:srgbClr val="00FF00"/>
                </a:solidFill>
                <a:latin typeface="楷体_GB2312" panose="02010609030101010101" charset="-122"/>
                <a:ea typeface="楷体_GB2312" panose="02010609030101010101" charset="-122"/>
              </a:rPr>
              <a:t>机器代码</a:t>
            </a:r>
            <a:endParaRPr lang="en-US" altLang="zh-CN" sz="2800" dirty="0">
              <a:solidFill>
                <a:srgbClr val="00FF00"/>
              </a:solidFill>
              <a:latin typeface="楷体_GB2312" panose="02010609030101010101" charset="-122"/>
              <a:ea typeface="楷体_GB2312" panose="02010609030101010101" charset="-122"/>
            </a:endParaRPr>
          </a:p>
        </p:txBody>
      </p:sp>
      <p:sp>
        <p:nvSpPr>
          <p:cNvPr id="13326" name="TextBox 17"/>
          <p:cNvSpPr txBox="1"/>
          <p:nvPr/>
        </p:nvSpPr>
        <p:spPr>
          <a:xfrm>
            <a:off x="269875" y="4770438"/>
            <a:ext cx="2700338" cy="1350962"/>
          </a:xfrm>
          <a:prstGeom prst="rect">
            <a:avLst/>
          </a:prstGeom>
          <a:noFill/>
          <a:ln w="9525">
            <a:noFill/>
          </a:ln>
        </p:spPr>
        <p:txBody>
          <a:bodyPr anchor="t" anchorCtr="0">
            <a:spAutoFit/>
          </a:bodyPr>
          <a:lstStyle/>
          <a:p>
            <a:pPr indent="0" algn="ctr" hangingPunct="0"/>
            <a:r>
              <a:rPr lang="zh-CN" altLang="en-US" sz="4400" b="1" dirty="0">
                <a:solidFill>
                  <a:srgbClr val="FF0000"/>
                </a:solidFill>
                <a:latin typeface="楷体_GB2312" panose="02010609030101010101" charset="-122"/>
                <a:ea typeface="楷体_GB2312" panose="02010609030101010101" charset="-122"/>
              </a:rPr>
              <a:t>综合</a:t>
            </a:r>
            <a:endParaRPr lang="en-US" altLang="zh-CN" sz="4400" b="1" dirty="0">
              <a:solidFill>
                <a:srgbClr val="FF0000"/>
              </a:solidFill>
              <a:latin typeface="楷体_GB2312" panose="02010609030101010101" charset="-122"/>
              <a:ea typeface="楷体_GB2312" panose="02010609030101010101" charset="-122"/>
            </a:endParaRPr>
          </a:p>
          <a:p>
            <a:pPr indent="0" algn="ctr" hangingPunct="0"/>
            <a:r>
              <a:rPr lang="zh-CN" altLang="en-US" sz="4400" b="1" dirty="0">
                <a:solidFill>
                  <a:srgbClr val="FF0000"/>
                </a:solidFill>
                <a:latin typeface="楷体_GB2312" panose="02010609030101010101" charset="-122"/>
                <a:ea typeface="楷体_GB2312" panose="02010609030101010101" charset="-122"/>
              </a:rPr>
              <a:t>（后端）</a:t>
            </a:r>
            <a:endParaRPr lang="en-US" altLang="zh-CN" sz="4400" b="1" dirty="0">
              <a:solidFill>
                <a:srgbClr val="FF0000"/>
              </a:solidFill>
              <a:latin typeface="楷体_GB2312" panose="02010609030101010101" charset="-122"/>
              <a:ea typeface="楷体_GB2312" panose="02010609030101010101" charset="-122"/>
            </a:endParaRPr>
          </a:p>
        </p:txBody>
      </p:sp>
      <p:sp>
        <p:nvSpPr>
          <p:cNvPr id="13327" name="Left Brace 18"/>
          <p:cNvSpPr/>
          <p:nvPr/>
        </p:nvSpPr>
        <p:spPr>
          <a:xfrm>
            <a:off x="2609850" y="4500563"/>
            <a:ext cx="539750" cy="1844675"/>
          </a:xfrm>
          <a:prstGeom prst="leftBrace">
            <a:avLst>
              <a:gd name="adj1" fmla="val 29951"/>
              <a:gd name="adj2" fmla="val 50000"/>
            </a:avLst>
          </a:prstGeom>
          <a:noFill/>
          <a:ln w="9525" cap="flat" cmpd="sng">
            <a:solidFill>
              <a:schemeClr val="tx1"/>
            </a:solidFill>
            <a:prstDash val="solid"/>
            <a:round/>
            <a:headEnd type="none" w="med" len="med"/>
            <a:tailEnd type="none" w="med" len="med"/>
          </a:ln>
        </p:spPr>
        <p:txBody>
          <a:bodyPr anchor="t" anchorCtr="0"/>
          <a:lstStyle/>
          <a:p>
            <a:pPr indent="0" hangingPunct="0"/>
            <a:endParaRPr lang="en-US" altLang="x-none" dirty="0">
              <a:latin typeface="楷体_GB2312" panose="02010609030101010101" charset="-122"/>
              <a:ea typeface="楷体_GB2312" panose="02010609030101010101" charset="-122"/>
            </a:endParaRPr>
          </a:p>
        </p:txBody>
      </p:sp>
      <p:sp>
        <p:nvSpPr>
          <p:cNvPr id="16399" name="Footer Placeholder 21"/>
          <p:cNvSpPr txBox="1">
            <a:spLocks noGrp="1"/>
          </p:cNvSpPr>
          <p:nvPr/>
        </p:nvSpPr>
        <p:spPr>
          <a:xfrm>
            <a:off x="3448050" y="6886575"/>
            <a:ext cx="3194050" cy="519113"/>
          </a:xfrm>
          <a:prstGeom prst="rect">
            <a:avLst/>
          </a:prstGeom>
          <a:noFill/>
          <a:ln w="9525">
            <a:noFill/>
          </a:ln>
        </p:spPr>
        <p:txBody>
          <a:bodyPr lIns="0" tIns="0" rIns="0" bIns="0" anchor="t" anchorCtr="0"/>
          <a:lstStyle/>
          <a:p>
            <a:pPr indent="0" algn="ctr" defTabSz="449580" hangingPunct="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16400" name="Slide Number Placeholder 22"/>
          <p:cNvSpPr txBox="1">
            <a:spLocks noGrp="1"/>
          </p:cNvSpPr>
          <p:nvPr/>
        </p:nvSpPr>
        <p:spPr>
          <a:xfrm>
            <a:off x="7227888" y="6886575"/>
            <a:ext cx="2346325" cy="519113"/>
          </a:xfrm>
          <a:prstGeom prst="rect">
            <a:avLst/>
          </a:prstGeom>
          <a:noFill/>
          <a:ln w="9525">
            <a:noFill/>
          </a:ln>
        </p:spPr>
        <p:txBody>
          <a:bodyPr lIns="0" tIns="0" rIns="0" bIns="0" anchor="t" anchorCtr="0"/>
          <a:lstStyle/>
          <a:p>
            <a:pPr indent="0" algn="r" defTabSz="449580" hangingPunct="0">
              <a:lnSpc>
                <a:spcPct val="116000"/>
              </a:lnSpc>
              <a:tabLst>
                <a:tab pos="723900" algn="l"/>
                <a:tab pos="1447800" algn="l"/>
                <a:tab pos="2171700" algn="l"/>
              </a:tabLst>
            </a:pPr>
            <a:fld id="{9A0DB2DC-4C9A-4742-B13C-FB6460FD3503}" type="slidenum">
              <a:rPr lang="en-GB" altLang="en-US" sz="1200" dirty="0">
                <a:latin typeface="Comic Sans MS" panose="030F0702030302020204" pitchFamily="2" charset="0"/>
                <a:ea typeface="宋体" panose="02010600030101010101" pitchFamily="2" charset="-122"/>
              </a:rPr>
              <a:t>7</a:t>
            </a:fld>
            <a:endParaRPr lang="en-GB" altLang="en-US" sz="1200" dirty="0">
              <a:latin typeface="Comic Sans MS" panose="030F0702030302020204" pitchFamily="2" charset="0"/>
              <a:ea typeface="宋体" panose="02010600030101010101" pitchFamily="2" charset="-122"/>
            </a:endParaRPr>
          </a:p>
        </p:txBody>
      </p:sp>
      <p:sp>
        <p:nvSpPr>
          <p:cNvPr id="16401" name="Date Placeholder 19"/>
          <p:cNvSpPr txBox="1">
            <a:spLocks noGrp="1"/>
          </p:cNvSpPr>
          <p:nvPr/>
        </p:nvSpPr>
        <p:spPr>
          <a:xfrm>
            <a:off x="144463" y="6886575"/>
            <a:ext cx="3094037" cy="519113"/>
          </a:xfrm>
          <a:prstGeom prst="rect">
            <a:avLst/>
          </a:prstGeom>
          <a:noFill/>
          <a:ln w="9525">
            <a:noFill/>
          </a:ln>
        </p:spPr>
        <p:txBody>
          <a:bodyPr lIns="0" tIns="0" rIns="0" bIns="0" anchor="t" anchorCtr="0"/>
          <a:lstStyle/>
          <a:p>
            <a:pPr indent="0" hangingPunct="0">
              <a:lnSpc>
                <a:spcPct val="116000"/>
              </a:lnSpc>
            </a:pPr>
            <a:endParaRPr lang="en-GB" altLang="en-US" sz="1000" dirty="0">
              <a:latin typeface="Comic Sans MS" panose="030F0702030302020204" pitchFamily="2" charset="0"/>
              <a:ea typeface="宋体" panose="02010600030101010101" pitchFamily="2" charset="-122"/>
            </a:endParaRPr>
          </a:p>
        </p:txBody>
      </p:sp>
    </p:spTree>
    <p:custDataLst>
      <p:tags r:id="rId1"/>
    </p:custDataLst>
  </p:cSld>
  <p:clrMapOvr>
    <a:masterClrMapping/>
  </p:clrMapOvr>
  <p:transition advTm="679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26"/>
                                        </p:tgtEl>
                                        <p:attrNameLst>
                                          <p:attrName>style.visibility</p:attrName>
                                        </p:attrNameLst>
                                      </p:cBhvr>
                                      <p:to>
                                        <p:strVal val="visible"/>
                                      </p:to>
                                    </p:set>
                                    <p:animEffect transition="in" filter="blinds(horizontal)">
                                      <p:cBhvr>
                                        <p:cTn id="7" dur="500"/>
                                        <p:tgtEl>
                                          <p:spTgt spid="133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327"/>
                                        </p:tgtEl>
                                        <p:attrNameLst>
                                          <p:attrName>style.visibility</p:attrName>
                                        </p:attrNameLst>
                                      </p:cBhvr>
                                      <p:to>
                                        <p:strVal val="visible"/>
                                      </p:to>
                                    </p:set>
                                    <p:animEffect transition="in" filter="blinds(horizontal)">
                                      <p:cBhvr>
                                        <p:cTn id="10" dur="500"/>
                                        <p:tgtEl>
                                          <p:spTgt spid="13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6" grpId="0"/>
      <p:bldP spid="133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a:extLst>
              <a:ext uri="{FF2B5EF4-FFF2-40B4-BE49-F238E27FC236}">
                <a16:creationId xmlns:a16="http://schemas.microsoft.com/office/drawing/2014/main" id="{973038C1-3209-BA8D-35F3-5C2DF2733D59}"/>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0723" name="Rectangle 2">
            <a:extLst>
              <a:ext uri="{FF2B5EF4-FFF2-40B4-BE49-F238E27FC236}">
                <a16:creationId xmlns:a16="http://schemas.microsoft.com/office/drawing/2014/main" id="{2524F173-A66E-1F8D-C363-DDC4872B29A5}"/>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语言定义</a:t>
            </a:r>
          </a:p>
        </p:txBody>
      </p:sp>
      <p:sp>
        <p:nvSpPr>
          <p:cNvPr id="6148" name="Rectangle 3">
            <a:extLst>
              <a:ext uri="{FF2B5EF4-FFF2-40B4-BE49-F238E27FC236}">
                <a16:creationId xmlns:a16="http://schemas.microsoft.com/office/drawing/2014/main" id="{D9B12965-BD73-3DE2-13DE-FD615FE4D802}"/>
              </a:ext>
            </a:extLst>
          </p:cNvPr>
          <p:cNvSpPr>
            <a:spLocks noGrp="1" noChangeArrowheads="1"/>
          </p:cNvSpPr>
          <p:nvPr>
            <p:ph type="body" idx="4294967295"/>
          </p:nvPr>
        </p:nvSpPr>
        <p:spPr>
          <a:xfrm>
            <a:off x="503238" y="1728788"/>
            <a:ext cx="9070975" cy="5048250"/>
          </a:xfrm>
        </p:spPr>
        <p:txBody>
          <a:bodyPr/>
          <a:lstStyle/>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代码考查</a:t>
            </a:r>
            <a:endParaRPr lang="zh-CN" altLang="en-US" sz="2800" b="1" dirty="0">
              <a:latin typeface="楷体_GB2312" panose="02010609030101010101" pitchFamily="1" charset="-122"/>
            </a:endParaRP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“C语言”代码片段</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表达式种类？</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语句种类？</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赋值表达式构成</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变量 赋值号 表达式（整数/求和运算）</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布尔表达式构成</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变量 比较符号 变量 </a:t>
            </a:r>
          </a:p>
        </p:txBody>
      </p:sp>
      <p:sp>
        <p:nvSpPr>
          <p:cNvPr id="30725" name="Slide Number Placeholder 7">
            <a:extLst>
              <a:ext uri="{FF2B5EF4-FFF2-40B4-BE49-F238E27FC236}">
                <a16:creationId xmlns:a16="http://schemas.microsoft.com/office/drawing/2014/main" id="{EDCD0C7C-CD08-59D0-44B3-9A9DD063C04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010BD7D-2804-4864-83D7-02E284757AA3}"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8</a:t>
            </a:fld>
            <a:endParaRPr lang="en-GB" altLang="en-US" sz="1200">
              <a:latin typeface="Comic Sans MS" panose="030F0702030302020204" pitchFamily="66" charset="0"/>
              <a:ea typeface="宋体" panose="02010600030101010101" pitchFamily="2" charset="-122"/>
            </a:endParaRPr>
          </a:p>
        </p:txBody>
      </p:sp>
      <p:sp>
        <p:nvSpPr>
          <p:cNvPr id="30726" name="Date Placeholder 8">
            <a:extLst>
              <a:ext uri="{FF2B5EF4-FFF2-40B4-BE49-F238E27FC236}">
                <a16:creationId xmlns:a16="http://schemas.microsoft.com/office/drawing/2014/main" id="{861BC7C9-01D2-4CAD-6B3C-BCB6336EADE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0727" name="Text Box 4">
            <a:extLst>
              <a:ext uri="{FF2B5EF4-FFF2-40B4-BE49-F238E27FC236}">
                <a16:creationId xmlns:a16="http://schemas.microsoft.com/office/drawing/2014/main" id="{4EEE3848-D4C3-9A2B-7AD3-421EEFA5E440}"/>
              </a:ext>
            </a:extLst>
          </p:cNvPr>
          <p:cNvSpPr txBox="1">
            <a:spLocks noChangeArrowheads="1"/>
          </p:cNvSpPr>
          <p:nvPr/>
        </p:nvSpPr>
        <p:spPr bwMode="auto">
          <a:xfrm>
            <a:off x="6688138" y="1336675"/>
            <a:ext cx="321627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a = 1; </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b = 10;</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b = a + b;</a:t>
            </a:r>
            <a:endParaRPr lang="zh-CN" altLang="en-US" sz="1800">
              <a:ea typeface="Droid Sans Fallback" charset="-122"/>
            </a:endParaRPr>
          </a:p>
        </p:txBody>
      </p:sp>
    </p:spTree>
    <p:custDataLst>
      <p:tags r:id="rId1"/>
    </p:custDataLst>
  </p:cSld>
  <p:clrMapOvr>
    <a:masterClrMapping/>
  </p:clrMapOvr>
  <p:transition advTm="46588"/>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8">
                                            <p:txEl>
                                              <p:pRg st="2" end="2"/>
                                            </p:txEl>
                                          </p:spTgt>
                                        </p:tgtEl>
                                        <p:attrNameLst>
                                          <p:attrName>style.visibility</p:attrName>
                                        </p:attrNameLst>
                                      </p:cBhvr>
                                      <p:to>
                                        <p:strVal val="visible"/>
                                      </p:to>
                                    </p:set>
                                    <p:animEffect transition="in" filter="blinds(horizontal)">
                                      <p:cBhvr>
                                        <p:cTn id="7" dur="500"/>
                                        <p:tgtEl>
                                          <p:spTgt spid="6148">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48">
                                            <p:txEl>
                                              <p:pRg st="3" end="3"/>
                                            </p:txEl>
                                          </p:spTgt>
                                        </p:tgtEl>
                                        <p:attrNameLst>
                                          <p:attrName>style.visibility</p:attrName>
                                        </p:attrNameLst>
                                      </p:cBhvr>
                                      <p:to>
                                        <p:strVal val="visible"/>
                                      </p:to>
                                    </p:set>
                                    <p:animEffect transition="in" filter="blinds(horizontal)">
                                      <p:cBhvr>
                                        <p:cTn id="10" dur="500"/>
                                        <p:tgtEl>
                                          <p:spTgt spid="6148">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6148">
                                            <p:txEl>
                                              <p:pRg st="4" end="4"/>
                                            </p:txEl>
                                          </p:spTgt>
                                        </p:tgtEl>
                                        <p:attrNameLst>
                                          <p:attrName>style.visibility</p:attrName>
                                        </p:attrNameLst>
                                      </p:cBhvr>
                                      <p:to>
                                        <p:strVal val="visible"/>
                                      </p:to>
                                    </p:set>
                                    <p:animEffect transition="in" filter="blinds(horizontal)">
                                      <p:cBhvr>
                                        <p:cTn id="15" dur="500"/>
                                        <p:tgtEl>
                                          <p:spTgt spid="6148">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6148">
                                            <p:txEl>
                                              <p:pRg st="5" end="5"/>
                                            </p:txEl>
                                          </p:spTgt>
                                        </p:tgtEl>
                                        <p:attrNameLst>
                                          <p:attrName>style.visibility</p:attrName>
                                        </p:attrNameLst>
                                      </p:cBhvr>
                                      <p:to>
                                        <p:strVal val="visible"/>
                                      </p:to>
                                    </p:set>
                                    <p:animEffect transition="in" filter="blinds(horizontal)">
                                      <p:cBhvr>
                                        <p:cTn id="20" dur="500"/>
                                        <p:tgtEl>
                                          <p:spTgt spid="6148">
                                            <p:txEl>
                                              <p:pRg st="5" end="5"/>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6148">
                                            <p:txEl>
                                              <p:pRg st="6" end="6"/>
                                            </p:txEl>
                                          </p:spTgt>
                                        </p:tgtEl>
                                        <p:attrNameLst>
                                          <p:attrName>style.visibility</p:attrName>
                                        </p:attrNameLst>
                                      </p:cBhvr>
                                      <p:to>
                                        <p:strVal val="visible"/>
                                      </p:to>
                                    </p:set>
                                    <p:animEffect transition="in" filter="blinds(horizontal)">
                                      <p:cBhvr>
                                        <p:cTn id="25" dur="500"/>
                                        <p:tgtEl>
                                          <p:spTgt spid="6148">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6148">
                                            <p:txEl>
                                              <p:pRg st="7" end="7"/>
                                            </p:txEl>
                                          </p:spTgt>
                                        </p:tgtEl>
                                        <p:attrNameLst>
                                          <p:attrName>style.visibility</p:attrName>
                                        </p:attrNameLst>
                                      </p:cBhvr>
                                      <p:to>
                                        <p:strVal val="visible"/>
                                      </p:to>
                                    </p:set>
                                    <p:animEffect transition="in" filter="blinds(horizontal)">
                                      <p:cBhvr>
                                        <p:cTn id="30" dur="500"/>
                                        <p:tgtEl>
                                          <p:spTgt spid="614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4">
            <a:extLst>
              <a:ext uri="{FF2B5EF4-FFF2-40B4-BE49-F238E27FC236}">
                <a16:creationId xmlns:a16="http://schemas.microsoft.com/office/drawing/2014/main" id="{D3CB4C7B-96E2-58D3-C8E3-D045DA23D207}"/>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1747" name="Rectangle 2">
            <a:extLst>
              <a:ext uri="{FF2B5EF4-FFF2-40B4-BE49-F238E27FC236}">
                <a16:creationId xmlns:a16="http://schemas.microsoft.com/office/drawing/2014/main" id="{5AB5CFF7-BA3C-D446-3EAD-5EA33EEB21A7}"/>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语言定义</a:t>
            </a:r>
          </a:p>
        </p:txBody>
      </p:sp>
      <p:sp>
        <p:nvSpPr>
          <p:cNvPr id="7172" name="Rectangle 3">
            <a:extLst>
              <a:ext uri="{FF2B5EF4-FFF2-40B4-BE49-F238E27FC236}">
                <a16:creationId xmlns:a16="http://schemas.microsoft.com/office/drawing/2014/main" id="{0C1EE654-4486-8997-5494-C5FB0AFC3581}"/>
              </a:ext>
            </a:extLst>
          </p:cNvPr>
          <p:cNvSpPr>
            <a:spLocks noGrp="1" noChangeArrowheads="1"/>
          </p:cNvSpPr>
          <p:nvPr>
            <p:ph type="body" idx="4294967295"/>
          </p:nvPr>
        </p:nvSpPr>
        <p:spPr>
          <a:xfrm>
            <a:off x="503238" y="1728788"/>
            <a:ext cx="9070975" cy="5048250"/>
          </a:xfrm>
        </p:spPr>
        <p:txBody>
          <a:bodyPr/>
          <a:lstStyle/>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赋值语句构成</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赋值表达式 分号</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3200" b="1" dirty="0">
                <a:latin typeface="楷体_GB2312" panose="02010609030101010101" pitchFamily="1" charset="-122"/>
              </a:rPr>
              <a:t>while</a:t>
            </a:r>
            <a:r>
              <a:rPr lang="zh-CN" altLang="en-US" sz="3200" b="1" dirty="0">
                <a:latin typeface="楷体_GB2312" panose="02010609030101010101" pitchFamily="1" charset="-122"/>
              </a:rPr>
              <a:t>语句构成</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a:t>
            </a:r>
            <a:r>
              <a:rPr lang="en-US" altLang="zh-CN" sz="3200" b="1" dirty="0">
                <a:latin typeface="楷体_GB2312" panose="02010609030101010101" pitchFamily="1" charset="-122"/>
              </a:rPr>
              <a:t>while ( </a:t>
            </a:r>
            <a:r>
              <a:rPr lang="zh-CN" altLang="en-US" sz="3200" b="1" dirty="0">
                <a:latin typeface="楷体_GB2312" panose="02010609030101010101" pitchFamily="1" charset="-122"/>
              </a:rPr>
              <a:t>布尔表达式 ）赋值语句</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进一步考查表达式</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a:t>
            </a:r>
            <a:r>
              <a:rPr lang="zh-CN" altLang="en-US" sz="2400" b="1" dirty="0">
                <a:latin typeface="楷体_GB2312" panose="02010609030101010101" pitchFamily="1" charset="-122"/>
              </a:rPr>
              <a:t>变量：以字母开头，后由字母、数字下划线构成的字符串</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a:t>
            </a:r>
            <a:r>
              <a:rPr lang="zh-CN" altLang="en-US" sz="2400" b="1" dirty="0">
                <a:latin typeface="楷体_GB2312" panose="02010609030101010101" pitchFamily="1" charset="-122"/>
              </a:rPr>
              <a:t>常量：整数</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a:t>
            </a:r>
            <a:r>
              <a:rPr lang="zh-CN" altLang="en-US" sz="2400" b="1" dirty="0">
                <a:latin typeface="楷体_GB2312" panose="02010609030101010101" pitchFamily="1" charset="-122"/>
              </a:rPr>
              <a:t>运算：运算符 变量 常量</a:t>
            </a:r>
          </a:p>
        </p:txBody>
      </p:sp>
      <p:sp>
        <p:nvSpPr>
          <p:cNvPr id="31749" name="Slide Number Placeholder 7">
            <a:extLst>
              <a:ext uri="{FF2B5EF4-FFF2-40B4-BE49-F238E27FC236}">
                <a16:creationId xmlns:a16="http://schemas.microsoft.com/office/drawing/2014/main" id="{EB360F09-B5D7-6511-428B-C8B7E1D2920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9729ABB8-9889-4CAD-9CE0-429507A7CC78}"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9</a:t>
            </a:fld>
            <a:endParaRPr lang="en-GB" altLang="en-US" sz="1200">
              <a:latin typeface="Comic Sans MS" panose="030F0702030302020204" pitchFamily="66" charset="0"/>
              <a:ea typeface="宋体" panose="02010600030101010101" pitchFamily="2" charset="-122"/>
            </a:endParaRPr>
          </a:p>
        </p:txBody>
      </p:sp>
      <p:sp>
        <p:nvSpPr>
          <p:cNvPr id="31750" name="Date Placeholder 8">
            <a:extLst>
              <a:ext uri="{FF2B5EF4-FFF2-40B4-BE49-F238E27FC236}">
                <a16:creationId xmlns:a16="http://schemas.microsoft.com/office/drawing/2014/main" id="{74794059-02A8-F3C2-30B4-E2228DA58694}"/>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1751" name="Text Box 4">
            <a:extLst>
              <a:ext uri="{FF2B5EF4-FFF2-40B4-BE49-F238E27FC236}">
                <a16:creationId xmlns:a16="http://schemas.microsoft.com/office/drawing/2014/main" id="{C0418E7B-1B5B-82D8-6852-9C8A7A7021E5}"/>
              </a:ext>
            </a:extLst>
          </p:cNvPr>
          <p:cNvSpPr txBox="1">
            <a:spLocks noChangeArrowheads="1"/>
          </p:cNvSpPr>
          <p:nvPr/>
        </p:nvSpPr>
        <p:spPr bwMode="auto">
          <a:xfrm>
            <a:off x="6688138" y="1336675"/>
            <a:ext cx="321627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a = 1; </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b = 10;</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b = a + b;</a:t>
            </a:r>
            <a:endParaRPr lang="zh-CN" altLang="en-US" sz="1800">
              <a:ea typeface="Droid Sans Fallback" charset="-122"/>
            </a:endParaRPr>
          </a:p>
        </p:txBody>
      </p:sp>
      <p:sp>
        <p:nvSpPr>
          <p:cNvPr id="7176" name="文本框 7175">
            <a:extLst>
              <a:ext uri="{FF2B5EF4-FFF2-40B4-BE49-F238E27FC236}">
                <a16:creationId xmlns:a16="http://schemas.microsoft.com/office/drawing/2014/main" id="{24C28B7F-DA77-528C-230A-753D6966F8DD}"/>
              </a:ext>
            </a:extLst>
          </p:cNvPr>
          <p:cNvSpPr txBox="1">
            <a:spLocks noChangeArrowheads="1"/>
          </p:cNvSpPr>
          <p:nvPr/>
        </p:nvSpPr>
        <p:spPr bwMode="auto">
          <a:xfrm>
            <a:off x="4983163" y="4546600"/>
            <a:ext cx="4449762" cy="4889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dirty="0">
                <a:ea typeface="楷体_GB2312" panose="02010609030101010101" pitchFamily="1" charset="-122"/>
              </a:rPr>
              <a:t>关键字？函数名？结构名？</a:t>
            </a:r>
          </a:p>
        </p:txBody>
      </p:sp>
      <p:sp>
        <p:nvSpPr>
          <p:cNvPr id="7177" name="文本框 7176">
            <a:extLst>
              <a:ext uri="{FF2B5EF4-FFF2-40B4-BE49-F238E27FC236}">
                <a16:creationId xmlns:a16="http://schemas.microsoft.com/office/drawing/2014/main" id="{B9F22FCF-1181-73D5-E526-B0C13D576C78}"/>
              </a:ext>
            </a:extLst>
          </p:cNvPr>
          <p:cNvSpPr txBox="1">
            <a:spLocks noChangeArrowheads="1"/>
          </p:cNvSpPr>
          <p:nvPr/>
        </p:nvSpPr>
        <p:spPr bwMode="auto">
          <a:xfrm>
            <a:off x="3238500" y="5575300"/>
            <a:ext cx="1620957" cy="49308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dirty="0">
                <a:ea typeface="楷体_GB2312" panose="02010609030101010101" pitchFamily="1" charset="-122"/>
              </a:rPr>
              <a:t>浮点数？</a:t>
            </a:r>
            <a:endParaRPr lang="zh-CN" altLang="en-US" dirty="0"/>
          </a:p>
        </p:txBody>
      </p:sp>
      <p:sp>
        <p:nvSpPr>
          <p:cNvPr id="7178" name="文本框 7177">
            <a:extLst>
              <a:ext uri="{FF2B5EF4-FFF2-40B4-BE49-F238E27FC236}">
                <a16:creationId xmlns:a16="http://schemas.microsoft.com/office/drawing/2014/main" id="{D3865B5C-3997-B67F-D105-ACC0AD317861}"/>
              </a:ext>
            </a:extLst>
          </p:cNvPr>
          <p:cNvSpPr txBox="1">
            <a:spLocks noChangeArrowheads="1"/>
          </p:cNvSpPr>
          <p:nvPr/>
        </p:nvSpPr>
        <p:spPr bwMode="auto">
          <a:xfrm>
            <a:off x="5370513" y="6223000"/>
            <a:ext cx="1979612" cy="4937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数组元素？</a:t>
            </a:r>
            <a:endParaRPr lang="zh-CN" altLang="en-US"/>
          </a:p>
        </p:txBody>
      </p:sp>
      <p:sp>
        <p:nvSpPr>
          <p:cNvPr id="7179" name="文本框 7178">
            <a:extLst>
              <a:ext uri="{FF2B5EF4-FFF2-40B4-BE49-F238E27FC236}">
                <a16:creationId xmlns:a16="http://schemas.microsoft.com/office/drawing/2014/main" id="{05B7750B-E8AE-6E3D-19EF-3AFE4298E150}"/>
              </a:ext>
            </a:extLst>
          </p:cNvPr>
          <p:cNvSpPr txBox="1">
            <a:spLocks noChangeArrowheads="1"/>
          </p:cNvSpPr>
          <p:nvPr/>
        </p:nvSpPr>
        <p:spPr bwMode="auto">
          <a:xfrm>
            <a:off x="7777163" y="4006850"/>
            <a:ext cx="1401762" cy="5461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3200" b="1">
                <a:solidFill>
                  <a:srgbClr val="FF3300"/>
                </a:solidFill>
                <a:ea typeface="楷体_GB2312" panose="02010609030101010101" pitchFamily="1" charset="-122"/>
              </a:rPr>
              <a:t>标识符</a:t>
            </a:r>
          </a:p>
        </p:txBody>
      </p:sp>
    </p:spTree>
    <p:custDataLst>
      <p:tags r:id="rId1"/>
    </p:custDataLst>
  </p:cSld>
  <p:clrMapOvr>
    <a:masterClrMapping/>
  </p:clrMapOvr>
  <p:transition advTm="11564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animEffect transition="in" filter="blinds(horizontal)">
                                      <p:cBhvr>
                                        <p:cTn id="7" dur="500"/>
                                        <p:tgtEl>
                                          <p:spTgt spid="717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xEl>
                                              <p:pRg st="2" end="2"/>
                                            </p:txEl>
                                          </p:spTgt>
                                        </p:tgtEl>
                                        <p:attrNameLst>
                                          <p:attrName>style.visibility</p:attrName>
                                        </p:attrNameLst>
                                      </p:cBhvr>
                                      <p:to>
                                        <p:strVal val="visible"/>
                                      </p:to>
                                    </p:set>
                                    <p:animEffect transition="in" filter="blinds(horizontal)">
                                      <p:cBhvr>
                                        <p:cTn id="12" dur="500"/>
                                        <p:tgtEl>
                                          <p:spTgt spid="717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2">
                                            <p:txEl>
                                              <p:pRg st="3" end="3"/>
                                            </p:txEl>
                                          </p:spTgt>
                                        </p:tgtEl>
                                        <p:attrNameLst>
                                          <p:attrName>style.visibility</p:attrName>
                                        </p:attrNameLst>
                                      </p:cBhvr>
                                      <p:to>
                                        <p:strVal val="visible"/>
                                      </p:to>
                                    </p:set>
                                    <p:animEffect transition="in" filter="blinds(horizontal)">
                                      <p:cBhvr>
                                        <p:cTn id="17" dur="500"/>
                                        <p:tgtEl>
                                          <p:spTgt spid="717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2">
                                            <p:txEl>
                                              <p:pRg st="4" end="4"/>
                                            </p:txEl>
                                          </p:spTgt>
                                        </p:tgtEl>
                                        <p:attrNameLst>
                                          <p:attrName>style.visibility</p:attrName>
                                        </p:attrNameLst>
                                      </p:cBhvr>
                                      <p:to>
                                        <p:strVal val="visible"/>
                                      </p:to>
                                    </p:set>
                                    <p:animEffect transition="in" filter="blinds(horizontal)">
                                      <p:cBhvr>
                                        <p:cTn id="22" dur="500"/>
                                        <p:tgtEl>
                                          <p:spTgt spid="7172">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2">
                                            <p:txEl>
                                              <p:pRg st="5" end="5"/>
                                            </p:txEl>
                                          </p:spTgt>
                                        </p:tgtEl>
                                        <p:attrNameLst>
                                          <p:attrName>style.visibility</p:attrName>
                                        </p:attrNameLst>
                                      </p:cBhvr>
                                      <p:to>
                                        <p:strVal val="visible"/>
                                      </p:to>
                                    </p:set>
                                    <p:animEffect transition="in" filter="blinds(horizontal)">
                                      <p:cBhvr>
                                        <p:cTn id="27" dur="500"/>
                                        <p:tgtEl>
                                          <p:spTgt spid="7172">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176"/>
                                        </p:tgtEl>
                                        <p:attrNameLst>
                                          <p:attrName>style.visibility</p:attrName>
                                        </p:attrNameLst>
                                      </p:cBhvr>
                                      <p:to>
                                        <p:strVal val="visible"/>
                                      </p:to>
                                    </p:set>
                                    <p:animEffect transition="in" filter="blinds(horizontal)">
                                      <p:cBhvr>
                                        <p:cTn id="32" dur="500"/>
                                        <p:tgtEl>
                                          <p:spTgt spid="71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179"/>
                                        </p:tgtEl>
                                        <p:attrNameLst>
                                          <p:attrName>style.visibility</p:attrName>
                                        </p:attrNameLst>
                                      </p:cBhvr>
                                      <p:to>
                                        <p:strVal val="visible"/>
                                      </p:to>
                                    </p:set>
                                    <p:animEffect transition="in" filter="blinds(horizontal)">
                                      <p:cBhvr>
                                        <p:cTn id="37" dur="500"/>
                                        <p:tgtEl>
                                          <p:spTgt spid="717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172">
                                            <p:txEl>
                                              <p:pRg st="6" end="6"/>
                                            </p:txEl>
                                          </p:spTgt>
                                        </p:tgtEl>
                                        <p:attrNameLst>
                                          <p:attrName>style.visibility</p:attrName>
                                        </p:attrNameLst>
                                      </p:cBhvr>
                                      <p:to>
                                        <p:strVal val="visible"/>
                                      </p:to>
                                    </p:set>
                                    <p:animEffect transition="in" filter="blinds(horizontal)">
                                      <p:cBhvr>
                                        <p:cTn id="42" dur="500"/>
                                        <p:tgtEl>
                                          <p:spTgt spid="7172">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177"/>
                                        </p:tgtEl>
                                        <p:attrNameLst>
                                          <p:attrName>style.visibility</p:attrName>
                                        </p:attrNameLst>
                                      </p:cBhvr>
                                      <p:to>
                                        <p:strVal val="visible"/>
                                      </p:to>
                                    </p:set>
                                    <p:animEffect transition="in" filter="blinds(horizontal)">
                                      <p:cBhvr>
                                        <p:cTn id="47" dur="500"/>
                                        <p:tgtEl>
                                          <p:spTgt spid="71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7172">
                                            <p:txEl>
                                              <p:pRg st="7" end="7"/>
                                            </p:txEl>
                                          </p:spTgt>
                                        </p:tgtEl>
                                        <p:attrNameLst>
                                          <p:attrName>style.visibility</p:attrName>
                                        </p:attrNameLst>
                                      </p:cBhvr>
                                      <p:to>
                                        <p:strVal val="visible"/>
                                      </p:to>
                                    </p:set>
                                    <p:animEffect transition="in" filter="blinds(horizontal)">
                                      <p:cBhvr>
                                        <p:cTn id="52" dur="500"/>
                                        <p:tgtEl>
                                          <p:spTgt spid="7172">
                                            <p:txEl>
                                              <p:pRg st="7" end="7"/>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7178"/>
                                        </p:tgtEl>
                                        <p:attrNameLst>
                                          <p:attrName>style.visibility</p:attrName>
                                        </p:attrNameLst>
                                      </p:cBhvr>
                                      <p:to>
                                        <p:strVal val="visible"/>
                                      </p:to>
                                    </p:set>
                                    <p:animEffect transition="in" filter="blinds(horizontal)">
                                      <p:cBhvr>
                                        <p:cTn id="57" dur="500"/>
                                        <p:tgtEl>
                                          <p:spTgt spid="7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6" grpId="0" bldLvl="0" animBg="1"/>
      <p:bldP spid="7177" grpId="0" bldLvl="0" animBg="1"/>
      <p:bldP spid="7178" grpId="0" bldLvl="0" animBg="1"/>
      <p:bldP spid="7179"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4">
            <a:extLst>
              <a:ext uri="{FF2B5EF4-FFF2-40B4-BE49-F238E27FC236}">
                <a16:creationId xmlns:a16="http://schemas.microsoft.com/office/drawing/2014/main" id="{1EA597C8-D7AD-0856-3089-A22249AA68D2}"/>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2771" name="Rectangle 2">
            <a:extLst>
              <a:ext uri="{FF2B5EF4-FFF2-40B4-BE49-F238E27FC236}">
                <a16:creationId xmlns:a16="http://schemas.microsoft.com/office/drawing/2014/main" id="{4540B6F6-7358-6837-823F-0212F5CBF3AE}"/>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语言定义</a:t>
            </a:r>
          </a:p>
        </p:txBody>
      </p:sp>
      <p:sp>
        <p:nvSpPr>
          <p:cNvPr id="8196" name="Rectangle 3">
            <a:extLst>
              <a:ext uri="{FF2B5EF4-FFF2-40B4-BE49-F238E27FC236}">
                <a16:creationId xmlns:a16="http://schemas.microsoft.com/office/drawing/2014/main" id="{612C21EE-E825-D49F-776D-4EA33213C0D9}"/>
              </a:ext>
            </a:extLst>
          </p:cNvPr>
          <p:cNvSpPr>
            <a:spLocks noGrp="1" noChangeArrowheads="1"/>
          </p:cNvSpPr>
          <p:nvPr>
            <p:ph type="body" idx="4294967295"/>
          </p:nvPr>
        </p:nvSpPr>
        <p:spPr>
          <a:xfrm>
            <a:off x="503238" y="1728788"/>
            <a:ext cx="9456737" cy="5048250"/>
          </a:xfrm>
        </p:spPr>
        <p:txBody>
          <a:bodyPr/>
          <a:lstStyle/>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语言定义总结</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语言 </a:t>
            </a:r>
            <a:r>
              <a:rPr lang="en-US" altLang="zh-CN" sz="3200" b="1" dirty="0">
                <a:latin typeface="楷体_GB2312" panose="02010609030101010101" pitchFamily="1" charset="-122"/>
              </a:rPr>
              <a:t>= </a:t>
            </a:r>
            <a:r>
              <a:rPr lang="zh-CN" altLang="en-US" sz="3200" b="1" dirty="0">
                <a:latin typeface="楷体_GB2312" panose="02010609030101010101" pitchFamily="1" charset="-122"/>
              </a:rPr>
              <a:t>语法 </a:t>
            </a:r>
            <a:r>
              <a:rPr lang="en-US" altLang="zh-CN" sz="3200" b="1" dirty="0">
                <a:latin typeface="楷体_GB2312" panose="02010609030101010101" pitchFamily="1" charset="-122"/>
              </a:rPr>
              <a:t>+ </a:t>
            </a:r>
            <a:r>
              <a:rPr lang="zh-CN" altLang="en-US" sz="3200" b="1" dirty="0">
                <a:latin typeface="楷体_GB2312" panose="02010609030101010101" pitchFamily="1" charset="-122"/>
              </a:rPr>
              <a:t>词法</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语法规则</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较高级</a:t>
            </a:r>
            <a:r>
              <a:rPr lang="en-US" altLang="zh-CN" sz="3200" b="1" dirty="0">
                <a:latin typeface="楷体_GB2312" panose="02010609030101010101" pitchFamily="1" charset="-122"/>
              </a:rPr>
              <a:t>(</a:t>
            </a:r>
            <a:r>
              <a:rPr lang="zh-CN" altLang="en-US" sz="3200" b="1" dirty="0">
                <a:latin typeface="楷体_GB2312" panose="02010609030101010101" pitchFamily="1" charset="-122"/>
              </a:rPr>
              <a:t>抽象</a:t>
            </a:r>
            <a:r>
              <a:rPr lang="en-US" altLang="zh-CN" sz="3200" b="1" dirty="0">
                <a:latin typeface="楷体_GB2312" panose="02010609030101010101" pitchFamily="1" charset="-122"/>
              </a:rPr>
              <a:t>)</a:t>
            </a:r>
            <a:r>
              <a:rPr lang="zh-CN" altLang="en-US" sz="3200" b="1" dirty="0">
                <a:latin typeface="楷体_GB2312" panose="02010609030101010101" pitchFamily="1" charset="-122"/>
              </a:rPr>
              <a:t>的语法成份</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a:t>
            </a:r>
            <a:r>
              <a:rPr lang="en-US" altLang="zh-CN" sz="3200" b="1" dirty="0">
                <a:latin typeface="楷体_GB2312" panose="02010609030101010101" pitchFamily="1" charset="-122"/>
              </a:rPr>
              <a:t>while</a:t>
            </a:r>
            <a:r>
              <a:rPr lang="zh-CN" altLang="en-US" sz="3200" b="1" dirty="0">
                <a:latin typeface="楷体_GB2312" panose="02010609030101010101" pitchFamily="1" charset="-122"/>
              </a:rPr>
              <a:t>语句</a:t>
            </a:r>
            <a:r>
              <a:rPr lang="en-US" altLang="zh-CN" sz="3200" b="1" dirty="0">
                <a:latin typeface="楷体_GB2312" panose="02010609030101010101" pitchFamily="1" charset="-122"/>
              </a:rPr>
              <a:t>→ while(</a:t>
            </a:r>
            <a:r>
              <a:rPr lang="zh-CN" altLang="en-US" sz="3200" b="1" dirty="0">
                <a:latin typeface="楷体_GB2312" panose="02010609030101010101" pitchFamily="1" charset="-122"/>
              </a:rPr>
              <a:t>布尔表达式</a:t>
            </a:r>
            <a:r>
              <a:rPr lang="en-US" altLang="zh-CN" sz="3200" b="1" dirty="0">
                <a:latin typeface="楷体_GB2312" panose="02010609030101010101" pitchFamily="1" charset="-122"/>
              </a:rPr>
              <a:t>)</a:t>
            </a:r>
            <a:r>
              <a:rPr lang="zh-CN" altLang="en-US" sz="3200" b="1" dirty="0">
                <a:latin typeface="楷体_GB2312" panose="02010609030101010101" pitchFamily="1" charset="-122"/>
              </a:rPr>
              <a:t>语句</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400" b="1" dirty="0">
                <a:latin typeface="楷体_GB2312" panose="02010609030101010101" pitchFamily="1" charset="-122"/>
              </a:rPr>
              <a:t>        </a:t>
            </a:r>
            <a:r>
              <a:rPr lang="zh-CN" altLang="en-US" sz="3200" b="1" dirty="0">
                <a:latin typeface="楷体_GB2312" panose="02010609030101010101" pitchFamily="1" charset="-122"/>
              </a:rPr>
              <a:t>较低级</a:t>
            </a:r>
            <a:r>
              <a:rPr lang="en-US" altLang="zh-CN" sz="3200" b="1" dirty="0">
                <a:latin typeface="楷体_GB2312" panose="02010609030101010101" pitchFamily="1" charset="-122"/>
              </a:rPr>
              <a:t>(</a:t>
            </a:r>
            <a:r>
              <a:rPr lang="zh-CN" altLang="en-US" sz="3200" b="1" dirty="0">
                <a:latin typeface="楷体_GB2312" panose="02010609030101010101" pitchFamily="1" charset="-122"/>
              </a:rPr>
              <a:t>具体</a:t>
            </a:r>
            <a:r>
              <a:rPr lang="en-US" altLang="zh-CN" sz="3200" b="1" dirty="0">
                <a:latin typeface="楷体_GB2312" panose="02010609030101010101" pitchFamily="1" charset="-122"/>
              </a:rPr>
              <a:t>)</a:t>
            </a:r>
            <a:r>
              <a:rPr lang="zh-CN" altLang="en-US" sz="3200" b="1" dirty="0">
                <a:latin typeface="楷体_GB2312" panose="02010609030101010101" pitchFamily="1" charset="-122"/>
              </a:rPr>
              <a:t>的语法成份</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标识符</a:t>
            </a:r>
            <a:r>
              <a:rPr lang="en-US" altLang="zh-CN" sz="3200" b="1" dirty="0">
                <a:latin typeface="楷体_GB2312" panose="02010609030101010101" pitchFamily="1" charset="-122"/>
              </a:rPr>
              <a:t>→ [a-z A-Z]+[_a-z </a:t>
            </a:r>
            <a:r>
              <a:rPr lang="en-US" altLang="zh-CN" sz="3200" b="1" dirty="0" err="1">
                <a:latin typeface="楷体_GB2312" panose="02010609030101010101" pitchFamily="1" charset="-122"/>
              </a:rPr>
              <a:t>A-Z</a:t>
            </a:r>
            <a:r>
              <a:rPr lang="en-US" altLang="zh-CN" sz="3200" b="1" dirty="0">
                <a:latin typeface="楷体_GB2312" panose="02010609030101010101" pitchFamily="1" charset="-122"/>
              </a:rPr>
              <a:t> 0-9]*</a:t>
            </a:r>
            <a:endParaRPr lang="en-US" altLang="zh-CN" sz="2400" b="1" dirty="0">
              <a:latin typeface="楷体_GB2312" panose="02010609030101010101" pitchFamily="1" charset="-122"/>
            </a:endParaRP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3200" b="1" dirty="0">
                <a:latin typeface="楷体_GB2312" panose="02010609030101010101" pitchFamily="1" charset="-122"/>
              </a:rPr>
              <a:t>         </a:t>
            </a:r>
            <a:r>
              <a:rPr lang="zh-CN" altLang="en-US" sz="3200" b="1" dirty="0">
                <a:latin typeface="楷体_GB2312" panose="02010609030101010101" pitchFamily="1" charset="-122"/>
              </a:rPr>
              <a:t>标识符、关键字、符号、常量等</a:t>
            </a:r>
          </a:p>
        </p:txBody>
      </p:sp>
      <p:sp>
        <p:nvSpPr>
          <p:cNvPr id="32773" name="Slide Number Placeholder 7">
            <a:extLst>
              <a:ext uri="{FF2B5EF4-FFF2-40B4-BE49-F238E27FC236}">
                <a16:creationId xmlns:a16="http://schemas.microsoft.com/office/drawing/2014/main" id="{4467DCBD-9B79-3832-8B1B-EF409C28DFF9}"/>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10</a:t>
            </a:fld>
            <a:endParaRPr lang="en-GB" altLang="en-US" sz="1200" dirty="0">
              <a:latin typeface="Comic Sans MS" panose="030F0702030302020204" pitchFamily="66" charset="0"/>
              <a:ea typeface="宋体" panose="02010600030101010101" pitchFamily="2" charset="-122"/>
            </a:endParaRPr>
          </a:p>
        </p:txBody>
      </p:sp>
      <p:sp>
        <p:nvSpPr>
          <p:cNvPr id="32774" name="Date Placeholder 8">
            <a:extLst>
              <a:ext uri="{FF2B5EF4-FFF2-40B4-BE49-F238E27FC236}">
                <a16:creationId xmlns:a16="http://schemas.microsoft.com/office/drawing/2014/main" id="{00FFB950-EA65-4CE9-EF30-0C920049FBE5}"/>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199" name="文本框 8198">
            <a:extLst>
              <a:ext uri="{FF2B5EF4-FFF2-40B4-BE49-F238E27FC236}">
                <a16:creationId xmlns:a16="http://schemas.microsoft.com/office/drawing/2014/main" id="{591A7534-9415-EC65-BB2F-A369DF11D59C}"/>
              </a:ext>
            </a:extLst>
          </p:cNvPr>
          <p:cNvSpPr txBox="1">
            <a:spLocks noChangeArrowheads="1"/>
          </p:cNvSpPr>
          <p:nvPr/>
        </p:nvSpPr>
        <p:spPr bwMode="auto">
          <a:xfrm>
            <a:off x="7561263" y="3613150"/>
            <a:ext cx="1604962" cy="4889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语法规则</a:t>
            </a:r>
            <a:endParaRPr lang="zh-CN" altLang="en-US"/>
          </a:p>
        </p:txBody>
      </p:sp>
      <p:sp>
        <p:nvSpPr>
          <p:cNvPr id="8200" name="文本框 8199">
            <a:extLst>
              <a:ext uri="{FF2B5EF4-FFF2-40B4-BE49-F238E27FC236}">
                <a16:creationId xmlns:a16="http://schemas.microsoft.com/office/drawing/2014/main" id="{AF5170EA-4308-BAEA-F6E4-7CBB35D1FC83}"/>
              </a:ext>
            </a:extLst>
          </p:cNvPr>
          <p:cNvSpPr txBox="1">
            <a:spLocks noChangeArrowheads="1"/>
          </p:cNvSpPr>
          <p:nvPr/>
        </p:nvSpPr>
        <p:spPr bwMode="auto">
          <a:xfrm>
            <a:off x="7590571" y="4946485"/>
            <a:ext cx="1620957" cy="49308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dirty="0">
                <a:solidFill>
                  <a:srgbClr val="FF3300"/>
                </a:solidFill>
                <a:ea typeface="楷体_GB2312" panose="02010609030101010101" pitchFamily="1" charset="-122"/>
              </a:rPr>
              <a:t>词法规则</a:t>
            </a:r>
          </a:p>
        </p:txBody>
      </p:sp>
    </p:spTree>
    <p:custDataLst>
      <p:tags r:id="rId1"/>
    </p:custDataLst>
  </p:cSld>
  <p:clrMapOvr>
    <a:masterClrMapping/>
  </p:clrMapOvr>
  <p:transition advTm="48049"/>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196">
                                            <p:txEl>
                                              <p:pRg st="2" end="2"/>
                                            </p:txEl>
                                          </p:spTgt>
                                        </p:tgtEl>
                                        <p:attrNameLst>
                                          <p:attrName>style.visibility</p:attrName>
                                        </p:attrNameLst>
                                      </p:cBhvr>
                                      <p:to>
                                        <p:strVal val="visible"/>
                                      </p:to>
                                    </p:set>
                                    <p:animEffect transition="in" filter="blinds(horizontal)">
                                      <p:cBhvr>
                                        <p:cTn id="7" dur="500"/>
                                        <p:tgtEl>
                                          <p:spTgt spid="8196">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196">
                                            <p:txEl>
                                              <p:pRg st="3" end="3"/>
                                            </p:txEl>
                                          </p:spTgt>
                                        </p:tgtEl>
                                        <p:attrNameLst>
                                          <p:attrName>style.visibility</p:attrName>
                                        </p:attrNameLst>
                                      </p:cBhvr>
                                      <p:to>
                                        <p:strVal val="visible"/>
                                      </p:to>
                                    </p:set>
                                    <p:animEffect transition="in" filter="blinds(horizontal)">
                                      <p:cBhvr>
                                        <p:cTn id="12" dur="500"/>
                                        <p:tgtEl>
                                          <p:spTgt spid="8196">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196">
                                            <p:txEl>
                                              <p:pRg st="4" end="4"/>
                                            </p:txEl>
                                          </p:spTgt>
                                        </p:tgtEl>
                                        <p:attrNameLst>
                                          <p:attrName>style.visibility</p:attrName>
                                        </p:attrNameLst>
                                      </p:cBhvr>
                                      <p:to>
                                        <p:strVal val="visible"/>
                                      </p:to>
                                    </p:set>
                                    <p:animEffect transition="in" filter="blinds(horizontal)">
                                      <p:cBhvr>
                                        <p:cTn id="15" dur="500"/>
                                        <p:tgtEl>
                                          <p:spTgt spid="8196">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8196">
                                            <p:txEl>
                                              <p:pRg st="5" end="5"/>
                                            </p:txEl>
                                          </p:spTgt>
                                        </p:tgtEl>
                                        <p:attrNameLst>
                                          <p:attrName>style.visibility</p:attrName>
                                        </p:attrNameLst>
                                      </p:cBhvr>
                                      <p:to>
                                        <p:strVal val="visible"/>
                                      </p:to>
                                    </p:set>
                                    <p:animEffect transition="in" filter="blinds(horizontal)">
                                      <p:cBhvr>
                                        <p:cTn id="20" dur="500"/>
                                        <p:tgtEl>
                                          <p:spTgt spid="8196">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8196">
                                            <p:txEl>
                                              <p:pRg st="6" end="6"/>
                                            </p:txEl>
                                          </p:spTgt>
                                        </p:tgtEl>
                                        <p:attrNameLst>
                                          <p:attrName>style.visibility</p:attrName>
                                        </p:attrNameLst>
                                      </p:cBhvr>
                                      <p:to>
                                        <p:strVal val="visible"/>
                                      </p:to>
                                    </p:set>
                                    <p:animEffect transition="in" filter="blinds(horizontal)">
                                      <p:cBhvr>
                                        <p:cTn id="23" dur="500"/>
                                        <p:tgtEl>
                                          <p:spTgt spid="8196">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8196">
                                            <p:txEl>
                                              <p:pRg st="7" end="7"/>
                                            </p:txEl>
                                          </p:spTgt>
                                        </p:tgtEl>
                                        <p:attrNameLst>
                                          <p:attrName>style.visibility</p:attrName>
                                        </p:attrNameLst>
                                      </p:cBhvr>
                                      <p:to>
                                        <p:strVal val="visible"/>
                                      </p:to>
                                    </p:set>
                                    <p:animEffect transition="in" filter="blinds(horizontal)">
                                      <p:cBhvr>
                                        <p:cTn id="26" dur="500"/>
                                        <p:tgtEl>
                                          <p:spTgt spid="8196">
                                            <p:txEl>
                                              <p:pRg st="7" end="7"/>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8199"/>
                                        </p:tgtEl>
                                        <p:attrNameLst>
                                          <p:attrName>style.visibility</p:attrName>
                                        </p:attrNameLst>
                                      </p:cBhvr>
                                      <p:to>
                                        <p:strVal val="visible"/>
                                      </p:to>
                                    </p:set>
                                    <p:animEffect transition="in" filter="blinds(horizontal)">
                                      <p:cBhvr>
                                        <p:cTn id="31" dur="500"/>
                                        <p:tgtEl>
                                          <p:spTgt spid="819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8200"/>
                                        </p:tgtEl>
                                        <p:attrNameLst>
                                          <p:attrName>style.visibility</p:attrName>
                                        </p:attrNameLst>
                                      </p:cBhvr>
                                      <p:to>
                                        <p:strVal val="visible"/>
                                      </p:to>
                                    </p:set>
                                    <p:animEffect transition="in" filter="blinds(horizontal)">
                                      <p:cBhvr>
                                        <p:cTn id="36" dur="500"/>
                                        <p:tgtEl>
                                          <p:spTgt spid="8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bldLvl="0" animBg="1"/>
      <p:bldP spid="8200"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D38D13C-8B16-9C42-9726-8C8512B774A4}"/>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0000"/>
              </a:lnSpc>
              <a:spcAft>
                <a:spcPct val="0"/>
              </a:spcAft>
              <a:buFont typeface="Times New Roman" panose="02020603050405020304" pitchFamily="18" charset="0"/>
              <a:buNone/>
            </a:pPr>
            <a:r>
              <a:rPr lang="zh-CN" altLang="en-US" sz="4000"/>
              <a:t>语言定义</a:t>
            </a:r>
          </a:p>
        </p:txBody>
      </p:sp>
      <p:sp>
        <p:nvSpPr>
          <p:cNvPr id="3" name="Rectangle 5">
            <a:extLst>
              <a:ext uri="{FF2B5EF4-FFF2-40B4-BE49-F238E27FC236}">
                <a16:creationId xmlns:a16="http://schemas.microsoft.com/office/drawing/2014/main" id="{14C43D6F-F70E-31C4-E0AD-1FE927B3771D}"/>
              </a:ext>
            </a:extLst>
          </p:cNvPr>
          <p:cNvSpPr txBox="1">
            <a:spLocks noChangeArrowheads="1"/>
          </p:cNvSpPr>
          <p:nvPr/>
        </p:nvSpPr>
        <p:spPr bwMode="auto">
          <a:xfrm>
            <a:off x="630238" y="1665288"/>
            <a:ext cx="8864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r>
              <a:rPr lang="zh-CN" altLang="en-US" b="1" dirty="0">
                <a:solidFill>
                  <a:schemeClr val="accent2"/>
                </a:solidFill>
              </a:rPr>
              <a:t>词法规则</a:t>
            </a:r>
            <a:r>
              <a:rPr lang="zh-CN" altLang="en-US" b="1" dirty="0"/>
              <a:t>：单词符号的形成规则</a:t>
            </a:r>
          </a:p>
          <a:p>
            <a:pPr lvl="1"/>
            <a:r>
              <a:rPr lang="zh-CN" altLang="en-US" b="1" dirty="0"/>
              <a:t>单词符号是语言中具有独立意义的最基本结构</a:t>
            </a:r>
          </a:p>
          <a:p>
            <a:pPr lvl="1"/>
            <a:r>
              <a:rPr lang="zh-CN" altLang="en-US" b="1" dirty="0"/>
              <a:t>一般包括：常数、标识符、基本字、算符、界符等</a:t>
            </a:r>
          </a:p>
          <a:p>
            <a:pPr lvl="1"/>
            <a:r>
              <a:rPr lang="zh-CN" altLang="en-US" b="1" dirty="0"/>
              <a:t>描述工具：有限自动机</a:t>
            </a:r>
            <a:endParaRPr lang="en-US" altLang="zh-CN" b="1" dirty="0"/>
          </a:p>
          <a:p>
            <a:r>
              <a:rPr lang="zh-CN" altLang="en-US" b="1" dirty="0">
                <a:solidFill>
                  <a:schemeClr val="accent2"/>
                </a:solidFill>
              </a:rPr>
              <a:t>语法规则</a:t>
            </a:r>
            <a:r>
              <a:rPr lang="zh-CN" altLang="en-US" b="1" dirty="0"/>
              <a:t>：语法结构</a:t>
            </a:r>
            <a:r>
              <a:rPr lang="en-US" altLang="zh-CN" b="1" dirty="0"/>
              <a:t>(</a:t>
            </a:r>
            <a:r>
              <a:rPr lang="zh-CN" altLang="en-US" b="1" dirty="0"/>
              <a:t>单位</a:t>
            </a:r>
            <a:r>
              <a:rPr lang="en-US" altLang="zh-CN" b="1" dirty="0"/>
              <a:t>)</a:t>
            </a:r>
            <a:r>
              <a:rPr lang="zh-CN" altLang="en-US" b="1" dirty="0"/>
              <a:t>的形成规则</a:t>
            </a:r>
          </a:p>
          <a:p>
            <a:pPr lvl="1"/>
            <a:r>
              <a:rPr lang="zh-CN" altLang="en-US" b="1" dirty="0"/>
              <a:t>语法结构通常包括：表达式、语句、分程序、过程、函数、程序等</a:t>
            </a:r>
            <a:r>
              <a:rPr lang="en-US" altLang="zh-CN" b="1" dirty="0"/>
              <a:t>;</a:t>
            </a:r>
          </a:p>
          <a:p>
            <a:pPr lvl="1"/>
            <a:r>
              <a:rPr lang="zh-CN" altLang="en-US" b="1" dirty="0"/>
              <a:t>描述工具：上下文无关文法</a:t>
            </a:r>
            <a:endParaRPr lang="en-US" altLang="zh-CN" b="1" dirty="0"/>
          </a:p>
          <a:p>
            <a:pPr lvl="1"/>
            <a:endParaRPr lang="zh-CN" altLang="en-US" b="1" dirty="0"/>
          </a:p>
          <a:p>
            <a:pPr lvl="1"/>
            <a:endParaRPr lang="zh-CN" altLang="en-US" b="1" dirty="0"/>
          </a:p>
        </p:txBody>
      </p:sp>
      <p:sp>
        <p:nvSpPr>
          <p:cNvPr id="2" name="Slide Number Placeholder 7">
            <a:extLst>
              <a:ext uri="{FF2B5EF4-FFF2-40B4-BE49-F238E27FC236}">
                <a16:creationId xmlns:a16="http://schemas.microsoft.com/office/drawing/2014/main" id="{7D49A9A2-9C00-7B2D-7BDE-03A21BDC1AA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11</a:t>
            </a:fld>
            <a:endParaRPr lang="en-GB" altLang="en-US" sz="1200" dirty="0">
              <a:latin typeface="Comic Sans MS" panose="030F0702030302020204" pitchFamily="66" charset="0"/>
              <a:ea typeface="宋体" panose="0201060003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274"/>
    </mc:Choice>
    <mc:Fallback xmlns="">
      <p:transition spd="slow" advTm="3527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7"/>
          <p:cNvSpPr>
            <a:spLocks noGrp="1" noChangeArrowheads="1"/>
          </p:cNvSpPr>
          <p:nvPr>
            <p:ph type="title"/>
          </p:nvPr>
        </p:nvSpPr>
        <p:spPr/>
        <p:txBody>
          <a:bodyPr/>
          <a:lstStyle/>
          <a:p>
            <a:r>
              <a:rPr lang="zh-CN" altLang="en-US"/>
              <a:t>语法</a:t>
            </a:r>
            <a:endParaRPr lang="zh-CN" altLang="en-US" dirty="0"/>
          </a:p>
        </p:txBody>
      </p:sp>
      <p:sp>
        <p:nvSpPr>
          <p:cNvPr id="14341" name="Rectangle 5"/>
          <p:cNvSpPr>
            <a:spLocks noGrp="1" noChangeArrowheads="1"/>
          </p:cNvSpPr>
          <p:nvPr>
            <p:ph idx="1"/>
          </p:nvPr>
        </p:nvSpPr>
        <p:spPr>
          <a:xfrm>
            <a:off x="503238" y="1728788"/>
            <a:ext cx="9217386" cy="4383087"/>
          </a:xfrm>
        </p:spPr>
        <p:txBody>
          <a:bodyPr/>
          <a:lstStyle/>
          <a:p>
            <a:pPr marL="0" indent="0">
              <a:buNone/>
            </a:pPr>
            <a:r>
              <a:rPr lang="en-US" altLang="zh-CN" dirty="0"/>
              <a:t>   	</a:t>
            </a:r>
            <a:r>
              <a:rPr lang="en-US" altLang="zh-CN" dirty="0" err="1"/>
              <a:t>E→i</a:t>
            </a:r>
            <a:endParaRPr lang="en-US" altLang="zh-CN" dirty="0"/>
          </a:p>
          <a:p>
            <a:pPr marL="0" indent="0">
              <a:buNone/>
            </a:pPr>
            <a:r>
              <a:rPr lang="en-US" altLang="zh-CN" dirty="0"/>
              <a:t>	E→E+E</a:t>
            </a:r>
          </a:p>
          <a:p>
            <a:pPr marL="0" indent="0">
              <a:buNone/>
            </a:pPr>
            <a:r>
              <a:rPr lang="en-US" altLang="zh-CN" dirty="0"/>
              <a:t>	E→E*E</a:t>
            </a:r>
          </a:p>
          <a:p>
            <a:pPr marL="0" indent="0">
              <a:buNone/>
            </a:pPr>
            <a:r>
              <a:rPr lang="en-US" altLang="zh-CN" dirty="0"/>
              <a:t>	E→(E)</a:t>
            </a:r>
          </a:p>
          <a:p>
            <a:r>
              <a:rPr lang="zh-CN" altLang="en-US" dirty="0">
                <a:solidFill>
                  <a:schemeClr val="accent2"/>
                </a:solidFill>
              </a:rPr>
              <a:t>语法规则</a:t>
            </a:r>
            <a:r>
              <a:rPr lang="zh-CN" altLang="en-US" dirty="0"/>
              <a:t>和</a:t>
            </a:r>
            <a:r>
              <a:rPr lang="zh-CN" altLang="en-US" dirty="0">
                <a:solidFill>
                  <a:schemeClr val="accent2"/>
                </a:solidFill>
              </a:rPr>
              <a:t>词法规则</a:t>
            </a:r>
            <a:r>
              <a:rPr lang="zh-CN" altLang="en-US" dirty="0"/>
              <a:t>定义了程序的形式结构，而不是意义，语法认为是</a:t>
            </a:r>
            <a:r>
              <a:rPr lang="en-US" altLang="zh-CN" dirty="0"/>
              <a:t>*</a:t>
            </a:r>
            <a:r>
              <a:rPr lang="zh-CN" altLang="en-US" dirty="0"/>
              <a:t>号，不是乘号</a:t>
            </a:r>
          </a:p>
          <a:p>
            <a:r>
              <a:rPr lang="zh-CN" altLang="en-US" dirty="0"/>
              <a:t>定义语法单位的意义属于</a:t>
            </a:r>
            <a:r>
              <a:rPr lang="zh-CN" altLang="en-US" dirty="0">
                <a:solidFill>
                  <a:schemeClr val="accent2"/>
                </a:solidFill>
              </a:rPr>
              <a:t>语义</a:t>
            </a:r>
            <a:r>
              <a:rPr lang="zh-CN" altLang="en-US" dirty="0"/>
              <a:t>问题，即将</a:t>
            </a:r>
            <a:r>
              <a:rPr lang="en-US" altLang="zh-CN" dirty="0"/>
              <a:t>*</a:t>
            </a:r>
            <a:r>
              <a:rPr lang="zh-CN" altLang="en-US" dirty="0"/>
              <a:t>号映射到乘号，则涉及语义</a:t>
            </a:r>
          </a:p>
        </p:txBody>
      </p:sp>
      <p:sp>
        <p:nvSpPr>
          <p:cNvPr id="2" name="Slide Number Placeholder 7">
            <a:extLst>
              <a:ext uri="{FF2B5EF4-FFF2-40B4-BE49-F238E27FC236}">
                <a16:creationId xmlns:a16="http://schemas.microsoft.com/office/drawing/2014/main" id="{E1F59732-EFA4-BE99-54D9-BD7BE45BFBD4}"/>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12</a:t>
            </a:fld>
            <a:endParaRPr lang="en-GB" altLang="en-US" sz="1200" dirty="0">
              <a:latin typeface="Comic Sans MS" panose="030F0702030302020204" pitchFamily="66" charset="0"/>
              <a:ea typeface="宋体" panose="02010600030101010101" pitchFamily="2" charset="-122"/>
            </a:endParaRPr>
          </a:p>
        </p:txBody>
      </p:sp>
    </p:spTree>
    <p:custDataLst>
      <p:tags r:id="rId1"/>
    </p:custDataLst>
    <p:extLst>
      <p:ext uri="{BB962C8B-B14F-4D97-AF65-F5344CB8AC3E}">
        <p14:creationId xmlns:p14="http://schemas.microsoft.com/office/powerpoint/2010/main" val="1468423329"/>
      </p:ext>
    </p:extLst>
  </p:cSld>
  <p:clrMapOvr>
    <a:masterClrMapping/>
  </p:clrMapOvr>
  <p:transition advTm="72325"/>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1">
                                            <p:txEl>
                                              <p:pRg st="4" end="4"/>
                                            </p:txEl>
                                          </p:spTgt>
                                        </p:tgtEl>
                                        <p:attrNameLst>
                                          <p:attrName>style.visibility</p:attrName>
                                        </p:attrNameLst>
                                      </p:cBhvr>
                                      <p:to>
                                        <p:strVal val="visible"/>
                                      </p:to>
                                    </p:set>
                                    <p:animEffect transition="in" filter="wipe(left)">
                                      <p:cBhvr>
                                        <p:cTn id="7" dur="500"/>
                                        <p:tgtEl>
                                          <p:spTgt spid="14341">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41">
                                            <p:txEl>
                                              <p:pRg st="5" end="5"/>
                                            </p:txEl>
                                          </p:spTgt>
                                        </p:tgtEl>
                                        <p:attrNameLst>
                                          <p:attrName>style.visibility</p:attrName>
                                        </p:attrNameLst>
                                      </p:cBhvr>
                                      <p:to>
                                        <p:strVal val="visible"/>
                                      </p:to>
                                    </p:set>
                                    <p:animEffect transition="in" filter="wipe(left)">
                                      <p:cBhvr>
                                        <p:cTn id="12" dur="500"/>
                                        <p:tgtEl>
                                          <p:spTgt spid="1434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a:t>测试</a:t>
            </a:r>
            <a:endParaRPr lang="zh-CN" altLang="en-GB"/>
          </a:p>
        </p:txBody>
      </p:sp>
      <p:sp>
        <p:nvSpPr>
          <p:cNvPr id="20484" name="Rectangle 3"/>
          <p:cNvSpPr>
            <a:spLocks noGrp="1" noChangeArrowheads="1"/>
          </p:cNvSpPr>
          <p:nvPr>
            <p:ph idx="1"/>
          </p:nvPr>
        </p:nvSpPr>
        <p:spPr/>
        <p:txBody>
          <a:bodyPr/>
          <a:lstStyle/>
          <a:p>
            <a:r>
              <a:rPr lang="zh-CN" altLang="en-GB" dirty="0"/>
              <a:t>下面哪</a:t>
            </a:r>
            <a:r>
              <a:rPr lang="zh-CN" altLang="en-US" dirty="0"/>
              <a:t>些属于程序语言的语义定义</a:t>
            </a:r>
            <a:r>
              <a:rPr lang="zh-CN" altLang="en-GB" dirty="0"/>
              <a:t>？ </a:t>
            </a:r>
            <a:r>
              <a:rPr lang="en-GB" altLang="zh-CN" dirty="0"/>
              <a:t>(    )</a:t>
            </a:r>
          </a:p>
          <a:p>
            <a:pPr marL="0" indent="0">
              <a:buNone/>
            </a:pPr>
            <a:r>
              <a:rPr lang="en-GB" altLang="en-GB" dirty="0"/>
              <a:t>A. </a:t>
            </a:r>
            <a:r>
              <a:rPr lang="zh-CN" altLang="en-US" dirty="0"/>
              <a:t>表达式中圆括号必须匹配</a:t>
            </a:r>
            <a:endParaRPr lang="en-GB" altLang="en-GB" dirty="0"/>
          </a:p>
          <a:p>
            <a:pPr marL="0" indent="0">
              <a:buNone/>
            </a:pPr>
            <a:r>
              <a:rPr lang="en-GB" altLang="en-GB" dirty="0"/>
              <a:t>B. </a:t>
            </a:r>
            <a:r>
              <a:rPr lang="zh-CN" altLang="en-US" dirty="0"/>
              <a:t>类的声明必须以</a:t>
            </a:r>
            <a:r>
              <a:rPr lang="en-US" altLang="zh-CN" dirty="0"/>
              <a:t>class</a:t>
            </a:r>
            <a:r>
              <a:rPr lang="zh-CN" altLang="en-US" dirty="0"/>
              <a:t>开头</a:t>
            </a:r>
            <a:endParaRPr lang="en-US" altLang="zh-CN" dirty="0"/>
          </a:p>
          <a:p>
            <a:pPr marL="0" indent="0">
              <a:buNone/>
            </a:pPr>
            <a:r>
              <a:rPr lang="en-US" altLang="en-GB" dirty="0"/>
              <a:t>C. </a:t>
            </a:r>
            <a:r>
              <a:rPr lang="zh-CN" altLang="en-US" dirty="0"/>
              <a:t>关于函数调用时参数传递方法的描述</a:t>
            </a:r>
            <a:endParaRPr lang="en-US" altLang="zh-CN" dirty="0"/>
          </a:p>
          <a:p>
            <a:pPr marL="0" indent="0">
              <a:buNone/>
            </a:pPr>
            <a:r>
              <a:rPr lang="en-US" altLang="en-GB" dirty="0"/>
              <a:t>D. </a:t>
            </a:r>
            <a:r>
              <a:rPr lang="zh-CN" altLang="en-US" dirty="0"/>
              <a:t>函数体必须用</a:t>
            </a:r>
            <a:r>
              <a:rPr lang="en-US" altLang="zh-CN" dirty="0"/>
              <a:t>return</a:t>
            </a:r>
            <a:r>
              <a:rPr lang="zh-CN" altLang="en-US" dirty="0"/>
              <a:t>语句结尾</a:t>
            </a:r>
            <a:endParaRPr lang="en-GB" altLang="en-GB" dirty="0"/>
          </a:p>
        </p:txBody>
      </p:sp>
      <p:sp>
        <p:nvSpPr>
          <p:cNvPr id="2" name="Slide Number Placeholder 7">
            <a:extLst>
              <a:ext uri="{FF2B5EF4-FFF2-40B4-BE49-F238E27FC236}">
                <a16:creationId xmlns:a16="http://schemas.microsoft.com/office/drawing/2014/main" id="{E87D8AD5-C011-F616-3A69-89EC69CAA979}"/>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13</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999199263"/>
      </p:ext>
    </p:extLst>
  </p:cSld>
  <p:clrMapOvr>
    <a:masterClrMapping/>
  </p:clrMapOvr>
  <mc:AlternateContent xmlns:mc="http://schemas.openxmlformats.org/markup-compatibility/2006" xmlns:p14="http://schemas.microsoft.com/office/powerpoint/2010/main">
    <mc:Choice Requires="p14">
      <p:transition spd="slow" p14:dur="2000" advTm="190050"/>
    </mc:Choice>
    <mc:Fallback xmlns="">
      <p:transition spd="slow" advTm="190050"/>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a:t>程序的层次结构</a:t>
            </a:r>
          </a:p>
        </p:txBody>
      </p:sp>
      <p:sp>
        <p:nvSpPr>
          <p:cNvPr id="12" name="Rectangle 3"/>
          <p:cNvSpPr txBox="1">
            <a:spLocks noChangeArrowheads="1"/>
          </p:cNvSpPr>
          <p:nvPr/>
        </p:nvSpPr>
        <p:spPr>
          <a:xfrm>
            <a:off x="686501" y="2603243"/>
            <a:ext cx="6422413" cy="3487259"/>
          </a:xfrm>
          <a:prstGeom prst="rect">
            <a:avLst/>
          </a:prstGeom>
        </p:spPr>
        <p:txBody>
          <a:bodyPr vert="horz" lIns="75597" tIns="37798" rIns="75597" bIns="37798"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buFont typeface="Wingdings" panose="05000000000000000000" pitchFamily="2" charset="2"/>
              <a:buNone/>
            </a:pPr>
            <a:endParaRPr lang="zh-CN" altLang="en-US" sz="2315" dirty="0"/>
          </a:p>
        </p:txBody>
      </p:sp>
      <p:sp>
        <p:nvSpPr>
          <p:cNvPr id="6" name="内容占位符 7"/>
          <p:cNvSpPr txBox="1">
            <a:spLocks/>
          </p:cNvSpPr>
          <p:nvPr/>
        </p:nvSpPr>
        <p:spPr>
          <a:xfrm>
            <a:off x="1125051" y="1979717"/>
            <a:ext cx="7887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ctr" defTabSz="457200" rtl="0" eaLnBrk="1" fontAlgn="auto" latinLnBrk="0" hangingPunct="1">
              <a:lnSpc>
                <a:spcPct val="100000"/>
              </a:lnSpc>
              <a:spcBef>
                <a:spcPts val="100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程序</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1"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子程序或分程序、过程、函数</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1"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语句</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1"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表达式</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en-US" altLang="zh-CN" sz="2800" b="1"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a:t>
            </a:r>
          </a:p>
          <a:p>
            <a:pPr marL="342900" marR="0" lvl="0" indent="-342900" algn="ctr" defTabSz="457200" rtl="0" eaLnBrk="1" fontAlgn="auto" latinLnBrk="0" hangingPunct="1">
              <a:lnSpc>
                <a:spcPct val="100000"/>
              </a:lnSpc>
              <a:spcBef>
                <a:spcPct val="0"/>
              </a:spcBef>
              <a:spcAft>
                <a:spcPts val="0"/>
              </a:spcAft>
              <a:buClr>
                <a:srgbClr val="4F81BD"/>
              </a:buClr>
              <a:buSzPct val="80000"/>
              <a:buFont typeface="Wingdings" panose="05000000000000000000" pitchFamily="2" charset="2"/>
              <a:buNone/>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宋体" panose="02010600030101010101" pitchFamily="2" charset="-122"/>
                <a:ea typeface="微软雅黑" panose="020B0503020204020204" pitchFamily="34" charset="-122"/>
                <a:cs typeface="+mn-cs"/>
              </a:rPr>
              <a:t>数据引用   运算符   函数调用</a:t>
            </a:r>
            <a:endParaRPr kumimoji="0" lang="zh-CN" altLang="en-US" sz="28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sp>
        <p:nvSpPr>
          <p:cNvPr id="7" name="Rectangle 3"/>
          <p:cNvSpPr txBox="1">
            <a:spLocks noChangeArrowheads="1"/>
          </p:cNvSpPr>
          <p:nvPr/>
        </p:nvSpPr>
        <p:spPr>
          <a:xfrm>
            <a:off x="1117352" y="2518073"/>
            <a:ext cx="5826297" cy="3163578"/>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ctr" defTabSz="457200" rtl="0" eaLnBrk="1" fontAlgn="auto" latinLnBrk="0" hangingPunct="1">
              <a:lnSpc>
                <a:spcPct val="100000"/>
              </a:lnSpc>
              <a:spcBef>
                <a:spcPts val="1000"/>
              </a:spcBef>
              <a:spcAft>
                <a:spcPts val="0"/>
              </a:spcAft>
              <a:buClr>
                <a:srgbClr val="4F81BD"/>
              </a:buClr>
              <a:buSzPct val="80000"/>
              <a:buFont typeface="Wingdings" panose="05000000000000000000" pitchFamily="2" charset="2"/>
              <a:buNone/>
              <a:tabLst/>
              <a:defRPr/>
            </a:pPr>
            <a:endParaRPr kumimoji="0" lang="zh-CN" altLang="en-US" sz="21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 name="Slide Number Placeholder 7">
            <a:extLst>
              <a:ext uri="{FF2B5EF4-FFF2-40B4-BE49-F238E27FC236}">
                <a16:creationId xmlns:a16="http://schemas.microsoft.com/office/drawing/2014/main" id="{7379ECF1-26A4-F93A-392D-D2907D28EAE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14</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3995689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A13149A-7FF6-273B-1812-4F862046F5DC}"/>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0000"/>
              </a:lnSpc>
              <a:spcAft>
                <a:spcPct val="0"/>
              </a:spcAft>
              <a:buFont typeface="Times New Roman" panose="02020603050405020304" pitchFamily="18" charset="0"/>
              <a:buNone/>
            </a:pPr>
            <a:r>
              <a:rPr lang="zh-CN" altLang="en-US" sz="4000"/>
              <a:t>语言定义</a:t>
            </a:r>
          </a:p>
        </p:txBody>
      </p:sp>
      <p:sp>
        <p:nvSpPr>
          <p:cNvPr id="3" name="Rectangle 5">
            <a:extLst>
              <a:ext uri="{FF2B5EF4-FFF2-40B4-BE49-F238E27FC236}">
                <a16:creationId xmlns:a16="http://schemas.microsoft.com/office/drawing/2014/main" id="{4F104469-1288-9C61-5216-87675A2E3DF9}"/>
              </a:ext>
            </a:extLst>
          </p:cNvPr>
          <p:cNvSpPr txBox="1">
            <a:spLocks noChangeArrowheads="1"/>
          </p:cNvSpPr>
          <p:nvPr/>
        </p:nvSpPr>
        <p:spPr bwMode="auto">
          <a:xfrm>
            <a:off x="630238" y="1484313"/>
            <a:ext cx="88646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r>
              <a:rPr lang="zh-CN" altLang="en-US" b="1">
                <a:solidFill>
                  <a:schemeClr val="accent2"/>
                </a:solidFill>
              </a:rPr>
              <a:t>语法规则</a:t>
            </a:r>
            <a:r>
              <a:rPr lang="zh-CN" altLang="en-US" b="1"/>
              <a:t>：语法结构的形成规则</a:t>
            </a:r>
            <a:endParaRPr lang="en-US" altLang="zh-CN" b="1"/>
          </a:p>
          <a:p>
            <a:r>
              <a:rPr lang="en-US" altLang="zh-CN" b="1"/>
              <a:t>He gave me a book.</a:t>
            </a:r>
          </a:p>
          <a:p>
            <a:endParaRPr lang="zh-CN" altLang="en-US" b="1"/>
          </a:p>
          <a:p>
            <a:pPr lvl="1"/>
            <a:endParaRPr lang="zh-CN" altLang="en-US" b="1"/>
          </a:p>
        </p:txBody>
      </p:sp>
      <p:sp>
        <p:nvSpPr>
          <p:cNvPr id="5" name="Rectangle 2">
            <a:extLst>
              <a:ext uri="{FF2B5EF4-FFF2-40B4-BE49-F238E27FC236}">
                <a16:creationId xmlns:a16="http://schemas.microsoft.com/office/drawing/2014/main" id="{22A04E15-E54C-C92B-8557-06A0A655C362}"/>
              </a:ext>
            </a:extLst>
          </p:cNvPr>
          <p:cNvSpPr>
            <a:spLocks noChangeArrowheads="1"/>
          </p:cNvSpPr>
          <p:nvPr/>
        </p:nvSpPr>
        <p:spPr bwMode="auto">
          <a:xfrm>
            <a:off x="765175" y="2947988"/>
            <a:ext cx="6119813" cy="3170237"/>
          </a:xfrm>
          <a:prstGeom prst="rect">
            <a:avLst/>
          </a:prstGeom>
          <a:solidFill>
            <a:srgbClr val="4F81BD"/>
          </a:solidFill>
          <a:ln w="25400" cap="rnd" cmpd="sng" algn="ctr">
            <a:solidFill>
              <a:sysClr val="window" lastClr="FFFFFF"/>
            </a:solidFill>
            <a:prstDash val="solid"/>
            <a:headEnd/>
            <a:tailEnd type="none" w="lg" len="lg"/>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句子</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&lt;</a:t>
            </a:r>
            <a:r>
              <a:rPr lang="zh-CN" altLang="en-US" sz="2000" kern="0" dirty="0">
                <a:solidFill>
                  <a:prstClr val="white"/>
                </a:solidFill>
                <a:latin typeface="微软雅黑" panose="020B0503020204020204" pitchFamily="34" charset="-122"/>
                <a:ea typeface="微软雅黑" panose="020B0503020204020204" pitchFamily="34" charset="-122"/>
              </a:rPr>
              <a:t>主语</a:t>
            </a:r>
            <a:r>
              <a:rPr lang="en-US" altLang="zh-CN" sz="2000" kern="0" dirty="0">
                <a:solidFill>
                  <a:prstClr val="white"/>
                </a:solidFill>
                <a:latin typeface="微软雅黑" panose="020B0503020204020204" pitchFamily="34" charset="-122"/>
                <a:ea typeface="微软雅黑" panose="020B0503020204020204" pitchFamily="34" charset="-122"/>
              </a:rPr>
              <a:t>&gt;&lt;</a:t>
            </a:r>
            <a:r>
              <a:rPr lang="zh-CN" altLang="en-US" sz="2000" kern="0" dirty="0">
                <a:solidFill>
                  <a:prstClr val="white"/>
                </a:solidFill>
                <a:latin typeface="微软雅黑" panose="020B0503020204020204" pitchFamily="34" charset="-122"/>
                <a:ea typeface="微软雅黑" panose="020B0503020204020204" pitchFamily="34" charset="-122"/>
              </a:rPr>
              <a:t>谓语</a:t>
            </a:r>
            <a:r>
              <a:rPr lang="en-US" altLang="zh-CN" sz="2000" kern="0" dirty="0">
                <a:solidFill>
                  <a:prstClr val="white"/>
                </a:solidFill>
                <a:latin typeface="微软雅黑" panose="020B0503020204020204" pitchFamily="34" charset="-122"/>
                <a:ea typeface="微软雅黑" panose="020B0503020204020204" pitchFamily="34" charset="-122"/>
              </a:rPr>
              <a:t>&gt;&lt;</a:t>
            </a:r>
            <a:r>
              <a:rPr lang="zh-CN" altLang="en-US" sz="2000" kern="0" dirty="0">
                <a:solidFill>
                  <a:prstClr val="white"/>
                </a:solidFill>
                <a:latin typeface="微软雅黑" panose="020B0503020204020204" pitchFamily="34" charset="-122"/>
                <a:ea typeface="微软雅黑" panose="020B0503020204020204" pitchFamily="34" charset="-122"/>
              </a:rPr>
              <a:t>间接宾语</a:t>
            </a:r>
            <a:r>
              <a:rPr lang="en-US" altLang="zh-CN" sz="2000" kern="0" dirty="0">
                <a:solidFill>
                  <a:prstClr val="white"/>
                </a:solidFill>
                <a:latin typeface="微软雅黑" panose="020B0503020204020204" pitchFamily="34" charset="-122"/>
                <a:ea typeface="微软雅黑" panose="020B0503020204020204" pitchFamily="34" charset="-122"/>
              </a:rPr>
              <a:t>&gt;&lt;</a:t>
            </a:r>
            <a:r>
              <a:rPr lang="zh-CN" altLang="en-US" sz="2000" kern="0" dirty="0">
                <a:solidFill>
                  <a:prstClr val="white"/>
                </a:solidFill>
                <a:latin typeface="微软雅黑" panose="020B0503020204020204" pitchFamily="34" charset="-122"/>
                <a:ea typeface="微软雅黑" panose="020B0503020204020204" pitchFamily="34" charset="-122"/>
              </a:rPr>
              <a:t>直接宾语</a:t>
            </a:r>
            <a:r>
              <a:rPr lang="en-US" altLang="zh-CN" sz="2000"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主语</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&lt;</a:t>
            </a:r>
            <a:r>
              <a:rPr lang="zh-CN" altLang="en-US" sz="2000" kern="0" dirty="0">
                <a:solidFill>
                  <a:prstClr val="white"/>
                </a:solidFill>
                <a:latin typeface="微软雅黑" panose="020B0503020204020204" pitchFamily="34" charset="-122"/>
                <a:ea typeface="微软雅黑" panose="020B0503020204020204" pitchFamily="34" charset="-122"/>
              </a:rPr>
              <a:t>代词</a:t>
            </a:r>
            <a:r>
              <a:rPr lang="en-US" altLang="zh-CN" sz="2000"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谓语</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&lt;</a:t>
            </a:r>
            <a:r>
              <a:rPr lang="zh-CN" altLang="en-US" sz="2000" kern="0" dirty="0">
                <a:solidFill>
                  <a:prstClr val="white"/>
                </a:solidFill>
                <a:latin typeface="微软雅黑" panose="020B0503020204020204" pitchFamily="34" charset="-122"/>
                <a:ea typeface="微软雅黑" panose="020B0503020204020204" pitchFamily="34" charset="-122"/>
              </a:rPr>
              <a:t>动词</a:t>
            </a:r>
            <a:r>
              <a:rPr lang="en-US" altLang="zh-CN" sz="2000"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间接宾语</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&lt;</a:t>
            </a:r>
            <a:r>
              <a:rPr lang="zh-CN" altLang="en-US" sz="2000" kern="0" dirty="0">
                <a:solidFill>
                  <a:prstClr val="white"/>
                </a:solidFill>
                <a:latin typeface="微软雅黑" panose="020B0503020204020204" pitchFamily="34" charset="-122"/>
                <a:ea typeface="微软雅黑" panose="020B0503020204020204" pitchFamily="34" charset="-122"/>
              </a:rPr>
              <a:t>代词</a:t>
            </a:r>
            <a:r>
              <a:rPr lang="en-US" altLang="zh-CN" sz="2000"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直接宾语</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&lt;</a:t>
            </a:r>
            <a:r>
              <a:rPr lang="zh-CN" altLang="en-US" sz="2000" kern="0" dirty="0">
                <a:solidFill>
                  <a:prstClr val="white"/>
                </a:solidFill>
                <a:latin typeface="微软雅黑" panose="020B0503020204020204" pitchFamily="34" charset="-122"/>
                <a:ea typeface="微软雅黑" panose="020B0503020204020204" pitchFamily="34" charset="-122"/>
              </a:rPr>
              <a:t>冠词</a:t>
            </a:r>
            <a:r>
              <a:rPr lang="en-US" altLang="zh-CN" sz="2000" kern="0" dirty="0">
                <a:solidFill>
                  <a:prstClr val="white"/>
                </a:solidFill>
                <a:latin typeface="微软雅黑" panose="020B0503020204020204" pitchFamily="34" charset="-122"/>
                <a:ea typeface="微软雅黑" panose="020B0503020204020204" pitchFamily="34" charset="-122"/>
              </a:rPr>
              <a:t>&gt; &lt;</a:t>
            </a:r>
            <a:r>
              <a:rPr lang="zh-CN" altLang="en-US" sz="2000" kern="0" dirty="0">
                <a:solidFill>
                  <a:prstClr val="white"/>
                </a:solidFill>
                <a:latin typeface="微软雅黑" panose="020B0503020204020204" pitchFamily="34" charset="-122"/>
                <a:ea typeface="微软雅黑" panose="020B0503020204020204" pitchFamily="34" charset="-122"/>
              </a:rPr>
              <a:t>名词</a:t>
            </a:r>
            <a:r>
              <a:rPr lang="en-US" altLang="zh-CN" sz="2000"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代词</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He</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代词</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me</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名词</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book</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冠词</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a</a:t>
            </a:r>
          </a:p>
          <a:p>
            <a:pPr defTabSz="457200" eaLnBrk="1" fontAlgn="auto" hangingPunct="1">
              <a:spcBef>
                <a:spcPts val="0"/>
              </a:spcBef>
              <a:spcAft>
                <a:spcPts val="0"/>
              </a:spcAft>
              <a:defRPr/>
            </a:pPr>
            <a:r>
              <a:rPr lang="en-US" altLang="zh-CN" sz="2000" kern="0" dirty="0">
                <a:solidFill>
                  <a:prstClr val="white"/>
                </a:solidFill>
                <a:latin typeface="微软雅黑" panose="020B0503020204020204" pitchFamily="34" charset="-122"/>
                <a:ea typeface="微软雅黑" panose="020B0503020204020204" pitchFamily="34" charset="-122"/>
              </a:rPr>
              <a:t>&lt;</a:t>
            </a:r>
            <a:r>
              <a:rPr lang="zh-CN" altLang="en-US" sz="2000" kern="0" dirty="0">
                <a:solidFill>
                  <a:prstClr val="white"/>
                </a:solidFill>
                <a:latin typeface="微软雅黑" panose="020B0503020204020204" pitchFamily="34" charset="-122"/>
                <a:ea typeface="微软雅黑" panose="020B0503020204020204" pitchFamily="34" charset="-122"/>
              </a:rPr>
              <a:t>动词</a:t>
            </a:r>
            <a:r>
              <a:rPr lang="en-US" altLang="zh-CN" sz="2000" kern="0" dirty="0">
                <a:solidFill>
                  <a:prstClr val="white"/>
                </a:solidFill>
                <a:latin typeface="微软雅黑" panose="020B0503020204020204" pitchFamily="34" charset="-122"/>
                <a:ea typeface="微软雅黑" panose="020B0503020204020204" pitchFamily="34" charset="-122"/>
              </a:rPr>
              <a:t>&gt; </a:t>
            </a:r>
            <a:r>
              <a:rPr lang="en-US" altLang="zh-CN" sz="2000"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kern="0" dirty="0">
                <a:solidFill>
                  <a:prstClr val="white"/>
                </a:solidFill>
                <a:latin typeface="微软雅黑" panose="020B0503020204020204" pitchFamily="34" charset="-122"/>
                <a:ea typeface="微软雅黑" panose="020B0503020204020204" pitchFamily="34" charset="-122"/>
              </a:rPr>
              <a:t> gave</a:t>
            </a:r>
          </a:p>
        </p:txBody>
      </p:sp>
      <p:sp>
        <p:nvSpPr>
          <p:cNvPr id="7" name="Rectangle 3">
            <a:extLst>
              <a:ext uri="{FF2B5EF4-FFF2-40B4-BE49-F238E27FC236}">
                <a16:creationId xmlns:a16="http://schemas.microsoft.com/office/drawing/2014/main" id="{7B549783-6C49-FF05-1DF0-302C5E2A9E3C}"/>
              </a:ext>
            </a:extLst>
          </p:cNvPr>
          <p:cNvSpPr txBox="1">
            <a:spLocks noChangeArrowheads="1"/>
          </p:cNvSpPr>
          <p:nvPr/>
        </p:nvSpPr>
        <p:spPr bwMode="auto">
          <a:xfrm>
            <a:off x="4815297" y="3609975"/>
            <a:ext cx="5086350" cy="3971925"/>
          </a:xfrm>
          <a:prstGeom prst="rect">
            <a:avLst/>
          </a:prstGeom>
          <a:gradFill rotWithShape="1">
            <a:gsLst>
              <a:gs pos="0">
                <a:srgbClr val="C5DEE7"/>
              </a:gs>
              <a:gs pos="88000">
                <a:srgbClr val="70B7CD"/>
              </a:gs>
              <a:gs pos="100000">
                <a:srgbClr val="70B7CD"/>
              </a:gs>
            </a:gsLst>
            <a:lin ang="5400000"/>
          </a:gradFill>
          <a:ln w="9525" algn="ctr">
            <a:solidFill>
              <a:srgbClr val="46AAC5"/>
            </a:solidFill>
            <a:miter lim="800000"/>
            <a:headEnd/>
            <a:tailEnd/>
          </a:ln>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句子</a:t>
            </a:r>
            <a:r>
              <a:rPr lang="en-US" altLang="zh-CN" sz="2000" dirty="0">
                <a:latin typeface="微软雅黑" panose="020B0503020204020204" pitchFamily="34" charset="-122"/>
                <a:ea typeface="微软雅黑" panose="020B0503020204020204" pitchFamily="34" charset="-122"/>
              </a:rPr>
              <a:t>&gt;</a:t>
            </a:r>
          </a:p>
          <a:p>
            <a:pPr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主语</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谓语</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间接宾语</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直接宾语</a:t>
            </a:r>
            <a:r>
              <a:rPr lang="en-US" altLang="zh-CN" sz="2000" dirty="0">
                <a:solidFill>
                  <a:srgbClr val="0000D0"/>
                </a:solidFill>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代词</a:t>
            </a:r>
            <a:r>
              <a:rPr lang="en-US" altLang="zh-CN" sz="2000" dirty="0">
                <a:solidFill>
                  <a:srgbClr val="0000D0"/>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&lt;</a:t>
            </a:r>
            <a:r>
              <a:rPr lang="zh-CN" altLang="en-US" sz="2000" dirty="0">
                <a:latin typeface="微软雅黑" panose="020B0503020204020204" pitchFamily="34" charset="-122"/>
                <a:ea typeface="微软雅黑" panose="020B0503020204020204" pitchFamily="34" charset="-122"/>
              </a:rPr>
              <a:t>谓语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rPr>
              <a:t>He</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谓语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动词</a:t>
            </a:r>
            <a:r>
              <a:rPr lang="en-US" altLang="zh-CN" sz="2000" dirty="0">
                <a:solidFill>
                  <a:srgbClr val="0000D0"/>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a:t>
            </a:r>
            <a:r>
              <a:rPr lang="en-US" altLang="zh-CN" sz="2000" dirty="0">
                <a:solidFill>
                  <a:srgbClr val="0000D0"/>
                </a:solidFill>
                <a:latin typeface="微软雅黑" panose="020B0503020204020204" pitchFamily="34" charset="-122"/>
                <a:ea typeface="微软雅黑" panose="020B0503020204020204" pitchFamily="34" charset="-122"/>
              </a:rPr>
              <a:t>gave</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代词</a:t>
            </a:r>
            <a:r>
              <a:rPr lang="en-US" altLang="zh-CN" sz="2000" dirty="0">
                <a:solidFill>
                  <a:srgbClr val="0000D0"/>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a:t>
            </a:r>
            <a:r>
              <a:rPr lang="en-US" altLang="zh-CN" sz="2000" dirty="0">
                <a:solidFill>
                  <a:srgbClr val="0000D0"/>
                </a:solidFill>
                <a:latin typeface="微软雅黑" panose="020B0503020204020204" pitchFamily="34" charset="-122"/>
                <a:ea typeface="微软雅黑" panose="020B0503020204020204" pitchFamily="34" charset="-122"/>
              </a:rPr>
              <a:t>me</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me </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冠词</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名词</a:t>
            </a:r>
            <a:r>
              <a:rPr lang="en-US" altLang="zh-CN" sz="2000" dirty="0">
                <a:solidFill>
                  <a:srgbClr val="0000D0"/>
                </a:solidFill>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me </a:t>
            </a:r>
            <a:r>
              <a:rPr lang="en-US" altLang="zh-CN" sz="2000" dirty="0">
                <a:solidFill>
                  <a:srgbClr val="0000D0"/>
                </a:solidFill>
                <a:latin typeface="微软雅黑" panose="020B0503020204020204" pitchFamily="34" charset="-122"/>
                <a:ea typeface="微软雅黑" panose="020B0503020204020204" pitchFamily="34" charset="-122"/>
              </a:rPr>
              <a:t>a </a:t>
            </a:r>
            <a:r>
              <a:rPr lang="en-US" altLang="zh-CN" sz="2000" dirty="0">
                <a:latin typeface="微软雅黑" panose="020B0503020204020204" pitchFamily="34" charset="-122"/>
                <a:ea typeface="微软雅黑" panose="020B0503020204020204" pitchFamily="34" charset="-122"/>
              </a:rPr>
              <a:t>&lt;</a:t>
            </a:r>
            <a:r>
              <a:rPr lang="zh-CN" altLang="en-US" sz="2000" dirty="0">
                <a:latin typeface="微软雅黑" panose="020B0503020204020204" pitchFamily="34" charset="-122"/>
                <a:ea typeface="微软雅黑" panose="020B0503020204020204" pitchFamily="34" charset="-122"/>
              </a:rPr>
              <a:t>名词</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me a </a:t>
            </a:r>
            <a:r>
              <a:rPr lang="en-US" altLang="zh-CN" sz="2000" dirty="0">
                <a:solidFill>
                  <a:srgbClr val="0000D0"/>
                </a:solidFill>
                <a:latin typeface="微软雅黑" panose="020B0503020204020204" pitchFamily="34" charset="-122"/>
                <a:ea typeface="微软雅黑" panose="020B0503020204020204" pitchFamily="34" charset="-122"/>
              </a:rPr>
              <a:t>book</a:t>
            </a:r>
          </a:p>
        </p:txBody>
      </p:sp>
      <p:sp>
        <p:nvSpPr>
          <p:cNvPr id="2" name="Slide Number Placeholder 7">
            <a:extLst>
              <a:ext uri="{FF2B5EF4-FFF2-40B4-BE49-F238E27FC236}">
                <a16:creationId xmlns:a16="http://schemas.microsoft.com/office/drawing/2014/main" id="{A29686FB-0A4B-8FD4-AD72-A0B3CC5A3AF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15</a:t>
            </a:fld>
            <a:endParaRPr lang="en-GB" altLang="en-US" sz="120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
                                            <p:bg/>
                                          </p:spTgt>
                                        </p:tgtEl>
                                        <p:attrNameLst>
                                          <p:attrName>style.visibility</p:attrName>
                                        </p:attrNameLst>
                                      </p:cBhvr>
                                      <p:to>
                                        <p:strVal val="visible"/>
                                      </p:to>
                                    </p:set>
                                    <p:animEffect transition="in" filter="wipe(left)">
                                      <p:cBhvr>
                                        <p:cTn id="21" dur="500"/>
                                        <p:tgtEl>
                                          <p:spTgt spid="7">
                                            <p:bg/>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wipe(left)">
                                      <p:cBhvr>
                                        <p:cTn id="26" dur="1000"/>
                                        <p:tgtEl>
                                          <p:spTgt spid="7">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animEffect transition="in" filter="wipe(left)">
                                      <p:cBhvr>
                                        <p:cTn id="31" dur="1000"/>
                                        <p:tgtEl>
                                          <p:spTgt spid="7">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1000"/>
                                        <p:tgtEl>
                                          <p:spTgt spid="7">
                                            <p:txEl>
                                              <p:pRg st="2" end="2"/>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Effect transition="in" filter="wipe(left)">
                                      <p:cBhvr>
                                        <p:cTn id="41" dur="1000"/>
                                        <p:tgtEl>
                                          <p:spTgt spid="7">
                                            <p:txEl>
                                              <p:pRg st="3" end="3"/>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
                                            <p:txEl>
                                              <p:pRg st="4" end="4"/>
                                            </p:txEl>
                                          </p:spTgt>
                                        </p:tgtEl>
                                        <p:attrNameLst>
                                          <p:attrName>style.visibility</p:attrName>
                                        </p:attrNameLst>
                                      </p:cBhvr>
                                      <p:to>
                                        <p:strVal val="visible"/>
                                      </p:to>
                                    </p:set>
                                    <p:animEffect transition="in" filter="wipe(left)">
                                      <p:cBhvr>
                                        <p:cTn id="46" dur="1000"/>
                                        <p:tgtEl>
                                          <p:spTgt spid="7">
                                            <p:txEl>
                                              <p:pRg st="4" end="4"/>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
                                            <p:txEl>
                                              <p:pRg st="5" end="5"/>
                                            </p:txEl>
                                          </p:spTgt>
                                        </p:tgtEl>
                                        <p:attrNameLst>
                                          <p:attrName>style.visibility</p:attrName>
                                        </p:attrNameLst>
                                      </p:cBhvr>
                                      <p:to>
                                        <p:strVal val="visible"/>
                                      </p:to>
                                    </p:set>
                                    <p:animEffect transition="in" filter="wipe(left)">
                                      <p:cBhvr>
                                        <p:cTn id="51" dur="1000"/>
                                        <p:tgtEl>
                                          <p:spTgt spid="7">
                                            <p:txEl>
                                              <p:pRg st="5" end="5"/>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wipe(left)">
                                      <p:cBhvr>
                                        <p:cTn id="56" dur="1000"/>
                                        <p:tgtEl>
                                          <p:spTgt spid="7">
                                            <p:txEl>
                                              <p:pRg st="6" end="6"/>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7">
                                            <p:txEl>
                                              <p:pRg st="7" end="7"/>
                                            </p:txEl>
                                          </p:spTgt>
                                        </p:tgtEl>
                                        <p:attrNameLst>
                                          <p:attrName>style.visibility</p:attrName>
                                        </p:attrNameLst>
                                      </p:cBhvr>
                                      <p:to>
                                        <p:strVal val="visible"/>
                                      </p:to>
                                    </p:set>
                                    <p:animEffect transition="in" filter="wipe(left)">
                                      <p:cBhvr>
                                        <p:cTn id="61" dur="1000"/>
                                        <p:tgtEl>
                                          <p:spTgt spid="7">
                                            <p:txEl>
                                              <p:pRg st="7" end="7"/>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
                                            <p:txEl>
                                              <p:pRg st="8" end="8"/>
                                            </p:txEl>
                                          </p:spTgt>
                                        </p:tgtEl>
                                        <p:attrNameLst>
                                          <p:attrName>style.visibility</p:attrName>
                                        </p:attrNameLst>
                                      </p:cBhvr>
                                      <p:to>
                                        <p:strVal val="visible"/>
                                      </p:to>
                                    </p:set>
                                    <p:animEffect transition="in" filter="wipe(left)">
                                      <p:cBhvr>
                                        <p:cTn id="66" dur="1000"/>
                                        <p:tgtEl>
                                          <p:spTgt spid="7">
                                            <p:txEl>
                                              <p:pRg st="8" end="8"/>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7">
                                            <p:txEl>
                                              <p:pRg st="9" end="9"/>
                                            </p:txEl>
                                          </p:spTgt>
                                        </p:tgtEl>
                                        <p:attrNameLst>
                                          <p:attrName>style.visibility</p:attrName>
                                        </p:attrNameLst>
                                      </p:cBhvr>
                                      <p:to>
                                        <p:strVal val="visible"/>
                                      </p:to>
                                    </p:set>
                                    <p:animEffect transition="in" filter="wipe(left)">
                                      <p:cBhvr>
                                        <p:cTn id="71" dur="1000"/>
                                        <p:tgtEl>
                                          <p:spTgt spid="7">
                                            <p:txEl>
                                              <p:pRg st="9" end="9"/>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7">
                                            <p:txEl>
                                              <p:pRg st="10" end="10"/>
                                            </p:txEl>
                                          </p:spTgt>
                                        </p:tgtEl>
                                        <p:attrNameLst>
                                          <p:attrName>style.visibility</p:attrName>
                                        </p:attrNameLst>
                                      </p:cBhvr>
                                      <p:to>
                                        <p:strVal val="visible"/>
                                      </p:to>
                                    </p:set>
                                    <p:animEffect transition="in" filter="wipe(left)">
                                      <p:cBhvr>
                                        <p:cTn id="76" dur="10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autoUpdateAnimBg="0"/>
      <p:bldP spid="5" grpId="0" animBg="1"/>
      <p:bldP spid="7"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a:extLst>
              <a:ext uri="{FF2B5EF4-FFF2-40B4-BE49-F238E27FC236}">
                <a16:creationId xmlns:a16="http://schemas.microsoft.com/office/drawing/2014/main" id="{AB9CA658-378B-9CAC-393E-232A3BC56AD7}"/>
              </a:ext>
            </a:extLst>
          </p:cNvPr>
          <p:cNvSpPr txBox="1">
            <a:spLocks noChangeArrowheads="1"/>
          </p:cNvSpPr>
          <p:nvPr/>
        </p:nvSpPr>
        <p:spPr bwMode="auto">
          <a:xfrm>
            <a:off x="360363" y="1223963"/>
            <a:ext cx="78867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Font typeface="Times New Roman" panose="02020603050405020304" pitchFamily="18" charset="0"/>
              <a:buNone/>
            </a:pPr>
            <a:r>
              <a:rPr lang="zh-CN" altLang="en-US" sz="3200"/>
              <a:t>上下文无关文法</a:t>
            </a:r>
          </a:p>
        </p:txBody>
      </p:sp>
      <p:sp>
        <p:nvSpPr>
          <p:cNvPr id="5" name="Rectangle 2">
            <a:extLst>
              <a:ext uri="{FF2B5EF4-FFF2-40B4-BE49-F238E27FC236}">
                <a16:creationId xmlns:a16="http://schemas.microsoft.com/office/drawing/2014/main" id="{667283C9-CF28-85DB-3BA0-41947E17B35A}"/>
              </a:ext>
            </a:extLst>
          </p:cNvPr>
          <p:cNvSpPr>
            <a:spLocks noChangeArrowheads="1"/>
          </p:cNvSpPr>
          <p:nvPr/>
        </p:nvSpPr>
        <p:spPr bwMode="auto">
          <a:xfrm>
            <a:off x="4303713" y="71438"/>
            <a:ext cx="5545137" cy="2881312"/>
          </a:xfrm>
          <a:prstGeom prst="rect">
            <a:avLst/>
          </a:prstGeom>
          <a:solidFill>
            <a:srgbClr val="4F81BD"/>
          </a:solidFill>
          <a:ln w="25400" cap="rnd" cmpd="sng" algn="ctr">
            <a:solidFill>
              <a:sysClr val="window" lastClr="FFFFFF"/>
            </a:solidFill>
            <a:prstDash val="solid"/>
            <a:headEnd/>
            <a:tailEnd type="none" w="lg" len="lg"/>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句子</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&lt;</a:t>
            </a:r>
            <a:r>
              <a:rPr lang="zh-CN" altLang="en-US" kern="0" dirty="0">
                <a:solidFill>
                  <a:prstClr val="white"/>
                </a:solidFill>
                <a:latin typeface="微软雅黑" panose="020B0503020204020204" pitchFamily="34" charset="-122"/>
                <a:ea typeface="微软雅黑" panose="020B0503020204020204" pitchFamily="34" charset="-122"/>
              </a:rPr>
              <a:t>主语</a:t>
            </a:r>
            <a:r>
              <a:rPr lang="en-US" altLang="zh-CN" kern="0" dirty="0">
                <a:solidFill>
                  <a:prstClr val="white"/>
                </a:solidFill>
                <a:latin typeface="微软雅黑" panose="020B0503020204020204" pitchFamily="34" charset="-122"/>
                <a:ea typeface="微软雅黑" panose="020B0503020204020204" pitchFamily="34" charset="-122"/>
              </a:rPr>
              <a:t>&gt;&lt;</a:t>
            </a:r>
            <a:r>
              <a:rPr lang="zh-CN" altLang="en-US" kern="0" dirty="0">
                <a:solidFill>
                  <a:prstClr val="white"/>
                </a:solidFill>
                <a:latin typeface="微软雅黑" panose="020B0503020204020204" pitchFamily="34" charset="-122"/>
                <a:ea typeface="微软雅黑" panose="020B0503020204020204" pitchFamily="34" charset="-122"/>
              </a:rPr>
              <a:t>谓语</a:t>
            </a:r>
            <a:r>
              <a:rPr lang="en-US" altLang="zh-CN" kern="0" dirty="0">
                <a:solidFill>
                  <a:prstClr val="white"/>
                </a:solidFill>
                <a:latin typeface="微软雅黑" panose="020B0503020204020204" pitchFamily="34" charset="-122"/>
                <a:ea typeface="微软雅黑" panose="020B0503020204020204" pitchFamily="34" charset="-122"/>
              </a:rPr>
              <a:t>&gt;&lt;</a:t>
            </a:r>
            <a:r>
              <a:rPr lang="zh-CN" altLang="en-US" kern="0" dirty="0">
                <a:solidFill>
                  <a:prstClr val="white"/>
                </a:solidFill>
                <a:latin typeface="微软雅黑" panose="020B0503020204020204" pitchFamily="34" charset="-122"/>
                <a:ea typeface="微软雅黑" panose="020B0503020204020204" pitchFamily="34" charset="-122"/>
              </a:rPr>
              <a:t>间接宾语</a:t>
            </a:r>
            <a:r>
              <a:rPr lang="en-US" altLang="zh-CN" kern="0" dirty="0">
                <a:solidFill>
                  <a:prstClr val="white"/>
                </a:solidFill>
                <a:latin typeface="微软雅黑" panose="020B0503020204020204" pitchFamily="34" charset="-122"/>
                <a:ea typeface="微软雅黑" panose="020B0503020204020204" pitchFamily="34" charset="-122"/>
              </a:rPr>
              <a:t>&gt;&lt;</a:t>
            </a:r>
            <a:r>
              <a:rPr lang="zh-CN" altLang="en-US" kern="0" dirty="0">
                <a:solidFill>
                  <a:prstClr val="white"/>
                </a:solidFill>
                <a:latin typeface="微软雅黑" panose="020B0503020204020204" pitchFamily="34" charset="-122"/>
                <a:ea typeface="微软雅黑" panose="020B0503020204020204" pitchFamily="34" charset="-122"/>
              </a:rPr>
              <a:t>直接宾语</a:t>
            </a:r>
            <a:r>
              <a:rPr lang="en-US" altLang="zh-CN"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主语</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&lt;</a:t>
            </a:r>
            <a:r>
              <a:rPr lang="zh-CN" altLang="en-US" kern="0" dirty="0">
                <a:solidFill>
                  <a:prstClr val="white"/>
                </a:solidFill>
                <a:latin typeface="微软雅黑" panose="020B0503020204020204" pitchFamily="34" charset="-122"/>
                <a:ea typeface="微软雅黑" panose="020B0503020204020204" pitchFamily="34" charset="-122"/>
              </a:rPr>
              <a:t>代词</a:t>
            </a:r>
            <a:r>
              <a:rPr lang="en-US" altLang="zh-CN"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谓语</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&lt;</a:t>
            </a:r>
            <a:r>
              <a:rPr lang="zh-CN" altLang="en-US" kern="0" dirty="0">
                <a:solidFill>
                  <a:prstClr val="white"/>
                </a:solidFill>
                <a:latin typeface="微软雅黑" panose="020B0503020204020204" pitchFamily="34" charset="-122"/>
                <a:ea typeface="微软雅黑" panose="020B0503020204020204" pitchFamily="34" charset="-122"/>
              </a:rPr>
              <a:t>动词</a:t>
            </a:r>
            <a:r>
              <a:rPr lang="en-US" altLang="zh-CN"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间接宾语</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&lt;</a:t>
            </a:r>
            <a:r>
              <a:rPr lang="zh-CN" altLang="en-US" kern="0" dirty="0">
                <a:solidFill>
                  <a:prstClr val="white"/>
                </a:solidFill>
                <a:latin typeface="微软雅黑" panose="020B0503020204020204" pitchFamily="34" charset="-122"/>
                <a:ea typeface="微软雅黑" panose="020B0503020204020204" pitchFamily="34" charset="-122"/>
              </a:rPr>
              <a:t>代词</a:t>
            </a:r>
            <a:r>
              <a:rPr lang="en-US" altLang="zh-CN"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直接宾语</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&lt;</a:t>
            </a:r>
            <a:r>
              <a:rPr lang="zh-CN" altLang="en-US" kern="0" dirty="0">
                <a:solidFill>
                  <a:prstClr val="white"/>
                </a:solidFill>
                <a:latin typeface="微软雅黑" panose="020B0503020204020204" pitchFamily="34" charset="-122"/>
                <a:ea typeface="微软雅黑" panose="020B0503020204020204" pitchFamily="34" charset="-122"/>
              </a:rPr>
              <a:t>冠词</a:t>
            </a:r>
            <a:r>
              <a:rPr lang="en-US" altLang="zh-CN" kern="0" dirty="0">
                <a:solidFill>
                  <a:prstClr val="white"/>
                </a:solidFill>
                <a:latin typeface="微软雅黑" panose="020B0503020204020204" pitchFamily="34" charset="-122"/>
                <a:ea typeface="微软雅黑" panose="020B0503020204020204" pitchFamily="34" charset="-122"/>
              </a:rPr>
              <a:t>&gt; &lt;</a:t>
            </a:r>
            <a:r>
              <a:rPr lang="zh-CN" altLang="en-US" kern="0" dirty="0">
                <a:solidFill>
                  <a:prstClr val="white"/>
                </a:solidFill>
                <a:latin typeface="微软雅黑" panose="020B0503020204020204" pitchFamily="34" charset="-122"/>
                <a:ea typeface="微软雅黑" panose="020B0503020204020204" pitchFamily="34" charset="-122"/>
              </a:rPr>
              <a:t>名词</a:t>
            </a:r>
            <a:r>
              <a:rPr lang="en-US" altLang="zh-CN" kern="0" dirty="0">
                <a:solidFill>
                  <a:prstClr val="white"/>
                </a:solidFill>
                <a:latin typeface="微软雅黑" panose="020B0503020204020204" pitchFamily="34" charset="-122"/>
                <a:ea typeface="微软雅黑" panose="020B0503020204020204" pitchFamily="34" charset="-122"/>
              </a:rPr>
              <a:t>&gt;</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代词</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He</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代词</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me</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名词</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book</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冠词</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a</a:t>
            </a:r>
          </a:p>
          <a:p>
            <a:pPr defTabSz="457200" eaLnBrk="1" fontAlgn="auto" hangingPunct="1">
              <a:spcBef>
                <a:spcPts val="0"/>
              </a:spcBef>
              <a:spcAft>
                <a:spcPts val="0"/>
              </a:spcAft>
              <a:defRPr/>
            </a:pPr>
            <a:r>
              <a:rPr lang="en-US" altLang="zh-CN" kern="0" dirty="0">
                <a:solidFill>
                  <a:prstClr val="white"/>
                </a:solidFill>
                <a:latin typeface="微软雅黑" panose="020B0503020204020204" pitchFamily="34" charset="-122"/>
                <a:ea typeface="微软雅黑" panose="020B0503020204020204" pitchFamily="34" charset="-122"/>
              </a:rPr>
              <a:t>&lt;</a:t>
            </a:r>
            <a:r>
              <a:rPr lang="zh-CN" altLang="en-US" kern="0" dirty="0">
                <a:solidFill>
                  <a:prstClr val="white"/>
                </a:solidFill>
                <a:latin typeface="微软雅黑" panose="020B0503020204020204" pitchFamily="34" charset="-122"/>
                <a:ea typeface="微软雅黑" panose="020B0503020204020204" pitchFamily="34" charset="-122"/>
              </a:rPr>
              <a:t>动词</a:t>
            </a:r>
            <a:r>
              <a:rPr lang="en-US" altLang="zh-CN" kern="0" dirty="0">
                <a:solidFill>
                  <a:prstClr val="white"/>
                </a:solidFill>
                <a:latin typeface="微软雅黑" panose="020B0503020204020204" pitchFamily="34" charset="-122"/>
                <a:ea typeface="微软雅黑" panose="020B0503020204020204" pitchFamily="34" charset="-122"/>
              </a:rPr>
              <a:t>&gt; </a:t>
            </a:r>
            <a:r>
              <a:rPr lang="en-US" altLang="zh-CN" kern="0" dirty="0">
                <a:solidFill>
                  <a:prstClr val="white"/>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kern="0" dirty="0">
                <a:solidFill>
                  <a:prstClr val="white"/>
                </a:solidFill>
                <a:latin typeface="微软雅黑" panose="020B0503020204020204" pitchFamily="34" charset="-122"/>
                <a:ea typeface="微软雅黑" panose="020B0503020204020204" pitchFamily="34" charset="-122"/>
              </a:rPr>
              <a:t> gave</a:t>
            </a:r>
          </a:p>
        </p:txBody>
      </p:sp>
      <p:sp>
        <p:nvSpPr>
          <p:cNvPr id="35844" name="Rectangle 2">
            <a:extLst>
              <a:ext uri="{FF2B5EF4-FFF2-40B4-BE49-F238E27FC236}">
                <a16:creationId xmlns:a16="http://schemas.microsoft.com/office/drawing/2014/main" id="{3223ADA4-4126-8562-91F3-73097C4248CE}"/>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0000"/>
              </a:lnSpc>
              <a:spcAft>
                <a:spcPct val="0"/>
              </a:spcAft>
              <a:buFont typeface="Times New Roman" panose="02020603050405020304" pitchFamily="18" charset="0"/>
              <a:buNone/>
            </a:pPr>
            <a:r>
              <a:rPr lang="zh-CN" altLang="en-US" sz="4000"/>
              <a:t>语言定义</a:t>
            </a:r>
          </a:p>
        </p:txBody>
      </p:sp>
      <p:sp>
        <p:nvSpPr>
          <p:cNvPr id="6" name="Rectangle 3">
            <a:extLst>
              <a:ext uri="{FF2B5EF4-FFF2-40B4-BE49-F238E27FC236}">
                <a16:creationId xmlns:a16="http://schemas.microsoft.com/office/drawing/2014/main" id="{9901A2D5-D8BB-2C23-629F-1986EBE86321}"/>
              </a:ext>
            </a:extLst>
          </p:cNvPr>
          <p:cNvSpPr txBox="1">
            <a:spLocks noChangeArrowheads="1"/>
          </p:cNvSpPr>
          <p:nvPr/>
        </p:nvSpPr>
        <p:spPr bwMode="auto">
          <a:xfrm>
            <a:off x="720725" y="3206750"/>
            <a:ext cx="78867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rPr>
              <a:t>一个</a:t>
            </a:r>
            <a:r>
              <a:rPr lang="zh-CN" altLang="en-US" sz="2800">
                <a:solidFill>
                  <a:srgbClr val="C00000"/>
                </a:solidFill>
                <a:latin typeface="微软雅黑" panose="020B0503020204020204" pitchFamily="34" charset="-122"/>
                <a:ea typeface="微软雅黑" panose="020B0503020204020204" pitchFamily="34" charset="-122"/>
              </a:rPr>
              <a:t>上下文无关文法</a:t>
            </a:r>
            <a:r>
              <a:rPr lang="en-US" altLang="zh-CN" sz="2800">
                <a:solidFill>
                  <a:srgbClr val="C00000"/>
                </a:solidFill>
                <a:latin typeface="微软雅黑" panose="020B0503020204020204" pitchFamily="34" charset="-122"/>
                <a:ea typeface="微软雅黑" panose="020B0503020204020204" pitchFamily="34" charset="-122"/>
              </a:rPr>
              <a:t>G</a:t>
            </a:r>
            <a:r>
              <a:rPr lang="zh-CN" altLang="en-US" sz="2800">
                <a:solidFill>
                  <a:srgbClr val="404040"/>
                </a:solidFill>
                <a:latin typeface="微软雅黑" panose="020B0503020204020204" pitchFamily="34" charset="-122"/>
                <a:ea typeface="微软雅黑" panose="020B0503020204020204" pitchFamily="34" charset="-122"/>
              </a:rPr>
              <a:t>是一个四元式</a:t>
            </a:r>
          </a:p>
          <a:p>
            <a:pPr eaLnBrk="1" hangingPunct="1">
              <a:lnSpc>
                <a:spcPct val="90000"/>
              </a:lnSpc>
              <a:spcBef>
                <a:spcPts val="1000"/>
              </a:spcBef>
              <a:spcAft>
                <a:spcPct val="0"/>
              </a:spcAft>
              <a:buClr>
                <a:srgbClr val="4F81BD"/>
              </a:buClr>
              <a:buSzPct val="80000"/>
              <a:buFont typeface="Wingdings" panose="05000000000000000000" pitchFamily="2" charset="2"/>
              <a:buNone/>
            </a:pPr>
            <a:r>
              <a:rPr lang="zh-CN" altLang="en-US" sz="2800">
                <a:solidFill>
                  <a:srgbClr val="404040"/>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rPr>
              <a:t>G=(V</a:t>
            </a:r>
            <a:r>
              <a:rPr lang="en-US" altLang="zh-CN" sz="2800" baseline="-25000">
                <a:solidFill>
                  <a:srgbClr val="404040"/>
                </a:solidFill>
                <a:latin typeface="微软雅黑" panose="020B0503020204020204" pitchFamily="34" charset="-122"/>
                <a:ea typeface="微软雅黑" panose="020B0503020204020204" pitchFamily="34" charset="-122"/>
              </a:rPr>
              <a:t>T</a:t>
            </a:r>
            <a:r>
              <a:rPr lang="zh-CN" altLang="en-US" sz="2800">
                <a:solidFill>
                  <a:srgbClr val="404040"/>
                </a:solidFill>
                <a:latin typeface="微软雅黑" panose="020B0503020204020204" pitchFamily="34" charset="-122"/>
                <a:ea typeface="微软雅黑" panose="020B0503020204020204" pitchFamily="34" charset="-122"/>
              </a:rPr>
              <a:t>，</a:t>
            </a:r>
            <a:r>
              <a:rPr lang="en-US" altLang="zh-CN" sz="2800">
                <a:solidFill>
                  <a:srgbClr val="404040"/>
                </a:solidFill>
                <a:latin typeface="微软雅黑" panose="020B0503020204020204" pitchFamily="34" charset="-122"/>
                <a:ea typeface="微软雅黑" panose="020B0503020204020204" pitchFamily="34" charset="-122"/>
              </a:rPr>
              <a:t>V</a:t>
            </a:r>
            <a:r>
              <a:rPr lang="en-US" altLang="zh-CN" sz="2800" baseline="-25000">
                <a:solidFill>
                  <a:srgbClr val="404040"/>
                </a:solidFill>
                <a:latin typeface="微软雅黑" panose="020B0503020204020204" pitchFamily="34" charset="-122"/>
                <a:ea typeface="微软雅黑" panose="020B0503020204020204" pitchFamily="34" charset="-122"/>
              </a:rPr>
              <a:t>N</a:t>
            </a:r>
            <a:r>
              <a:rPr lang="zh-CN" altLang="en-US" sz="2800">
                <a:solidFill>
                  <a:srgbClr val="404040"/>
                </a:solidFill>
                <a:latin typeface="微软雅黑" panose="020B0503020204020204" pitchFamily="34" charset="-122"/>
                <a:ea typeface="微软雅黑" panose="020B0503020204020204" pitchFamily="34" charset="-122"/>
              </a:rPr>
              <a:t>，</a:t>
            </a:r>
            <a:r>
              <a:rPr lang="en-US" altLang="zh-CN" sz="2800">
                <a:solidFill>
                  <a:srgbClr val="404040"/>
                </a:solidFill>
                <a:latin typeface="微软雅黑" panose="020B0503020204020204" pitchFamily="34" charset="-122"/>
                <a:ea typeface="微软雅黑" panose="020B0503020204020204" pitchFamily="34" charset="-122"/>
              </a:rPr>
              <a:t>S</a:t>
            </a:r>
            <a:r>
              <a:rPr lang="zh-CN" altLang="en-US" sz="2800">
                <a:solidFill>
                  <a:srgbClr val="404040"/>
                </a:solidFill>
                <a:latin typeface="微软雅黑" panose="020B0503020204020204" pitchFamily="34" charset="-122"/>
                <a:ea typeface="微软雅黑" panose="020B0503020204020204" pitchFamily="34" charset="-122"/>
              </a:rPr>
              <a:t>，</a:t>
            </a:r>
            <a:r>
              <a:rPr lang="en-US" altLang="zh-CN" sz="2800">
                <a:solidFill>
                  <a:srgbClr val="404040"/>
                </a:solidFill>
                <a:latin typeface="微软雅黑" panose="020B0503020204020204" pitchFamily="34" charset="-122"/>
                <a:ea typeface="微软雅黑" panose="020B0503020204020204" pitchFamily="34" charset="-122"/>
              </a:rPr>
              <a:t>P)</a:t>
            </a:r>
            <a:r>
              <a:rPr lang="zh-CN" altLang="en-US" sz="2800">
                <a:solidFill>
                  <a:srgbClr val="404040"/>
                </a:solidFill>
                <a:latin typeface="微软雅黑" panose="020B0503020204020204" pitchFamily="34" charset="-122"/>
                <a:ea typeface="微软雅黑" panose="020B0503020204020204" pitchFamily="34" charset="-122"/>
              </a:rPr>
              <a:t>，其中</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lang="en-US" altLang="zh-CN" sz="2400">
                <a:solidFill>
                  <a:srgbClr val="404040"/>
                </a:solidFill>
                <a:latin typeface="微软雅黑" panose="020B0503020204020204" pitchFamily="34" charset="-122"/>
                <a:ea typeface="微软雅黑" panose="020B0503020204020204" pitchFamily="34" charset="-122"/>
              </a:rPr>
              <a:t>V</a:t>
            </a:r>
            <a:r>
              <a:rPr lang="en-US" altLang="zh-CN" sz="2400" baseline="-25000">
                <a:solidFill>
                  <a:srgbClr val="404040"/>
                </a:solidFill>
                <a:latin typeface="微软雅黑" panose="020B0503020204020204" pitchFamily="34" charset="-122"/>
                <a:ea typeface="微软雅黑" panose="020B0503020204020204" pitchFamily="34" charset="-122"/>
              </a:rPr>
              <a:t>T</a:t>
            </a:r>
            <a:r>
              <a:rPr lang="zh-CN" altLang="en-US" sz="2400">
                <a:solidFill>
                  <a:srgbClr val="404040"/>
                </a:solidFill>
                <a:latin typeface="微软雅黑" panose="020B0503020204020204" pitchFamily="34" charset="-122"/>
                <a:ea typeface="微软雅黑" panose="020B0503020204020204" pitchFamily="34" charset="-122"/>
              </a:rPr>
              <a:t>：</a:t>
            </a:r>
            <a:r>
              <a:rPr lang="zh-CN" altLang="en-US" sz="2400">
                <a:solidFill>
                  <a:srgbClr val="CC0000"/>
                </a:solidFill>
                <a:latin typeface="微软雅黑" panose="020B0503020204020204" pitchFamily="34" charset="-122"/>
                <a:ea typeface="微软雅黑" panose="020B0503020204020204" pitchFamily="34" charset="-122"/>
              </a:rPr>
              <a:t>终结符</a:t>
            </a:r>
            <a:r>
              <a:rPr lang="zh-CN" altLang="en-US" sz="2400">
                <a:solidFill>
                  <a:srgbClr val="404040"/>
                </a:solidFill>
                <a:latin typeface="微软雅黑" panose="020B0503020204020204" pitchFamily="34" charset="-122"/>
                <a:ea typeface="微软雅黑" panose="020B0503020204020204" pitchFamily="34" charset="-122"/>
              </a:rPr>
              <a:t>集合</a:t>
            </a:r>
            <a:r>
              <a:rPr lang="en-US" altLang="zh-CN" sz="2400">
                <a:solidFill>
                  <a:srgbClr val="404040"/>
                </a:solidFill>
                <a:latin typeface="微软雅黑" panose="020B0503020204020204" pitchFamily="34" charset="-122"/>
                <a:ea typeface="微软雅黑" panose="020B0503020204020204" pitchFamily="34" charset="-122"/>
              </a:rPr>
              <a:t>(</a:t>
            </a:r>
            <a:r>
              <a:rPr lang="zh-CN" altLang="en-US" sz="2400">
                <a:solidFill>
                  <a:srgbClr val="404040"/>
                </a:solidFill>
                <a:latin typeface="微软雅黑" panose="020B0503020204020204" pitchFamily="34" charset="-122"/>
                <a:ea typeface="微软雅黑" panose="020B0503020204020204" pitchFamily="34" charset="-122"/>
              </a:rPr>
              <a:t>非空</a:t>
            </a:r>
            <a:r>
              <a:rPr lang="en-US" altLang="zh-CN" sz="2400">
                <a:solidFill>
                  <a:srgbClr val="404040"/>
                </a:solidFill>
                <a:latin typeface="微软雅黑" panose="020B0503020204020204" pitchFamily="34" charset="-122"/>
                <a:ea typeface="微软雅黑" panose="020B0503020204020204" pitchFamily="34" charset="-122"/>
              </a:rPr>
              <a:t>)</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lang="en-US" altLang="zh-CN" sz="2400">
                <a:solidFill>
                  <a:srgbClr val="404040"/>
                </a:solidFill>
                <a:latin typeface="微软雅黑" panose="020B0503020204020204" pitchFamily="34" charset="-122"/>
                <a:ea typeface="微软雅黑" panose="020B0503020204020204" pitchFamily="34" charset="-122"/>
              </a:rPr>
              <a:t>V</a:t>
            </a:r>
            <a:r>
              <a:rPr lang="en-US" altLang="zh-CN" sz="2400" baseline="-25000">
                <a:solidFill>
                  <a:srgbClr val="404040"/>
                </a:solidFill>
                <a:latin typeface="微软雅黑" panose="020B0503020204020204" pitchFamily="34" charset="-122"/>
                <a:ea typeface="微软雅黑" panose="020B0503020204020204" pitchFamily="34" charset="-122"/>
              </a:rPr>
              <a:t>N</a:t>
            </a:r>
            <a:r>
              <a:rPr lang="zh-CN" altLang="en-US" sz="2400">
                <a:solidFill>
                  <a:srgbClr val="404040"/>
                </a:solidFill>
                <a:latin typeface="微软雅黑" panose="020B0503020204020204" pitchFamily="34" charset="-122"/>
                <a:ea typeface="微软雅黑" panose="020B0503020204020204" pitchFamily="34" charset="-122"/>
              </a:rPr>
              <a:t>：</a:t>
            </a:r>
            <a:r>
              <a:rPr lang="zh-CN" altLang="en-US" sz="2400">
                <a:solidFill>
                  <a:srgbClr val="CC0000"/>
                </a:solidFill>
                <a:latin typeface="微软雅黑" panose="020B0503020204020204" pitchFamily="34" charset="-122"/>
                <a:ea typeface="微软雅黑" panose="020B0503020204020204" pitchFamily="34" charset="-122"/>
              </a:rPr>
              <a:t>非终结符</a:t>
            </a:r>
            <a:r>
              <a:rPr lang="zh-CN" altLang="en-US" sz="2400">
                <a:solidFill>
                  <a:srgbClr val="404040"/>
                </a:solidFill>
                <a:latin typeface="微软雅黑" panose="020B0503020204020204" pitchFamily="34" charset="-122"/>
                <a:ea typeface="微软雅黑" panose="020B0503020204020204" pitchFamily="34" charset="-122"/>
              </a:rPr>
              <a:t>集合</a:t>
            </a:r>
            <a:r>
              <a:rPr lang="en-US" altLang="zh-CN" sz="2400">
                <a:solidFill>
                  <a:srgbClr val="404040"/>
                </a:solidFill>
                <a:latin typeface="微软雅黑" panose="020B0503020204020204" pitchFamily="34" charset="-122"/>
                <a:ea typeface="微软雅黑" panose="020B0503020204020204" pitchFamily="34" charset="-122"/>
              </a:rPr>
              <a:t>(</a:t>
            </a:r>
            <a:r>
              <a:rPr lang="zh-CN" altLang="en-US" sz="2400">
                <a:solidFill>
                  <a:srgbClr val="404040"/>
                </a:solidFill>
                <a:latin typeface="微软雅黑" panose="020B0503020204020204" pitchFamily="34" charset="-122"/>
                <a:ea typeface="微软雅黑" panose="020B0503020204020204" pitchFamily="34" charset="-122"/>
              </a:rPr>
              <a:t>非空</a:t>
            </a:r>
            <a:r>
              <a:rPr lang="en-US" altLang="zh-CN" sz="2400">
                <a:solidFill>
                  <a:srgbClr val="404040"/>
                </a:solidFill>
                <a:latin typeface="微软雅黑" panose="020B0503020204020204" pitchFamily="34" charset="-122"/>
                <a:ea typeface="微软雅黑" panose="020B0503020204020204" pitchFamily="34" charset="-122"/>
              </a:rPr>
              <a:t>)</a:t>
            </a:r>
            <a:r>
              <a:rPr lang="zh-CN" altLang="en-US" sz="2400">
                <a:solidFill>
                  <a:srgbClr val="404040"/>
                </a:solidFill>
                <a:latin typeface="微软雅黑" panose="020B0503020204020204" pitchFamily="34" charset="-122"/>
                <a:ea typeface="微软雅黑" panose="020B0503020204020204" pitchFamily="34" charset="-122"/>
              </a:rPr>
              <a:t>，且</a:t>
            </a:r>
            <a:r>
              <a:rPr lang="en-US" altLang="zh-CN" sz="2400">
                <a:solidFill>
                  <a:srgbClr val="404040"/>
                </a:solidFill>
                <a:latin typeface="微软雅黑" panose="020B0503020204020204" pitchFamily="34" charset="-122"/>
                <a:ea typeface="微软雅黑" panose="020B0503020204020204" pitchFamily="34" charset="-122"/>
              </a:rPr>
              <a:t>V</a:t>
            </a:r>
            <a:r>
              <a:rPr lang="en-US" altLang="zh-CN" sz="2400" baseline="-25000">
                <a:solidFill>
                  <a:srgbClr val="404040"/>
                </a:solidFill>
                <a:latin typeface="微软雅黑" panose="020B0503020204020204" pitchFamily="34" charset="-122"/>
                <a:ea typeface="微软雅黑" panose="020B0503020204020204" pitchFamily="34" charset="-122"/>
              </a:rPr>
              <a:t>T</a:t>
            </a:r>
            <a:r>
              <a:rPr lang="en-US" altLang="zh-CN" sz="2400">
                <a:solidFill>
                  <a:srgbClr val="404040"/>
                </a:solidFill>
                <a:latin typeface="微软雅黑" panose="020B0503020204020204" pitchFamily="34" charset="-122"/>
                <a:ea typeface="微软雅黑" panose="020B0503020204020204" pitchFamily="34" charset="-122"/>
              </a:rPr>
              <a:t> </a:t>
            </a:r>
            <a:r>
              <a:rPr lang="en-US" altLang="zh-CN" sz="24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a:solidFill>
                  <a:srgbClr val="404040"/>
                </a:solidFill>
                <a:latin typeface="微软雅黑" panose="020B0503020204020204" pitchFamily="34" charset="-122"/>
                <a:ea typeface="微软雅黑" panose="020B0503020204020204" pitchFamily="34" charset="-122"/>
              </a:rPr>
              <a:t> V</a:t>
            </a:r>
            <a:r>
              <a:rPr lang="en-US" altLang="zh-CN" sz="2400" baseline="-25000">
                <a:solidFill>
                  <a:srgbClr val="404040"/>
                </a:solidFill>
                <a:latin typeface="微软雅黑" panose="020B0503020204020204" pitchFamily="34" charset="-122"/>
                <a:ea typeface="微软雅黑" panose="020B0503020204020204" pitchFamily="34" charset="-122"/>
              </a:rPr>
              <a:t>N</a:t>
            </a:r>
            <a:r>
              <a:rPr lang="en-US" altLang="zh-CN" sz="2400">
                <a:solidFill>
                  <a:srgbClr val="404040"/>
                </a:solidFill>
                <a:latin typeface="微软雅黑" panose="020B0503020204020204" pitchFamily="34" charset="-122"/>
                <a:ea typeface="微软雅黑" panose="020B0503020204020204" pitchFamily="34" charset="-122"/>
              </a:rPr>
              <a:t>=</a:t>
            </a:r>
            <a:r>
              <a:rPr lang="en-US" altLang="zh-CN" sz="24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endParaRPr lang="en-US" altLang="zh-CN" sz="2400">
              <a:solidFill>
                <a:srgbClr val="404040"/>
              </a:solidFill>
              <a:latin typeface="微软雅黑" panose="020B0503020204020204" pitchFamily="34" charset="-122"/>
              <a:ea typeface="微软雅黑" panose="020B0503020204020204" pitchFamily="34" charset="-122"/>
            </a:endParaRP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lang="en-US" altLang="zh-CN" sz="2400">
                <a:solidFill>
                  <a:srgbClr val="404040"/>
                </a:solidFill>
                <a:latin typeface="微软雅黑" panose="020B0503020204020204" pitchFamily="34" charset="-122"/>
                <a:ea typeface="微软雅黑" panose="020B0503020204020204" pitchFamily="34" charset="-122"/>
              </a:rPr>
              <a:t>S</a:t>
            </a:r>
            <a:r>
              <a:rPr lang="zh-CN" altLang="en-US" sz="2400">
                <a:solidFill>
                  <a:srgbClr val="404040"/>
                </a:solidFill>
                <a:latin typeface="微软雅黑" panose="020B0503020204020204" pitchFamily="34" charset="-122"/>
                <a:ea typeface="微软雅黑" panose="020B0503020204020204" pitchFamily="34" charset="-122"/>
              </a:rPr>
              <a:t>：文法的</a:t>
            </a:r>
            <a:r>
              <a:rPr lang="zh-CN" altLang="en-US" sz="2400">
                <a:solidFill>
                  <a:srgbClr val="CC0000"/>
                </a:solidFill>
                <a:latin typeface="微软雅黑" panose="020B0503020204020204" pitchFamily="34" charset="-122"/>
                <a:ea typeface="微软雅黑" panose="020B0503020204020204" pitchFamily="34" charset="-122"/>
              </a:rPr>
              <a:t>开始符号</a:t>
            </a:r>
            <a:r>
              <a:rPr lang="zh-CN" altLang="en-US" sz="2400">
                <a:solidFill>
                  <a:srgbClr val="404040"/>
                </a:solidFill>
                <a:latin typeface="微软雅黑" panose="020B0503020204020204" pitchFamily="34" charset="-122"/>
                <a:ea typeface="微软雅黑" panose="020B0503020204020204" pitchFamily="34" charset="-122"/>
              </a:rPr>
              <a:t>，</a:t>
            </a:r>
            <a:r>
              <a:rPr lang="en-US" altLang="zh-CN" sz="2400">
                <a:solidFill>
                  <a:srgbClr val="404040"/>
                </a:solidFill>
                <a:latin typeface="微软雅黑" panose="020B0503020204020204" pitchFamily="34" charset="-122"/>
                <a:ea typeface="微软雅黑" panose="020B0503020204020204" pitchFamily="34" charset="-122"/>
              </a:rPr>
              <a:t>S</a:t>
            </a:r>
            <a:r>
              <a:rPr lang="en-US" altLang="zh-CN" sz="24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a:solidFill>
                  <a:srgbClr val="404040"/>
                </a:solidFill>
                <a:latin typeface="微软雅黑" panose="020B0503020204020204" pitchFamily="34" charset="-122"/>
                <a:ea typeface="微软雅黑" panose="020B0503020204020204" pitchFamily="34" charset="-122"/>
              </a:rPr>
              <a:t>V</a:t>
            </a:r>
            <a:r>
              <a:rPr lang="en-US" altLang="zh-CN" sz="2400" baseline="-25000">
                <a:solidFill>
                  <a:srgbClr val="404040"/>
                </a:solidFill>
                <a:latin typeface="微软雅黑" panose="020B0503020204020204" pitchFamily="34" charset="-122"/>
                <a:ea typeface="微软雅黑" panose="020B0503020204020204" pitchFamily="34" charset="-122"/>
              </a:rPr>
              <a:t>N</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lang="en-US" altLang="zh-CN" sz="2400">
                <a:solidFill>
                  <a:srgbClr val="404040"/>
                </a:solidFill>
                <a:latin typeface="微软雅黑" panose="020B0503020204020204" pitchFamily="34" charset="-122"/>
                <a:ea typeface="微软雅黑" panose="020B0503020204020204" pitchFamily="34" charset="-122"/>
              </a:rPr>
              <a:t>P</a:t>
            </a:r>
            <a:r>
              <a:rPr lang="zh-CN" altLang="en-US" sz="2400">
                <a:solidFill>
                  <a:srgbClr val="404040"/>
                </a:solidFill>
                <a:latin typeface="微软雅黑" panose="020B0503020204020204" pitchFamily="34" charset="-122"/>
                <a:ea typeface="微软雅黑" panose="020B0503020204020204" pitchFamily="34" charset="-122"/>
              </a:rPr>
              <a:t>：</a:t>
            </a:r>
            <a:r>
              <a:rPr lang="zh-CN" altLang="en-US" sz="2400">
                <a:solidFill>
                  <a:srgbClr val="CC0000"/>
                </a:solidFill>
                <a:latin typeface="微软雅黑" panose="020B0503020204020204" pitchFamily="34" charset="-122"/>
                <a:ea typeface="微软雅黑" panose="020B0503020204020204" pitchFamily="34" charset="-122"/>
              </a:rPr>
              <a:t>产生式</a:t>
            </a:r>
            <a:r>
              <a:rPr lang="zh-CN" altLang="en-US" sz="2400">
                <a:solidFill>
                  <a:srgbClr val="404040"/>
                </a:solidFill>
                <a:latin typeface="微软雅黑" panose="020B0503020204020204" pitchFamily="34" charset="-122"/>
                <a:ea typeface="微软雅黑" panose="020B0503020204020204" pitchFamily="34" charset="-122"/>
              </a:rPr>
              <a:t>集合</a:t>
            </a:r>
            <a:r>
              <a:rPr lang="en-US" altLang="zh-CN" sz="2400">
                <a:solidFill>
                  <a:srgbClr val="404040"/>
                </a:solidFill>
                <a:latin typeface="微软雅黑" panose="020B0503020204020204" pitchFamily="34" charset="-122"/>
                <a:ea typeface="微软雅黑" panose="020B0503020204020204" pitchFamily="34" charset="-122"/>
              </a:rPr>
              <a:t>(</a:t>
            </a:r>
            <a:r>
              <a:rPr lang="zh-CN" altLang="en-US" sz="2400">
                <a:solidFill>
                  <a:srgbClr val="404040"/>
                </a:solidFill>
                <a:latin typeface="微软雅黑" panose="020B0503020204020204" pitchFamily="34" charset="-122"/>
                <a:ea typeface="微软雅黑" panose="020B0503020204020204" pitchFamily="34" charset="-122"/>
              </a:rPr>
              <a:t>有限</a:t>
            </a:r>
            <a:r>
              <a:rPr lang="en-US" altLang="zh-CN" sz="2400">
                <a:solidFill>
                  <a:srgbClr val="404040"/>
                </a:solidFill>
                <a:latin typeface="微软雅黑" panose="020B0503020204020204" pitchFamily="34" charset="-122"/>
                <a:ea typeface="微软雅黑" panose="020B0503020204020204" pitchFamily="34" charset="-122"/>
              </a:rPr>
              <a:t>)</a:t>
            </a:r>
            <a:r>
              <a:rPr lang="zh-CN" altLang="en-US" sz="2400">
                <a:solidFill>
                  <a:srgbClr val="404040"/>
                </a:solidFill>
                <a:latin typeface="微软雅黑" panose="020B0503020204020204" pitchFamily="34" charset="-122"/>
                <a:ea typeface="微软雅黑" panose="020B0503020204020204" pitchFamily="34" charset="-122"/>
              </a:rPr>
              <a:t>，每个产生式形式为</a:t>
            </a:r>
          </a:p>
          <a:p>
            <a:pPr lvl="2" eaLnBrk="1" hangingPunct="1">
              <a:lnSpc>
                <a:spcPct val="90000"/>
              </a:lnSpc>
              <a:spcBef>
                <a:spcPts val="1000"/>
              </a:spcBef>
              <a:spcAft>
                <a:spcPct val="0"/>
              </a:spcAft>
              <a:buClr>
                <a:srgbClr val="4F81BD"/>
              </a:buClr>
              <a:buSzPct val="80000"/>
              <a:buFont typeface="Wingdings 3" panose="05040102010807070707" pitchFamily="18" charset="2"/>
              <a:buChar char=""/>
            </a:pPr>
            <a:r>
              <a:rPr lang="en-US" altLang="zh-CN" sz="2000">
                <a:solidFill>
                  <a:srgbClr val="404040"/>
                </a:solidFill>
                <a:latin typeface="微软雅黑" panose="020B0503020204020204" pitchFamily="34" charset="-122"/>
                <a:ea typeface="微软雅黑" panose="020B0503020204020204" pitchFamily="34" charset="-122"/>
                <a:sym typeface="Symbol" panose="05050102010706020507" pitchFamily="18" charset="2"/>
              </a:rPr>
              <a:t>β</a:t>
            </a:r>
            <a:r>
              <a:rPr lang="zh-CN" altLang="en-US" sz="2000">
                <a:solidFill>
                  <a:srgbClr val="40404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0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a:solidFill>
                  <a:srgbClr val="404040"/>
                </a:solidFill>
                <a:latin typeface="微软雅黑" panose="020B0503020204020204" pitchFamily="34" charset="-122"/>
                <a:ea typeface="微软雅黑" panose="020B0503020204020204" pitchFamily="34" charset="-122"/>
              </a:rPr>
              <a:t>V</a:t>
            </a:r>
            <a:r>
              <a:rPr lang="en-US" altLang="zh-CN" sz="2100" baseline="-25000">
                <a:solidFill>
                  <a:srgbClr val="404040"/>
                </a:solidFill>
                <a:latin typeface="微软雅黑" panose="020B0503020204020204" pitchFamily="34" charset="-122"/>
                <a:ea typeface="微软雅黑" panose="020B0503020204020204" pitchFamily="34" charset="-122"/>
              </a:rPr>
              <a:t>N</a:t>
            </a:r>
            <a:r>
              <a:rPr lang="zh-CN" altLang="en-US" sz="2000">
                <a:solidFill>
                  <a:srgbClr val="404040"/>
                </a:solidFill>
                <a:latin typeface="微软雅黑" panose="020B0503020204020204" pitchFamily="34" charset="-122"/>
                <a:ea typeface="微软雅黑" panose="020B0503020204020204" pitchFamily="34" charset="-122"/>
              </a:rPr>
              <a:t>， </a:t>
            </a:r>
            <a:r>
              <a:rPr lang="en-US" altLang="zh-CN" sz="2000">
                <a:solidFill>
                  <a:srgbClr val="404040"/>
                </a:solidFill>
                <a:latin typeface="微软雅黑" panose="020B0503020204020204" pitchFamily="34" charset="-122"/>
                <a:ea typeface="微软雅黑" panose="020B0503020204020204" pitchFamily="34" charset="-122"/>
                <a:sym typeface="Symbol" panose="05050102010706020507" pitchFamily="18" charset="2"/>
              </a:rPr>
              <a:t>β</a:t>
            </a:r>
            <a:r>
              <a:rPr lang="zh-CN" altLang="en-US" sz="2000">
                <a:solidFill>
                  <a:srgbClr val="404040"/>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0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a:solidFill>
                  <a:srgbClr val="404040"/>
                </a:solidFill>
                <a:latin typeface="微软雅黑" panose="020B0503020204020204" pitchFamily="34" charset="-122"/>
                <a:ea typeface="微软雅黑" panose="020B0503020204020204" pitchFamily="34" charset="-122"/>
              </a:rPr>
              <a:t>V</a:t>
            </a:r>
            <a:r>
              <a:rPr lang="en-US" altLang="zh-CN" sz="2100" baseline="-25000">
                <a:solidFill>
                  <a:srgbClr val="404040"/>
                </a:solidFill>
                <a:latin typeface="微软雅黑" panose="020B0503020204020204" pitchFamily="34" charset="-122"/>
                <a:ea typeface="微软雅黑" panose="020B0503020204020204" pitchFamily="34" charset="-122"/>
              </a:rPr>
              <a:t>T</a:t>
            </a:r>
            <a:r>
              <a:rPr lang="en-US" altLang="zh-CN" sz="2000">
                <a:solidFill>
                  <a:srgbClr val="404040"/>
                </a:solidFill>
                <a:latin typeface="微软雅黑" panose="020B0503020204020204" pitchFamily="34" charset="-122"/>
                <a:ea typeface="微软雅黑" panose="020B0503020204020204" pitchFamily="34" charset="-122"/>
              </a:rPr>
              <a:t> </a:t>
            </a:r>
            <a:r>
              <a:rPr lang="en-US" altLang="zh-CN" sz="20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a:solidFill>
                  <a:srgbClr val="404040"/>
                </a:solidFill>
                <a:latin typeface="微软雅黑" panose="020B0503020204020204" pitchFamily="34" charset="-122"/>
                <a:ea typeface="微软雅黑" panose="020B0503020204020204" pitchFamily="34" charset="-122"/>
              </a:rPr>
              <a:t> V</a:t>
            </a:r>
            <a:r>
              <a:rPr lang="en-US" altLang="zh-CN" sz="2100" baseline="-25000">
                <a:solidFill>
                  <a:srgbClr val="404040"/>
                </a:solidFill>
                <a:latin typeface="微软雅黑" panose="020B0503020204020204" pitchFamily="34" charset="-122"/>
                <a:ea typeface="微软雅黑" panose="020B0503020204020204" pitchFamily="34" charset="-122"/>
              </a:rPr>
              <a:t>N</a:t>
            </a:r>
            <a:r>
              <a:rPr lang="en-US" altLang="zh-CN" sz="2000">
                <a:solidFill>
                  <a:srgbClr val="404040"/>
                </a:solidFill>
                <a:latin typeface="微软雅黑" panose="020B0503020204020204" pitchFamily="34" charset="-122"/>
                <a:ea typeface="微软雅黑" panose="020B0503020204020204" pitchFamily="34" charset="-122"/>
              </a:rPr>
              <a:t>)*</a:t>
            </a:r>
          </a:p>
          <a:p>
            <a:pPr lvl="1"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400">
                <a:solidFill>
                  <a:srgbClr val="404040"/>
                </a:solidFill>
                <a:latin typeface="微软雅黑" panose="020B0503020204020204" pitchFamily="34" charset="-122"/>
                <a:ea typeface="微软雅黑" panose="020B0503020204020204" pitchFamily="34" charset="-122"/>
              </a:rPr>
              <a:t>开始符</a:t>
            </a:r>
            <a:r>
              <a:rPr lang="en-US" altLang="zh-CN" sz="2400">
                <a:solidFill>
                  <a:srgbClr val="404040"/>
                </a:solidFill>
                <a:latin typeface="微软雅黑" panose="020B0503020204020204" pitchFamily="34" charset="-122"/>
                <a:ea typeface="微软雅黑" panose="020B0503020204020204" pitchFamily="34" charset="-122"/>
              </a:rPr>
              <a:t>S</a:t>
            </a:r>
            <a:r>
              <a:rPr lang="zh-CN" altLang="en-US" sz="2400">
                <a:solidFill>
                  <a:srgbClr val="404040"/>
                </a:solidFill>
                <a:latin typeface="微软雅黑" panose="020B0503020204020204" pitchFamily="34" charset="-122"/>
                <a:ea typeface="微软雅黑" panose="020B0503020204020204" pitchFamily="34" charset="-122"/>
              </a:rPr>
              <a:t>至少必须在某个产生式的左部出现一次</a:t>
            </a:r>
          </a:p>
        </p:txBody>
      </p:sp>
      <p:sp>
        <p:nvSpPr>
          <p:cNvPr id="2" name="Slide Number Placeholder 7">
            <a:extLst>
              <a:ext uri="{FF2B5EF4-FFF2-40B4-BE49-F238E27FC236}">
                <a16:creationId xmlns:a16="http://schemas.microsoft.com/office/drawing/2014/main" id="{1FF534B2-F5C6-D720-E1FF-92C08E2825E9}"/>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16</a:t>
            </a:fld>
            <a:endParaRPr lang="en-GB" altLang="en-US" sz="120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wipe(left)">
                                      <p:cBhvr>
                                        <p:cTn id="11" dur="500"/>
                                        <p:tgtEl>
                                          <p:spTgt spid="6">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wipe(left)">
                                      <p:cBhvr>
                                        <p:cTn id="16" dur="500"/>
                                        <p:tgtEl>
                                          <p:spTgt spid="6">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wipe(left)">
                                      <p:cBhvr>
                                        <p:cTn id="21" dur="500"/>
                                        <p:tgtEl>
                                          <p:spTgt spid="6">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wipe(left)">
                                      <p:cBhvr>
                                        <p:cTn id="26" dur="500"/>
                                        <p:tgtEl>
                                          <p:spTgt spid="6">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wipe(left)">
                                      <p:cBhvr>
                                        <p:cTn id="31" dur="500"/>
                                        <p:tgtEl>
                                          <p:spTgt spid="6">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6">
                                            <p:txEl>
                                              <p:pRg st="5" end="5"/>
                                            </p:txEl>
                                          </p:spTgt>
                                        </p:tgtEl>
                                        <p:attrNameLst>
                                          <p:attrName>style.visibility</p:attrName>
                                        </p:attrNameLst>
                                      </p:cBhvr>
                                      <p:to>
                                        <p:strVal val="visible"/>
                                      </p:to>
                                    </p:set>
                                    <p:animEffect transition="in" filter="wipe(left)">
                                      <p:cBhvr>
                                        <p:cTn id="36" dur="500"/>
                                        <p:tgtEl>
                                          <p:spTgt spid="6">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wipe(left)">
                                      <p:cBhvr>
                                        <p:cTn id="41" dur="500"/>
                                        <p:tgtEl>
                                          <p:spTgt spid="6">
                                            <p:txEl>
                                              <p:pRg st="6" end="6"/>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6">
                                            <p:txEl>
                                              <p:pRg st="7" end="7"/>
                                            </p:txEl>
                                          </p:spTgt>
                                        </p:tgtEl>
                                        <p:attrNameLst>
                                          <p:attrName>style.visibility</p:attrName>
                                        </p:attrNameLst>
                                      </p:cBhvr>
                                      <p:to>
                                        <p:strVal val="visible"/>
                                      </p:to>
                                    </p:set>
                                    <p:animEffect transition="in" filter="wipe(left)">
                                      <p:cBhvr>
                                        <p:cTn id="46"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6451C00-AB41-D2BB-F7DF-C48099EE98CE}"/>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0000"/>
              </a:lnSpc>
              <a:spcAft>
                <a:spcPct val="0"/>
              </a:spcAft>
              <a:buFont typeface="Times New Roman" panose="02020603050405020304" pitchFamily="18" charset="0"/>
              <a:buNone/>
            </a:pPr>
            <a:r>
              <a:rPr lang="zh-CN" altLang="en-US" sz="4000"/>
              <a:t>语言定义</a:t>
            </a:r>
          </a:p>
        </p:txBody>
      </p:sp>
      <p:sp>
        <p:nvSpPr>
          <p:cNvPr id="36867" name="Rectangle 6">
            <a:extLst>
              <a:ext uri="{FF2B5EF4-FFF2-40B4-BE49-F238E27FC236}">
                <a16:creationId xmlns:a16="http://schemas.microsoft.com/office/drawing/2014/main" id="{AF4296AB-4E69-CBEB-7FE8-56C99762D4F0}"/>
              </a:ext>
            </a:extLst>
          </p:cNvPr>
          <p:cNvSpPr txBox="1">
            <a:spLocks noChangeArrowheads="1"/>
          </p:cNvSpPr>
          <p:nvPr/>
        </p:nvSpPr>
        <p:spPr bwMode="auto">
          <a:xfrm>
            <a:off x="360363" y="1379538"/>
            <a:ext cx="78867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Font typeface="Times New Roman" panose="02020603050405020304" pitchFamily="18" charset="0"/>
              <a:buNone/>
            </a:pPr>
            <a:r>
              <a:rPr lang="zh-CN" altLang="en-US" sz="3200"/>
              <a:t>上下文无关文法</a:t>
            </a:r>
          </a:p>
        </p:txBody>
      </p:sp>
      <p:sp>
        <p:nvSpPr>
          <p:cNvPr id="36868" name="Rectangle 2">
            <a:extLst>
              <a:ext uri="{FF2B5EF4-FFF2-40B4-BE49-F238E27FC236}">
                <a16:creationId xmlns:a16="http://schemas.microsoft.com/office/drawing/2014/main" id="{5794BA84-4608-7F4E-9799-63C70503C8B0}"/>
              </a:ext>
            </a:extLst>
          </p:cNvPr>
          <p:cNvSpPr txBox="1">
            <a:spLocks noChangeArrowheads="1"/>
          </p:cNvSpPr>
          <p:nvPr/>
        </p:nvSpPr>
        <p:spPr bwMode="auto">
          <a:xfrm>
            <a:off x="630238" y="2108200"/>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rPr>
              <a:t>例，定义只含</a:t>
            </a:r>
            <a:r>
              <a:rPr lang="en-US" altLang="zh-CN" sz="2800">
                <a:solidFill>
                  <a:srgbClr val="404040"/>
                </a:solidFill>
                <a:latin typeface="微软雅黑" panose="020B0503020204020204" pitchFamily="34" charset="-122"/>
                <a:ea typeface="微软雅黑" panose="020B0503020204020204" pitchFamily="34" charset="-122"/>
              </a:rPr>
              <a:t>+</a:t>
            </a:r>
            <a:r>
              <a:rPr lang="zh-CN" altLang="en-US" sz="2800">
                <a:solidFill>
                  <a:srgbClr val="404040"/>
                </a:solidFill>
                <a:latin typeface="微软雅黑" panose="020B0503020204020204" pitchFamily="34" charset="-122"/>
                <a:ea typeface="微软雅黑" panose="020B0503020204020204" pitchFamily="34" charset="-122"/>
              </a:rPr>
              <a:t>，*的算术表达式的文法</a:t>
            </a:r>
          </a:p>
          <a:p>
            <a:pPr eaLnBrk="1" hangingPunct="1">
              <a:lnSpc>
                <a:spcPct val="100000"/>
              </a:lnSpc>
              <a:spcBef>
                <a:spcPts val="1000"/>
              </a:spcBef>
              <a:spcAft>
                <a:spcPct val="0"/>
              </a:spcAft>
              <a:buClr>
                <a:srgbClr val="4F81BD"/>
              </a:buClr>
              <a:buSzPct val="80000"/>
              <a:buFont typeface="Wingdings" panose="05000000000000000000" pitchFamily="2" charset="2"/>
              <a:buNone/>
            </a:pPr>
            <a:r>
              <a:rPr lang="zh-CN" altLang="en-US" sz="2800">
                <a:latin typeface="微软雅黑" panose="020B0503020204020204" pitchFamily="34" charset="-122"/>
                <a:ea typeface="微软雅黑" panose="020B0503020204020204" pitchFamily="34" charset="-122"/>
              </a:rPr>
              <a:t>  </a:t>
            </a:r>
            <a:r>
              <a:rPr lang="en-US" altLang="zh-CN" sz="2800">
                <a:latin typeface="微软雅黑" panose="020B0503020204020204" pitchFamily="34" charset="-122"/>
                <a:ea typeface="微软雅黑" panose="020B0503020204020204" pitchFamily="34" charset="-122"/>
              </a:rPr>
              <a:t>G=&lt; </a:t>
            </a:r>
            <a:r>
              <a:rPr lang="en-US" altLang="zh-CN" sz="2800">
                <a:solidFill>
                  <a:srgbClr val="CC0000"/>
                </a:solidFill>
                <a:latin typeface="微软雅黑" panose="020B0503020204020204" pitchFamily="34" charset="-122"/>
                <a:ea typeface="微软雅黑" panose="020B0503020204020204" pitchFamily="34" charset="-122"/>
              </a:rPr>
              <a:t>{i</a:t>
            </a:r>
            <a:r>
              <a:rPr lang="zh-CN" altLang="en-US" sz="2800">
                <a:solidFill>
                  <a:srgbClr val="CC0000"/>
                </a:solidFill>
                <a:latin typeface="微软雅黑" panose="020B0503020204020204" pitchFamily="34" charset="-122"/>
                <a:ea typeface="微软雅黑" panose="020B0503020204020204" pitchFamily="34" charset="-122"/>
              </a:rPr>
              <a:t>，</a:t>
            </a:r>
            <a:r>
              <a:rPr lang="en-US" altLang="zh-CN" sz="2800">
                <a:solidFill>
                  <a:srgbClr val="CC0000"/>
                </a:solidFill>
                <a:latin typeface="微软雅黑" panose="020B0503020204020204" pitchFamily="34" charset="-122"/>
                <a:ea typeface="微软雅黑" panose="020B0503020204020204" pitchFamily="34" charset="-122"/>
              </a:rPr>
              <a:t>+</a:t>
            </a:r>
            <a:r>
              <a:rPr lang="zh-CN" altLang="en-US" sz="2800">
                <a:solidFill>
                  <a:srgbClr val="CC0000"/>
                </a:solidFill>
                <a:latin typeface="微软雅黑" panose="020B0503020204020204" pitchFamily="34" charset="-122"/>
                <a:ea typeface="微软雅黑" panose="020B0503020204020204" pitchFamily="34" charset="-122"/>
              </a:rPr>
              <a:t>，*，</a:t>
            </a:r>
            <a:r>
              <a:rPr lang="en-US" altLang="zh-CN" sz="2800">
                <a:solidFill>
                  <a:srgbClr val="CC0000"/>
                </a:solidFill>
                <a:latin typeface="微软雅黑" panose="020B0503020204020204" pitchFamily="34" charset="-122"/>
                <a:ea typeface="微软雅黑" panose="020B0503020204020204" pitchFamily="34" charset="-122"/>
              </a:rPr>
              <a:t>(</a:t>
            </a:r>
            <a:r>
              <a:rPr lang="zh-CN" altLang="en-US" sz="2800">
                <a:solidFill>
                  <a:srgbClr val="CC0000"/>
                </a:solidFill>
                <a:latin typeface="微软雅黑" panose="020B0503020204020204" pitchFamily="34" charset="-122"/>
                <a:ea typeface="微软雅黑" panose="020B0503020204020204" pitchFamily="34" charset="-122"/>
              </a:rPr>
              <a:t>，</a:t>
            </a:r>
            <a:r>
              <a:rPr lang="en-US" altLang="zh-CN" sz="2800">
                <a:solidFill>
                  <a:srgbClr val="CC0000"/>
                </a:solidFill>
                <a:latin typeface="微软雅黑" panose="020B0503020204020204" pitchFamily="34" charset="-122"/>
                <a:ea typeface="微软雅黑" panose="020B0503020204020204" pitchFamily="34" charset="-122"/>
              </a:rPr>
              <a:t>)}</a:t>
            </a:r>
            <a:r>
              <a:rPr lang="zh-CN" altLang="en-US" sz="2800">
                <a:latin typeface="微软雅黑" panose="020B0503020204020204" pitchFamily="34" charset="-122"/>
                <a:ea typeface="微软雅黑" panose="020B0503020204020204" pitchFamily="34" charset="-122"/>
              </a:rPr>
              <a:t>，</a:t>
            </a:r>
            <a:r>
              <a:rPr lang="en-US" altLang="zh-CN" sz="2800">
                <a:solidFill>
                  <a:srgbClr val="006600"/>
                </a:solidFill>
                <a:latin typeface="微软雅黑" panose="020B0503020204020204" pitchFamily="34" charset="-122"/>
                <a:ea typeface="微软雅黑" panose="020B0503020204020204" pitchFamily="34" charset="-122"/>
              </a:rPr>
              <a:t>{E}</a:t>
            </a:r>
            <a:r>
              <a:rPr lang="zh-CN" altLang="en-US" sz="2800">
                <a:latin typeface="微软雅黑" panose="020B0503020204020204" pitchFamily="34" charset="-122"/>
                <a:ea typeface="微软雅黑" panose="020B0503020204020204" pitchFamily="34" charset="-122"/>
              </a:rPr>
              <a:t>，</a:t>
            </a:r>
            <a:r>
              <a:rPr lang="en-US" altLang="zh-CN" sz="2800">
                <a:solidFill>
                  <a:srgbClr val="3366CC"/>
                </a:solidFill>
                <a:latin typeface="微软雅黑" panose="020B0503020204020204" pitchFamily="34" charset="-122"/>
                <a:ea typeface="微软雅黑" panose="020B0503020204020204" pitchFamily="34" charset="-122"/>
              </a:rPr>
              <a:t>E</a:t>
            </a:r>
            <a:r>
              <a:rPr lang="zh-CN" altLang="en-US" sz="2800">
                <a:latin typeface="微软雅黑" panose="020B0503020204020204" pitchFamily="34" charset="-122"/>
                <a:ea typeface="微软雅黑" panose="020B0503020204020204" pitchFamily="34" charset="-122"/>
              </a:rPr>
              <a:t>，</a:t>
            </a:r>
            <a:r>
              <a:rPr lang="zh-CN" altLang="en-US" sz="2800">
                <a:solidFill>
                  <a:srgbClr val="EEECE1"/>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rPr>
              <a:t>P</a:t>
            </a:r>
            <a:r>
              <a:rPr lang="en-US" altLang="zh-CN" sz="2800">
                <a:solidFill>
                  <a:srgbClr val="CC0000"/>
                </a:solidFill>
                <a:latin typeface="微软雅黑" panose="020B0503020204020204" pitchFamily="34" charset="-122"/>
                <a:ea typeface="微软雅黑" panose="020B0503020204020204" pitchFamily="34" charset="-122"/>
              </a:rPr>
              <a:t> </a:t>
            </a:r>
            <a:r>
              <a:rPr lang="en-US" altLang="zh-CN" sz="2800">
                <a:latin typeface="微软雅黑" panose="020B0503020204020204" pitchFamily="34" charset="-122"/>
                <a:ea typeface="微软雅黑" panose="020B0503020204020204" pitchFamily="34" charset="-122"/>
              </a:rPr>
              <a:t>&gt;</a:t>
            </a:r>
            <a:r>
              <a:rPr lang="zh-CN" altLang="en-US" sz="2800">
                <a:solidFill>
                  <a:srgbClr val="404040"/>
                </a:solidFill>
                <a:latin typeface="微软雅黑" panose="020B0503020204020204" pitchFamily="34" charset="-122"/>
                <a:ea typeface="微软雅黑" panose="020B0503020204020204" pitchFamily="34" charset="-122"/>
              </a:rPr>
              <a:t>， 其中，</a:t>
            </a:r>
            <a:r>
              <a:rPr lang="en-US" altLang="zh-CN" sz="2800">
                <a:solidFill>
                  <a:srgbClr val="404040"/>
                </a:solidFill>
                <a:latin typeface="微软雅黑" panose="020B0503020204020204" pitchFamily="34" charset="-122"/>
                <a:ea typeface="微软雅黑" panose="020B0503020204020204" pitchFamily="34" charset="-122"/>
              </a:rPr>
              <a:t>P</a:t>
            </a:r>
            <a:r>
              <a:rPr lang="zh-CN" altLang="en-US" sz="2800">
                <a:solidFill>
                  <a:srgbClr val="404040"/>
                </a:solidFill>
                <a:latin typeface="微软雅黑" panose="020B0503020204020204" pitchFamily="34" charset="-122"/>
                <a:ea typeface="微软雅黑" panose="020B0503020204020204" pitchFamily="34" charset="-122"/>
              </a:rPr>
              <a:t>由下列产生式组成：</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rPr>
              <a:t>E </a:t>
            </a:r>
            <a:r>
              <a:rPr lang="en-US" altLang="zh-CN">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rPr>
              <a:t> i</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rPr>
              <a:t>E </a:t>
            </a:r>
            <a:r>
              <a:rPr lang="en-US" altLang="zh-CN">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rPr>
              <a:t> E+E</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rPr>
              <a:t>E </a:t>
            </a:r>
            <a:r>
              <a:rPr lang="en-US" altLang="zh-CN">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rPr>
              <a:t> E*E</a:t>
            </a:r>
          </a:p>
          <a:p>
            <a:pPr lvl="1" eaLnBrk="1" hangingPunct="1">
              <a:lnSpc>
                <a:spcPct val="100000"/>
              </a:lnSpc>
              <a:spcBef>
                <a:spcPts val="1000"/>
              </a:spcBef>
              <a:spcAft>
                <a:spcPct val="0"/>
              </a:spcAft>
              <a:buClr>
                <a:srgbClr val="4F81BD"/>
              </a:buClr>
              <a:buSzPct val="80000"/>
              <a:buFont typeface="Wingdings" panose="05000000000000000000" pitchFamily="2" charset="2"/>
              <a:buNone/>
            </a:pPr>
            <a:r>
              <a:rPr lang="en-US" altLang="zh-CN">
                <a:solidFill>
                  <a:srgbClr val="404040"/>
                </a:solidFill>
                <a:latin typeface="微软雅黑" panose="020B0503020204020204" pitchFamily="34" charset="-122"/>
                <a:ea typeface="微软雅黑" panose="020B0503020204020204" pitchFamily="34" charset="-122"/>
              </a:rPr>
              <a:t>E </a:t>
            </a:r>
            <a:r>
              <a:rPr lang="en-US" altLang="zh-CN">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rPr>
              <a:t> (E)</a:t>
            </a:r>
          </a:p>
          <a:p>
            <a:pPr eaLnBrk="1" hangingPunct="1">
              <a:lnSpc>
                <a:spcPct val="100000"/>
              </a:lnSpc>
              <a:spcBef>
                <a:spcPts val="1000"/>
              </a:spcBef>
              <a:spcAft>
                <a:spcPct val="0"/>
              </a:spcAft>
              <a:buClr>
                <a:srgbClr val="4F81BD"/>
              </a:buClr>
              <a:buSzPct val="80000"/>
              <a:buFont typeface="Wingdings 3" panose="05040102010807070707" pitchFamily="18" charset="2"/>
              <a:buChar char=""/>
            </a:pPr>
            <a:endParaRPr lang="en-US" altLang="zh-CN" sz="2800">
              <a:solidFill>
                <a:srgbClr val="404040"/>
              </a:solidFill>
              <a:latin typeface="微软雅黑" panose="020B0503020204020204" pitchFamily="34" charset="-122"/>
              <a:ea typeface="微软雅黑" panose="020B0503020204020204" pitchFamily="34" charset="-122"/>
            </a:endParaRPr>
          </a:p>
        </p:txBody>
      </p:sp>
      <p:sp>
        <p:nvSpPr>
          <p:cNvPr id="2" name="Slide Number Placeholder 7">
            <a:extLst>
              <a:ext uri="{FF2B5EF4-FFF2-40B4-BE49-F238E27FC236}">
                <a16:creationId xmlns:a16="http://schemas.microsoft.com/office/drawing/2014/main" id="{325F418B-F918-7CA7-5D72-C05DC56EE59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17</a:t>
            </a:fld>
            <a:endParaRPr lang="en-GB" altLang="en-US" sz="1200" dirty="0">
              <a:latin typeface="Comic Sans MS" panose="030F0702030302020204" pitchFamily="66"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7" name="Rectangle 10"/>
          <p:cNvSpPr>
            <a:spLocks noGrp="1" noChangeArrowheads="1"/>
          </p:cNvSpPr>
          <p:nvPr>
            <p:ph type="title"/>
          </p:nvPr>
        </p:nvSpPr>
        <p:spPr/>
        <p:txBody>
          <a:bodyPr>
            <a:normAutofit/>
          </a:bodyPr>
          <a:lstStyle/>
          <a:p>
            <a:r>
              <a:rPr lang="zh-CN" altLang="en-US" dirty="0"/>
              <a:t>上下文无关文法</a:t>
            </a:r>
            <a:endParaRPr lang="en-GB" altLang="zh-CN" dirty="0"/>
          </a:p>
        </p:txBody>
      </p:sp>
      <p:sp>
        <p:nvSpPr>
          <p:cNvPr id="171019" name="Rectangle 11"/>
          <p:cNvSpPr>
            <a:spLocks noGrp="1" noChangeArrowheads="1"/>
          </p:cNvSpPr>
          <p:nvPr>
            <p:ph idx="1"/>
          </p:nvPr>
        </p:nvSpPr>
        <p:spPr/>
        <p:txBody>
          <a:bodyPr/>
          <a:lstStyle/>
          <a:p>
            <a:r>
              <a:rPr lang="zh-CN" altLang="en-US" dirty="0"/>
              <a:t>巴科斯范式</a:t>
            </a:r>
            <a:r>
              <a:rPr lang="en-US" altLang="zh-CN" dirty="0"/>
              <a:t>(BNF)</a:t>
            </a:r>
          </a:p>
          <a:p>
            <a:pPr lvl="1"/>
            <a:r>
              <a:rPr lang="en-US" altLang="zh-CN" dirty="0">
                <a:latin typeface="微软雅黑" panose="020B0503020204020204" pitchFamily="34" charset="-122"/>
              </a:rPr>
              <a:t>“</a:t>
            </a:r>
            <a:r>
              <a:rPr lang="en-US" altLang="zh-CN" dirty="0"/>
              <a:t> </a:t>
            </a:r>
            <a:r>
              <a:rPr lang="en-US" altLang="zh-CN" dirty="0">
                <a:sym typeface="Symbol" panose="05050102010706020507" pitchFamily="18" charset="2"/>
              </a:rPr>
              <a:t></a:t>
            </a:r>
            <a:r>
              <a:rPr lang="en-US" altLang="zh-CN" dirty="0"/>
              <a:t> </a:t>
            </a:r>
            <a:r>
              <a:rPr lang="en-US" altLang="zh-CN" dirty="0">
                <a:latin typeface="微软雅黑" panose="020B0503020204020204" pitchFamily="34" charset="-122"/>
              </a:rPr>
              <a:t>”</a:t>
            </a:r>
            <a:r>
              <a:rPr lang="zh-CN" altLang="en-US" dirty="0"/>
              <a:t>用</a:t>
            </a:r>
            <a:r>
              <a:rPr lang="zh-CN" altLang="en-US" dirty="0">
                <a:latin typeface="微软雅黑" panose="020B0503020204020204" pitchFamily="34" charset="-122"/>
              </a:rPr>
              <a:t>“</a:t>
            </a:r>
            <a:r>
              <a:rPr lang="en-US" altLang="zh-CN" dirty="0"/>
              <a:t>::="</a:t>
            </a:r>
            <a:r>
              <a:rPr lang="zh-CN" altLang="en-US" dirty="0"/>
              <a:t>表示</a:t>
            </a:r>
            <a:endParaRPr lang="en-US" altLang="zh-CN" dirty="0"/>
          </a:p>
        </p:txBody>
      </p:sp>
      <p:sp>
        <p:nvSpPr>
          <p:cNvPr id="8" name="文本框 7"/>
          <p:cNvSpPr txBox="1"/>
          <p:nvPr/>
        </p:nvSpPr>
        <p:spPr>
          <a:xfrm>
            <a:off x="7056225" y="944959"/>
            <a:ext cx="3023870" cy="5669756"/>
          </a:xfrm>
          <a:prstGeom prst="rect">
            <a:avLst/>
          </a:prstGeom>
          <a:noFill/>
        </p:spPr>
        <p:txBody>
          <a:bodyPr wrap="square" rtlCol="0">
            <a:noAutofit/>
          </a:bodyPr>
          <a:lstStyle/>
          <a:p>
            <a:pPr marL="0" lvl="1" defTabSz="755957">
              <a:defRPr/>
            </a:pPr>
            <a:endParaRPr lang="en-US" altLang="zh-CN" sz="2646" dirty="0">
              <a:latin typeface="+mj-ea"/>
              <a:ea typeface="+mj-ea"/>
            </a:endParaRPr>
          </a:p>
        </p:txBody>
      </p:sp>
      <p:grpSp>
        <p:nvGrpSpPr>
          <p:cNvPr id="9" name="组合 8"/>
          <p:cNvGrpSpPr/>
          <p:nvPr/>
        </p:nvGrpSpPr>
        <p:grpSpPr>
          <a:xfrm>
            <a:off x="903761" y="3361914"/>
            <a:ext cx="8253084" cy="3750459"/>
            <a:chOff x="819396" y="3049867"/>
            <a:chExt cx="7487048" cy="3402348"/>
          </a:xfrm>
        </p:grpSpPr>
        <p:pic>
          <p:nvPicPr>
            <p:cNvPr id="10" name="Picture 6" descr="07035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396" y="3049867"/>
              <a:ext cx="2450323" cy="305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7"/>
            <p:cNvSpPr txBox="1">
              <a:spLocks noChangeArrowheads="1"/>
            </p:cNvSpPr>
            <p:nvPr/>
          </p:nvSpPr>
          <p:spPr bwMode="auto">
            <a:xfrm>
              <a:off x="3269720" y="3061742"/>
              <a:ext cx="5036724" cy="3038728"/>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GB" altLang="zh-CN" sz="2646" dirty="0"/>
                <a:t>For profound, influential, and lasting contributions to the design of practical high-level programming systems, notably through his work on FORTRAN, and for seminal publication of formal procedures for the specification of programming languages. </a:t>
              </a:r>
            </a:p>
          </p:txBody>
        </p:sp>
        <p:sp>
          <p:nvSpPr>
            <p:cNvPr id="12" name="文本框 11"/>
            <p:cNvSpPr txBox="1"/>
            <p:nvPr/>
          </p:nvSpPr>
          <p:spPr>
            <a:xfrm>
              <a:off x="1125042" y="6117164"/>
              <a:ext cx="1668335" cy="335051"/>
            </a:xfrm>
            <a:prstGeom prst="rect">
              <a:avLst/>
            </a:prstGeom>
            <a:noFill/>
          </p:spPr>
          <p:txBody>
            <a:bodyPr wrap="none" rtlCol="0">
              <a:spAutoFit/>
            </a:bodyPr>
            <a:lstStyle/>
            <a:p>
              <a:r>
                <a:rPr lang="en-GB" altLang="zh-CN" dirty="0"/>
                <a:t>John</a:t>
              </a:r>
              <a:r>
                <a:rPr lang="en-GB" altLang="zh-CN" dirty="0">
                  <a:latin typeface="Arial" panose="020B0604020202020204" pitchFamily="34" charset="0"/>
                </a:rPr>
                <a:t> </a:t>
              </a:r>
              <a:r>
                <a:rPr lang="en-GB" altLang="zh-CN" dirty="0"/>
                <a:t>W.</a:t>
              </a:r>
              <a:r>
                <a:rPr lang="en-GB" altLang="zh-CN" dirty="0">
                  <a:latin typeface="Arial" panose="020B0604020202020204" pitchFamily="34" charset="0"/>
                </a:rPr>
                <a:t> </a:t>
              </a:r>
              <a:r>
                <a:rPr lang="en-GB" altLang="zh-CN" dirty="0"/>
                <a:t>Backus</a:t>
              </a:r>
              <a:endParaRPr lang="zh-CN" altLang="en-US" dirty="0"/>
            </a:p>
          </p:txBody>
        </p:sp>
      </p:grpSp>
      <p:sp>
        <p:nvSpPr>
          <p:cNvPr id="2" name="Slide Number Placeholder 7">
            <a:extLst>
              <a:ext uri="{FF2B5EF4-FFF2-40B4-BE49-F238E27FC236}">
                <a16:creationId xmlns:a16="http://schemas.microsoft.com/office/drawing/2014/main" id="{E55CF4A2-5FBB-32AE-5FAC-CFAF30AB782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18</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286730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71019">
                                            <p:txEl>
                                              <p:pRg st="1" end="1"/>
                                            </p:txEl>
                                          </p:spTgt>
                                        </p:tgtEl>
                                        <p:attrNameLst>
                                          <p:attrName>style.visibility</p:attrName>
                                        </p:attrNameLst>
                                      </p:cBhvr>
                                      <p:to>
                                        <p:strVal val="visible"/>
                                      </p:to>
                                    </p:set>
                                    <p:animEffect transition="in" filter="wipe(left)">
                                      <p:cBhvr>
                                        <p:cTn id="11" dur="500"/>
                                        <p:tgtEl>
                                          <p:spTgt spid="1710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9" grpId="0"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6" name="Rectangle 7"/>
          <p:cNvSpPr>
            <a:spLocks noGrp="1" noChangeArrowheads="1"/>
          </p:cNvSpPr>
          <p:nvPr>
            <p:ph type="title"/>
          </p:nvPr>
        </p:nvSpPr>
        <p:spPr/>
        <p:txBody>
          <a:bodyPr/>
          <a:lstStyle/>
          <a:p>
            <a:pPr eaLnBrk="1" hangingPunct="1"/>
            <a:r>
              <a:rPr lang="zh-CN" altLang="en-US" dirty="0"/>
              <a:t>上下文无关文法</a:t>
            </a:r>
            <a:endParaRPr lang="en-GB" altLang="zh-CN" dirty="0"/>
          </a:p>
        </p:txBody>
      </p:sp>
      <p:sp>
        <p:nvSpPr>
          <p:cNvPr id="12" name="Rectangle 2"/>
          <p:cNvSpPr txBox="1">
            <a:spLocks noChangeArrowheads="1"/>
          </p:cNvSpPr>
          <p:nvPr/>
        </p:nvSpPr>
        <p:spPr>
          <a:xfrm>
            <a:off x="945039" y="1664696"/>
            <a:ext cx="7887600" cy="4352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8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约定</a:t>
            </a: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endParaRPr kumimoji="0" lang="en-US" altLang="zh-CN" sz="165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endParaRPr kumimoji="0" lang="en-US" altLang="zh-CN" sz="165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endParaRPr kumimoji="0" lang="en-US" altLang="zh-CN" sz="165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457200" rtl="0" eaLnBrk="1" fontAlgn="auto" latinLnBrk="0" hangingPunct="1">
              <a:lnSpc>
                <a:spcPct val="100000"/>
              </a:lnSpc>
              <a:spcBef>
                <a:spcPts val="1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其中，“</a:t>
            </a:r>
            <a:r>
              <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读成“或”，称</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400" b="0" i="0" u="none" strike="noStrike" kern="1200" cap="none" spc="0" normalizeH="0" baseline="-2500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i</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为</a:t>
            </a:r>
            <a:r>
              <a:rPr kumimoji="0" lang="en-US" altLang="zh-CN"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P</a:t>
            </a: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的一个候选式</a:t>
            </a:r>
          </a:p>
          <a:p>
            <a:pPr marL="742950" marR="0" lvl="1" indent="-285750" algn="l" defTabSz="457200" rtl="0" eaLnBrk="1" fontAlgn="auto" latinLnBrk="0" hangingPunct="1">
              <a:lnSpc>
                <a:spcPct val="100000"/>
              </a:lnSpc>
              <a:spcBef>
                <a:spcPct val="50000"/>
              </a:spcBef>
              <a:spcAft>
                <a:spcPts val="0"/>
              </a:spcAft>
              <a:buClr>
                <a:srgbClr val="4F81BD"/>
              </a:buClr>
              <a:buSzPct val="80000"/>
              <a:buFont typeface="Wingdings 3" charset="2"/>
              <a:buChar char=""/>
              <a:tabLst/>
              <a:defRPr/>
            </a:pPr>
            <a:r>
              <a:rPr kumimoji="0" lang="zh-CN" altLang="en-US" sz="2400" b="0" i="0" u="none" strike="noStrike" kern="1200" cap="none" spc="0" normalizeH="0" baseline="0" noProof="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rPr>
              <a:t>表示一个文法时，通常只给出开始符号和产生式</a:t>
            </a:r>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643401" y="4470695"/>
            <a:ext cx="4245438" cy="2228742"/>
          </a:xfrm>
          <a:prstGeom prst="rect">
            <a:avLst/>
          </a:prstGeom>
          <a:solidFill>
            <a:srgbClr val="4F81BD"/>
          </a:solidFill>
          <a:ln w="19050" cap="rnd" cmpd="sng" algn="ctr">
            <a:solidFill>
              <a:srgbClr val="4F81BD">
                <a:shade val="50000"/>
              </a:srgbClr>
            </a:solidFill>
            <a:prstDash val="solid"/>
          </a:ln>
          <a:effectLst/>
        </p:spPr>
        <p:txBody>
          <a:bodyPr rtlCol="0" anchor="ctr"/>
          <a:lstStyle/>
          <a:p>
            <a:pPr marL="0" marR="0" lvl="0" indent="0" defTabSz="457200" eaLnBrk="1" fontAlgn="auto" latinLnBrk="0" hangingPunct="1">
              <a:lnSpc>
                <a:spcPct val="100000"/>
              </a:lnSpc>
              <a:spcBef>
                <a:spcPts val="0"/>
              </a:spcBef>
              <a:spcAft>
                <a:spcPts val="0"/>
              </a:spcAft>
              <a:buClr>
                <a:srgbClr val="EEECE1"/>
              </a:buClr>
              <a:buSzPct val="75000"/>
              <a:buFontTx/>
              <a:buNone/>
              <a:tabLst/>
              <a:defRPr/>
            </a:pP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文法</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G=&lt;{</a:t>
            </a:r>
            <a:r>
              <a:rPr kumimoji="0" lang="en-US" altLang="zh-CN" sz="2400" b="0" i="0" u="none" strike="noStrike" kern="0" cap="none" spc="0" normalizeH="0" baseline="0" noProof="0" dirty="0" err="1">
                <a:ln>
                  <a:noFill/>
                </a:ln>
                <a:solidFill>
                  <a:prstClr val="white"/>
                </a:solidFill>
                <a:effectLst/>
                <a:uLnTx/>
                <a:uFillTx/>
                <a:latin typeface="Arial" panose="020B0604020202020204"/>
                <a:ea typeface="微软雅黑" panose="020B0503020204020204" pitchFamily="34" charset="-122"/>
                <a:cs typeface="+mn-cs"/>
              </a:rPr>
              <a:t>i</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{E}</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E</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P&gt;</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P</a:t>
            </a:r>
            <a:r>
              <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定义如下：</a:t>
            </a:r>
          </a:p>
          <a:p>
            <a:pPr marL="0" marR="0" lvl="0" indent="0" defTabSz="457200" eaLnBrk="1" fontAlgn="auto" latinLnBrk="0" hangingPunct="1">
              <a:lnSpc>
                <a:spcPct val="100000"/>
              </a:lnSpc>
              <a:spcBef>
                <a:spcPts val="0"/>
              </a:spcBef>
              <a:spcAft>
                <a:spcPts val="0"/>
              </a:spcAft>
              <a:buClr>
                <a:srgbClr val="C0504D"/>
              </a:buClr>
              <a:buSzPct val="80000"/>
              <a:buFontTx/>
              <a:buNone/>
              <a:tabLst/>
              <a:defRPr/>
            </a:pP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E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a:t>
            </a:r>
            <a:r>
              <a:rPr kumimoji="0" lang="en-US" altLang="zh-CN" sz="2400" b="0" i="0" u="none" strike="noStrike" kern="0" cap="none" spc="0" normalizeH="0" baseline="0" noProof="0" dirty="0" err="1">
                <a:ln>
                  <a:noFill/>
                </a:ln>
                <a:solidFill>
                  <a:prstClr val="white"/>
                </a:solidFill>
                <a:effectLst/>
                <a:uLnTx/>
                <a:uFillTx/>
                <a:latin typeface="Arial" panose="020B0604020202020204"/>
                <a:ea typeface="微软雅黑" panose="020B0503020204020204" pitchFamily="34" charset="-122"/>
                <a:cs typeface="+mn-cs"/>
              </a:rPr>
              <a:t>i</a:t>
            </a:r>
            <a:endPar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a:p>
            <a:pPr marL="0" marR="0" lvl="0" indent="0" defTabSz="457200" eaLnBrk="1" fontAlgn="auto" latinLnBrk="0" hangingPunct="1">
              <a:lnSpc>
                <a:spcPct val="100000"/>
              </a:lnSpc>
              <a:spcBef>
                <a:spcPts val="0"/>
              </a:spcBef>
              <a:spcAft>
                <a:spcPts val="0"/>
              </a:spcAft>
              <a:buClr>
                <a:srgbClr val="C0504D"/>
              </a:buClr>
              <a:buSzPct val="80000"/>
              <a:buFontTx/>
              <a:buNone/>
              <a:tabLst/>
              <a:defRPr/>
            </a:pP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E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E+E</a:t>
            </a:r>
          </a:p>
          <a:p>
            <a:pPr marL="0" marR="0" lvl="0" indent="0" defTabSz="457200" eaLnBrk="1" fontAlgn="auto" latinLnBrk="0" hangingPunct="1">
              <a:lnSpc>
                <a:spcPct val="100000"/>
              </a:lnSpc>
              <a:spcBef>
                <a:spcPts val="0"/>
              </a:spcBef>
              <a:spcAft>
                <a:spcPts val="0"/>
              </a:spcAft>
              <a:buClr>
                <a:srgbClr val="C0504D"/>
              </a:buClr>
              <a:buSzPct val="80000"/>
              <a:buFontTx/>
              <a:buNone/>
              <a:tabLst/>
              <a:defRPr/>
            </a:pP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E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E*E</a:t>
            </a:r>
          </a:p>
          <a:p>
            <a:pPr marL="0" marR="0" lvl="0" indent="0" defTabSz="457200" eaLnBrk="1" fontAlgn="auto" latinLnBrk="0" hangingPunct="1">
              <a:lnSpc>
                <a:spcPct val="100000"/>
              </a:lnSpc>
              <a:spcBef>
                <a:spcPts val="0"/>
              </a:spcBef>
              <a:spcAft>
                <a:spcPts val="0"/>
              </a:spcAft>
              <a:buClr>
                <a:srgbClr val="C0504D"/>
              </a:buClr>
              <a:buSzPct val="80000"/>
              <a:buFontTx/>
              <a:buNone/>
              <a:tabLst/>
              <a:defRPr/>
            </a:pP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E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 (E)</a:t>
            </a:r>
          </a:p>
        </p:txBody>
      </p:sp>
      <p:sp>
        <p:nvSpPr>
          <p:cNvPr id="14" name="文本框 13"/>
          <p:cNvSpPr txBox="1"/>
          <p:nvPr/>
        </p:nvSpPr>
        <p:spPr>
          <a:xfrm>
            <a:off x="2485317" y="1826405"/>
            <a:ext cx="1334853" cy="1569660"/>
          </a:xfrm>
          <a:prstGeom prst="rect">
            <a:avLst/>
          </a:prstGeom>
          <a:noFill/>
        </p:spPr>
        <p:txBody>
          <a:bodyPr wrap="none" rtlCol="0">
            <a:spAutoFit/>
          </a:bodyPr>
          <a:lstStyle/>
          <a:p>
            <a:pPr defTabSz="457200" eaLnBrk="1" fontAlgn="auto" hangingPunct="1">
              <a:spcBef>
                <a:spcPts val="0"/>
              </a:spcBef>
              <a:spcAft>
                <a:spcPts val="0"/>
              </a:spcAft>
            </a:pPr>
            <a:r>
              <a:rPr lang="en-US" altLang="zh-CN" sz="2400" dirty="0">
                <a:solidFill>
                  <a:prstClr val="black"/>
                </a:solidFill>
                <a:latin typeface="Arial" panose="020B0604020202020204"/>
                <a:ea typeface="黑体" panose="02010609060101010101" pitchFamily="49" charset="-122"/>
              </a:rPr>
              <a:t>P </a:t>
            </a: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sym typeface="Symbol" panose="05050102010706020507" pitchFamily="18" charset="2"/>
              </a:rPr>
              <a:t>1</a:t>
            </a:r>
            <a:r>
              <a:rPr lang="en-US" altLang="zh-CN" sz="2400" dirty="0">
                <a:solidFill>
                  <a:prstClr val="black"/>
                </a:solidFill>
                <a:latin typeface="Arial" panose="020B0604020202020204"/>
                <a:ea typeface="黑体" panose="02010609060101010101" pitchFamily="49" charset="-122"/>
              </a:rPr>
              <a:t> </a:t>
            </a:r>
          </a:p>
          <a:p>
            <a:pPr defTabSz="457200" eaLnBrk="1" fontAlgn="auto" hangingPunct="1">
              <a:spcAft>
                <a:spcPts val="0"/>
              </a:spcAft>
              <a:buFont typeface="Wingdings" panose="05000000000000000000" pitchFamily="2" charset="2"/>
              <a:buNone/>
            </a:pPr>
            <a:r>
              <a:rPr lang="en-US" altLang="zh-CN" sz="2400" dirty="0">
                <a:solidFill>
                  <a:prstClr val="black"/>
                </a:solidFill>
                <a:latin typeface="Arial" panose="020B0604020202020204"/>
                <a:ea typeface="黑体" panose="02010609060101010101" pitchFamily="49" charset="-122"/>
              </a:rPr>
              <a:t>P </a:t>
            </a: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sym typeface="Symbol" panose="05050102010706020507" pitchFamily="18" charset="2"/>
              </a:rPr>
              <a:t>2</a:t>
            </a:r>
            <a:r>
              <a:rPr lang="en-US" altLang="zh-CN" sz="2400" dirty="0">
                <a:solidFill>
                  <a:prstClr val="black"/>
                </a:solidFill>
                <a:latin typeface="Arial" panose="020B0604020202020204"/>
                <a:ea typeface="黑体" panose="02010609060101010101" pitchFamily="49" charset="-122"/>
              </a:rPr>
              <a:t>  </a:t>
            </a:r>
          </a:p>
          <a:p>
            <a:pPr defTabSz="457200" eaLnBrk="1" fontAlgn="auto" hangingPunct="1">
              <a:spcAft>
                <a:spcPts val="0"/>
              </a:spcAft>
              <a:buFont typeface="Wingdings" panose="05000000000000000000" pitchFamily="2" charset="2"/>
              <a:buNone/>
            </a:pP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a:t>
            </a:r>
          </a:p>
          <a:p>
            <a:pPr defTabSz="457200" eaLnBrk="1" fontAlgn="auto" hangingPunct="1">
              <a:spcAft>
                <a:spcPts val="0"/>
              </a:spcAft>
              <a:buFont typeface="Wingdings" panose="05000000000000000000" pitchFamily="2" charset="2"/>
              <a:buNone/>
            </a:pPr>
            <a:r>
              <a:rPr lang="en-US" altLang="zh-CN" sz="2400" dirty="0">
                <a:solidFill>
                  <a:prstClr val="black"/>
                </a:solidFill>
                <a:latin typeface="Arial" panose="020B0604020202020204"/>
                <a:ea typeface="黑体" panose="02010609060101010101" pitchFamily="49" charset="-122"/>
              </a:rPr>
              <a:t>P </a:t>
            </a: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rPr>
              <a:t>n</a:t>
            </a:r>
            <a:endParaRPr lang="en-US" altLang="zh-CN" sz="2400" dirty="0">
              <a:solidFill>
                <a:prstClr val="black"/>
              </a:solidFill>
              <a:latin typeface="Arial" panose="020B0604020202020204"/>
              <a:ea typeface="黑体" panose="02010609060101010101" pitchFamily="49" charset="-122"/>
            </a:endParaRPr>
          </a:p>
        </p:txBody>
      </p:sp>
      <p:sp>
        <p:nvSpPr>
          <p:cNvPr id="15" name="文本框 14"/>
          <p:cNvSpPr txBox="1"/>
          <p:nvPr/>
        </p:nvSpPr>
        <p:spPr>
          <a:xfrm>
            <a:off x="5219687" y="2391730"/>
            <a:ext cx="2413674" cy="461665"/>
          </a:xfrm>
          <a:prstGeom prst="rect">
            <a:avLst/>
          </a:prstGeom>
          <a:noFill/>
        </p:spPr>
        <p:txBody>
          <a:bodyPr wrap="none" rtlCol="0">
            <a:spAutoFit/>
          </a:bodyPr>
          <a:lstStyle/>
          <a:p>
            <a:pPr defTabSz="457200" eaLnBrk="1" fontAlgn="auto" hangingPunct="1">
              <a:spcBef>
                <a:spcPts val="0"/>
              </a:spcBef>
              <a:spcAft>
                <a:spcPts val="0"/>
              </a:spcAft>
            </a:pPr>
            <a:r>
              <a:rPr lang="en-US" altLang="zh-CN" sz="2400" dirty="0">
                <a:solidFill>
                  <a:prstClr val="black"/>
                </a:solidFill>
                <a:latin typeface="Arial" panose="020B0604020202020204"/>
                <a:ea typeface="黑体" panose="02010609060101010101" pitchFamily="49" charset="-122"/>
              </a:rPr>
              <a:t>P </a:t>
            </a: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 </a:t>
            </a:r>
            <a:r>
              <a:rPr lang="en-US" altLang="zh-CN" sz="2400" baseline="-25000" dirty="0">
                <a:solidFill>
                  <a:prstClr val="black"/>
                </a:solidFill>
                <a:latin typeface="Arial" panose="020B0604020202020204"/>
                <a:ea typeface="黑体" panose="02010609060101010101" pitchFamily="49" charset="-122"/>
                <a:sym typeface="Symbol" panose="05050102010706020507" pitchFamily="18" charset="2"/>
              </a:rPr>
              <a:t>1</a:t>
            </a:r>
            <a:r>
              <a:rPr lang="en-US" altLang="zh-CN" sz="2400" dirty="0">
                <a:solidFill>
                  <a:prstClr val="black"/>
                </a:solidFill>
                <a:latin typeface="Arial" panose="020B0604020202020204"/>
                <a:ea typeface="黑体" panose="02010609060101010101" pitchFamily="49" charset="-122"/>
              </a:rPr>
              <a:t>|</a:t>
            </a: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400" baseline="-25000" dirty="0">
                <a:solidFill>
                  <a:prstClr val="black"/>
                </a:solidFill>
                <a:latin typeface="Arial" panose="020B0604020202020204"/>
                <a:ea typeface="黑体" panose="02010609060101010101" pitchFamily="49" charset="-122"/>
                <a:sym typeface="Symbol" panose="05050102010706020507" pitchFamily="18" charset="2"/>
              </a:rPr>
              <a:t>2</a:t>
            </a:r>
            <a:r>
              <a:rPr lang="en-US" altLang="zh-CN" sz="2400" dirty="0">
                <a:solidFill>
                  <a:prstClr val="black"/>
                </a:solidFill>
                <a:latin typeface="Arial" panose="020B0604020202020204"/>
                <a:ea typeface="黑体" panose="02010609060101010101" pitchFamily="49" charset="-122"/>
              </a:rPr>
              <a:t>|</a:t>
            </a: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400" dirty="0">
                <a:solidFill>
                  <a:prstClr val="black"/>
                </a:solidFill>
                <a:latin typeface="Arial" panose="020B0604020202020204"/>
                <a:ea typeface="黑体" panose="02010609060101010101" pitchFamily="49" charset="-122"/>
              </a:rPr>
              <a:t>|</a:t>
            </a:r>
            <a:r>
              <a:rPr lang="en-US" altLang="zh-CN" sz="2400"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400" baseline="-25000" dirty="0">
                <a:solidFill>
                  <a:prstClr val="black"/>
                </a:solidFill>
                <a:latin typeface="Arial" panose="020B0604020202020204"/>
                <a:ea typeface="黑体" panose="02010609060101010101" pitchFamily="49" charset="-122"/>
                <a:sym typeface="Symbol" panose="05050102010706020507" pitchFamily="18" charset="2"/>
              </a:rPr>
              <a:t>n</a:t>
            </a:r>
            <a:r>
              <a:rPr lang="en-US" altLang="zh-CN" sz="2400" dirty="0">
                <a:solidFill>
                  <a:prstClr val="black"/>
                </a:solidFill>
                <a:latin typeface="Arial" panose="020B0604020202020204"/>
                <a:ea typeface="黑体" panose="02010609060101010101" pitchFamily="49" charset="-122"/>
              </a:rPr>
              <a:t> </a:t>
            </a:r>
          </a:p>
        </p:txBody>
      </p:sp>
      <p:grpSp>
        <p:nvGrpSpPr>
          <p:cNvPr id="16" name="组合 15"/>
          <p:cNvGrpSpPr/>
          <p:nvPr/>
        </p:nvGrpSpPr>
        <p:grpSpPr>
          <a:xfrm>
            <a:off x="3771968" y="2167430"/>
            <a:ext cx="1415772" cy="584108"/>
            <a:chOff x="6736711" y="710468"/>
            <a:chExt cx="1887696" cy="778810"/>
          </a:xfrm>
        </p:grpSpPr>
        <p:sp>
          <p:nvSpPr>
            <p:cNvPr id="17" name="文本框 16"/>
            <p:cNvSpPr txBox="1"/>
            <p:nvPr/>
          </p:nvSpPr>
          <p:spPr>
            <a:xfrm>
              <a:off x="6736711" y="710468"/>
              <a:ext cx="1887696" cy="615553"/>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panose="020B0604020202020204"/>
                  <a:ea typeface="黑体" panose="02010609060101010101" pitchFamily="49" charset="-122"/>
                </a:rPr>
                <a:t>可缩写为</a:t>
              </a:r>
            </a:p>
          </p:txBody>
        </p:sp>
        <p:sp>
          <p:nvSpPr>
            <p:cNvPr id="18" name="右箭头 17"/>
            <p:cNvSpPr/>
            <p:nvPr/>
          </p:nvSpPr>
          <p:spPr>
            <a:xfrm>
              <a:off x="6793706" y="1260985"/>
              <a:ext cx="1824000" cy="228293"/>
            </a:xfrm>
            <a:prstGeom prst="rightArrow">
              <a:avLst/>
            </a:prstGeom>
            <a:solidFill>
              <a:srgbClr val="4F81BD"/>
            </a:solidFill>
            <a:ln w="19050" cap="rnd" cmpd="sng" algn="ctr">
              <a:solidFill>
                <a:srgbClr val="4F81BD">
                  <a:shade val="5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grpSp>
      <p:sp>
        <p:nvSpPr>
          <p:cNvPr id="19" name="文本框 18"/>
          <p:cNvSpPr txBox="1"/>
          <p:nvPr/>
        </p:nvSpPr>
        <p:spPr>
          <a:xfrm>
            <a:off x="4957778" y="5385820"/>
            <a:ext cx="4254691" cy="461665"/>
          </a:xfrm>
          <a:prstGeom prst="rect">
            <a:avLst/>
          </a:prstGeom>
          <a:solidFill>
            <a:srgbClr val="9BBB59"/>
          </a:solidFill>
          <a:ln w="19050" cap="rnd" cmpd="sng" algn="ctr">
            <a:solidFill>
              <a:srgbClr val="9BBB59">
                <a:shade val="50000"/>
              </a:srgbClr>
            </a:solidFill>
            <a:prstDash val="solid"/>
          </a:ln>
          <a:effectLst/>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white"/>
                </a:solidFill>
                <a:effectLst/>
                <a:uLnTx/>
                <a:uFillTx/>
                <a:latin typeface="Arial" panose="020B0604020202020204"/>
                <a:ea typeface="黑体" panose="02010609060101010101" pitchFamily="49" charset="-122"/>
                <a:cs typeface="+mn-cs"/>
              </a:rPr>
              <a:t>G(E)</a:t>
            </a:r>
            <a:r>
              <a:rPr kumimoji="0" lang="zh-CN" altLang="en-US" sz="2400" b="0" i="0" u="none" strike="noStrike" kern="0" cap="none" spc="0" normalizeH="0" baseline="0" noProof="0" dirty="0">
                <a:ln>
                  <a:noFill/>
                </a:ln>
                <a:solidFill>
                  <a:prstClr val="white"/>
                </a:solidFill>
                <a:effectLst/>
                <a:uLnTx/>
                <a:uFillTx/>
                <a:latin typeface="Arial" panose="020B0604020202020204"/>
                <a:ea typeface="黑体" panose="02010609060101010101" pitchFamily="49" charset="-122"/>
                <a:cs typeface="+mn-cs"/>
              </a:rPr>
              <a:t>：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黑体" panose="02010609060101010101" pitchFamily="49" charset="-122"/>
                <a:cs typeface="+mn-cs"/>
              </a:rPr>
              <a:t>E </a:t>
            </a:r>
            <a:r>
              <a:rPr kumimoji="0" lang="en-US" altLang="zh-CN" sz="2400" b="0" i="0" u="none" strike="noStrike" kern="0" cap="none" spc="0" normalizeH="0" baseline="0" noProof="0" dirty="0">
                <a:ln>
                  <a:noFill/>
                </a:ln>
                <a:solidFill>
                  <a:prstClr val="white"/>
                </a:solidFill>
                <a:effectLst/>
                <a:uLnTx/>
                <a:uFillTx/>
                <a:latin typeface="Arial" panose="020B0604020202020204"/>
                <a:ea typeface="黑体" panose="02010609060101010101" pitchFamily="49" charset="-122"/>
                <a:cs typeface="+mn-cs"/>
                <a:sym typeface="Symbol" panose="05050102010706020507" pitchFamily="18" charset="2"/>
              </a:rPr>
              <a:t></a:t>
            </a:r>
            <a:r>
              <a:rPr kumimoji="0" lang="en-US" altLang="zh-CN" sz="2400" b="0" i="0" u="none" strike="noStrike" kern="0" cap="none" spc="0" normalizeH="0" baseline="0" noProof="0" dirty="0">
                <a:ln>
                  <a:noFill/>
                </a:ln>
                <a:solidFill>
                  <a:prstClr val="white"/>
                </a:solidFill>
                <a:effectLst/>
                <a:uLnTx/>
                <a:uFillTx/>
                <a:latin typeface="Arial" panose="020B0604020202020204"/>
                <a:ea typeface="黑体" panose="02010609060101010101" pitchFamily="49" charset="-122"/>
                <a:cs typeface="+mn-cs"/>
              </a:rPr>
              <a:t> </a:t>
            </a:r>
            <a:r>
              <a:rPr kumimoji="0" lang="en-US" altLang="zh-CN" sz="2400" b="0" i="0" u="none" strike="noStrike" kern="0" cap="none" spc="0" normalizeH="0" baseline="0" noProof="0" dirty="0" err="1">
                <a:ln>
                  <a:noFill/>
                </a:ln>
                <a:solidFill>
                  <a:prstClr val="white"/>
                </a:solidFill>
                <a:effectLst/>
                <a:uLnTx/>
                <a:uFillTx/>
                <a:latin typeface="Arial" panose="020B0604020202020204"/>
                <a:ea typeface="黑体" panose="02010609060101010101" pitchFamily="49" charset="-122"/>
                <a:cs typeface="+mn-cs"/>
              </a:rPr>
              <a:t>i</a:t>
            </a:r>
            <a:r>
              <a:rPr kumimoji="0" lang="en-US" altLang="zh-CN" sz="2400" b="0" i="0" u="none" strike="noStrike" kern="0" cap="none" spc="0" normalizeH="0" baseline="0" noProof="0" dirty="0">
                <a:ln>
                  <a:noFill/>
                </a:ln>
                <a:solidFill>
                  <a:prstClr val="white"/>
                </a:solidFill>
                <a:effectLst/>
                <a:uLnTx/>
                <a:uFillTx/>
                <a:latin typeface="Arial" panose="020B0604020202020204"/>
                <a:ea typeface="黑体" panose="02010609060101010101" pitchFamily="49" charset="-122"/>
                <a:cs typeface="+mn-cs"/>
              </a:rPr>
              <a:t> | E+E | E*E | (E)</a:t>
            </a:r>
          </a:p>
        </p:txBody>
      </p:sp>
      <p:sp>
        <p:nvSpPr>
          <p:cNvPr id="2" name="Slide Number Placeholder 7">
            <a:extLst>
              <a:ext uri="{FF2B5EF4-FFF2-40B4-BE49-F238E27FC236}">
                <a16:creationId xmlns:a16="http://schemas.microsoft.com/office/drawing/2014/main" id="{3E9FD9CA-269F-E4DC-86C9-1F5C16276CE8}"/>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526870F2-F778-4957-8C70-3EF373C2069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19</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369821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down)">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down)">
                                      <p:cBhvr>
                                        <p:cTn id="32" dur="500"/>
                                        <p:tgtEl>
                                          <p:spTgt spid="1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13" grpId="0" animBg="1"/>
      <p:bldP spid="14" grpId="0"/>
      <p:bldP spid="15" grpId="0"/>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10241">
            <a:extLst>
              <a:ext uri="{FF2B5EF4-FFF2-40B4-BE49-F238E27FC236}">
                <a16:creationId xmlns:a16="http://schemas.microsoft.com/office/drawing/2014/main" id="{3664591C-B6A4-EBE4-9D5D-A6551E5886C6}"/>
              </a:ext>
            </a:extLst>
          </p:cNvPr>
          <p:cNvSpPr>
            <a:spLocks noChangeArrowheads="1"/>
          </p:cNvSpPr>
          <p:nvPr/>
        </p:nvSpPr>
        <p:spPr bwMode="auto">
          <a:xfrm>
            <a:off x="855663" y="5310188"/>
            <a:ext cx="7065962" cy="449262"/>
          </a:xfrm>
          <a:prstGeom prst="rect">
            <a:avLst/>
          </a:prstGeom>
          <a:solidFill>
            <a:srgbClr val="FFFF99"/>
          </a:solidFill>
          <a:ln w="9525">
            <a:solidFill>
              <a:schemeClr val="tx1"/>
            </a:solidFill>
            <a:miter lim="800000"/>
            <a:headEnd/>
            <a:tailEnd/>
          </a:ln>
        </p:spPr>
        <p:txBody>
          <a:bodyPr/>
          <a:lstStyle/>
          <a:p>
            <a:pPr eaLnBrk="1">
              <a:lnSpc>
                <a:spcPct val="93000"/>
              </a:lnSpc>
              <a:buSzPct val="100000"/>
              <a:buFont typeface="Times New Roman" panose="02020603050405020304" pitchFamily="18" charset="0"/>
              <a:buNone/>
            </a:pPr>
            <a:endParaRPr lang="zh-CN" altLang="en-US"/>
          </a:p>
        </p:txBody>
      </p:sp>
      <p:sp>
        <p:nvSpPr>
          <p:cNvPr id="37891" name="页脚占位符 4">
            <a:extLst>
              <a:ext uri="{FF2B5EF4-FFF2-40B4-BE49-F238E27FC236}">
                <a16:creationId xmlns:a16="http://schemas.microsoft.com/office/drawing/2014/main" id="{27D1B7E2-5DEB-A78F-7926-5E53E8D1EB85}"/>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7892" name="Rectangle 2">
            <a:extLst>
              <a:ext uri="{FF2B5EF4-FFF2-40B4-BE49-F238E27FC236}">
                <a16:creationId xmlns:a16="http://schemas.microsoft.com/office/drawing/2014/main" id="{870C55CC-B778-E8A4-B234-107012CFB600}"/>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语言定义</a:t>
            </a:r>
          </a:p>
        </p:txBody>
      </p:sp>
      <p:sp>
        <p:nvSpPr>
          <p:cNvPr id="10245" name="Rectangle 3">
            <a:extLst>
              <a:ext uri="{FF2B5EF4-FFF2-40B4-BE49-F238E27FC236}">
                <a16:creationId xmlns:a16="http://schemas.microsoft.com/office/drawing/2014/main" id="{096EA4E8-0072-2B26-58EB-B659D66282E4}"/>
              </a:ext>
            </a:extLst>
          </p:cNvPr>
          <p:cNvSpPr>
            <a:spLocks noGrp="1" noChangeArrowheads="1"/>
          </p:cNvSpPr>
          <p:nvPr>
            <p:ph type="body" idx="4294967295"/>
          </p:nvPr>
        </p:nvSpPr>
        <p:spPr>
          <a:xfrm>
            <a:off x="503238" y="1728788"/>
            <a:ext cx="9070975" cy="5048250"/>
          </a:xfrm>
        </p:spPr>
        <p:txBody>
          <a:bodyPr/>
          <a:lstStyle/>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latin typeface="楷体_GB2312" panose="02010609030101010101" pitchFamily="1" charset="-122"/>
              </a:rPr>
              <a:t>语法定义</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楷体_GB2312" panose="02010609030101010101" pitchFamily="1" charset="-122"/>
              </a:rPr>
              <a:t>  关于 </a:t>
            </a:r>
            <a:r>
              <a:rPr lang="en-US" altLang="zh-CN" sz="2800" b="1">
                <a:latin typeface="楷体_GB2312" panose="02010609030101010101" pitchFamily="1" charset="-122"/>
              </a:rPr>
              <a:t>while </a:t>
            </a:r>
            <a:r>
              <a:rPr lang="zh-CN" altLang="en-US" sz="2800" b="1">
                <a:latin typeface="楷体_GB2312" panose="02010609030101010101" pitchFamily="1" charset="-122"/>
              </a:rPr>
              <a:t>语句</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楷体_GB2312" panose="02010609030101010101" pitchFamily="1" charset="-122"/>
              </a:rPr>
              <a:t>  </a:t>
            </a:r>
            <a:r>
              <a:rPr lang="en-US" altLang="zh-CN" sz="2800" b="1">
                <a:latin typeface="楷体_GB2312" panose="02010609030101010101" pitchFamily="1" charset="-122"/>
              </a:rPr>
              <a:t>while</a:t>
            </a:r>
            <a:r>
              <a:rPr lang="zh-CN" altLang="en-US" sz="2800" b="1">
                <a:latin typeface="楷体_GB2312" panose="02010609030101010101" pitchFamily="1" charset="-122"/>
              </a:rPr>
              <a:t>语句 </a:t>
            </a:r>
            <a:r>
              <a:rPr lang="en-US" altLang="zh-CN" sz="2800" b="1">
                <a:latin typeface="楷体_GB2312" panose="02010609030101010101" pitchFamily="1" charset="-122"/>
              </a:rPr>
              <a:t>→ while ( </a:t>
            </a:r>
            <a:r>
              <a:rPr lang="zh-CN" altLang="en-US" sz="2800" b="1">
                <a:latin typeface="楷体_GB2312" panose="02010609030101010101" pitchFamily="1" charset="-122"/>
              </a:rPr>
              <a:t>布尔表达式 </a:t>
            </a:r>
            <a:r>
              <a:rPr lang="en-US" altLang="zh-CN" sz="2800" b="1">
                <a:latin typeface="楷体_GB2312" panose="02010609030101010101" pitchFamily="1" charset="-122"/>
              </a:rPr>
              <a:t>) </a:t>
            </a:r>
            <a:r>
              <a:rPr lang="zh-CN" altLang="en-US" sz="2800" b="1">
                <a:latin typeface="楷体_GB2312" panose="02010609030101010101" pitchFamily="1" charset="-122"/>
              </a:rPr>
              <a:t>语句</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楷体_GB2312" panose="02010609030101010101" pitchFamily="1" charset="-122"/>
              </a:rPr>
              <a:t>  </a:t>
            </a:r>
            <a:r>
              <a:rPr lang="en-US" altLang="zh-CN" sz="2800" b="1">
                <a:latin typeface="宋体" panose="02010600030101010101" pitchFamily="2" charset="-122"/>
                <a:ea typeface="宋体" panose="02010600030101010101" pitchFamily="2" charset="-122"/>
              </a:rPr>
              <a:t>while_stmt → while ( bool_expr ) stmt</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楷体_GB2312" panose="02010609030101010101" pitchFamily="1" charset="-122"/>
              </a:rPr>
              <a:t>  </a:t>
            </a:r>
            <a:r>
              <a:rPr lang="en-US" altLang="zh-CN" sz="2800" b="1">
                <a:latin typeface="宋体" panose="02010600030101010101" pitchFamily="2" charset="-122"/>
                <a:ea typeface="宋体" panose="02010600030101010101" pitchFamily="2" charset="-122"/>
              </a:rPr>
              <a:t>WHILE_STMT → </a:t>
            </a:r>
            <a:r>
              <a:rPr lang="en-US" altLang="zh-CN" sz="2800" b="1">
                <a:solidFill>
                  <a:schemeClr val="accent2"/>
                </a:solidFill>
                <a:latin typeface="宋体" panose="02010600030101010101" pitchFamily="2" charset="-122"/>
                <a:ea typeface="宋体" panose="02010600030101010101" pitchFamily="2" charset="-122"/>
              </a:rPr>
              <a:t>while (</a:t>
            </a:r>
            <a:r>
              <a:rPr lang="en-US" altLang="zh-CN" sz="2800" b="1">
                <a:latin typeface="宋体" panose="02010600030101010101" pitchFamily="2" charset="-122"/>
                <a:ea typeface="宋体" panose="02010600030101010101" pitchFamily="2" charset="-122"/>
              </a:rPr>
              <a:t> BOOL_EXPR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STMT</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宋体" panose="02010600030101010101" pitchFamily="2" charset="-122"/>
              </a:rPr>
              <a:t>或</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while_stmt → </a:t>
            </a:r>
            <a:r>
              <a:rPr lang="en-US" altLang="zh-CN" sz="2800" b="1">
                <a:solidFill>
                  <a:schemeClr val="accent2"/>
                </a:solidFill>
                <a:latin typeface="宋体" panose="02010600030101010101" pitchFamily="2" charset="-122"/>
                <a:ea typeface="宋体" panose="02010600030101010101" pitchFamily="2" charset="-122"/>
              </a:rPr>
              <a:t>WHILE (</a:t>
            </a:r>
            <a:r>
              <a:rPr lang="en-US" altLang="zh-CN" sz="2800" b="1">
                <a:latin typeface="宋体" panose="02010600030101010101" pitchFamily="2" charset="-122"/>
                <a:ea typeface="宋体" panose="02010600030101010101" pitchFamily="2" charset="-122"/>
              </a:rPr>
              <a:t> bool_expr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stmt</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US" altLang="zh-CN" sz="3200" b="1">
              <a:latin typeface="宋体" panose="02010600030101010101" pitchFamily="2" charset="-122"/>
              <a:ea typeface="宋体" panose="02010600030101010101" pitchFamily="2" charset="-122"/>
            </a:endParaRPr>
          </a:p>
        </p:txBody>
      </p:sp>
      <p:sp>
        <p:nvSpPr>
          <p:cNvPr id="37894" name="Slide Number Placeholder 7">
            <a:extLst>
              <a:ext uri="{FF2B5EF4-FFF2-40B4-BE49-F238E27FC236}">
                <a16:creationId xmlns:a16="http://schemas.microsoft.com/office/drawing/2014/main" id="{18E976F7-AA1A-F089-1628-42016CEDCA0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02666B0C-52CA-4310-818B-093141264C86}"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20</a:t>
            </a:fld>
            <a:endParaRPr lang="en-GB" altLang="en-US" sz="1200">
              <a:latin typeface="Comic Sans MS" panose="030F0702030302020204" pitchFamily="66" charset="0"/>
              <a:ea typeface="宋体" panose="02010600030101010101" pitchFamily="2" charset="-122"/>
            </a:endParaRPr>
          </a:p>
        </p:txBody>
      </p:sp>
      <p:sp>
        <p:nvSpPr>
          <p:cNvPr id="37895" name="Date Placeholder 8">
            <a:extLst>
              <a:ext uri="{FF2B5EF4-FFF2-40B4-BE49-F238E27FC236}">
                <a16:creationId xmlns:a16="http://schemas.microsoft.com/office/drawing/2014/main" id="{0E8000A5-AE89-E98B-22EC-7089583C309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7896" name="Text Box 4">
            <a:extLst>
              <a:ext uri="{FF2B5EF4-FFF2-40B4-BE49-F238E27FC236}">
                <a16:creationId xmlns:a16="http://schemas.microsoft.com/office/drawing/2014/main" id="{E701A309-127A-F8A6-F8FA-09CA558A073F}"/>
              </a:ext>
            </a:extLst>
          </p:cNvPr>
          <p:cNvSpPr txBox="1">
            <a:spLocks noChangeArrowheads="1"/>
          </p:cNvSpPr>
          <p:nvPr/>
        </p:nvSpPr>
        <p:spPr bwMode="auto">
          <a:xfrm>
            <a:off x="6389688" y="346075"/>
            <a:ext cx="2368550"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a = 1; </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b = 10;</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r>
              <a:rPr lang="zh-CN" altLang="en-US" sz="2800" b="1">
                <a:latin typeface="宋体" panose="02010600030101010101" pitchFamily="2" charset="-122"/>
                <a:ea typeface="宋体" panose="02010600030101010101" pitchFamily="2" charset="-122"/>
              </a:rPr>
              <a:t>b = a + b;</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5">
                                            <p:txEl>
                                              <p:pRg st="3" end="3"/>
                                            </p:txEl>
                                          </p:spTgt>
                                        </p:tgtEl>
                                        <p:attrNameLst>
                                          <p:attrName>style.visibility</p:attrName>
                                        </p:attrNameLst>
                                      </p:cBhvr>
                                      <p:to>
                                        <p:strVal val="visible"/>
                                      </p:to>
                                    </p:set>
                                    <p:animEffect transition="in" filter="blinds(horizontal)">
                                      <p:cBhvr>
                                        <p:cTn id="7" dur="500"/>
                                        <p:tgtEl>
                                          <p:spTgt spid="1024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45">
                                            <p:txEl>
                                              <p:pRg st="4" end="4"/>
                                            </p:txEl>
                                          </p:spTgt>
                                        </p:tgtEl>
                                        <p:attrNameLst>
                                          <p:attrName>style.visibility</p:attrName>
                                        </p:attrNameLst>
                                      </p:cBhvr>
                                      <p:to>
                                        <p:strVal val="visible"/>
                                      </p:to>
                                    </p:set>
                                    <p:animEffect transition="in" filter="blinds(horizontal)">
                                      <p:cBhvr>
                                        <p:cTn id="12" dur="500"/>
                                        <p:tgtEl>
                                          <p:spTgt spid="10245">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0245">
                                            <p:txEl>
                                              <p:pRg st="5" end="5"/>
                                            </p:txEl>
                                          </p:spTgt>
                                        </p:tgtEl>
                                        <p:attrNameLst>
                                          <p:attrName>style.visibility</p:attrName>
                                        </p:attrNameLst>
                                      </p:cBhvr>
                                      <p:to>
                                        <p:strVal val="visible"/>
                                      </p:to>
                                    </p:set>
                                    <p:animEffect transition="in" filter="blinds(horizontal)">
                                      <p:cBhvr>
                                        <p:cTn id="15" dur="500"/>
                                        <p:tgtEl>
                                          <p:spTgt spid="10245">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0245">
                                            <p:txEl>
                                              <p:pRg st="6" end="6"/>
                                            </p:txEl>
                                          </p:spTgt>
                                        </p:tgtEl>
                                        <p:attrNameLst>
                                          <p:attrName>style.visibility</p:attrName>
                                        </p:attrNameLst>
                                      </p:cBhvr>
                                      <p:to>
                                        <p:strVal val="visible"/>
                                      </p:to>
                                    </p:set>
                                    <p:animEffect transition="in" filter="blinds(horizontal)">
                                      <p:cBhvr>
                                        <p:cTn id="18" dur="500"/>
                                        <p:tgtEl>
                                          <p:spTgt spid="10245">
                                            <p:txEl>
                                              <p:pRg st="6" end="6"/>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0242"/>
                                        </p:tgtEl>
                                        <p:attrNameLst>
                                          <p:attrName>style.visibility</p:attrName>
                                        </p:attrNameLst>
                                      </p:cBhvr>
                                      <p:to>
                                        <p:strVal val="visible"/>
                                      </p:to>
                                    </p:set>
                                    <p:animEffect transition="in" filter="blinds(horizontal)">
                                      <p:cBhvr>
                                        <p:cTn id="23"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a:extLst>
              <a:ext uri="{FF2B5EF4-FFF2-40B4-BE49-F238E27FC236}">
                <a16:creationId xmlns:a16="http://schemas.microsoft.com/office/drawing/2014/main" id="{2913B587-4C4B-728A-A905-AAC87DCC50E0}"/>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8915" name="Rectangle 2">
            <a:extLst>
              <a:ext uri="{FF2B5EF4-FFF2-40B4-BE49-F238E27FC236}">
                <a16:creationId xmlns:a16="http://schemas.microsoft.com/office/drawing/2014/main" id="{E3575258-B71D-99EF-D366-8EDA1038AC45}"/>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语言定义</a:t>
            </a:r>
          </a:p>
        </p:txBody>
      </p:sp>
      <p:sp>
        <p:nvSpPr>
          <p:cNvPr id="11268" name="Rectangle 3">
            <a:extLst>
              <a:ext uri="{FF2B5EF4-FFF2-40B4-BE49-F238E27FC236}">
                <a16:creationId xmlns:a16="http://schemas.microsoft.com/office/drawing/2014/main" id="{D38DF1D8-1824-DA43-87AB-852A3BAF0E6A}"/>
              </a:ext>
            </a:extLst>
          </p:cNvPr>
          <p:cNvSpPr>
            <a:spLocks noGrp="1" noChangeArrowheads="1"/>
          </p:cNvSpPr>
          <p:nvPr>
            <p:ph type="body" idx="4294967295"/>
          </p:nvPr>
        </p:nvSpPr>
        <p:spPr>
          <a:xfrm>
            <a:off x="503238" y="1728788"/>
            <a:ext cx="9070975" cy="5048250"/>
          </a:xfrm>
        </p:spPr>
        <p:txBody>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楷体_GB2312" panose="02010609030101010101" pitchFamily="1" charset="-122"/>
              </a:rPr>
              <a:t>赋值语句</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楷体_GB2312" panose="02010609030101010101" pitchFamily="1" charset="-122"/>
              </a:rPr>
              <a:t>  赋值语句  </a:t>
            </a:r>
            <a:r>
              <a:rPr lang="en-US" altLang="zh-CN" sz="2800" b="1">
                <a:latin typeface="楷体_GB2312" panose="02010609030101010101" pitchFamily="1" charset="-122"/>
              </a:rPr>
              <a:t>→ </a:t>
            </a:r>
            <a:r>
              <a:rPr lang="zh-CN" altLang="en-US" sz="2800" b="1">
                <a:latin typeface="楷体_GB2312" panose="02010609030101010101" pitchFamily="1" charset="-122"/>
              </a:rPr>
              <a:t>标识符 </a:t>
            </a:r>
            <a:r>
              <a:rPr lang="en-US" altLang="zh-CN" sz="2800" b="1">
                <a:latin typeface="楷体_GB2312" panose="02010609030101010101" pitchFamily="1" charset="-122"/>
              </a:rPr>
              <a:t>= </a:t>
            </a:r>
            <a:r>
              <a:rPr lang="zh-CN" altLang="en-US" sz="2800" b="1">
                <a:latin typeface="楷体_GB2312" panose="02010609030101010101" pitchFamily="1" charset="-122"/>
              </a:rPr>
              <a:t>表达式 </a:t>
            </a:r>
            <a:r>
              <a:rPr lang="en-US" altLang="zh-CN" sz="2800" b="1">
                <a:latin typeface="楷体_GB2312" panose="02010609030101010101" pitchFamily="1" charset="-122"/>
              </a:rPr>
              <a:t>;</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楷体_GB2312" panose="02010609030101010101" pitchFamily="1" charset="-122"/>
              </a:rPr>
              <a:t>  </a:t>
            </a:r>
            <a:r>
              <a:rPr lang="en-US" altLang="zh-CN" sz="2800" b="1">
                <a:latin typeface="宋体" panose="02010600030101010101" pitchFamily="2" charset="-122"/>
                <a:ea typeface="宋体" panose="02010600030101010101" pitchFamily="2" charset="-122"/>
              </a:rPr>
              <a:t>assign_stmt  → identifier =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楷体_GB2312" panose="02010609030101010101" pitchFamily="1" charset="-122"/>
              </a:rPr>
              <a:t>  </a:t>
            </a:r>
            <a:r>
              <a:rPr lang="en-US" altLang="zh-CN" sz="2800" b="1">
                <a:latin typeface="宋体" panose="02010600030101010101" pitchFamily="2" charset="-122"/>
                <a:ea typeface="宋体" panose="02010600030101010101" pitchFamily="2" charset="-122"/>
              </a:rPr>
              <a:t>assign_stmt  → </a:t>
            </a:r>
            <a:r>
              <a:rPr lang="en-US" altLang="zh-CN" sz="2800" b="1">
                <a:solidFill>
                  <a:schemeClr val="accent2"/>
                </a:solidFill>
                <a:latin typeface="宋体" panose="02010600030101010101" pitchFamily="2" charset="-122"/>
                <a:ea typeface="宋体" panose="02010600030101010101" pitchFamily="2" charset="-122"/>
              </a:rPr>
              <a:t>ID =</a:t>
            </a:r>
            <a:r>
              <a:rPr lang="en-US" altLang="zh-CN" sz="2800" b="1">
                <a:latin typeface="宋体" panose="02010600030101010101" pitchFamily="2" charset="-122"/>
                <a:ea typeface="宋体" panose="02010600030101010101" pitchFamily="2" charset="-122"/>
              </a:rPr>
              <a: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US" altLang="zh-CN" sz="2800" b="1">
              <a:latin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宋体" panose="02010600030101010101" pitchFamily="2" charset="-122"/>
              </a:rPr>
              <a:t>布尔表达式</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宋体" panose="02010600030101010101" pitchFamily="2" charset="-122"/>
              </a:rPr>
              <a:t>    </a:t>
            </a:r>
            <a:r>
              <a:rPr lang="en-US" altLang="zh-CN" sz="2800" b="1">
                <a:latin typeface="宋体" panose="02010600030101010101" pitchFamily="2" charset="-122"/>
              </a:rPr>
              <a:t>bool_expr  → expr &gt;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rPr>
              <a:t>                | expr &lt;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rPr>
              <a:t>                | expr == expr </a:t>
            </a:r>
            <a:endParaRPr lang="en-US" altLang="zh-CN" sz="2800" b="1">
              <a:latin typeface="宋体" panose="02010600030101010101" pitchFamily="2" charset="-122"/>
              <a:ea typeface="宋体" panose="02010600030101010101" pitchFamily="2" charset="-122"/>
            </a:endParaRPr>
          </a:p>
        </p:txBody>
      </p:sp>
      <p:sp>
        <p:nvSpPr>
          <p:cNvPr id="38917" name="Slide Number Placeholder 7">
            <a:extLst>
              <a:ext uri="{FF2B5EF4-FFF2-40B4-BE49-F238E27FC236}">
                <a16:creationId xmlns:a16="http://schemas.microsoft.com/office/drawing/2014/main" id="{936066C1-D087-3B84-4A0C-35B78A1EBCA9}"/>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7DFC2181-1FFD-473B-9508-498D257B3881}"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21</a:t>
            </a:fld>
            <a:endParaRPr lang="en-GB" altLang="en-US" sz="1200">
              <a:latin typeface="Comic Sans MS" panose="030F0702030302020204" pitchFamily="66" charset="0"/>
              <a:ea typeface="宋体" panose="02010600030101010101" pitchFamily="2" charset="-122"/>
            </a:endParaRPr>
          </a:p>
        </p:txBody>
      </p:sp>
      <p:sp>
        <p:nvSpPr>
          <p:cNvPr id="38918" name="Date Placeholder 8">
            <a:extLst>
              <a:ext uri="{FF2B5EF4-FFF2-40B4-BE49-F238E27FC236}">
                <a16:creationId xmlns:a16="http://schemas.microsoft.com/office/drawing/2014/main" id="{B9F7A84B-3697-ADCB-1FD0-8E0226F17860}"/>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8919" name="Text Box 4">
            <a:extLst>
              <a:ext uri="{FF2B5EF4-FFF2-40B4-BE49-F238E27FC236}">
                <a16:creationId xmlns:a16="http://schemas.microsoft.com/office/drawing/2014/main" id="{56FE8367-02B9-D001-0693-02C3617328BE}"/>
              </a:ext>
            </a:extLst>
          </p:cNvPr>
          <p:cNvSpPr txBox="1">
            <a:spLocks noChangeArrowheads="1"/>
          </p:cNvSpPr>
          <p:nvPr/>
        </p:nvSpPr>
        <p:spPr bwMode="auto">
          <a:xfrm>
            <a:off x="7888288" y="1336675"/>
            <a:ext cx="2368550"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a = 1; </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b = 10;</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b = a + b;</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8">
                                            <p:txEl>
                                              <p:pRg st="2" end="2"/>
                                            </p:txEl>
                                          </p:spTgt>
                                        </p:tgtEl>
                                        <p:attrNameLst>
                                          <p:attrName>style.visibility</p:attrName>
                                        </p:attrNameLst>
                                      </p:cBhvr>
                                      <p:to>
                                        <p:strVal val="visible"/>
                                      </p:to>
                                    </p:set>
                                    <p:animEffect transition="in" filter="blinds(horizontal)">
                                      <p:cBhvr>
                                        <p:cTn id="7" dur="500"/>
                                        <p:tgtEl>
                                          <p:spTgt spid="11268">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268">
                                            <p:txEl>
                                              <p:pRg st="3" end="3"/>
                                            </p:txEl>
                                          </p:spTgt>
                                        </p:tgtEl>
                                        <p:attrNameLst>
                                          <p:attrName>style.visibility</p:attrName>
                                        </p:attrNameLst>
                                      </p:cBhvr>
                                      <p:to>
                                        <p:strVal val="visible"/>
                                      </p:to>
                                    </p:set>
                                    <p:animEffect transition="in" filter="blinds(horizontal)">
                                      <p:cBhvr>
                                        <p:cTn id="12" dur="500"/>
                                        <p:tgtEl>
                                          <p:spTgt spid="11268">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1268">
                                            <p:txEl>
                                              <p:pRg st="5" end="5"/>
                                            </p:txEl>
                                          </p:spTgt>
                                        </p:tgtEl>
                                        <p:attrNameLst>
                                          <p:attrName>style.visibility</p:attrName>
                                        </p:attrNameLst>
                                      </p:cBhvr>
                                      <p:to>
                                        <p:strVal val="visible"/>
                                      </p:to>
                                    </p:set>
                                    <p:animEffect transition="in" filter="blinds(horizontal)">
                                      <p:cBhvr>
                                        <p:cTn id="17" dur="500"/>
                                        <p:tgtEl>
                                          <p:spTgt spid="11268">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268">
                                            <p:txEl>
                                              <p:pRg st="6" end="6"/>
                                            </p:txEl>
                                          </p:spTgt>
                                        </p:tgtEl>
                                        <p:attrNameLst>
                                          <p:attrName>style.visibility</p:attrName>
                                        </p:attrNameLst>
                                      </p:cBhvr>
                                      <p:to>
                                        <p:strVal val="visible"/>
                                      </p:to>
                                    </p:set>
                                    <p:animEffect transition="in" filter="blinds(horizontal)">
                                      <p:cBhvr>
                                        <p:cTn id="22" dur="500"/>
                                        <p:tgtEl>
                                          <p:spTgt spid="11268">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1268">
                                            <p:txEl>
                                              <p:pRg st="7" end="7"/>
                                            </p:txEl>
                                          </p:spTgt>
                                        </p:tgtEl>
                                        <p:attrNameLst>
                                          <p:attrName>style.visibility</p:attrName>
                                        </p:attrNameLst>
                                      </p:cBhvr>
                                      <p:to>
                                        <p:strVal val="visible"/>
                                      </p:to>
                                    </p:set>
                                    <p:animEffect transition="in" filter="blinds(horizontal)">
                                      <p:cBhvr>
                                        <p:cTn id="25" dur="500"/>
                                        <p:tgtEl>
                                          <p:spTgt spid="11268">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1268">
                                            <p:txEl>
                                              <p:pRg st="8" end="8"/>
                                            </p:txEl>
                                          </p:spTgt>
                                        </p:tgtEl>
                                        <p:attrNameLst>
                                          <p:attrName>style.visibility</p:attrName>
                                        </p:attrNameLst>
                                      </p:cBhvr>
                                      <p:to>
                                        <p:strVal val="visible"/>
                                      </p:to>
                                    </p:set>
                                    <p:animEffect transition="in" filter="blinds(horizontal)">
                                      <p:cBhvr>
                                        <p:cTn id="28" dur="500"/>
                                        <p:tgtEl>
                                          <p:spTgt spid="1126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a:extLst>
              <a:ext uri="{FF2B5EF4-FFF2-40B4-BE49-F238E27FC236}">
                <a16:creationId xmlns:a16="http://schemas.microsoft.com/office/drawing/2014/main" id="{7D17464E-C277-1718-F370-5F3D69071023}"/>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9939" name="Rectangle 2">
            <a:extLst>
              <a:ext uri="{FF2B5EF4-FFF2-40B4-BE49-F238E27FC236}">
                <a16:creationId xmlns:a16="http://schemas.microsoft.com/office/drawing/2014/main" id="{ADCE21F2-C303-8F0D-ADAD-796A5FA602E6}"/>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语言定义</a:t>
            </a:r>
          </a:p>
        </p:txBody>
      </p:sp>
      <p:sp>
        <p:nvSpPr>
          <p:cNvPr id="12292" name="Rectangle 3">
            <a:extLst>
              <a:ext uri="{FF2B5EF4-FFF2-40B4-BE49-F238E27FC236}">
                <a16:creationId xmlns:a16="http://schemas.microsoft.com/office/drawing/2014/main" id="{34BF1CAB-4E1F-F240-2A9F-8374CBCD69C9}"/>
              </a:ext>
            </a:extLst>
          </p:cNvPr>
          <p:cNvSpPr>
            <a:spLocks noGrp="1" noChangeArrowheads="1"/>
          </p:cNvSpPr>
          <p:nvPr>
            <p:ph type="body" idx="4294967295"/>
          </p:nvPr>
        </p:nvSpPr>
        <p:spPr>
          <a:xfrm>
            <a:off x="503238" y="1728788"/>
            <a:ext cx="9070975" cy="5048250"/>
          </a:xfrm>
        </p:spPr>
        <p:txBody>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楷体_GB2312" panose="02010609030101010101" pitchFamily="1" charset="-122"/>
              </a:rPr>
              <a:t>表达式</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primary_expr  → </a:t>
            </a:r>
            <a:r>
              <a:rPr lang="en-US" altLang="zh-CN" sz="2800" b="1">
                <a:solidFill>
                  <a:schemeClr val="accent2"/>
                </a:solidFill>
                <a:latin typeface="宋体" panose="02010600030101010101" pitchFamily="2" charset="-122"/>
                <a:ea typeface="宋体" panose="02010600030101010101" pitchFamily="2" charset="-122"/>
              </a:rPr>
              <a:t>ID</a:t>
            </a:r>
            <a:r>
              <a:rPr lang="en-US" altLang="zh-CN" sz="2800" b="1">
                <a:latin typeface="宋体" panose="02010600030101010101" pitchFamily="2" charset="-122"/>
                <a:ea typeface="宋体" panose="02010600030101010101" pitchFamily="2" charset="-122"/>
              </a:rPr>
              <a:t> | </a:t>
            </a:r>
            <a:r>
              <a:rPr lang="en-US" altLang="zh-CN" sz="2800" b="1">
                <a:solidFill>
                  <a:schemeClr val="accent2"/>
                </a:solidFill>
                <a:latin typeface="宋体" panose="02010600030101010101" pitchFamily="2" charset="-122"/>
                <a:ea typeface="宋体" panose="02010600030101010101" pitchFamily="2" charset="-122"/>
              </a:rPr>
              <a:t>NUMBER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  expr  → primary_expr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         | primary_expr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expr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         | primary_expr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expr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宋体" panose="02010600030101010101" pitchFamily="2" charset="-122"/>
              </a:rPr>
              <a:t>程序及语句</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2800" b="1">
                <a:latin typeface="楷体_GB2312" panose="02010609030101010101" pitchFamily="1" charset="-122"/>
              </a:rPr>
              <a:t>  </a:t>
            </a:r>
            <a:r>
              <a:rPr lang="en-US" altLang="zh-CN" sz="2800" b="1">
                <a:latin typeface="宋体" panose="02010600030101010101" pitchFamily="2" charset="-122"/>
                <a:ea typeface="宋体" panose="02010600030101010101" pitchFamily="2" charset="-122"/>
              </a:rPr>
              <a:t>program  →  stmt | program stmt</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     stmt  →  while_stmt | assign_stmt</a:t>
            </a:r>
          </a:p>
        </p:txBody>
      </p:sp>
      <p:sp>
        <p:nvSpPr>
          <p:cNvPr id="39941" name="Slide Number Placeholder 7">
            <a:extLst>
              <a:ext uri="{FF2B5EF4-FFF2-40B4-BE49-F238E27FC236}">
                <a16:creationId xmlns:a16="http://schemas.microsoft.com/office/drawing/2014/main" id="{38A6251C-ABD5-98CB-7EE2-5954A5A064F4}"/>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A6934079-4D7F-4DDE-AEEC-67C4D222A902}"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22</a:t>
            </a:fld>
            <a:endParaRPr lang="en-GB" altLang="en-US" sz="1200">
              <a:latin typeface="Comic Sans MS" panose="030F0702030302020204" pitchFamily="66" charset="0"/>
              <a:ea typeface="宋体" panose="02010600030101010101" pitchFamily="2" charset="-122"/>
            </a:endParaRPr>
          </a:p>
        </p:txBody>
      </p:sp>
      <p:sp>
        <p:nvSpPr>
          <p:cNvPr id="39942" name="Date Placeholder 8">
            <a:extLst>
              <a:ext uri="{FF2B5EF4-FFF2-40B4-BE49-F238E27FC236}">
                <a16:creationId xmlns:a16="http://schemas.microsoft.com/office/drawing/2014/main" id="{79F91CAB-9CEB-5978-F235-1FA81015E303}"/>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9943" name="Text Box 4">
            <a:extLst>
              <a:ext uri="{FF2B5EF4-FFF2-40B4-BE49-F238E27FC236}">
                <a16:creationId xmlns:a16="http://schemas.microsoft.com/office/drawing/2014/main" id="{F08D6186-4733-1DC5-B7A0-27EDF3D97FAE}"/>
              </a:ext>
            </a:extLst>
          </p:cNvPr>
          <p:cNvSpPr txBox="1">
            <a:spLocks noChangeArrowheads="1"/>
          </p:cNvSpPr>
          <p:nvPr/>
        </p:nvSpPr>
        <p:spPr bwMode="auto">
          <a:xfrm>
            <a:off x="7888288" y="1336675"/>
            <a:ext cx="2368550"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a = 1; </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b = 10;</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b = a + b;</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292">
                                            <p:txEl>
                                              <p:pRg st="2" end="2"/>
                                            </p:txEl>
                                          </p:spTgt>
                                        </p:tgtEl>
                                        <p:attrNameLst>
                                          <p:attrName>style.visibility</p:attrName>
                                        </p:attrNameLst>
                                      </p:cBhvr>
                                      <p:to>
                                        <p:strVal val="visible"/>
                                      </p:to>
                                    </p:set>
                                    <p:animEffect transition="in" filter="blinds(horizontal)">
                                      <p:cBhvr>
                                        <p:cTn id="7" dur="500"/>
                                        <p:tgtEl>
                                          <p:spTgt spid="12292">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292">
                                            <p:txEl>
                                              <p:pRg st="3" end="3"/>
                                            </p:txEl>
                                          </p:spTgt>
                                        </p:tgtEl>
                                        <p:attrNameLst>
                                          <p:attrName>style.visibility</p:attrName>
                                        </p:attrNameLst>
                                      </p:cBhvr>
                                      <p:to>
                                        <p:strVal val="visible"/>
                                      </p:to>
                                    </p:set>
                                    <p:animEffect transition="in" filter="blinds(horizontal)">
                                      <p:cBhvr>
                                        <p:cTn id="12" dur="500"/>
                                        <p:tgtEl>
                                          <p:spTgt spid="12292">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292">
                                            <p:txEl>
                                              <p:pRg st="4" end="4"/>
                                            </p:txEl>
                                          </p:spTgt>
                                        </p:tgtEl>
                                        <p:attrNameLst>
                                          <p:attrName>style.visibility</p:attrName>
                                        </p:attrNameLst>
                                      </p:cBhvr>
                                      <p:to>
                                        <p:strVal val="visible"/>
                                      </p:to>
                                    </p:set>
                                    <p:animEffect transition="in" filter="blinds(horizontal)">
                                      <p:cBhvr>
                                        <p:cTn id="15" dur="500"/>
                                        <p:tgtEl>
                                          <p:spTgt spid="12292">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12292">
                                            <p:txEl>
                                              <p:pRg st="5" end="5"/>
                                            </p:txEl>
                                          </p:spTgt>
                                        </p:tgtEl>
                                        <p:attrNameLst>
                                          <p:attrName>style.visibility</p:attrName>
                                        </p:attrNameLst>
                                      </p:cBhvr>
                                      <p:to>
                                        <p:strVal val="visible"/>
                                      </p:to>
                                    </p:set>
                                    <p:animEffect transition="in" filter="blinds(horizontal)">
                                      <p:cBhvr>
                                        <p:cTn id="20" dur="500"/>
                                        <p:tgtEl>
                                          <p:spTgt spid="12292">
                                            <p:txEl>
                                              <p:pRg st="5" end="5"/>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2292">
                                            <p:txEl>
                                              <p:pRg st="6" end="6"/>
                                            </p:txEl>
                                          </p:spTgt>
                                        </p:tgtEl>
                                        <p:attrNameLst>
                                          <p:attrName>style.visibility</p:attrName>
                                        </p:attrNameLst>
                                      </p:cBhvr>
                                      <p:to>
                                        <p:strVal val="visible"/>
                                      </p:to>
                                    </p:set>
                                    <p:animEffect transition="in" filter="blinds(horizontal)">
                                      <p:cBhvr>
                                        <p:cTn id="25" dur="500"/>
                                        <p:tgtEl>
                                          <p:spTgt spid="12292">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2292">
                                            <p:txEl>
                                              <p:pRg st="7" end="7"/>
                                            </p:txEl>
                                          </p:spTgt>
                                        </p:tgtEl>
                                        <p:attrNameLst>
                                          <p:attrName>style.visibility</p:attrName>
                                        </p:attrNameLst>
                                      </p:cBhvr>
                                      <p:to>
                                        <p:strVal val="visible"/>
                                      </p:to>
                                    </p:set>
                                    <p:animEffect transition="in" filter="blinds(horizontal)">
                                      <p:cBhvr>
                                        <p:cTn id="30" dur="500"/>
                                        <p:tgtEl>
                                          <p:spTgt spid="1229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a:extLst>
              <a:ext uri="{FF2B5EF4-FFF2-40B4-BE49-F238E27FC236}">
                <a16:creationId xmlns:a16="http://schemas.microsoft.com/office/drawing/2014/main" id="{D31F1FE2-9B9E-5825-64D1-65B37A7154D1}"/>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0963" name="Rectangle 2">
            <a:extLst>
              <a:ext uri="{FF2B5EF4-FFF2-40B4-BE49-F238E27FC236}">
                <a16:creationId xmlns:a16="http://schemas.microsoft.com/office/drawing/2014/main" id="{6DB0E7CC-DCBF-36D0-5FE0-7CF6001237A1}"/>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语言定义</a:t>
            </a:r>
          </a:p>
        </p:txBody>
      </p:sp>
      <p:sp>
        <p:nvSpPr>
          <p:cNvPr id="40964" name="Rectangle 3">
            <a:extLst>
              <a:ext uri="{FF2B5EF4-FFF2-40B4-BE49-F238E27FC236}">
                <a16:creationId xmlns:a16="http://schemas.microsoft.com/office/drawing/2014/main" id="{F9769A6D-79A4-76CE-2CB5-C35F5B70FD2A}"/>
              </a:ext>
            </a:extLst>
          </p:cNvPr>
          <p:cNvSpPr>
            <a:spLocks noGrp="1" noChangeArrowheads="1"/>
          </p:cNvSpPr>
          <p:nvPr>
            <p:ph type="body" idx="4294967295"/>
          </p:nvPr>
        </p:nvSpPr>
        <p:spPr>
          <a:xfrm>
            <a:off x="504825" y="1508125"/>
            <a:ext cx="9070975" cy="5197475"/>
          </a:xfrm>
        </p:spPr>
        <p:txBody>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program  →  stmt | program stmt</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stmt  →  while_stmt | assign_stmt</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while_stmt → </a:t>
            </a:r>
            <a:r>
              <a:rPr lang="en-US" altLang="zh-CN" sz="2800" b="1">
                <a:solidFill>
                  <a:schemeClr val="accent2"/>
                </a:solidFill>
                <a:latin typeface="宋体" panose="02010600030101010101" pitchFamily="2" charset="-122"/>
                <a:ea typeface="宋体" panose="02010600030101010101" pitchFamily="2" charset="-122"/>
              </a:rPr>
              <a:t>WHILE (</a:t>
            </a:r>
            <a:r>
              <a:rPr lang="en-US" altLang="zh-CN" sz="2800" b="1">
                <a:latin typeface="宋体" panose="02010600030101010101" pitchFamily="2" charset="-122"/>
                <a:ea typeface="宋体" panose="02010600030101010101" pitchFamily="2" charset="-122"/>
              </a:rPr>
              <a:t> bool_expr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stmt</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assign_stmt  → </a:t>
            </a:r>
            <a:r>
              <a:rPr lang="en-US" altLang="zh-CN" sz="2800" b="1">
                <a:solidFill>
                  <a:schemeClr val="accent2"/>
                </a:solidFill>
                <a:latin typeface="宋体" panose="02010600030101010101" pitchFamily="2" charset="-122"/>
                <a:ea typeface="宋体" panose="02010600030101010101" pitchFamily="2" charset="-122"/>
              </a:rPr>
              <a:t>ID =</a:t>
            </a:r>
            <a:r>
              <a:rPr lang="en-US" altLang="zh-CN" sz="2800" b="1">
                <a:latin typeface="宋体" panose="02010600030101010101" pitchFamily="2" charset="-122"/>
                <a:ea typeface="宋体" panose="02010600030101010101" pitchFamily="2" charset="-122"/>
              </a:rPr>
              <a:t> expr </a:t>
            </a:r>
            <a:r>
              <a:rPr lang="en-US" altLang="zh-CN" sz="2800" b="1">
                <a:solidFill>
                  <a:schemeClr val="accent2"/>
                </a:solidFill>
                <a:latin typeface="宋体" panose="02010600030101010101" pitchFamily="2" charset="-122"/>
                <a:ea typeface="宋体" panose="02010600030101010101" pitchFamily="2" charset="-122"/>
              </a:rPr>
              <a:t>;</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bool_expr  → expr </a:t>
            </a:r>
            <a:r>
              <a:rPr lang="en-US" altLang="zh-CN" sz="2800" b="1">
                <a:solidFill>
                  <a:schemeClr val="accent2"/>
                </a:solidFill>
                <a:latin typeface="宋体" panose="02010600030101010101" pitchFamily="2" charset="-122"/>
                <a:ea typeface="宋体" panose="02010600030101010101" pitchFamily="2" charset="-122"/>
              </a:rPr>
              <a:t>&gt;</a:t>
            </a:r>
            <a:r>
              <a:rPr lang="en-US" altLang="zh-CN" sz="2800" b="1">
                <a:latin typeface="宋体" panose="02010600030101010101" pitchFamily="2" charset="-122"/>
                <a:ea typeface="宋体" panose="02010600030101010101" pitchFamily="2" charset="-122"/>
              </a:rPr>
              <a: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           |  expr </a:t>
            </a:r>
            <a:r>
              <a:rPr lang="en-US" altLang="zh-CN" sz="2800" b="1">
                <a:solidFill>
                  <a:schemeClr val="accent2"/>
                </a:solidFill>
                <a:latin typeface="宋体" panose="02010600030101010101" pitchFamily="2" charset="-122"/>
                <a:ea typeface="宋体" panose="02010600030101010101" pitchFamily="2" charset="-122"/>
              </a:rPr>
              <a:t>&lt;</a:t>
            </a:r>
            <a:r>
              <a:rPr lang="en-US" altLang="zh-CN" sz="2800" b="1">
                <a:latin typeface="宋体" panose="02010600030101010101" pitchFamily="2" charset="-122"/>
                <a:ea typeface="宋体" panose="02010600030101010101" pitchFamily="2" charset="-122"/>
              </a:rPr>
              <a: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           |  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expr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expr → </a:t>
            </a:r>
            <a:r>
              <a:rPr lang="en-US" altLang="zh-CN" sz="2800" b="1">
                <a:latin typeface="宋体" panose="02010600030101010101" pitchFamily="2" charset="-122"/>
                <a:ea typeface="宋体" panose="02010600030101010101" pitchFamily="2" charset="-122"/>
                <a:sym typeface="Arial" panose="020B0604020202020204" pitchFamily="34" charset="0"/>
              </a:rPr>
              <a:t>primary_expr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     </a:t>
            </a:r>
            <a:r>
              <a:rPr lang="zh-CN" altLang="en-US" sz="2800" b="1">
                <a:latin typeface="宋体" panose="02010600030101010101" pitchFamily="2" charset="-122"/>
                <a:ea typeface="宋体" panose="02010600030101010101" pitchFamily="2" charset="-122"/>
                <a:sym typeface="Arial" panose="020B0604020202020204" pitchFamily="34" charset="0"/>
              </a:rPr>
              <a:t>|  </a:t>
            </a:r>
            <a:r>
              <a:rPr lang="en-US" altLang="zh-CN" sz="2800" b="1">
                <a:latin typeface="宋体" panose="02010600030101010101" pitchFamily="2" charset="-122"/>
                <a:ea typeface="宋体" panose="02010600030101010101" pitchFamily="2" charset="-122"/>
              </a:rPr>
              <a:t>primary_expr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expr | primary_expr </a:t>
            </a:r>
            <a:r>
              <a:rPr lang="en-US" altLang="zh-CN" sz="2800" b="1">
                <a:solidFill>
                  <a:schemeClr val="accent2"/>
                </a:solidFill>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 expr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rPr>
              <a:t>primary_expr  → </a:t>
            </a:r>
            <a:r>
              <a:rPr lang="en-US" altLang="zh-CN" sz="2800" b="1">
                <a:solidFill>
                  <a:schemeClr val="accent2"/>
                </a:solidFill>
                <a:latin typeface="宋体" panose="02010600030101010101" pitchFamily="2" charset="-122"/>
                <a:ea typeface="宋体" panose="02010600030101010101" pitchFamily="2" charset="-122"/>
              </a:rPr>
              <a:t>ID</a:t>
            </a:r>
            <a:r>
              <a:rPr lang="en-US" altLang="zh-CN" sz="2800" b="1">
                <a:latin typeface="宋体" panose="02010600030101010101" pitchFamily="2" charset="-122"/>
                <a:ea typeface="宋体" panose="02010600030101010101" pitchFamily="2" charset="-122"/>
              </a:rPr>
              <a:t>  |  </a:t>
            </a:r>
            <a:r>
              <a:rPr lang="en-US" altLang="zh-CN" sz="2800" b="1">
                <a:solidFill>
                  <a:schemeClr val="accent2"/>
                </a:solidFill>
                <a:latin typeface="宋体" panose="02010600030101010101" pitchFamily="2" charset="-122"/>
                <a:ea typeface="宋体" panose="02010600030101010101" pitchFamily="2" charset="-122"/>
              </a:rPr>
              <a:t>NUMBER</a:t>
            </a:r>
          </a:p>
        </p:txBody>
      </p:sp>
      <p:sp>
        <p:nvSpPr>
          <p:cNvPr id="40965" name="Slide Number Placeholder 7">
            <a:extLst>
              <a:ext uri="{FF2B5EF4-FFF2-40B4-BE49-F238E27FC236}">
                <a16:creationId xmlns:a16="http://schemas.microsoft.com/office/drawing/2014/main" id="{3EAD7828-74E7-15B3-BE59-A3147501895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0AED555D-0F34-49D2-8B66-B0CBBFD6D9D5}"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23</a:t>
            </a:fld>
            <a:endParaRPr lang="en-GB" altLang="en-US" sz="1200">
              <a:latin typeface="Comic Sans MS" panose="030F0702030302020204" pitchFamily="66" charset="0"/>
              <a:ea typeface="宋体" panose="02010600030101010101" pitchFamily="2" charset="-122"/>
            </a:endParaRPr>
          </a:p>
        </p:txBody>
      </p:sp>
      <p:sp>
        <p:nvSpPr>
          <p:cNvPr id="40966" name="Date Placeholder 8">
            <a:extLst>
              <a:ext uri="{FF2B5EF4-FFF2-40B4-BE49-F238E27FC236}">
                <a16:creationId xmlns:a16="http://schemas.microsoft.com/office/drawing/2014/main" id="{9EE5066F-1601-BD4D-6C92-CCC918DA691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a:extLst>
              <a:ext uri="{FF2B5EF4-FFF2-40B4-BE49-F238E27FC236}">
                <a16:creationId xmlns:a16="http://schemas.microsoft.com/office/drawing/2014/main" id="{A1803697-3D27-C814-56D0-BFBBB6DB1939}"/>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1987" name="Rectangle 2">
            <a:extLst>
              <a:ext uri="{FF2B5EF4-FFF2-40B4-BE49-F238E27FC236}">
                <a16:creationId xmlns:a16="http://schemas.microsoft.com/office/drawing/2014/main" id="{4E8FE13F-F76B-2081-084A-122EDCC5BA98}"/>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词法分析</a:t>
            </a:r>
          </a:p>
        </p:txBody>
      </p:sp>
      <p:sp>
        <p:nvSpPr>
          <p:cNvPr id="14340" name="Rectangle 3">
            <a:extLst>
              <a:ext uri="{FF2B5EF4-FFF2-40B4-BE49-F238E27FC236}">
                <a16:creationId xmlns:a16="http://schemas.microsoft.com/office/drawing/2014/main" id="{AFF357DC-8EF7-245C-22B1-F00C9161A3AD}"/>
              </a:ext>
            </a:extLst>
          </p:cNvPr>
          <p:cNvSpPr>
            <a:spLocks noGrp="1" noChangeArrowheads="1"/>
          </p:cNvSpPr>
          <p:nvPr>
            <p:ph type="body" idx="4294967295"/>
          </p:nvPr>
        </p:nvSpPr>
        <p:spPr>
          <a:xfrm>
            <a:off x="504825" y="1508125"/>
            <a:ext cx="9070975" cy="5197475"/>
          </a:xfrm>
        </p:spPr>
        <p:txBody>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宋体" panose="02010600030101010101" pitchFamily="2" charset="-122"/>
              </a:rPr>
              <a:t>词法分析器</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a:t>
            </a:r>
            <a:r>
              <a:rPr lang="zh-CN" altLang="en-US" sz="3200" b="1" dirty="0"/>
              <a:t>功能：识别“终结符”</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latin typeface="楷体_GB2312" panose="02010609030101010101" pitchFamily="1" charset="-122"/>
              </a:rPr>
              <a:t>   </a:t>
            </a:r>
            <a:r>
              <a:rPr lang="zh-CN" altLang="en-US" sz="3200" b="1" dirty="0"/>
              <a:t>输入：字符串形式的源代码</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t>   输出：带有标记的逻辑分组（源程序的子串）</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t>              单词</a:t>
            </a:r>
            <a:r>
              <a:rPr lang="en-US" altLang="zh-CN" sz="3200" b="1" dirty="0"/>
              <a:t>/</a:t>
            </a:r>
            <a:r>
              <a:rPr lang="zh-CN" altLang="en-US" sz="3200" b="1" dirty="0"/>
              <a:t>子串类别 及 属性</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t>实现方法</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t>   状态转移图法（手动实现</a:t>
            </a:r>
            <a:r>
              <a:rPr lang="en-US" altLang="zh-CN" sz="3200" b="1" dirty="0"/>
              <a:t>/</a:t>
            </a:r>
            <a:r>
              <a:rPr lang="zh-CN" altLang="en-US" sz="3200" b="1" dirty="0"/>
              <a:t>表驱动）</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t>   正则表达式法</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dirty="0"/>
              <a:t>    </a:t>
            </a:r>
          </a:p>
        </p:txBody>
      </p:sp>
      <p:sp>
        <p:nvSpPr>
          <p:cNvPr id="41989" name="Slide Number Placeholder 7">
            <a:extLst>
              <a:ext uri="{FF2B5EF4-FFF2-40B4-BE49-F238E27FC236}">
                <a16:creationId xmlns:a16="http://schemas.microsoft.com/office/drawing/2014/main" id="{9BAE53AB-5D1B-56E2-411C-B285338636D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C00C7A0D-E87C-445F-AAFF-2B7E377811E2}"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24</a:t>
            </a:fld>
            <a:endParaRPr lang="en-GB" altLang="en-US" sz="1200">
              <a:latin typeface="Comic Sans MS" panose="030F0702030302020204" pitchFamily="66" charset="0"/>
              <a:ea typeface="宋体" panose="02010600030101010101" pitchFamily="2" charset="-122"/>
            </a:endParaRPr>
          </a:p>
        </p:txBody>
      </p:sp>
      <p:sp>
        <p:nvSpPr>
          <p:cNvPr id="41990" name="Date Placeholder 8">
            <a:extLst>
              <a:ext uri="{FF2B5EF4-FFF2-40B4-BE49-F238E27FC236}">
                <a16:creationId xmlns:a16="http://schemas.microsoft.com/office/drawing/2014/main" id="{B02DE637-A56A-4804-6965-5DF69186D2EE}"/>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340">
                                            <p:txEl>
                                              <p:pRg st="5" end="5"/>
                                            </p:txEl>
                                          </p:spTgt>
                                        </p:tgtEl>
                                        <p:attrNameLst>
                                          <p:attrName>style.visibility</p:attrName>
                                        </p:attrNameLst>
                                      </p:cBhvr>
                                      <p:to>
                                        <p:strVal val="visible"/>
                                      </p:to>
                                    </p:set>
                                    <p:animEffect transition="in" filter="blinds(horizontal)">
                                      <p:cBhvr>
                                        <p:cTn id="7" dur="500"/>
                                        <p:tgtEl>
                                          <p:spTgt spid="14340">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40">
                                            <p:txEl>
                                              <p:pRg st="6" end="6"/>
                                            </p:txEl>
                                          </p:spTgt>
                                        </p:tgtEl>
                                        <p:attrNameLst>
                                          <p:attrName>style.visibility</p:attrName>
                                        </p:attrNameLst>
                                      </p:cBhvr>
                                      <p:to>
                                        <p:strVal val="visible"/>
                                      </p:to>
                                    </p:set>
                                    <p:animEffect transition="in" filter="blinds(horizontal)">
                                      <p:cBhvr>
                                        <p:cTn id="10" dur="500"/>
                                        <p:tgtEl>
                                          <p:spTgt spid="14340">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340">
                                            <p:txEl>
                                              <p:pRg st="7" end="7"/>
                                            </p:txEl>
                                          </p:spTgt>
                                        </p:tgtEl>
                                        <p:attrNameLst>
                                          <p:attrName>style.visibility</p:attrName>
                                        </p:attrNameLst>
                                      </p:cBhvr>
                                      <p:to>
                                        <p:strVal val="visible"/>
                                      </p:to>
                                    </p:set>
                                    <p:animEffect transition="in" filter="blinds(horizontal)">
                                      <p:cBhvr>
                                        <p:cTn id="13" dur="500"/>
                                        <p:tgtEl>
                                          <p:spTgt spid="1434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a:extLst>
              <a:ext uri="{FF2B5EF4-FFF2-40B4-BE49-F238E27FC236}">
                <a16:creationId xmlns:a16="http://schemas.microsoft.com/office/drawing/2014/main" id="{D2C46289-15FC-6294-3D9B-6044897B8A86}"/>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3011" name="Rectangle 2">
            <a:extLst>
              <a:ext uri="{FF2B5EF4-FFF2-40B4-BE49-F238E27FC236}">
                <a16:creationId xmlns:a16="http://schemas.microsoft.com/office/drawing/2014/main" id="{C23E7A2E-C6E9-C3B1-35DE-17CC59C2C9DE}"/>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词法分析</a:t>
            </a:r>
          </a:p>
        </p:txBody>
      </p:sp>
      <p:sp>
        <p:nvSpPr>
          <p:cNvPr id="15364" name="Rectangle 3">
            <a:extLst>
              <a:ext uri="{FF2B5EF4-FFF2-40B4-BE49-F238E27FC236}">
                <a16:creationId xmlns:a16="http://schemas.microsoft.com/office/drawing/2014/main" id="{E134B2FE-B57A-E90F-C2C1-67477CD1D0EE}"/>
              </a:ext>
            </a:extLst>
          </p:cNvPr>
          <p:cNvSpPr>
            <a:spLocks noGrp="1" noChangeArrowheads="1"/>
          </p:cNvSpPr>
          <p:nvPr>
            <p:ph type="body" idx="4294967295"/>
          </p:nvPr>
        </p:nvSpPr>
        <p:spPr>
          <a:xfrm>
            <a:off x="504825" y="1508125"/>
            <a:ext cx="9305925" cy="5199063"/>
          </a:xfrm>
        </p:spPr>
        <p:txBody>
          <a:bodyPr/>
          <a:lstStyle/>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latin typeface="宋体" panose="02010600030101010101" pitchFamily="2" charset="-122"/>
              </a:rPr>
              <a:t>词法分析器的本质</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latin typeface="楷体_GB2312" panose="02010609030101010101" pitchFamily="1" charset="-122"/>
              </a:rPr>
              <a:t>   </a:t>
            </a:r>
            <a:r>
              <a:rPr lang="zh-CN" altLang="en-US" sz="3200" b="1"/>
              <a:t>根据当前的输入字符，跳转到相应的分组</a:t>
            </a:r>
            <a:r>
              <a:rPr lang="en-US" altLang="zh-CN" sz="3200" b="1"/>
              <a:t>/</a:t>
            </a:r>
            <a:r>
              <a:rPr lang="zh-CN" altLang="en-US" sz="3200" b="1"/>
              <a:t>类别</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t>状态转移图法</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t>    将该过程图形化</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t>    根据当前字符的跳转 </a:t>
            </a:r>
            <a:r>
              <a:rPr lang="en-US" altLang="zh-CN" sz="3200" b="1"/>
              <a:t>==&gt; </a:t>
            </a:r>
            <a:r>
              <a:rPr lang="zh-CN" altLang="en-US" sz="3200" b="1"/>
              <a:t>图中的“边”</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t>    跳转到的类别 </a:t>
            </a:r>
            <a:r>
              <a:rPr lang="en-US" altLang="zh-CN" sz="3200" b="1"/>
              <a:t>==&gt; </a:t>
            </a:r>
            <a:r>
              <a:rPr lang="zh-CN" altLang="en-US" sz="3200" b="1"/>
              <a:t>图中的“结点”</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zh-CN" altLang="en-US" sz="3200" b="1"/>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sz="3200" b="1"/>
              <a:t>    </a:t>
            </a:r>
            <a:endParaRPr lang="zh-CN" altLang="en-US"/>
          </a:p>
        </p:txBody>
      </p:sp>
      <p:sp>
        <p:nvSpPr>
          <p:cNvPr id="43013" name="Slide Number Placeholder 7">
            <a:extLst>
              <a:ext uri="{FF2B5EF4-FFF2-40B4-BE49-F238E27FC236}">
                <a16:creationId xmlns:a16="http://schemas.microsoft.com/office/drawing/2014/main" id="{2DEBCB9E-800E-EE3D-B97B-0F7ABBF3370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7D1C1FE0-FFF8-4BD1-8006-7A79224F18F1}"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25</a:t>
            </a:fld>
            <a:endParaRPr lang="en-GB" altLang="en-US" sz="1200">
              <a:latin typeface="Comic Sans MS" panose="030F0702030302020204" pitchFamily="66" charset="0"/>
              <a:ea typeface="宋体" panose="02010600030101010101" pitchFamily="2" charset="-122"/>
            </a:endParaRPr>
          </a:p>
        </p:txBody>
      </p:sp>
      <p:sp>
        <p:nvSpPr>
          <p:cNvPr id="43014" name="Date Placeholder 8">
            <a:extLst>
              <a:ext uri="{FF2B5EF4-FFF2-40B4-BE49-F238E27FC236}">
                <a16:creationId xmlns:a16="http://schemas.microsoft.com/office/drawing/2014/main" id="{4A7349D5-C9E0-73BB-6770-EB50570370E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364">
                                            <p:txEl>
                                              <p:pRg st="2" end="2"/>
                                            </p:txEl>
                                          </p:spTgt>
                                        </p:tgtEl>
                                        <p:attrNameLst>
                                          <p:attrName>style.visibility</p:attrName>
                                        </p:attrNameLst>
                                      </p:cBhvr>
                                      <p:to>
                                        <p:strVal val="visible"/>
                                      </p:to>
                                    </p:set>
                                    <p:animEffect transition="in" filter="blinds(horizontal)">
                                      <p:cBhvr>
                                        <p:cTn id="7" dur="500"/>
                                        <p:tgtEl>
                                          <p:spTgt spid="15364">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364">
                                            <p:txEl>
                                              <p:pRg st="3" end="3"/>
                                            </p:txEl>
                                          </p:spTgt>
                                        </p:tgtEl>
                                        <p:attrNameLst>
                                          <p:attrName>style.visibility</p:attrName>
                                        </p:attrNameLst>
                                      </p:cBhvr>
                                      <p:to>
                                        <p:strVal val="visible"/>
                                      </p:to>
                                    </p:set>
                                    <p:animEffect transition="in" filter="blinds(horizontal)">
                                      <p:cBhvr>
                                        <p:cTn id="10" dur="500"/>
                                        <p:tgtEl>
                                          <p:spTgt spid="15364">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5364">
                                            <p:txEl>
                                              <p:pRg st="4" end="4"/>
                                            </p:txEl>
                                          </p:spTgt>
                                        </p:tgtEl>
                                        <p:attrNameLst>
                                          <p:attrName>style.visibility</p:attrName>
                                        </p:attrNameLst>
                                      </p:cBhvr>
                                      <p:to>
                                        <p:strVal val="visible"/>
                                      </p:to>
                                    </p:set>
                                    <p:animEffect transition="in" filter="blinds(horizontal)">
                                      <p:cBhvr>
                                        <p:cTn id="13" dur="500"/>
                                        <p:tgtEl>
                                          <p:spTgt spid="15364">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5364">
                                            <p:txEl>
                                              <p:pRg st="5" end="5"/>
                                            </p:txEl>
                                          </p:spTgt>
                                        </p:tgtEl>
                                        <p:attrNameLst>
                                          <p:attrName>style.visibility</p:attrName>
                                        </p:attrNameLst>
                                      </p:cBhvr>
                                      <p:to>
                                        <p:strVal val="visible"/>
                                      </p:to>
                                    </p:set>
                                    <p:animEffect transition="in" filter="blinds(horizontal)">
                                      <p:cBhvr>
                                        <p:cTn id="16" dur="500"/>
                                        <p:tgtEl>
                                          <p:spTgt spid="1536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椭圆 16385">
            <a:extLst>
              <a:ext uri="{FF2B5EF4-FFF2-40B4-BE49-F238E27FC236}">
                <a16:creationId xmlns:a16="http://schemas.microsoft.com/office/drawing/2014/main" id="{A8FE588D-98AA-6081-103A-91E250931965}"/>
              </a:ext>
            </a:extLst>
          </p:cNvPr>
          <p:cNvSpPr>
            <a:spLocks noChangeArrowheads="1"/>
          </p:cNvSpPr>
          <p:nvPr/>
        </p:nvSpPr>
        <p:spPr bwMode="auto">
          <a:xfrm>
            <a:off x="7966075" y="2386013"/>
            <a:ext cx="1301750" cy="922337"/>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endParaRPr lang="zh-CN" altLang="zh-CN"/>
          </a:p>
        </p:txBody>
      </p:sp>
      <p:sp>
        <p:nvSpPr>
          <p:cNvPr id="44035" name="页脚占位符 4">
            <a:extLst>
              <a:ext uri="{FF2B5EF4-FFF2-40B4-BE49-F238E27FC236}">
                <a16:creationId xmlns:a16="http://schemas.microsoft.com/office/drawing/2014/main" id="{FA454551-3AF7-5B49-510A-31DF9C2D6FC2}"/>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4036" name="Rectangle 2">
            <a:extLst>
              <a:ext uri="{FF2B5EF4-FFF2-40B4-BE49-F238E27FC236}">
                <a16:creationId xmlns:a16="http://schemas.microsoft.com/office/drawing/2014/main" id="{96A0F658-603D-53D4-B407-1E2DE56DBD40}"/>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词法分析</a:t>
            </a:r>
          </a:p>
        </p:txBody>
      </p:sp>
      <p:sp>
        <p:nvSpPr>
          <p:cNvPr id="44037" name="Slide Number Placeholder 7">
            <a:extLst>
              <a:ext uri="{FF2B5EF4-FFF2-40B4-BE49-F238E27FC236}">
                <a16:creationId xmlns:a16="http://schemas.microsoft.com/office/drawing/2014/main" id="{E61FD1ED-D410-1D9B-2B05-44D84958928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E9BF2D06-C805-4CF6-A7DE-D60F1755DC55}"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26</a:t>
            </a:fld>
            <a:endParaRPr lang="en-GB" altLang="en-US" sz="1200">
              <a:latin typeface="Comic Sans MS" panose="030F0702030302020204" pitchFamily="66" charset="0"/>
              <a:ea typeface="宋体" panose="02010600030101010101" pitchFamily="2" charset="-122"/>
            </a:endParaRPr>
          </a:p>
        </p:txBody>
      </p:sp>
      <p:sp>
        <p:nvSpPr>
          <p:cNvPr id="44038" name="Date Placeholder 8">
            <a:extLst>
              <a:ext uri="{FF2B5EF4-FFF2-40B4-BE49-F238E27FC236}">
                <a16:creationId xmlns:a16="http://schemas.microsoft.com/office/drawing/2014/main" id="{6F46965C-C543-383B-0389-8D70F4F77651}"/>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4039" name="椭圆 16390">
            <a:extLst>
              <a:ext uri="{FF2B5EF4-FFF2-40B4-BE49-F238E27FC236}">
                <a16:creationId xmlns:a16="http://schemas.microsoft.com/office/drawing/2014/main" id="{C7D51940-FB54-AF01-FDE1-C4117D500E26}"/>
              </a:ext>
            </a:extLst>
          </p:cNvPr>
          <p:cNvSpPr>
            <a:spLocks noChangeArrowheads="1"/>
          </p:cNvSpPr>
          <p:nvPr/>
        </p:nvSpPr>
        <p:spPr bwMode="auto">
          <a:xfrm>
            <a:off x="5649913" y="2444750"/>
            <a:ext cx="1141412" cy="809625"/>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r>
              <a:rPr lang="zh-CN" altLang="en-US" sz="2800" b="1">
                <a:ea typeface="楷体_GB2312" panose="02010609030101010101" pitchFamily="1" charset="-122"/>
              </a:rPr>
              <a:t>整数</a:t>
            </a:r>
          </a:p>
        </p:txBody>
      </p:sp>
      <p:cxnSp>
        <p:nvCxnSpPr>
          <p:cNvPr id="44040" name="直接箭头连接符 16391">
            <a:extLst>
              <a:ext uri="{FF2B5EF4-FFF2-40B4-BE49-F238E27FC236}">
                <a16:creationId xmlns:a16="http://schemas.microsoft.com/office/drawing/2014/main" id="{3D94F2E7-96B8-F6FA-800C-76E68D1A32DF}"/>
              </a:ext>
            </a:extLst>
          </p:cNvPr>
          <p:cNvCxnSpPr>
            <a:cxnSpLocks noChangeShapeType="1"/>
            <a:stCxn id="44041" idx="7"/>
            <a:endCxn id="44039" idx="3"/>
          </p:cNvCxnSpPr>
          <p:nvPr/>
        </p:nvCxnSpPr>
        <p:spPr bwMode="auto">
          <a:xfrm>
            <a:off x="3629025" y="2843213"/>
            <a:ext cx="2020888" cy="6350"/>
          </a:xfrm>
          <a:prstGeom prst="straightConnector1">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41" name="椭圆 16392">
            <a:extLst>
              <a:ext uri="{FF2B5EF4-FFF2-40B4-BE49-F238E27FC236}">
                <a16:creationId xmlns:a16="http://schemas.microsoft.com/office/drawing/2014/main" id="{18ACED4C-D10D-CD24-6BD8-032629717EFD}"/>
              </a:ext>
            </a:extLst>
          </p:cNvPr>
          <p:cNvSpPr>
            <a:spLocks noChangeArrowheads="1"/>
          </p:cNvSpPr>
          <p:nvPr/>
        </p:nvSpPr>
        <p:spPr bwMode="auto">
          <a:xfrm>
            <a:off x="2487613" y="2438400"/>
            <a:ext cx="1141412" cy="809625"/>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r>
              <a:rPr lang="zh-CN" altLang="en-US" sz="2800" b="1">
                <a:ea typeface="楷体_GB2312" panose="02010609030101010101" pitchFamily="1" charset="-122"/>
              </a:rPr>
              <a:t>开始</a:t>
            </a:r>
            <a:endParaRPr lang="zh-CN" altLang="en-US"/>
          </a:p>
        </p:txBody>
      </p:sp>
      <p:cxnSp>
        <p:nvCxnSpPr>
          <p:cNvPr id="44042" name="直接箭头连接符 16393">
            <a:extLst>
              <a:ext uri="{FF2B5EF4-FFF2-40B4-BE49-F238E27FC236}">
                <a16:creationId xmlns:a16="http://schemas.microsoft.com/office/drawing/2014/main" id="{77C1AFC6-FB3E-8986-3B44-E7DF521E1DF3}"/>
              </a:ext>
            </a:extLst>
          </p:cNvPr>
          <p:cNvCxnSpPr>
            <a:cxnSpLocks noChangeShapeType="1"/>
            <a:stCxn id="44041" idx="7"/>
            <a:endCxn id="44041" idx="3"/>
          </p:cNvCxnSpPr>
          <p:nvPr/>
        </p:nvCxnSpPr>
        <p:spPr bwMode="auto">
          <a:xfrm>
            <a:off x="1079500" y="2792413"/>
            <a:ext cx="1408113" cy="6350"/>
          </a:xfrm>
          <a:prstGeom prst="straightConnector1">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43" name="文本框 16394">
            <a:extLst>
              <a:ext uri="{FF2B5EF4-FFF2-40B4-BE49-F238E27FC236}">
                <a16:creationId xmlns:a16="http://schemas.microsoft.com/office/drawing/2014/main" id="{912EB33A-5D51-91EB-9E3F-E606B6FC8DAF}"/>
              </a:ext>
            </a:extLst>
          </p:cNvPr>
          <p:cNvSpPr txBox="1">
            <a:spLocks noChangeArrowheads="1"/>
          </p:cNvSpPr>
          <p:nvPr/>
        </p:nvSpPr>
        <p:spPr bwMode="auto">
          <a:xfrm>
            <a:off x="1054100" y="2409825"/>
            <a:ext cx="13255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b="1">
                <a:ea typeface="楷体_GB2312" panose="02010609030101010101" pitchFamily="1" charset="-122"/>
              </a:rPr>
              <a:t>取一个字符</a:t>
            </a:r>
          </a:p>
        </p:txBody>
      </p:sp>
      <p:sp>
        <p:nvSpPr>
          <p:cNvPr id="44044" name="文本框 16395">
            <a:extLst>
              <a:ext uri="{FF2B5EF4-FFF2-40B4-BE49-F238E27FC236}">
                <a16:creationId xmlns:a16="http://schemas.microsoft.com/office/drawing/2014/main" id="{7F929710-CB35-CE59-1064-6C932E5B9ACB}"/>
              </a:ext>
            </a:extLst>
          </p:cNvPr>
          <p:cNvSpPr txBox="1">
            <a:spLocks noChangeArrowheads="1"/>
          </p:cNvSpPr>
          <p:nvPr/>
        </p:nvSpPr>
        <p:spPr bwMode="auto">
          <a:xfrm>
            <a:off x="3714750" y="2225675"/>
            <a:ext cx="18335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当前字符为</a:t>
            </a:r>
          </a:p>
          <a:p>
            <a:pPr algn="ctr" eaLnBrk="1">
              <a:lnSpc>
                <a:spcPct val="93000"/>
              </a:lnSpc>
              <a:buSzPct val="100000"/>
              <a:buFont typeface="Times New Roman" panose="02020603050405020304" pitchFamily="18" charset="0"/>
              <a:buNone/>
            </a:pPr>
            <a:r>
              <a:rPr lang="en-US" altLang="zh-CN" b="1">
                <a:ea typeface="楷体_GB2312" panose="02010609030101010101" pitchFamily="1" charset="-122"/>
              </a:rPr>
              <a:t>0</a:t>
            </a:r>
            <a:r>
              <a:rPr lang="zh-CN" altLang="en-US" b="1">
                <a:ea typeface="楷体_GB2312" panose="02010609030101010101" pitchFamily="1" charset="-122"/>
              </a:rPr>
              <a:t>、</a:t>
            </a:r>
            <a:r>
              <a:rPr lang="en-US" altLang="zh-CN" b="1">
                <a:ea typeface="楷体_GB2312" panose="02010609030101010101" pitchFamily="1" charset="-122"/>
              </a:rPr>
              <a:t>1</a:t>
            </a:r>
            <a:r>
              <a:rPr lang="zh-CN" altLang="en-US" b="1">
                <a:ea typeface="楷体_GB2312" panose="02010609030101010101" pitchFamily="1" charset="-122"/>
              </a:rPr>
              <a:t>、</a:t>
            </a:r>
            <a:r>
              <a:rPr lang="en-US" altLang="zh-CN" b="1">
                <a:ea typeface="楷体_GB2312" panose="02010609030101010101" pitchFamily="1" charset="-122"/>
              </a:rPr>
              <a:t>2</a:t>
            </a:r>
            <a:r>
              <a:rPr lang="zh-CN" altLang="en-US" b="1">
                <a:ea typeface="楷体_GB2312" panose="02010609030101010101" pitchFamily="1" charset="-122"/>
              </a:rPr>
              <a:t>、</a:t>
            </a:r>
            <a:r>
              <a:rPr lang="en-US" altLang="zh-CN" b="1">
                <a:ea typeface="楷体_GB2312" panose="02010609030101010101" pitchFamily="1" charset="-122"/>
              </a:rPr>
              <a:t>…</a:t>
            </a:r>
            <a:r>
              <a:rPr lang="zh-CN" altLang="en-US" b="1">
                <a:ea typeface="楷体_GB2312" panose="02010609030101010101" pitchFamily="1" charset="-122"/>
              </a:rPr>
              <a:t>、</a:t>
            </a:r>
            <a:r>
              <a:rPr lang="en-US" altLang="zh-CN" b="1">
                <a:ea typeface="楷体_GB2312" panose="02010609030101010101" pitchFamily="1" charset="-122"/>
              </a:rPr>
              <a:t>9</a:t>
            </a:r>
            <a:endParaRPr lang="en-US" altLang="zh-CN"/>
          </a:p>
        </p:txBody>
      </p:sp>
      <p:cxnSp>
        <p:nvCxnSpPr>
          <p:cNvPr id="44045" name="曲线连接符 16396">
            <a:extLst>
              <a:ext uri="{FF2B5EF4-FFF2-40B4-BE49-F238E27FC236}">
                <a16:creationId xmlns:a16="http://schemas.microsoft.com/office/drawing/2014/main" id="{AED55DA2-0992-4968-6E40-1D31F5D66201}"/>
              </a:ext>
            </a:extLst>
          </p:cNvPr>
          <p:cNvCxnSpPr>
            <a:cxnSpLocks noChangeShapeType="1"/>
            <a:stCxn id="44039" idx="2"/>
            <a:endCxn id="44039" idx="7"/>
          </p:cNvCxnSpPr>
          <p:nvPr/>
        </p:nvCxnSpPr>
        <p:spPr bwMode="auto">
          <a:xfrm rot="5400000" flipV="1">
            <a:off x="6161088" y="2173287"/>
            <a:ext cx="285750" cy="974725"/>
          </a:xfrm>
          <a:prstGeom prst="curvedConnector4">
            <a:avLst>
              <a:gd name="adj1" fmla="val -232588"/>
              <a:gd name="adj2" fmla="val 170421"/>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46" name="文本框 16397">
            <a:extLst>
              <a:ext uri="{FF2B5EF4-FFF2-40B4-BE49-F238E27FC236}">
                <a16:creationId xmlns:a16="http://schemas.microsoft.com/office/drawing/2014/main" id="{778E49D5-BA2F-1192-DB1B-A018342126F0}"/>
              </a:ext>
            </a:extLst>
          </p:cNvPr>
          <p:cNvSpPr txBox="1">
            <a:spLocks noChangeArrowheads="1"/>
          </p:cNvSpPr>
          <p:nvPr/>
        </p:nvSpPr>
        <p:spPr bwMode="auto">
          <a:xfrm>
            <a:off x="4005263" y="2882900"/>
            <a:ext cx="13255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取一个字符</a:t>
            </a:r>
            <a:endParaRPr lang="zh-CN" altLang="en-US"/>
          </a:p>
        </p:txBody>
      </p:sp>
      <p:sp>
        <p:nvSpPr>
          <p:cNvPr id="44047" name="文本框 16398">
            <a:extLst>
              <a:ext uri="{FF2B5EF4-FFF2-40B4-BE49-F238E27FC236}">
                <a16:creationId xmlns:a16="http://schemas.microsoft.com/office/drawing/2014/main" id="{34B3543A-6072-5CBE-01D1-9AF1B8D25FC3}"/>
              </a:ext>
            </a:extLst>
          </p:cNvPr>
          <p:cNvSpPr txBox="1">
            <a:spLocks noChangeArrowheads="1"/>
          </p:cNvSpPr>
          <p:nvPr/>
        </p:nvSpPr>
        <p:spPr bwMode="auto">
          <a:xfrm>
            <a:off x="5792788" y="1260475"/>
            <a:ext cx="18335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当前字符为</a:t>
            </a:r>
          </a:p>
          <a:p>
            <a:pPr algn="ctr" eaLnBrk="1">
              <a:lnSpc>
                <a:spcPct val="93000"/>
              </a:lnSpc>
              <a:buSzPct val="100000"/>
              <a:buFont typeface="Times New Roman" panose="02020603050405020304" pitchFamily="18" charset="0"/>
              <a:buNone/>
            </a:pPr>
            <a:r>
              <a:rPr lang="en-US" altLang="zh-CN" b="1">
                <a:ea typeface="楷体_GB2312" panose="02010609030101010101" pitchFamily="1" charset="-122"/>
              </a:rPr>
              <a:t>0</a:t>
            </a:r>
            <a:r>
              <a:rPr lang="zh-CN" altLang="en-US" b="1">
                <a:ea typeface="楷体_GB2312" panose="02010609030101010101" pitchFamily="1" charset="-122"/>
              </a:rPr>
              <a:t>、</a:t>
            </a:r>
            <a:r>
              <a:rPr lang="en-US" altLang="zh-CN" b="1">
                <a:ea typeface="楷体_GB2312" panose="02010609030101010101" pitchFamily="1" charset="-122"/>
              </a:rPr>
              <a:t>1</a:t>
            </a:r>
            <a:r>
              <a:rPr lang="zh-CN" altLang="en-US" b="1">
                <a:ea typeface="楷体_GB2312" panose="02010609030101010101" pitchFamily="1" charset="-122"/>
              </a:rPr>
              <a:t>、</a:t>
            </a:r>
            <a:r>
              <a:rPr lang="en-US" altLang="zh-CN" b="1">
                <a:ea typeface="楷体_GB2312" panose="02010609030101010101" pitchFamily="1" charset="-122"/>
              </a:rPr>
              <a:t>2</a:t>
            </a:r>
            <a:r>
              <a:rPr lang="zh-CN" altLang="en-US" b="1">
                <a:ea typeface="楷体_GB2312" panose="02010609030101010101" pitchFamily="1" charset="-122"/>
              </a:rPr>
              <a:t>、</a:t>
            </a:r>
            <a:r>
              <a:rPr lang="en-US" altLang="zh-CN" b="1">
                <a:ea typeface="楷体_GB2312" panose="02010609030101010101" pitchFamily="1" charset="-122"/>
              </a:rPr>
              <a:t>…</a:t>
            </a:r>
            <a:r>
              <a:rPr lang="zh-CN" altLang="en-US" b="1">
                <a:ea typeface="楷体_GB2312" panose="02010609030101010101" pitchFamily="1" charset="-122"/>
              </a:rPr>
              <a:t>、</a:t>
            </a:r>
            <a:r>
              <a:rPr lang="en-US" altLang="zh-CN" b="1">
                <a:ea typeface="楷体_GB2312" panose="02010609030101010101" pitchFamily="1" charset="-122"/>
              </a:rPr>
              <a:t>9</a:t>
            </a:r>
            <a:endParaRPr lang="en-US" altLang="zh-CN"/>
          </a:p>
        </p:txBody>
      </p:sp>
      <p:sp>
        <p:nvSpPr>
          <p:cNvPr id="44048" name="椭圆 16399">
            <a:extLst>
              <a:ext uri="{FF2B5EF4-FFF2-40B4-BE49-F238E27FC236}">
                <a16:creationId xmlns:a16="http://schemas.microsoft.com/office/drawing/2014/main" id="{E342A3A8-1EE0-E9FA-A17B-CC14B232C690}"/>
              </a:ext>
            </a:extLst>
          </p:cNvPr>
          <p:cNvSpPr>
            <a:spLocks noChangeArrowheads="1"/>
          </p:cNvSpPr>
          <p:nvPr/>
        </p:nvSpPr>
        <p:spPr bwMode="auto">
          <a:xfrm>
            <a:off x="8043863" y="2438400"/>
            <a:ext cx="1141412" cy="809625"/>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r>
              <a:rPr lang="zh-CN" altLang="en-US" sz="2800" b="1">
                <a:ea typeface="楷体_GB2312" panose="02010609030101010101" pitchFamily="1" charset="-122"/>
              </a:rPr>
              <a:t>结束</a:t>
            </a:r>
            <a:endParaRPr lang="zh-CN" altLang="en-US"/>
          </a:p>
        </p:txBody>
      </p:sp>
      <p:cxnSp>
        <p:nvCxnSpPr>
          <p:cNvPr id="44049" name="直接箭头连接符 16400">
            <a:extLst>
              <a:ext uri="{FF2B5EF4-FFF2-40B4-BE49-F238E27FC236}">
                <a16:creationId xmlns:a16="http://schemas.microsoft.com/office/drawing/2014/main" id="{D9CCE70F-EC2A-E4B1-40D9-B3D98ED8E24A}"/>
              </a:ext>
            </a:extLst>
          </p:cNvPr>
          <p:cNvCxnSpPr>
            <a:cxnSpLocks noChangeShapeType="1"/>
            <a:stCxn id="44039" idx="7"/>
            <a:endCxn id="44039" idx="7"/>
          </p:cNvCxnSpPr>
          <p:nvPr/>
        </p:nvCxnSpPr>
        <p:spPr bwMode="auto">
          <a:xfrm flipV="1">
            <a:off x="6791325" y="2794000"/>
            <a:ext cx="1174750" cy="11113"/>
          </a:xfrm>
          <a:prstGeom prst="straightConnector1">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50" name="文本框 16401">
            <a:extLst>
              <a:ext uri="{FF2B5EF4-FFF2-40B4-BE49-F238E27FC236}">
                <a16:creationId xmlns:a16="http://schemas.microsoft.com/office/drawing/2014/main" id="{41861406-0586-AFE4-53B2-C8B2B1340AD6}"/>
              </a:ext>
            </a:extLst>
          </p:cNvPr>
          <p:cNvSpPr txBox="1">
            <a:spLocks noChangeArrowheads="1"/>
          </p:cNvSpPr>
          <p:nvPr/>
        </p:nvSpPr>
        <p:spPr bwMode="auto">
          <a:xfrm>
            <a:off x="7073900" y="2879725"/>
            <a:ext cx="8683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非数字</a:t>
            </a:r>
            <a:endParaRPr lang="zh-CN" altLang="en-US"/>
          </a:p>
        </p:txBody>
      </p:sp>
      <p:sp>
        <p:nvSpPr>
          <p:cNvPr id="44051" name="文本框 16402">
            <a:extLst>
              <a:ext uri="{FF2B5EF4-FFF2-40B4-BE49-F238E27FC236}">
                <a16:creationId xmlns:a16="http://schemas.microsoft.com/office/drawing/2014/main" id="{23A90B00-30AD-D351-13DA-6F1C756F0324}"/>
              </a:ext>
            </a:extLst>
          </p:cNvPr>
          <p:cNvSpPr txBox="1">
            <a:spLocks noChangeArrowheads="1"/>
          </p:cNvSpPr>
          <p:nvPr/>
        </p:nvSpPr>
        <p:spPr bwMode="auto">
          <a:xfrm>
            <a:off x="8043863" y="3365500"/>
            <a:ext cx="13255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返回“整数”</a:t>
            </a:r>
            <a:endParaRPr lang="zh-CN" altLang="en-US"/>
          </a:p>
        </p:txBody>
      </p:sp>
      <p:sp>
        <p:nvSpPr>
          <p:cNvPr id="44052" name="椭圆 16403">
            <a:extLst>
              <a:ext uri="{FF2B5EF4-FFF2-40B4-BE49-F238E27FC236}">
                <a16:creationId xmlns:a16="http://schemas.microsoft.com/office/drawing/2014/main" id="{40F409E3-9596-8135-DC1A-FE5EF12C01A0}"/>
              </a:ext>
            </a:extLst>
          </p:cNvPr>
          <p:cNvSpPr>
            <a:spLocks noChangeArrowheads="1"/>
          </p:cNvSpPr>
          <p:nvPr/>
        </p:nvSpPr>
        <p:spPr bwMode="auto">
          <a:xfrm>
            <a:off x="7959725" y="5091113"/>
            <a:ext cx="1301750" cy="922337"/>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endParaRPr lang="zh-CN" altLang="zh-CN"/>
          </a:p>
        </p:txBody>
      </p:sp>
      <p:sp>
        <p:nvSpPr>
          <p:cNvPr id="44053" name="椭圆 16404">
            <a:extLst>
              <a:ext uri="{FF2B5EF4-FFF2-40B4-BE49-F238E27FC236}">
                <a16:creationId xmlns:a16="http://schemas.microsoft.com/office/drawing/2014/main" id="{FC6C3EC7-AB42-739C-7EE7-CB07D9DF5373}"/>
              </a:ext>
            </a:extLst>
          </p:cNvPr>
          <p:cNvSpPr>
            <a:spLocks noChangeArrowheads="1"/>
          </p:cNvSpPr>
          <p:nvPr/>
        </p:nvSpPr>
        <p:spPr bwMode="auto">
          <a:xfrm>
            <a:off x="5643563" y="5149850"/>
            <a:ext cx="1141412" cy="809625"/>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r>
              <a:rPr lang="zh-CN" altLang="en-US" sz="2800" b="1">
                <a:ea typeface="楷体_GB2312" panose="02010609030101010101" pitchFamily="1" charset="-122"/>
              </a:rPr>
              <a:t>标识符</a:t>
            </a:r>
            <a:endParaRPr lang="zh-CN" altLang="en-US"/>
          </a:p>
        </p:txBody>
      </p:sp>
      <p:cxnSp>
        <p:nvCxnSpPr>
          <p:cNvPr id="44054" name="直接箭头连接符 16405">
            <a:extLst>
              <a:ext uri="{FF2B5EF4-FFF2-40B4-BE49-F238E27FC236}">
                <a16:creationId xmlns:a16="http://schemas.microsoft.com/office/drawing/2014/main" id="{D978BB2D-DA38-82C9-33C1-E661217C0A11}"/>
              </a:ext>
            </a:extLst>
          </p:cNvPr>
          <p:cNvCxnSpPr>
            <a:cxnSpLocks noChangeShapeType="1"/>
            <a:stCxn id="44041" idx="5"/>
            <a:endCxn id="44053" idx="3"/>
          </p:cNvCxnSpPr>
          <p:nvPr/>
        </p:nvCxnSpPr>
        <p:spPr bwMode="auto">
          <a:xfrm>
            <a:off x="3057525" y="3248025"/>
            <a:ext cx="2586038" cy="2306638"/>
          </a:xfrm>
          <a:prstGeom prst="straightConnector1">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55" name="文本框 16406">
            <a:extLst>
              <a:ext uri="{FF2B5EF4-FFF2-40B4-BE49-F238E27FC236}">
                <a16:creationId xmlns:a16="http://schemas.microsoft.com/office/drawing/2014/main" id="{F848818A-03BF-7374-C3C6-367DB4AABE9F}"/>
              </a:ext>
            </a:extLst>
          </p:cNvPr>
          <p:cNvSpPr txBox="1">
            <a:spLocks noChangeArrowheads="1"/>
          </p:cNvSpPr>
          <p:nvPr/>
        </p:nvSpPr>
        <p:spPr bwMode="auto">
          <a:xfrm>
            <a:off x="3689350" y="3597275"/>
            <a:ext cx="17827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当前字符为字母</a:t>
            </a:r>
            <a:endParaRPr lang="zh-CN" altLang="en-US"/>
          </a:p>
        </p:txBody>
      </p:sp>
      <p:cxnSp>
        <p:nvCxnSpPr>
          <p:cNvPr id="44056" name="曲线连接符 16407">
            <a:extLst>
              <a:ext uri="{FF2B5EF4-FFF2-40B4-BE49-F238E27FC236}">
                <a16:creationId xmlns:a16="http://schemas.microsoft.com/office/drawing/2014/main" id="{256B20D1-B4E7-83BC-B368-8F2F86CEA4BF}"/>
              </a:ext>
            </a:extLst>
          </p:cNvPr>
          <p:cNvCxnSpPr>
            <a:cxnSpLocks noChangeShapeType="1"/>
            <a:stCxn id="44041" idx="5"/>
            <a:endCxn id="44053" idx="3"/>
          </p:cNvCxnSpPr>
          <p:nvPr/>
        </p:nvCxnSpPr>
        <p:spPr bwMode="auto">
          <a:xfrm rot="5400000" flipV="1">
            <a:off x="6149976" y="4965700"/>
            <a:ext cx="285750" cy="974725"/>
          </a:xfrm>
          <a:prstGeom prst="curvedConnector4">
            <a:avLst>
              <a:gd name="adj1" fmla="val -276935"/>
              <a:gd name="adj2" fmla="val 184560"/>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57" name="文本框 16408">
            <a:extLst>
              <a:ext uri="{FF2B5EF4-FFF2-40B4-BE49-F238E27FC236}">
                <a16:creationId xmlns:a16="http://schemas.microsoft.com/office/drawing/2014/main" id="{1565EC2C-D2DC-4B61-AF6F-8F16B068E458}"/>
              </a:ext>
            </a:extLst>
          </p:cNvPr>
          <p:cNvSpPr txBox="1">
            <a:spLocks noChangeArrowheads="1"/>
          </p:cNvSpPr>
          <p:nvPr/>
        </p:nvSpPr>
        <p:spPr bwMode="auto">
          <a:xfrm>
            <a:off x="3651250" y="4806950"/>
            <a:ext cx="13271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取一个字符</a:t>
            </a:r>
            <a:endParaRPr lang="zh-CN" altLang="en-US"/>
          </a:p>
        </p:txBody>
      </p:sp>
      <p:sp>
        <p:nvSpPr>
          <p:cNvPr id="44058" name="文本框 16409">
            <a:extLst>
              <a:ext uri="{FF2B5EF4-FFF2-40B4-BE49-F238E27FC236}">
                <a16:creationId xmlns:a16="http://schemas.microsoft.com/office/drawing/2014/main" id="{C65EA53D-0EBE-38FD-AAC9-95DD3D55DED5}"/>
              </a:ext>
            </a:extLst>
          </p:cNvPr>
          <p:cNvSpPr txBox="1">
            <a:spLocks noChangeArrowheads="1"/>
          </p:cNvSpPr>
          <p:nvPr/>
        </p:nvSpPr>
        <p:spPr bwMode="auto">
          <a:xfrm>
            <a:off x="5513388" y="4187825"/>
            <a:ext cx="24685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当前字符为字母或数字</a:t>
            </a:r>
            <a:endParaRPr lang="zh-CN" altLang="en-US"/>
          </a:p>
        </p:txBody>
      </p:sp>
      <p:sp>
        <p:nvSpPr>
          <p:cNvPr id="44059" name="椭圆 16410">
            <a:extLst>
              <a:ext uri="{FF2B5EF4-FFF2-40B4-BE49-F238E27FC236}">
                <a16:creationId xmlns:a16="http://schemas.microsoft.com/office/drawing/2014/main" id="{0432CB16-6C42-2CD8-7DC5-BCAD6ADDA9A8}"/>
              </a:ext>
            </a:extLst>
          </p:cNvPr>
          <p:cNvSpPr>
            <a:spLocks noChangeArrowheads="1"/>
          </p:cNvSpPr>
          <p:nvPr/>
        </p:nvSpPr>
        <p:spPr bwMode="auto">
          <a:xfrm>
            <a:off x="8037513" y="5143500"/>
            <a:ext cx="1141412" cy="809625"/>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r>
              <a:rPr lang="zh-CN" altLang="en-US" sz="2800" b="1">
                <a:ea typeface="楷体_GB2312" panose="02010609030101010101" pitchFamily="1" charset="-122"/>
              </a:rPr>
              <a:t>结束</a:t>
            </a:r>
            <a:endParaRPr lang="zh-CN" altLang="en-US"/>
          </a:p>
        </p:txBody>
      </p:sp>
      <p:cxnSp>
        <p:nvCxnSpPr>
          <p:cNvPr id="44060" name="直接箭头连接符 16411">
            <a:extLst>
              <a:ext uri="{FF2B5EF4-FFF2-40B4-BE49-F238E27FC236}">
                <a16:creationId xmlns:a16="http://schemas.microsoft.com/office/drawing/2014/main" id="{EDD45CAE-CF65-B7AF-AD2A-5F9744276031}"/>
              </a:ext>
            </a:extLst>
          </p:cNvPr>
          <p:cNvCxnSpPr>
            <a:cxnSpLocks noChangeShapeType="1"/>
            <a:stCxn id="44053" idx="7"/>
            <a:endCxn id="44053" idx="3"/>
          </p:cNvCxnSpPr>
          <p:nvPr/>
        </p:nvCxnSpPr>
        <p:spPr bwMode="auto">
          <a:xfrm flipV="1">
            <a:off x="6784975" y="5588000"/>
            <a:ext cx="1174750" cy="11113"/>
          </a:xfrm>
          <a:prstGeom prst="straightConnector1">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61" name="文本框 16412">
            <a:extLst>
              <a:ext uri="{FF2B5EF4-FFF2-40B4-BE49-F238E27FC236}">
                <a16:creationId xmlns:a16="http://schemas.microsoft.com/office/drawing/2014/main" id="{113CEF08-FF95-6188-194C-7AAC1E5D955B}"/>
              </a:ext>
            </a:extLst>
          </p:cNvPr>
          <p:cNvSpPr txBox="1">
            <a:spLocks noChangeArrowheads="1"/>
          </p:cNvSpPr>
          <p:nvPr/>
        </p:nvSpPr>
        <p:spPr bwMode="auto">
          <a:xfrm>
            <a:off x="6673850" y="5629275"/>
            <a:ext cx="1389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非字母</a:t>
            </a:r>
            <a:r>
              <a:rPr lang="en-US" altLang="zh-CN" b="1">
                <a:ea typeface="楷体_GB2312" panose="02010609030101010101" pitchFamily="1" charset="-122"/>
              </a:rPr>
              <a:t>/</a:t>
            </a:r>
            <a:r>
              <a:rPr lang="zh-CN" altLang="en-US" b="1">
                <a:ea typeface="楷体_GB2312" panose="02010609030101010101" pitchFamily="1" charset="-122"/>
              </a:rPr>
              <a:t>数字</a:t>
            </a:r>
            <a:endParaRPr lang="zh-CN" altLang="en-US"/>
          </a:p>
        </p:txBody>
      </p:sp>
      <p:sp>
        <p:nvSpPr>
          <p:cNvPr id="44062" name="文本框 16413">
            <a:extLst>
              <a:ext uri="{FF2B5EF4-FFF2-40B4-BE49-F238E27FC236}">
                <a16:creationId xmlns:a16="http://schemas.microsoft.com/office/drawing/2014/main" id="{65D1DB3A-BAE5-04DE-D852-6747032C64B8}"/>
              </a:ext>
            </a:extLst>
          </p:cNvPr>
          <p:cNvSpPr txBox="1">
            <a:spLocks noChangeArrowheads="1"/>
          </p:cNvSpPr>
          <p:nvPr/>
        </p:nvSpPr>
        <p:spPr bwMode="auto">
          <a:xfrm>
            <a:off x="7307263" y="6248400"/>
            <a:ext cx="26971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返回“标识符”或“关键字”</a:t>
            </a:r>
            <a:endParaRPr lang="zh-CN" altLang="en-US"/>
          </a:p>
        </p:txBody>
      </p:sp>
      <p:sp>
        <p:nvSpPr>
          <p:cNvPr id="44063" name="椭圆 16414">
            <a:extLst>
              <a:ext uri="{FF2B5EF4-FFF2-40B4-BE49-F238E27FC236}">
                <a16:creationId xmlns:a16="http://schemas.microsoft.com/office/drawing/2014/main" id="{7FDD5344-A8F3-026A-72A0-8C9026665276}"/>
              </a:ext>
            </a:extLst>
          </p:cNvPr>
          <p:cNvSpPr>
            <a:spLocks noChangeArrowheads="1"/>
          </p:cNvSpPr>
          <p:nvPr/>
        </p:nvSpPr>
        <p:spPr bwMode="auto">
          <a:xfrm>
            <a:off x="2481263" y="5143500"/>
            <a:ext cx="1141412" cy="809625"/>
          </a:xfrm>
          <a:prstGeom prst="ellipse">
            <a:avLst/>
          </a:prstGeom>
          <a:solidFill>
            <a:srgbClr val="CCFFFF"/>
          </a:solidFill>
          <a:ln w="9525">
            <a:solidFill>
              <a:schemeClr val="tx1"/>
            </a:solidFill>
            <a:round/>
            <a:headEnd/>
            <a:tailEnd/>
          </a:ln>
        </p:spPr>
        <p:txBody>
          <a:bodyPr wrap="none" anchor="ctr"/>
          <a:lstStyle/>
          <a:p>
            <a:pPr algn="ctr" eaLnBrk="1">
              <a:lnSpc>
                <a:spcPct val="93000"/>
              </a:lnSpc>
              <a:buSzPct val="100000"/>
              <a:buFont typeface="Times New Roman" panose="02020603050405020304" pitchFamily="18" charset="0"/>
              <a:buNone/>
            </a:pPr>
            <a:r>
              <a:rPr lang="en-US" altLang="zh-CN"/>
              <a:t>……</a:t>
            </a:r>
          </a:p>
        </p:txBody>
      </p:sp>
      <p:cxnSp>
        <p:nvCxnSpPr>
          <p:cNvPr id="44064" name="直接箭头连接符 16415">
            <a:extLst>
              <a:ext uri="{FF2B5EF4-FFF2-40B4-BE49-F238E27FC236}">
                <a16:creationId xmlns:a16="http://schemas.microsoft.com/office/drawing/2014/main" id="{8DC70E7D-D47A-6FC9-B4F9-F7C2AB679CA5}"/>
              </a:ext>
            </a:extLst>
          </p:cNvPr>
          <p:cNvCxnSpPr>
            <a:cxnSpLocks noChangeShapeType="1"/>
            <a:stCxn id="44041" idx="5"/>
            <a:endCxn id="44063" idx="1"/>
          </p:cNvCxnSpPr>
          <p:nvPr/>
        </p:nvCxnSpPr>
        <p:spPr bwMode="auto">
          <a:xfrm flipH="1">
            <a:off x="3051175" y="3248025"/>
            <a:ext cx="6350" cy="1895475"/>
          </a:xfrm>
          <a:prstGeom prst="straightConnector1">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cxnSp>
      <p:sp>
        <p:nvSpPr>
          <p:cNvPr id="44065" name="文本框 16416">
            <a:extLst>
              <a:ext uri="{FF2B5EF4-FFF2-40B4-BE49-F238E27FC236}">
                <a16:creationId xmlns:a16="http://schemas.microsoft.com/office/drawing/2014/main" id="{7C6FF387-4075-29A9-69A3-8847BB578AA3}"/>
              </a:ext>
            </a:extLst>
          </p:cNvPr>
          <p:cNvSpPr txBox="1">
            <a:spLocks noChangeArrowheads="1"/>
          </p:cNvSpPr>
          <p:nvPr/>
        </p:nvSpPr>
        <p:spPr bwMode="auto">
          <a:xfrm>
            <a:off x="2476500" y="3956050"/>
            <a:ext cx="6413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其它</a:t>
            </a:r>
          </a:p>
          <a:p>
            <a:pPr algn="ctr" eaLnBrk="1">
              <a:lnSpc>
                <a:spcPct val="93000"/>
              </a:lnSpc>
              <a:buSzPct val="100000"/>
              <a:buFont typeface="Times New Roman" panose="02020603050405020304" pitchFamily="18" charset="0"/>
              <a:buNone/>
            </a:pPr>
            <a:r>
              <a:rPr lang="zh-CN" altLang="en-US" b="1">
                <a:ea typeface="楷体_GB2312" panose="02010609030101010101" pitchFamily="1" charset="-122"/>
              </a:rPr>
              <a:t>字符</a:t>
            </a:r>
            <a:endParaRPr lang="zh-CN" altLang="en-US"/>
          </a:p>
        </p:txBody>
      </p:sp>
      <p:sp>
        <p:nvSpPr>
          <p:cNvPr id="44066" name="文本框 16417">
            <a:extLst>
              <a:ext uri="{FF2B5EF4-FFF2-40B4-BE49-F238E27FC236}">
                <a16:creationId xmlns:a16="http://schemas.microsoft.com/office/drawing/2014/main" id="{8F3B1B0A-A3DB-AEC3-92F6-A2F6D4A42F47}"/>
              </a:ext>
            </a:extLst>
          </p:cNvPr>
          <p:cNvSpPr txBox="1">
            <a:spLocks noChangeArrowheads="1"/>
          </p:cNvSpPr>
          <p:nvPr/>
        </p:nvSpPr>
        <p:spPr bwMode="auto">
          <a:xfrm>
            <a:off x="6743700" y="5889625"/>
            <a:ext cx="1325563" cy="3460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a:lnSpc>
                <a:spcPct val="93000"/>
              </a:lnSpc>
              <a:buSzPct val="100000"/>
              <a:buFont typeface="Times New Roman" panose="02020603050405020304" pitchFamily="18" charset="0"/>
              <a:buNone/>
            </a:pPr>
            <a:r>
              <a:rPr lang="zh-CN" altLang="en-US" b="1">
                <a:solidFill>
                  <a:srgbClr val="FF3300"/>
                </a:solidFill>
                <a:ea typeface="楷体_GB2312" panose="02010609030101010101" pitchFamily="1" charset="-122"/>
              </a:rPr>
              <a:t>关键字检查</a:t>
            </a:r>
          </a:p>
        </p:txBody>
      </p:sp>
      <p:sp>
        <p:nvSpPr>
          <p:cNvPr id="44067" name="Rectangle 3">
            <a:extLst>
              <a:ext uri="{FF2B5EF4-FFF2-40B4-BE49-F238E27FC236}">
                <a16:creationId xmlns:a16="http://schemas.microsoft.com/office/drawing/2014/main" id="{2CB87B10-8C1D-64E6-BEC4-DAA1B4B80BA5}"/>
              </a:ext>
            </a:extLst>
          </p:cNvPr>
          <p:cNvSpPr>
            <a:spLocks noGrp="1" noChangeArrowheads="1"/>
          </p:cNvSpPr>
          <p:nvPr/>
        </p:nvSpPr>
        <p:spPr bwMode="auto">
          <a:xfrm>
            <a:off x="504825" y="1508125"/>
            <a:ext cx="9305925" cy="519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StarSymbol" charset="0"/>
              <a:buNone/>
            </a:pPr>
            <a:r>
              <a:rPr lang="zh-CN" altLang="en-US" sz="3200" b="1">
                <a:latin typeface="宋体" panose="02010600030101010101" pitchFamily="2" charset="-122"/>
              </a:rPr>
              <a:t>如何识别整数及标识符？</a:t>
            </a:r>
          </a:p>
          <a:p>
            <a:pPr eaLnBrk="1">
              <a:buFont typeface="StarSymbol" charset="0"/>
              <a:buNone/>
            </a:pPr>
            <a:r>
              <a:rPr lang="zh-CN" altLang="en-US" sz="3200" b="1">
                <a:latin typeface="楷体_GB2312" panose="02010609030101010101" pitchFamily="1" charset="-122"/>
              </a:rPr>
              <a:t>    </a:t>
            </a:r>
            <a:endParaRPr lang="zh-CN" altLang="en-US">
              <a:ea typeface="楷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34638B3-FA5E-4BB5-50A2-245C05EDC2EB}"/>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9p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测试</a:t>
            </a:r>
          </a:p>
        </p:txBody>
      </p:sp>
      <p:sp>
        <p:nvSpPr>
          <p:cNvPr id="3" name="Rectangle 3">
            <a:extLst>
              <a:ext uri="{FF2B5EF4-FFF2-40B4-BE49-F238E27FC236}">
                <a16:creationId xmlns:a16="http://schemas.microsoft.com/office/drawing/2014/main" id="{A2C54DC5-CA25-D7C4-A9B7-2791A0B70FCA}"/>
              </a:ext>
            </a:extLst>
          </p:cNvPr>
          <p:cNvSpPr txBox="1">
            <a:spLocks noChangeArrowheads="1"/>
          </p:cNvSpPr>
          <p:nvPr/>
        </p:nvSpPr>
        <p:spPr>
          <a:xfrm>
            <a:off x="503238" y="1728788"/>
            <a:ext cx="9069387" cy="4383087"/>
          </a:xfrm>
          <a:prstGeom prst="rect">
            <a:avLst/>
          </a:prstGeom>
        </p:spPr>
        <p:txBody>
          <a:bodyPr/>
          <a:lstStyle>
            <a:lvl1pPr marL="342900" indent="-342900" algn="l" defTabSz="449263" rtl="0" eaLnBrk="0" fontAlgn="base" hangingPunct="0">
              <a:lnSpc>
                <a:spcPct val="95000"/>
              </a:lnSpc>
              <a:spcBef>
                <a:spcPct val="0"/>
              </a:spcBef>
              <a:spcAft>
                <a:spcPts val="1413"/>
              </a:spcAft>
              <a:buSzPct val="100000"/>
              <a:buFont typeface="Times New Roman" panose="02020603050405020304" pitchFamily="18" charset="0"/>
              <a:buChar char="•"/>
              <a:defRPr sz="3600" kern="1200">
                <a:solidFill>
                  <a:srgbClr val="000000"/>
                </a:solidFill>
                <a:latin typeface="+mn-lt"/>
                <a:ea typeface="楷体_GB2312" panose="02010609030101010101" pitchFamily="1" charset="-122"/>
                <a:cs typeface="+mn-cs"/>
              </a:defRPr>
            </a:lvl1pPr>
            <a:lvl2pPr marL="742950" lvl="1" indent="-285750" algn="l" defTabSz="449263" rtl="0" eaLnBrk="0" fontAlgn="base" hangingPunct="0">
              <a:lnSpc>
                <a:spcPct val="95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楷体_GB2312" panose="02010609030101010101" pitchFamily="1" charset="-122"/>
                <a:cs typeface="+mn-cs"/>
              </a:defRPr>
            </a:lvl2pPr>
            <a:lvl3pPr marL="1143000" lvl="2" indent="-228600" algn="l" defTabSz="449263" rtl="0" eaLnBrk="0" fontAlgn="base" hangingPunct="0">
              <a:lnSpc>
                <a:spcPct val="95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楷体_GB2312" panose="02010609030101010101" pitchFamily="1" charset="-122"/>
                <a:cs typeface="+mn-cs"/>
              </a:defRPr>
            </a:lvl3pPr>
            <a:lvl4pPr marL="1600200" lvl="3" indent="-228600" algn="l" defTabSz="449263" rtl="0" eaLnBrk="0" fontAlgn="base" hangingPunct="0">
              <a:lnSpc>
                <a:spcPct val="95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mn-cs"/>
              </a:defRPr>
            </a:lvl4pPr>
            <a:lvl5pPr marL="2057400" lvl="4" indent="-228600" algn="l" defTabSz="449263" rtl="0" eaLnBrk="0" fontAlgn="base" hangingPunct="0">
              <a:lnSpc>
                <a:spcPct val="95000"/>
              </a:lnSpc>
              <a:spcBef>
                <a:spcPct val="0"/>
              </a:spcBef>
              <a:spcAft>
                <a:spcPts val="288"/>
              </a:spcAft>
              <a:buSzPct val="100000"/>
              <a:buFont typeface="Times New Roman" panose="02020603050405020304" pitchFamily="18" charset="0"/>
              <a:buChar char="»"/>
              <a:defRPr sz="1400" kern="1200">
                <a:solidFill>
                  <a:srgbClr val="000000"/>
                </a:solidFill>
                <a:latin typeface="+mn-lt"/>
                <a:ea typeface="楷体_GB2312" panose="02010609030101010101" pitchFamily="1"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a:lstStyle>
          <a:p>
            <a:pPr marL="0" indent="0">
              <a:lnSpc>
                <a:spcPct val="200000"/>
              </a:lnSpc>
              <a:buNone/>
            </a:pPr>
            <a:r>
              <a:rPr lang="zh-CN" altLang="en-US" dirty="0"/>
              <a:t>编译器看到 </a:t>
            </a:r>
            <a:endParaRPr lang="en-US" altLang="zh-CN" dirty="0"/>
          </a:p>
          <a:p>
            <a:pPr>
              <a:lnSpc>
                <a:spcPct val="150000"/>
              </a:lnSpc>
            </a:pPr>
            <a:r>
              <a:rPr lang="en-US" altLang="zh-CN" dirty="0" err="1"/>
              <a:t>totalPrice</a:t>
            </a:r>
            <a:r>
              <a:rPr lang="en-US" altLang="zh-CN" dirty="0"/>
              <a:t> = 100 + tax;</a:t>
            </a:r>
          </a:p>
          <a:p>
            <a:pPr>
              <a:lnSpc>
                <a:spcPct val="150000"/>
              </a:lnSpc>
            </a:pPr>
            <a:r>
              <a:rPr lang="en-US" altLang="zh-CN" dirty="0"/>
              <a:t>123abc</a:t>
            </a:r>
          </a:p>
        </p:txBody>
      </p:sp>
      <p:sp>
        <p:nvSpPr>
          <p:cNvPr id="4" name="Slide Number Placeholder 7">
            <a:extLst>
              <a:ext uri="{FF2B5EF4-FFF2-40B4-BE49-F238E27FC236}">
                <a16:creationId xmlns:a16="http://schemas.microsoft.com/office/drawing/2014/main" id="{27935279-C743-0D42-F892-769E30EE8AD3}"/>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7977CC8B-BA09-4E16-A5D0-2CC1AED53F17}"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27</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1237892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a:extLst>
              <a:ext uri="{FF2B5EF4-FFF2-40B4-BE49-F238E27FC236}">
                <a16:creationId xmlns:a16="http://schemas.microsoft.com/office/drawing/2014/main" id="{75952796-C7DA-AE4C-018B-CFFA45D830D5}"/>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5059" name="Rectangle 2">
            <a:extLst>
              <a:ext uri="{FF2B5EF4-FFF2-40B4-BE49-F238E27FC236}">
                <a16:creationId xmlns:a16="http://schemas.microsoft.com/office/drawing/2014/main" id="{D79545F7-1EA1-AFC3-6951-3A9F8EF856DC}"/>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语法分析</a:t>
            </a:r>
          </a:p>
        </p:txBody>
      </p:sp>
      <p:sp>
        <p:nvSpPr>
          <p:cNvPr id="18436" name="Rectangle 3">
            <a:extLst>
              <a:ext uri="{FF2B5EF4-FFF2-40B4-BE49-F238E27FC236}">
                <a16:creationId xmlns:a16="http://schemas.microsoft.com/office/drawing/2014/main" id="{FD45132E-F4C6-E380-F7CC-81BDE8DC3D5E}"/>
              </a:ext>
            </a:extLst>
          </p:cNvPr>
          <p:cNvSpPr>
            <a:spLocks noGrp="1" noChangeArrowheads="1"/>
          </p:cNvSpPr>
          <p:nvPr>
            <p:ph type="body" idx="4294967295"/>
          </p:nvPr>
        </p:nvSpPr>
        <p:spPr>
          <a:xfrm>
            <a:off x="504825" y="1508125"/>
            <a:ext cx="9305925" cy="5199063"/>
          </a:xfrm>
        </p:spPr>
        <p:txBody>
          <a:bodyPr/>
          <a:lstStyle/>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t>语法分析的目的</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pitchFamily="1" charset="-122"/>
              </a:rPr>
              <a:t>    确定输入程序在语法是否正确</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pitchFamily="1" charset="-122"/>
              </a:rPr>
              <a:t>    生成完整的语法分析树</a:t>
            </a:r>
            <a:endParaRPr lang="en-US" altLang="zh-CN" b="1" dirty="0">
              <a:latin typeface="楷体_GB2312" panose="02010609030101010101" pitchFamily="1" charset="-122"/>
            </a:endParaRP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pitchFamily="1" charset="-122"/>
              </a:rPr>
              <a:t>语法分析方法</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pitchFamily="1" charset="-122"/>
              </a:rPr>
              <a:t>    已定义语法规则</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pitchFamily="1" charset="-122"/>
              </a:rPr>
              <a:t>    已有符合该规则的源代码</a:t>
            </a:r>
          </a:p>
          <a:p>
            <a:pPr marL="431800" indent="-323850" eaLnBrk="1">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latin typeface="楷体_GB2312" panose="02010609030101010101" pitchFamily="1" charset="-122"/>
              </a:rPr>
              <a:t>    </a:t>
            </a:r>
            <a:r>
              <a:rPr lang="zh-CN" altLang="en-US" b="1" dirty="0">
                <a:solidFill>
                  <a:srgbClr val="FF0000"/>
                </a:solidFill>
                <a:latin typeface="Times New Roman" panose="02020603050405020304" pitchFamily="18" charset="0"/>
              </a:rPr>
              <a:t>语法规则  </a:t>
            </a:r>
            <a:r>
              <a:rPr lang="zh-CN" altLang="en-US" b="1" dirty="0">
                <a:solidFill>
                  <a:schemeClr val="tx1"/>
                </a:solidFill>
                <a:latin typeface="Times New Roman" panose="02020603050405020304" pitchFamily="18" charset="0"/>
              </a:rPr>
              <a:t>和</a:t>
            </a:r>
            <a:r>
              <a:rPr lang="zh-CN" altLang="en-US" b="1" dirty="0">
                <a:solidFill>
                  <a:srgbClr val="FF0000"/>
                </a:solidFill>
                <a:latin typeface="Times New Roman" panose="02020603050405020304" pitchFamily="18" charset="0"/>
              </a:rPr>
              <a:t>  源程序  </a:t>
            </a:r>
            <a:r>
              <a:rPr lang="zh-CN" altLang="en-US" b="1" dirty="0">
                <a:solidFill>
                  <a:schemeClr val="accent2"/>
                </a:solidFill>
                <a:latin typeface="Times New Roman" panose="02020603050405020304" pitchFamily="18" charset="0"/>
              </a:rPr>
              <a:t>如何建立联系？</a:t>
            </a:r>
          </a:p>
        </p:txBody>
      </p:sp>
      <p:sp>
        <p:nvSpPr>
          <p:cNvPr id="45061" name="Slide Number Placeholder 7">
            <a:extLst>
              <a:ext uri="{FF2B5EF4-FFF2-40B4-BE49-F238E27FC236}">
                <a16:creationId xmlns:a16="http://schemas.microsoft.com/office/drawing/2014/main" id="{4B4B6302-2B19-53F8-F08C-BE075FA8C6A7}"/>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7977CC8B-BA09-4E16-A5D0-2CC1AED53F17}"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28</a:t>
            </a:fld>
            <a:endParaRPr lang="en-GB" altLang="en-US" sz="1200" dirty="0">
              <a:latin typeface="Comic Sans MS" panose="030F0702030302020204" pitchFamily="66" charset="0"/>
              <a:ea typeface="宋体" panose="02010600030101010101" pitchFamily="2" charset="-122"/>
            </a:endParaRPr>
          </a:p>
        </p:txBody>
      </p:sp>
      <p:sp>
        <p:nvSpPr>
          <p:cNvPr id="45062" name="Date Placeholder 8">
            <a:extLst>
              <a:ext uri="{FF2B5EF4-FFF2-40B4-BE49-F238E27FC236}">
                <a16:creationId xmlns:a16="http://schemas.microsoft.com/office/drawing/2014/main" id="{29B20403-3954-7424-13ED-D8614A84F5AE}"/>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animEffect transition="in" filter="blinds(horizontal)">
                                      <p:cBhvr>
                                        <p:cTn id="7" dur="500"/>
                                        <p:tgtEl>
                                          <p:spTgt spid="1843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436">
                                            <p:txEl>
                                              <p:pRg st="2" end="2"/>
                                            </p:txEl>
                                          </p:spTgt>
                                        </p:tgtEl>
                                        <p:attrNameLst>
                                          <p:attrName>style.visibility</p:attrName>
                                        </p:attrNameLst>
                                      </p:cBhvr>
                                      <p:to>
                                        <p:strVal val="visible"/>
                                      </p:to>
                                    </p:set>
                                    <p:animEffect transition="in" filter="blinds(horizontal)">
                                      <p:cBhvr>
                                        <p:cTn id="10" dur="500"/>
                                        <p:tgtEl>
                                          <p:spTgt spid="18436">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436">
                                            <p:txEl>
                                              <p:pRg st="3" end="3"/>
                                            </p:txEl>
                                          </p:spTgt>
                                        </p:tgtEl>
                                        <p:attrNameLst>
                                          <p:attrName>style.visibility</p:attrName>
                                        </p:attrNameLst>
                                      </p:cBhvr>
                                      <p:to>
                                        <p:strVal val="visible"/>
                                      </p:to>
                                    </p:set>
                                    <p:animEffect transition="in" filter="blinds(horizontal)">
                                      <p:cBhvr>
                                        <p:cTn id="13" dur="500"/>
                                        <p:tgtEl>
                                          <p:spTgt spid="18436">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8436">
                                            <p:txEl>
                                              <p:pRg st="4" end="4"/>
                                            </p:txEl>
                                          </p:spTgt>
                                        </p:tgtEl>
                                        <p:attrNameLst>
                                          <p:attrName>style.visibility</p:attrName>
                                        </p:attrNameLst>
                                      </p:cBhvr>
                                      <p:to>
                                        <p:strVal val="visible"/>
                                      </p:to>
                                    </p:set>
                                    <p:animEffect transition="in" filter="blinds(horizontal)">
                                      <p:cBhvr>
                                        <p:cTn id="16" dur="500"/>
                                        <p:tgtEl>
                                          <p:spTgt spid="18436">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8436">
                                            <p:txEl>
                                              <p:pRg st="5" end="5"/>
                                            </p:txEl>
                                          </p:spTgt>
                                        </p:tgtEl>
                                        <p:attrNameLst>
                                          <p:attrName>style.visibility</p:attrName>
                                        </p:attrNameLst>
                                      </p:cBhvr>
                                      <p:to>
                                        <p:strVal val="visible"/>
                                      </p:to>
                                    </p:set>
                                    <p:animEffect transition="in" filter="blinds(horizontal)">
                                      <p:cBhvr>
                                        <p:cTn id="19" dur="500"/>
                                        <p:tgtEl>
                                          <p:spTgt spid="18436">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8436">
                                            <p:txEl>
                                              <p:pRg st="6" end="6"/>
                                            </p:txEl>
                                          </p:spTgt>
                                        </p:tgtEl>
                                        <p:attrNameLst>
                                          <p:attrName>style.visibility</p:attrName>
                                        </p:attrNameLst>
                                      </p:cBhvr>
                                      <p:to>
                                        <p:strVal val="visible"/>
                                      </p:to>
                                    </p:set>
                                    <p:animEffect transition="in" filter="blinds(horizontal)">
                                      <p:cBhvr>
                                        <p:cTn id="24" dur="500"/>
                                        <p:tgtEl>
                                          <p:spTgt spid="1843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a:extLst>
              <a:ext uri="{FF2B5EF4-FFF2-40B4-BE49-F238E27FC236}">
                <a16:creationId xmlns:a16="http://schemas.microsoft.com/office/drawing/2014/main" id="{B8D1F5A1-71A2-714F-0FA6-6DEA1AFA98F8}"/>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6083" name="Rectangle 2">
            <a:extLst>
              <a:ext uri="{FF2B5EF4-FFF2-40B4-BE49-F238E27FC236}">
                <a16:creationId xmlns:a16="http://schemas.microsoft.com/office/drawing/2014/main" id="{D9D47582-E588-ED16-8A64-D0EA3201E002}"/>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语法分析</a:t>
            </a:r>
          </a:p>
        </p:txBody>
      </p:sp>
      <p:sp>
        <p:nvSpPr>
          <p:cNvPr id="19460" name="Rectangle 3">
            <a:extLst>
              <a:ext uri="{FF2B5EF4-FFF2-40B4-BE49-F238E27FC236}">
                <a16:creationId xmlns:a16="http://schemas.microsoft.com/office/drawing/2014/main" id="{EBFE07D8-6857-1BEA-71FA-F7929772B334}"/>
              </a:ext>
            </a:extLst>
          </p:cNvPr>
          <p:cNvSpPr>
            <a:spLocks noGrp="1" noChangeArrowheads="1"/>
          </p:cNvSpPr>
          <p:nvPr>
            <p:ph type="body" idx="4294967295"/>
          </p:nvPr>
        </p:nvSpPr>
        <p:spPr>
          <a:xfrm>
            <a:off x="504825" y="1508125"/>
            <a:ext cx="9305925" cy="5199063"/>
          </a:xfrm>
        </p:spPr>
        <p:txBody>
          <a:bodyPr/>
          <a:lstStyle/>
          <a:p>
            <a:pPr marL="431800" indent="-323850" algn="just" eaLnBrk="1" hangingPunct="1">
              <a:lnSpc>
                <a:spcPct val="105000"/>
              </a:lnSpc>
              <a:buFont typeface="Times New Roman" panose="02020603050405020304" pitchFamily="18"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solidFill>
                  <a:srgbClr val="FF0000"/>
                </a:solidFill>
                <a:latin typeface="Times New Roman" panose="02020603050405020304" pitchFamily="18" charset="0"/>
              </a:rPr>
              <a:t>语法规则  </a:t>
            </a:r>
            <a:r>
              <a:rPr lang="zh-CN" altLang="en-US" b="1" dirty="0">
                <a:solidFill>
                  <a:schemeClr val="tx1"/>
                </a:solidFill>
                <a:latin typeface="Times New Roman" panose="02020603050405020304" pitchFamily="18" charset="0"/>
              </a:rPr>
              <a:t>和</a:t>
            </a:r>
            <a:r>
              <a:rPr lang="zh-CN" altLang="en-US" b="1" dirty="0">
                <a:solidFill>
                  <a:srgbClr val="FF0000"/>
                </a:solidFill>
                <a:latin typeface="Times New Roman" panose="02020603050405020304" pitchFamily="18" charset="0"/>
              </a:rPr>
              <a:t>  源程序  </a:t>
            </a:r>
            <a:r>
              <a:rPr lang="zh-CN" altLang="en-US" b="1" dirty="0">
                <a:solidFill>
                  <a:schemeClr val="accent2"/>
                </a:solidFill>
                <a:latin typeface="Times New Roman" panose="02020603050405020304" pitchFamily="18" charset="0"/>
              </a:rPr>
              <a:t>如何建立联系？</a:t>
            </a:r>
            <a:endParaRPr lang="zh-CN" altLang="en-US" sz="3200" b="1" dirty="0">
              <a:solidFill>
                <a:schemeClr val="accent2"/>
              </a:solidFill>
              <a:latin typeface="Times New Roman" panose="02020603050405020304" pitchFamily="18" charset="0"/>
            </a:endParaRPr>
          </a:p>
          <a:p>
            <a:pPr marL="431800" indent="-323850" algn="just" eaLnBrk="1" hangingPunct="1">
              <a:lnSpc>
                <a:spcPct val="105000"/>
              </a:lnSpc>
              <a:buFont typeface="Times New Roman" panose="02020603050405020304" pitchFamily="18"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solidFill>
                  <a:schemeClr val="tx1"/>
                </a:solidFill>
                <a:latin typeface="Times New Roman" panose="02020603050405020304" pitchFamily="18" charset="0"/>
              </a:rPr>
              <a:t>源程序是否符合语法规则？</a:t>
            </a:r>
            <a:endParaRPr lang="zh-CN" altLang="en-US" sz="3200" b="1" dirty="0">
              <a:solidFill>
                <a:schemeClr val="tx1"/>
              </a:solidFill>
              <a:latin typeface="Times New Roman" panose="02020603050405020304" pitchFamily="18" charset="0"/>
            </a:endParaRPr>
          </a:p>
          <a:p>
            <a:pPr marL="431800" indent="-323850" algn="just" eaLnBrk="1" hangingPunct="1">
              <a:lnSpc>
                <a:spcPct val="105000"/>
              </a:lnSpc>
              <a:buFont typeface="Times New Roman" panose="02020603050405020304" pitchFamily="18"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solidFill>
                  <a:schemeClr val="tx1"/>
                </a:solidFill>
                <a:latin typeface="Times New Roman" panose="02020603050405020304" pitchFamily="18" charset="0"/>
              </a:rPr>
              <a:t>　由语法规则出发</a:t>
            </a:r>
            <a:endParaRPr lang="zh-CN" altLang="en-US" sz="3200" b="1" dirty="0">
              <a:solidFill>
                <a:schemeClr val="tx1"/>
              </a:solidFill>
              <a:latin typeface="Times New Roman" panose="02020603050405020304" pitchFamily="18" charset="0"/>
            </a:endParaRPr>
          </a:p>
          <a:p>
            <a:pPr marL="431800" indent="-323850" algn="just" eaLnBrk="1" hangingPunct="1">
              <a:lnSpc>
                <a:spcPct val="105000"/>
              </a:lnSpc>
              <a:buFont typeface="Times New Roman" panose="02020603050405020304" pitchFamily="18"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solidFill>
                  <a:schemeClr val="tx1"/>
                </a:solidFill>
                <a:latin typeface="Times New Roman" panose="02020603050405020304" pitchFamily="18" charset="0"/>
              </a:rPr>
              <a:t>　　检查语法规则是否能推导出源程序</a:t>
            </a:r>
            <a:endParaRPr lang="zh-CN" altLang="en-US" sz="3200" b="1" dirty="0">
              <a:solidFill>
                <a:schemeClr val="tx1"/>
              </a:solidFill>
              <a:latin typeface="Times New Roman" panose="02020603050405020304" pitchFamily="18" charset="0"/>
            </a:endParaRPr>
          </a:p>
          <a:p>
            <a:pPr marL="431800" indent="-323850" algn="just" eaLnBrk="1" hangingPunct="1">
              <a:lnSpc>
                <a:spcPct val="105000"/>
              </a:lnSpc>
              <a:buFont typeface="Times New Roman" panose="02020603050405020304" pitchFamily="18"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solidFill>
                  <a:schemeClr val="tx1"/>
                </a:solidFill>
                <a:latin typeface="Times New Roman" panose="02020603050405020304" pitchFamily="18" charset="0"/>
              </a:rPr>
              <a:t>　由源程序出发</a:t>
            </a:r>
            <a:endParaRPr lang="zh-CN" altLang="en-US" sz="3200" b="1" dirty="0">
              <a:solidFill>
                <a:schemeClr val="tx1"/>
              </a:solidFill>
              <a:latin typeface="Times New Roman" panose="02020603050405020304" pitchFamily="18" charset="0"/>
            </a:endParaRPr>
          </a:p>
          <a:p>
            <a:pPr marL="431800" indent="-323850" algn="just" eaLnBrk="1" hangingPunct="1">
              <a:lnSpc>
                <a:spcPct val="105000"/>
              </a:lnSpc>
              <a:buFont typeface="Times New Roman" panose="02020603050405020304" pitchFamily="18"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zh-CN" altLang="en-US" b="1" dirty="0">
                <a:solidFill>
                  <a:schemeClr val="tx1"/>
                </a:solidFill>
                <a:latin typeface="Times New Roman" panose="02020603050405020304" pitchFamily="18" charset="0"/>
              </a:rPr>
              <a:t>　　检查源程序是否符合语法规则</a:t>
            </a:r>
          </a:p>
        </p:txBody>
      </p:sp>
      <p:sp>
        <p:nvSpPr>
          <p:cNvPr id="46085" name="Slide Number Placeholder 7">
            <a:extLst>
              <a:ext uri="{FF2B5EF4-FFF2-40B4-BE49-F238E27FC236}">
                <a16:creationId xmlns:a16="http://schemas.microsoft.com/office/drawing/2014/main" id="{B54E95AC-6CE4-9B61-FFD8-7DD1D37725B8}"/>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F2F04A69-EDDD-4952-8D8F-5254396F9CB9}"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29</a:t>
            </a:fld>
            <a:endParaRPr lang="en-GB" altLang="en-US" sz="1200">
              <a:latin typeface="Comic Sans MS" panose="030F0702030302020204" pitchFamily="66" charset="0"/>
              <a:ea typeface="宋体" panose="02010600030101010101" pitchFamily="2" charset="-122"/>
            </a:endParaRPr>
          </a:p>
        </p:txBody>
      </p:sp>
      <p:sp>
        <p:nvSpPr>
          <p:cNvPr id="46086" name="Date Placeholder 8">
            <a:extLst>
              <a:ext uri="{FF2B5EF4-FFF2-40B4-BE49-F238E27FC236}">
                <a16:creationId xmlns:a16="http://schemas.microsoft.com/office/drawing/2014/main" id="{03E77C72-5526-4A00-F6B8-0F40DD8BD14E}"/>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60">
                                            <p:txEl>
                                              <p:pRg st="1" end="1"/>
                                            </p:txEl>
                                          </p:spTgt>
                                        </p:tgtEl>
                                        <p:attrNameLst>
                                          <p:attrName>style.visibility</p:attrName>
                                        </p:attrNameLst>
                                      </p:cBhvr>
                                      <p:to>
                                        <p:strVal val="visible"/>
                                      </p:to>
                                    </p:set>
                                    <p:animEffect transition="in" filter="blinds(horizontal)">
                                      <p:cBhvr>
                                        <p:cTn id="7" dur="500"/>
                                        <p:tgtEl>
                                          <p:spTgt spid="1946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460">
                                            <p:txEl>
                                              <p:pRg st="2" end="2"/>
                                            </p:txEl>
                                          </p:spTgt>
                                        </p:tgtEl>
                                        <p:attrNameLst>
                                          <p:attrName>style.visibility</p:attrName>
                                        </p:attrNameLst>
                                      </p:cBhvr>
                                      <p:to>
                                        <p:strVal val="visible"/>
                                      </p:to>
                                    </p:set>
                                    <p:animEffect transition="in" filter="blinds(horizontal)">
                                      <p:cBhvr>
                                        <p:cTn id="12" dur="500"/>
                                        <p:tgtEl>
                                          <p:spTgt spid="19460">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9460">
                                            <p:txEl>
                                              <p:pRg st="3" end="3"/>
                                            </p:txEl>
                                          </p:spTgt>
                                        </p:tgtEl>
                                        <p:attrNameLst>
                                          <p:attrName>style.visibility</p:attrName>
                                        </p:attrNameLst>
                                      </p:cBhvr>
                                      <p:to>
                                        <p:strVal val="visible"/>
                                      </p:to>
                                    </p:set>
                                    <p:animEffect transition="in" filter="blinds(horizontal)">
                                      <p:cBhvr>
                                        <p:cTn id="15" dur="500"/>
                                        <p:tgtEl>
                                          <p:spTgt spid="19460">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19460">
                                            <p:txEl>
                                              <p:pRg st="4" end="4"/>
                                            </p:txEl>
                                          </p:spTgt>
                                        </p:tgtEl>
                                        <p:attrNameLst>
                                          <p:attrName>style.visibility</p:attrName>
                                        </p:attrNameLst>
                                      </p:cBhvr>
                                      <p:to>
                                        <p:strVal val="visible"/>
                                      </p:to>
                                    </p:set>
                                    <p:animEffect transition="in" filter="blinds(horizontal)">
                                      <p:cBhvr>
                                        <p:cTn id="20" dur="500"/>
                                        <p:tgtEl>
                                          <p:spTgt spid="19460">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9460">
                                            <p:txEl>
                                              <p:pRg st="5" end="5"/>
                                            </p:txEl>
                                          </p:spTgt>
                                        </p:tgtEl>
                                        <p:attrNameLst>
                                          <p:attrName>style.visibility</p:attrName>
                                        </p:attrNameLst>
                                      </p:cBhvr>
                                      <p:to>
                                        <p:strVal val="visible"/>
                                      </p:to>
                                    </p:set>
                                    <p:animEffect transition="in" filter="blinds(horizontal)">
                                      <p:cBhvr>
                                        <p:cTn id="23" dur="500"/>
                                        <p:tgtEl>
                                          <p:spTgt spid="1946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a:extLst>
              <a:ext uri="{FF2B5EF4-FFF2-40B4-BE49-F238E27FC236}">
                <a16:creationId xmlns:a16="http://schemas.microsoft.com/office/drawing/2014/main" id="{DDEF7AB6-6DDC-67FE-7541-FBF7E00B6E26}"/>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7107" name="Rectangle 2">
            <a:extLst>
              <a:ext uri="{FF2B5EF4-FFF2-40B4-BE49-F238E27FC236}">
                <a16:creationId xmlns:a16="http://schemas.microsoft.com/office/drawing/2014/main" id="{4C19057A-4E5F-58E7-444F-06F5B26C109C}"/>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语言定义</a:t>
            </a:r>
          </a:p>
        </p:txBody>
      </p:sp>
      <p:sp>
        <p:nvSpPr>
          <p:cNvPr id="47108" name="Rectangle 3">
            <a:extLst>
              <a:ext uri="{FF2B5EF4-FFF2-40B4-BE49-F238E27FC236}">
                <a16:creationId xmlns:a16="http://schemas.microsoft.com/office/drawing/2014/main" id="{593703A2-0925-5357-90F8-8412FDA45762}"/>
              </a:ext>
            </a:extLst>
          </p:cNvPr>
          <p:cNvSpPr>
            <a:spLocks noGrp="1" noChangeArrowheads="1"/>
          </p:cNvSpPr>
          <p:nvPr>
            <p:ph type="body" idx="4294967295"/>
          </p:nvPr>
        </p:nvSpPr>
        <p:spPr>
          <a:xfrm>
            <a:off x="504825" y="1508125"/>
            <a:ext cx="9070975" cy="5197475"/>
          </a:xfrm>
        </p:spPr>
        <p:txBody>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stmt  →  while_stmt | assign_stmt</a:t>
            </a:r>
            <a:endParaRPr lang="en-US" altLang="zh-CN" sz="2800" b="1">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while_stmt →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WHILE (</a:t>
            </a:r>
            <a:r>
              <a:rPr lang="en-US" altLang="zh-CN" sz="2800" b="1">
                <a:latin typeface="宋体" panose="02010600030101010101" pitchFamily="2" charset="-122"/>
                <a:ea typeface="宋体" panose="02010600030101010101" pitchFamily="2" charset="-122"/>
                <a:sym typeface="Arial" panose="020B0604020202020204" pitchFamily="34" charset="0"/>
              </a:rPr>
              <a:t> bool_expr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a:t>
            </a:r>
            <a:r>
              <a:rPr lang="en-US" altLang="zh-CN" sz="2800" b="1">
                <a:latin typeface="宋体" panose="02010600030101010101" pitchFamily="2" charset="-122"/>
                <a:ea typeface="宋体" panose="02010600030101010101" pitchFamily="2" charset="-122"/>
                <a:sym typeface="Arial" panose="020B0604020202020204" pitchFamily="34" charset="0"/>
              </a:rPr>
              <a:t> stmt</a:t>
            </a:r>
            <a:endParaRPr lang="en-US" altLang="zh-CN" sz="2800" b="1">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assign_stmt  →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ID =</a:t>
            </a:r>
            <a:r>
              <a:rPr lang="en-US" altLang="zh-CN" sz="2800" b="1">
                <a:latin typeface="宋体" panose="02010600030101010101" pitchFamily="2" charset="-122"/>
                <a:ea typeface="宋体" panose="02010600030101010101" pitchFamily="2" charset="-122"/>
                <a:sym typeface="Arial" panose="020B0604020202020204" pitchFamily="34" charset="0"/>
              </a:rPr>
              <a:t> expr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a:t>
            </a:r>
            <a:endParaRPr lang="en-US" altLang="zh-CN" sz="2800" b="1">
              <a:solidFill>
                <a:schemeClr val="accent2"/>
              </a:solidFill>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bool_expr  → expr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&gt;</a:t>
            </a:r>
            <a:r>
              <a:rPr lang="en-US" altLang="zh-CN" sz="2800" b="1">
                <a:latin typeface="宋体" panose="02010600030101010101" pitchFamily="2" charset="-122"/>
                <a:ea typeface="宋体" panose="02010600030101010101" pitchFamily="2" charset="-122"/>
                <a:sym typeface="Arial" panose="020B0604020202020204" pitchFamily="34" charset="0"/>
              </a:rPr>
              <a:t> expr  </a:t>
            </a:r>
            <a:endParaRPr lang="en-US" altLang="zh-CN" sz="2800" b="1">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           |  expr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&lt;</a:t>
            </a:r>
            <a:r>
              <a:rPr lang="en-US" altLang="zh-CN" sz="2800" b="1">
                <a:latin typeface="宋体" panose="02010600030101010101" pitchFamily="2" charset="-122"/>
                <a:ea typeface="宋体" panose="02010600030101010101" pitchFamily="2" charset="-122"/>
                <a:sym typeface="Arial" panose="020B0604020202020204" pitchFamily="34" charset="0"/>
              </a:rPr>
              <a:t> expr  </a:t>
            </a:r>
            <a:endParaRPr lang="en-US" altLang="zh-CN" sz="2800" b="1">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           |  expr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a:t>
            </a:r>
            <a:r>
              <a:rPr lang="en-US" altLang="zh-CN" sz="2800" b="1">
                <a:latin typeface="宋体" panose="02010600030101010101" pitchFamily="2" charset="-122"/>
                <a:ea typeface="宋体" panose="02010600030101010101" pitchFamily="2" charset="-122"/>
                <a:sym typeface="Arial" panose="020B0604020202020204" pitchFamily="34" charset="0"/>
              </a:rPr>
              <a:t> expr</a:t>
            </a:r>
            <a:endParaRPr lang="en-US" altLang="zh-CN" sz="2800" b="1">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expr → </a:t>
            </a:r>
            <a:r>
              <a:rPr lang="en-US" altLang="zh-CN" sz="2800" b="1">
                <a:latin typeface="宋体" panose="02010600030101010101" pitchFamily="2" charset="-122"/>
                <a:ea typeface="宋体" panose="02010600030101010101" pitchFamily="2" charset="-122"/>
                <a:sym typeface="方正书宋_GBK" charset="-122"/>
              </a:rPr>
              <a:t>primary_expr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方正书宋_GBK" charset="-122"/>
              </a:rPr>
              <a:t>     </a:t>
            </a:r>
            <a:r>
              <a:rPr lang="zh-CN" altLang="en-US" sz="2800" b="1">
                <a:latin typeface="宋体" panose="02010600030101010101" pitchFamily="2" charset="-122"/>
                <a:ea typeface="宋体" panose="02010600030101010101" pitchFamily="2" charset="-122"/>
                <a:sym typeface="方正书宋_GBK" charset="-122"/>
              </a:rPr>
              <a:t>|  </a:t>
            </a:r>
            <a:r>
              <a:rPr lang="en-US" altLang="zh-CN" sz="2800" b="1">
                <a:latin typeface="宋体" panose="02010600030101010101" pitchFamily="2" charset="-122"/>
                <a:ea typeface="宋体" panose="02010600030101010101" pitchFamily="2" charset="-122"/>
                <a:sym typeface="Arial" panose="020B0604020202020204" pitchFamily="34" charset="0"/>
              </a:rPr>
              <a:t>primary_expr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a:t>
            </a:r>
            <a:r>
              <a:rPr lang="en-US" altLang="zh-CN" sz="2800" b="1">
                <a:latin typeface="宋体" panose="02010600030101010101" pitchFamily="2" charset="-122"/>
                <a:ea typeface="宋体" panose="02010600030101010101" pitchFamily="2" charset="-122"/>
                <a:sym typeface="Arial" panose="020B0604020202020204" pitchFamily="34" charset="0"/>
              </a:rPr>
              <a:t> expr | primary_expr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a:t>
            </a:r>
            <a:r>
              <a:rPr lang="en-US" altLang="zh-CN" sz="2800" b="1">
                <a:latin typeface="宋体" panose="02010600030101010101" pitchFamily="2" charset="-122"/>
                <a:ea typeface="宋体" panose="02010600030101010101" pitchFamily="2" charset="-122"/>
                <a:sym typeface="Arial" panose="020B0604020202020204" pitchFamily="34" charset="0"/>
              </a:rPr>
              <a:t> expr</a:t>
            </a:r>
            <a:endParaRPr lang="en-US" altLang="zh-CN" sz="2800" b="1">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a:latin typeface="宋体" panose="02010600030101010101" pitchFamily="2" charset="-122"/>
                <a:ea typeface="宋体" panose="02010600030101010101" pitchFamily="2" charset="-122"/>
                <a:sym typeface="Arial" panose="020B0604020202020204" pitchFamily="34" charset="0"/>
              </a:rPr>
              <a:t>primary_expr  →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ID</a:t>
            </a:r>
            <a:r>
              <a:rPr lang="en-US" altLang="zh-CN" sz="2800" b="1">
                <a:latin typeface="宋体" panose="02010600030101010101" pitchFamily="2" charset="-122"/>
                <a:ea typeface="宋体" panose="02010600030101010101" pitchFamily="2" charset="-122"/>
                <a:sym typeface="Arial" panose="020B0604020202020204" pitchFamily="34" charset="0"/>
              </a:rPr>
              <a:t>  |  </a:t>
            </a:r>
            <a:r>
              <a:rPr lang="en-US" altLang="zh-CN" sz="2800" b="1">
                <a:solidFill>
                  <a:schemeClr val="accent2"/>
                </a:solidFill>
                <a:latin typeface="宋体" panose="02010600030101010101" pitchFamily="2" charset="-122"/>
                <a:ea typeface="宋体" panose="02010600030101010101" pitchFamily="2" charset="-122"/>
                <a:sym typeface="Arial" panose="020B0604020202020204" pitchFamily="34" charset="0"/>
              </a:rPr>
              <a:t>NUMBER</a:t>
            </a:r>
            <a:endParaRPr lang="en-US" altLang="zh-CN" sz="2800" b="1">
              <a:solidFill>
                <a:schemeClr val="accent2"/>
              </a:solidFill>
              <a:latin typeface="宋体" panose="02010600030101010101" pitchFamily="2" charset="-122"/>
              <a:ea typeface="宋体" panose="02010600030101010101" pitchFamily="2" charset="-122"/>
            </a:endParaRPr>
          </a:p>
        </p:txBody>
      </p:sp>
      <p:sp>
        <p:nvSpPr>
          <p:cNvPr id="47109" name="Slide Number Placeholder 7">
            <a:extLst>
              <a:ext uri="{FF2B5EF4-FFF2-40B4-BE49-F238E27FC236}">
                <a16:creationId xmlns:a16="http://schemas.microsoft.com/office/drawing/2014/main" id="{F4A706CC-987C-F462-8401-EBB5F2973B3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00467526-F22D-4694-AFF0-2B9A79259C92}"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30</a:t>
            </a:fld>
            <a:endParaRPr lang="en-GB" altLang="en-US" sz="1200">
              <a:latin typeface="Comic Sans MS" panose="030F0702030302020204" pitchFamily="66" charset="0"/>
              <a:ea typeface="宋体" panose="02010600030101010101" pitchFamily="2" charset="-122"/>
            </a:endParaRPr>
          </a:p>
        </p:txBody>
      </p:sp>
      <p:sp>
        <p:nvSpPr>
          <p:cNvPr id="47110" name="Date Placeholder 8">
            <a:extLst>
              <a:ext uri="{FF2B5EF4-FFF2-40B4-BE49-F238E27FC236}">
                <a16:creationId xmlns:a16="http://schemas.microsoft.com/office/drawing/2014/main" id="{E5C5C70E-D127-6AFB-89D4-FCBC1ED2160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34638B3-FA5E-4BB5-50A2-245C05EDC2EB}"/>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9p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测试</a:t>
            </a:r>
          </a:p>
        </p:txBody>
      </p:sp>
      <p:sp>
        <p:nvSpPr>
          <p:cNvPr id="3" name="Rectangle 3">
            <a:extLst>
              <a:ext uri="{FF2B5EF4-FFF2-40B4-BE49-F238E27FC236}">
                <a16:creationId xmlns:a16="http://schemas.microsoft.com/office/drawing/2014/main" id="{A2C54DC5-CA25-D7C4-A9B7-2791A0B70FCA}"/>
              </a:ext>
            </a:extLst>
          </p:cNvPr>
          <p:cNvSpPr txBox="1">
            <a:spLocks noChangeArrowheads="1"/>
          </p:cNvSpPr>
          <p:nvPr/>
        </p:nvSpPr>
        <p:spPr>
          <a:xfrm>
            <a:off x="503238" y="1728788"/>
            <a:ext cx="9069387" cy="4383087"/>
          </a:xfrm>
          <a:prstGeom prst="rect">
            <a:avLst/>
          </a:prstGeom>
        </p:spPr>
        <p:txBody>
          <a:bodyPr/>
          <a:lstStyle>
            <a:lvl1pPr marL="342900" indent="-342900" algn="l" defTabSz="449263" rtl="0" eaLnBrk="0" fontAlgn="base" hangingPunct="0">
              <a:lnSpc>
                <a:spcPct val="95000"/>
              </a:lnSpc>
              <a:spcBef>
                <a:spcPct val="0"/>
              </a:spcBef>
              <a:spcAft>
                <a:spcPts val="1413"/>
              </a:spcAft>
              <a:buSzPct val="100000"/>
              <a:buFont typeface="Times New Roman" panose="02020603050405020304" pitchFamily="18" charset="0"/>
              <a:buChar char="•"/>
              <a:defRPr sz="3600" kern="1200">
                <a:solidFill>
                  <a:srgbClr val="000000"/>
                </a:solidFill>
                <a:latin typeface="+mn-lt"/>
                <a:ea typeface="楷体_GB2312" panose="02010609030101010101" pitchFamily="1" charset="-122"/>
                <a:cs typeface="+mn-cs"/>
              </a:defRPr>
            </a:lvl1pPr>
            <a:lvl2pPr marL="742950" lvl="1" indent="-285750" algn="l" defTabSz="449263" rtl="0" eaLnBrk="0" fontAlgn="base" hangingPunct="0">
              <a:lnSpc>
                <a:spcPct val="95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楷体_GB2312" panose="02010609030101010101" pitchFamily="1" charset="-122"/>
                <a:cs typeface="+mn-cs"/>
              </a:defRPr>
            </a:lvl2pPr>
            <a:lvl3pPr marL="1143000" lvl="2" indent="-228600" algn="l" defTabSz="449263" rtl="0" eaLnBrk="0" fontAlgn="base" hangingPunct="0">
              <a:lnSpc>
                <a:spcPct val="95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楷体_GB2312" panose="02010609030101010101" pitchFamily="1" charset="-122"/>
                <a:cs typeface="+mn-cs"/>
              </a:defRPr>
            </a:lvl3pPr>
            <a:lvl4pPr marL="1600200" lvl="3" indent="-228600" algn="l" defTabSz="449263" rtl="0" eaLnBrk="0" fontAlgn="base" hangingPunct="0">
              <a:lnSpc>
                <a:spcPct val="95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楷体_GB2312" panose="02010609030101010101" pitchFamily="1" charset="-122"/>
                <a:cs typeface="+mn-cs"/>
              </a:defRPr>
            </a:lvl4pPr>
            <a:lvl5pPr marL="2057400" lvl="4" indent="-228600" algn="l" defTabSz="449263" rtl="0" eaLnBrk="0" fontAlgn="base" hangingPunct="0">
              <a:lnSpc>
                <a:spcPct val="95000"/>
              </a:lnSpc>
              <a:spcBef>
                <a:spcPct val="0"/>
              </a:spcBef>
              <a:spcAft>
                <a:spcPts val="288"/>
              </a:spcAft>
              <a:buSzPct val="100000"/>
              <a:buFont typeface="Times New Roman" panose="02020603050405020304" pitchFamily="18" charset="0"/>
              <a:buChar char="»"/>
              <a:defRPr sz="1400" kern="1200">
                <a:solidFill>
                  <a:srgbClr val="000000"/>
                </a:solidFill>
                <a:latin typeface="+mn-lt"/>
                <a:ea typeface="楷体_GB2312" panose="02010609030101010101" pitchFamily="1" charset="-122"/>
                <a:cs typeface="+mn-cs"/>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a:lstStyle>
          <a:p>
            <a:pPr>
              <a:lnSpc>
                <a:spcPct val="200000"/>
              </a:lnSpc>
            </a:pPr>
            <a:r>
              <a:rPr lang="en-US" altLang="zh-CN" dirty="0"/>
              <a:t>while count &lt; 10  {…} </a:t>
            </a:r>
            <a:r>
              <a:rPr lang="zh-CN" altLang="en-US" dirty="0"/>
              <a:t>对吗？</a:t>
            </a:r>
            <a:endParaRPr lang="en-US" altLang="zh-CN" dirty="0"/>
          </a:p>
          <a:p>
            <a:pPr>
              <a:lnSpc>
                <a:spcPct val="200000"/>
              </a:lnSpc>
            </a:pPr>
            <a:r>
              <a:rPr lang="en-US" altLang="zh-CN" dirty="0"/>
              <a:t>5 + </a:t>
            </a:r>
            <a:r>
              <a:rPr lang="zh-CN" altLang="en-US" dirty="0"/>
              <a:t>是一个合法表达式？</a:t>
            </a:r>
            <a:endParaRPr lang="en-US" altLang="zh-CN" dirty="0"/>
          </a:p>
        </p:txBody>
      </p:sp>
      <p:sp>
        <p:nvSpPr>
          <p:cNvPr id="4" name="Slide Number Placeholder 7">
            <a:extLst>
              <a:ext uri="{FF2B5EF4-FFF2-40B4-BE49-F238E27FC236}">
                <a16:creationId xmlns:a16="http://schemas.microsoft.com/office/drawing/2014/main" id="{17ACDA79-DA81-095D-7A07-22AB357C125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7977CC8B-BA09-4E16-A5D0-2CC1AED53F17}"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31</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3902884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EF279203-BD56-2798-89F7-46308C1F546C}"/>
              </a:ext>
            </a:extLst>
          </p:cNvPr>
          <p:cNvSpPr>
            <a:spLocks noGrp="1" noChangeArrowheads="1"/>
          </p:cNvSpPr>
          <p:nvPr>
            <p:ph type="body" idx="4294967295"/>
          </p:nvPr>
        </p:nvSpPr>
        <p:spPr>
          <a:xfrm>
            <a:off x="503238" y="1660525"/>
            <a:ext cx="9069387" cy="5156200"/>
          </a:xfrm>
        </p:spPr>
        <p:txBody>
          <a:bodyPr/>
          <a:lstStyle/>
          <a:p>
            <a:pPr algn="just" eaLnBrk="1" hangingPunct="1">
              <a:buFont typeface="Wingdings" panose="05000000000000000000" pitchFamily="2" charset="2"/>
              <a:buNone/>
            </a:pPr>
            <a:r>
              <a:rPr lang="zh-CN" altLang="en-US" sz="4000" b="1">
                <a:latin typeface="宋体" panose="02010600030101010101" pitchFamily="2" charset="-122"/>
              </a:rPr>
              <a:t>从</a:t>
            </a:r>
            <a:r>
              <a:rPr lang="zh-CN" altLang="en-US" sz="4000" b="1">
                <a:solidFill>
                  <a:srgbClr val="FF0000"/>
                </a:solidFill>
                <a:latin typeface="宋体" panose="02010600030101010101" pitchFamily="2" charset="-122"/>
              </a:rPr>
              <a:t>语法规则</a:t>
            </a:r>
            <a:r>
              <a:rPr lang="zh-CN" altLang="en-US" sz="4000" b="1">
                <a:latin typeface="宋体" panose="02010600030101010101" pitchFamily="2" charset="-122"/>
              </a:rPr>
              <a:t>出发检验</a:t>
            </a:r>
            <a:r>
              <a:rPr lang="zh-CN" altLang="zh-CN" sz="4000" b="1">
                <a:latin typeface="宋体" panose="02010600030101010101" pitchFamily="2" charset="-122"/>
              </a:rPr>
              <a:t>while语句</a:t>
            </a:r>
            <a:endParaRPr lang="zh-CN" altLang="zh-CN" sz="4000" b="1" i="1">
              <a:latin typeface="宋体" panose="02010600030101010101" pitchFamily="2" charset="-122"/>
            </a:endParaRPr>
          </a:p>
          <a:p>
            <a:pPr algn="just" eaLnBrk="1" hangingPunct="1">
              <a:lnSpc>
                <a:spcPct val="85000"/>
              </a:lnSpc>
              <a:buFont typeface="Wingdings" panose="05000000000000000000" pitchFamily="2" charset="2"/>
              <a:buNone/>
            </a:pPr>
            <a:r>
              <a:rPr lang="en-US" altLang="zh-CN" sz="2400">
                <a:latin typeface="Times New Roman" panose="02020603050405020304" pitchFamily="18" charset="0"/>
                <a:ea typeface="宋体" panose="02010600030101010101" pitchFamily="2" charset="-122"/>
                <a:sym typeface="方正书宋_GBK" charset="-122"/>
              </a:rPr>
              <a:t>while_stmt </a:t>
            </a:r>
            <a:r>
              <a:rPr lang="de-DE" altLang="en-US" sz="2400" b="1">
                <a:solidFill>
                  <a:schemeClr val="tx1"/>
                </a:solidFill>
                <a:ea typeface="宋体" panose="02010600030101010101" pitchFamily="2" charset="-122"/>
                <a:sym typeface="Arial" panose="020B0604020202020204" pitchFamily="34" charset="0"/>
              </a:rPr>
              <a:t>⇒</a:t>
            </a:r>
            <a:r>
              <a:rPr lang="en-US" altLang="zh-CN" sz="2400">
                <a:latin typeface="Times New Roman" panose="02020603050405020304" pitchFamily="18" charset="0"/>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bool_expr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Arial" panose="020B0604020202020204" pitchFamily="34" charset="0"/>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latin typeface="宋体" panose="02010600030101010101" pitchFamily="2" charset="-122"/>
                <a:ea typeface="宋体" panose="02010600030101010101" pitchFamily="2" charset="-122"/>
                <a:sym typeface="方正书宋_GBK" charset="-122"/>
              </a:rPr>
              <a:t>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expr</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sym typeface="Arial" panose="020B0604020202020204" pitchFamily="34" charset="0"/>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latin typeface="宋体" panose="02010600030101010101" pitchFamily="2" charset="-122"/>
                <a:ea typeface="宋体" panose="02010600030101010101" pitchFamily="2" charset="-122"/>
                <a:sym typeface="方正书宋_GBK" charset="-122"/>
              </a:rPr>
              <a:t>primary_expr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expr</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expr</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primary_expr</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a:latin typeface="Times New Roman" panose="02020603050405020304" pitchFamily="18" charset="0"/>
                <a:ea typeface="宋体" panose="02010600030101010101" pitchFamily="2" charset="-122"/>
                <a:sym typeface="方正书宋_GBK" charset="-122"/>
              </a:rPr>
              <a:t>assign_</a:t>
            </a:r>
            <a:r>
              <a:rPr lang="en-US" altLang="zh-CN" sz="2400">
                <a:latin typeface="Times New Roman" panose="02020603050405020304" pitchFamily="18" charset="0"/>
                <a:ea typeface="宋体" panose="02010600030101010101" pitchFamily="2" charset="-122"/>
                <a:sym typeface="方正书宋_GBK" charset="-122"/>
              </a:rPr>
              <a:t>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400" b="1">
                <a:latin typeface="宋体" panose="02010600030101010101" pitchFamily="2" charset="-122"/>
                <a:ea typeface="宋体" panose="02010600030101010101" pitchFamily="2" charset="-122"/>
                <a:sym typeface="方正书宋_GBK" charset="-122"/>
              </a:rPr>
              <a:t> 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endParaRPr lang="en-US" altLang="zh-CN" sz="2400">
              <a:latin typeface="Times New Roman" panose="02020603050405020304" pitchFamily="18" charset="0"/>
              <a:ea typeface="宋体" panose="02010600030101010101" pitchFamily="2" charset="-122"/>
              <a:sym typeface="方正书宋_GBK" charset="-122"/>
            </a:endParaRPr>
          </a:p>
          <a:p>
            <a:pPr algn="just" eaLnBrk="1" hangingPunct="1">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400" b="1">
                <a:latin typeface="宋体" panose="02010600030101010101" pitchFamily="2" charset="-122"/>
                <a:ea typeface="宋体" panose="02010600030101010101" pitchFamily="2" charset="-122"/>
                <a:sym typeface="方正书宋_GBK" charset="-122"/>
              </a:rPr>
              <a:t> primary_expr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r>
              <a:rPr lang="en-US" altLang="zh-CN" sz="2400" b="1">
                <a:latin typeface="宋体" panose="02010600030101010101" pitchFamily="2" charset="-122"/>
                <a:ea typeface="宋体" panose="02010600030101010101" pitchFamily="2" charset="-122"/>
                <a:sym typeface="方正书宋_GBK" charset="-122"/>
              </a:rPr>
              <a:t> 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endParaRPr lang="zh-CN" altLang="en-US" sz="2400" b="1">
              <a:latin typeface="Times New Roman" panose="02020603050405020304" pitchFamily="18" charset="0"/>
            </a:endParaRPr>
          </a:p>
        </p:txBody>
      </p:sp>
      <p:sp>
        <p:nvSpPr>
          <p:cNvPr id="48131" name="Footer Placeholder 5">
            <a:extLst>
              <a:ext uri="{FF2B5EF4-FFF2-40B4-BE49-F238E27FC236}">
                <a16:creationId xmlns:a16="http://schemas.microsoft.com/office/drawing/2014/main" id="{9489E358-74C1-2674-DD55-4A5ECE5F3A3E}"/>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8132" name="Slide Number Placeholder 6">
            <a:extLst>
              <a:ext uri="{FF2B5EF4-FFF2-40B4-BE49-F238E27FC236}">
                <a16:creationId xmlns:a16="http://schemas.microsoft.com/office/drawing/2014/main" id="{CCCCAC3C-B564-C5E6-8269-FF281B7C0D6F}"/>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19BE9477-AAF0-4CD2-8D1F-97D9811CFE30}"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32</a:t>
            </a:fld>
            <a:endParaRPr lang="en-GB" altLang="en-US" sz="1200">
              <a:latin typeface="Comic Sans MS" panose="030F0702030302020204" pitchFamily="66" charset="0"/>
              <a:ea typeface="宋体" panose="02010600030101010101" pitchFamily="2" charset="-122"/>
            </a:endParaRPr>
          </a:p>
        </p:txBody>
      </p:sp>
      <p:sp>
        <p:nvSpPr>
          <p:cNvPr id="48133" name="Title 10">
            <a:extLst>
              <a:ext uri="{FF2B5EF4-FFF2-40B4-BE49-F238E27FC236}">
                <a16:creationId xmlns:a16="http://schemas.microsoft.com/office/drawing/2014/main" id="{16E5B8E9-B3AD-4FFC-DAA2-D35F04404938}"/>
              </a:ext>
            </a:extLst>
          </p:cNvPr>
          <p:cNvSpPr>
            <a:spLocks noGrp="1" noChangeArrowheads="1"/>
          </p:cNvSpPr>
          <p:nvPr>
            <p:ph type="title" idx="4294967295"/>
          </p:nvPr>
        </p:nvSpPr>
        <p:spPr/>
        <p:txBody>
          <a:bodyPr/>
          <a:lstStyle/>
          <a:p>
            <a:r>
              <a:rPr lang="zh-CN" altLang="en-US"/>
              <a:t>语法分析</a:t>
            </a:r>
          </a:p>
        </p:txBody>
      </p:sp>
      <p:sp>
        <p:nvSpPr>
          <p:cNvPr id="48134" name="日期占位符 7">
            <a:extLst>
              <a:ext uri="{FF2B5EF4-FFF2-40B4-BE49-F238E27FC236}">
                <a16:creationId xmlns:a16="http://schemas.microsoft.com/office/drawing/2014/main" id="{C65DB19B-C1B8-62FA-FE77-C6C400EA41F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8135" name="Text Box 4">
            <a:extLst>
              <a:ext uri="{FF2B5EF4-FFF2-40B4-BE49-F238E27FC236}">
                <a16:creationId xmlns:a16="http://schemas.microsoft.com/office/drawing/2014/main" id="{E45C5448-2707-3CC0-79CF-B9547FEFC972}"/>
              </a:ext>
            </a:extLst>
          </p:cNvPr>
          <p:cNvSpPr txBox="1">
            <a:spLocks noChangeArrowheads="1"/>
          </p:cNvSpPr>
          <p:nvPr/>
        </p:nvSpPr>
        <p:spPr bwMode="auto">
          <a:xfrm>
            <a:off x="7488238" y="2581275"/>
            <a:ext cx="2368550"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endParaRPr lang="zh-CN" altLang="en-US" sz="2400" b="1">
              <a:latin typeface="宋体" panose="02010600030101010101" pitchFamily="2" charset="-122"/>
              <a:ea typeface="宋体" panose="02010600030101010101" pitchFamily="2" charset="-122"/>
            </a:endParaRPr>
          </a:p>
        </p:txBody>
      </p:sp>
      <p:sp>
        <p:nvSpPr>
          <p:cNvPr id="2" name="TextBox 13">
            <a:extLst>
              <a:ext uri="{FF2B5EF4-FFF2-40B4-BE49-F238E27FC236}">
                <a16:creationId xmlns:a16="http://schemas.microsoft.com/office/drawing/2014/main" id="{51BB9B9E-80F7-380C-77F6-67DCC7BD2FBD}"/>
              </a:ext>
            </a:extLst>
          </p:cNvPr>
          <p:cNvSpPr txBox="1">
            <a:spLocks noChangeArrowheads="1"/>
          </p:cNvSpPr>
          <p:nvPr/>
        </p:nvSpPr>
        <p:spPr bwMode="auto">
          <a:xfrm>
            <a:off x="47625" y="104775"/>
            <a:ext cx="5281613" cy="16351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1800" b="1">
                <a:latin typeface="宋体" panose="02010600030101010101" pitchFamily="2" charset="-122"/>
                <a:ea typeface="宋体" panose="02010600030101010101" pitchFamily="2" charset="-122"/>
                <a:sym typeface="方正书宋_GBK" charset="-122"/>
              </a:rPr>
              <a:t>stmt  →  while_stmt | assign_stmt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while_stmt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WHILE (</a:t>
            </a:r>
            <a:r>
              <a:rPr lang="en-US" altLang="zh-CN" sz="2000" b="1">
                <a:latin typeface="宋体" panose="02010600030101010101" pitchFamily="2" charset="-122"/>
                <a:ea typeface="宋体" panose="02010600030101010101" pitchFamily="2" charset="-122"/>
                <a:sym typeface="方正书宋_GBK" charset="-122"/>
              </a:rPr>
              <a:t> bool_expr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1800" b="1">
                <a:latin typeface="宋体" panose="02010600030101010101" pitchFamily="2" charset="-122"/>
                <a:ea typeface="宋体" panose="02010600030101010101" pitchFamily="2" charset="-122"/>
                <a:sym typeface="方正书宋_GBK" charset="-122"/>
              </a:rPr>
              <a:t> 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assign_stmt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000" b="1">
                <a:latin typeface="宋体" panose="02010600030101010101" pitchFamily="2" charset="-122"/>
                <a:ea typeface="宋体" panose="02010600030101010101" pitchFamily="2" charset="-122"/>
                <a:sym typeface="方正书宋_GBK" charset="-122"/>
              </a:rPr>
              <a:t>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primary_expr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000" b="1">
                <a:latin typeface="宋体" panose="02010600030101010101" pitchFamily="2" charset="-122"/>
                <a:ea typeface="宋体" panose="02010600030101010101" pitchFamily="2" charset="-122"/>
                <a:sym typeface="方正书宋_GBK" charset="-122"/>
              </a:rPr>
              <a: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NUMBER</a:t>
            </a: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3" name="TextBox 13">
            <a:extLst>
              <a:ext uri="{FF2B5EF4-FFF2-40B4-BE49-F238E27FC236}">
                <a16:creationId xmlns:a16="http://schemas.microsoft.com/office/drawing/2014/main" id="{77714DA4-4BA8-00D9-CF39-B3972F4D7CEA}"/>
              </a:ext>
            </a:extLst>
          </p:cNvPr>
          <p:cNvSpPr txBox="1">
            <a:spLocks noChangeArrowheads="1"/>
          </p:cNvSpPr>
          <p:nvPr/>
        </p:nvSpPr>
        <p:spPr bwMode="auto">
          <a:xfrm>
            <a:off x="5448300" y="88900"/>
            <a:ext cx="4492625" cy="1662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bool_expr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&gt;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expr → primary_expr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a:t>
            </a:r>
            <a:r>
              <a:rPr lang="zh-CN" altLang="en-US" sz="2000" b="1">
                <a:latin typeface="宋体" panose="02010600030101010101" pitchFamily="2" charset="-122"/>
                <a:ea typeface="宋体" panose="02010600030101010101" pitchFamily="2" charset="-122"/>
                <a:sym typeface="方正书宋_GBK" charset="-122"/>
              </a:rPr>
              <a:t>|  </a:t>
            </a:r>
            <a:r>
              <a:rPr lang="en-US" altLang="zh-CN" sz="2000" b="1">
                <a:latin typeface="宋体" panose="02010600030101010101" pitchFamily="2" charset="-122"/>
                <a:ea typeface="宋体" panose="02010600030101010101" pitchFamily="2" charset="-122"/>
                <a:sym typeface="方正书宋_GBK" charset="-122"/>
              </a:rPr>
              <a:t>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endParaRPr lang="en-US" altLang="zh-CN" sz="2000" b="1">
              <a:solidFill>
                <a:srgbClr val="FF0000"/>
              </a:solidFill>
              <a:latin typeface="宋体" panose="02010600030101010101" pitchFamily="2" charset="-122"/>
              <a:ea typeface="宋体" panose="02010600030101010101" pitchFamily="2" charset="-122"/>
              <a:sym typeface="方正书宋_GBK" charset="-122"/>
            </a:endParaRPr>
          </a:p>
        </p:txBody>
      </p:sp>
      <p:grpSp>
        <p:nvGrpSpPr>
          <p:cNvPr id="7" name="组合 6">
            <a:extLst>
              <a:ext uri="{FF2B5EF4-FFF2-40B4-BE49-F238E27FC236}">
                <a16:creationId xmlns:a16="http://schemas.microsoft.com/office/drawing/2014/main" id="{740FF078-973E-107C-8106-48DD6F197298}"/>
              </a:ext>
            </a:extLst>
          </p:cNvPr>
          <p:cNvGrpSpPr>
            <a:grpSpLocks/>
          </p:cNvGrpSpPr>
          <p:nvPr/>
        </p:nvGrpSpPr>
        <p:grpSpPr bwMode="auto">
          <a:xfrm>
            <a:off x="6642100" y="2700338"/>
            <a:ext cx="1103313" cy="3194050"/>
            <a:chOff x="6642100" y="2699765"/>
            <a:chExt cx="1103322" cy="3195213"/>
          </a:xfrm>
        </p:grpSpPr>
        <p:cxnSp>
          <p:nvCxnSpPr>
            <p:cNvPr id="5" name="直接箭头连接符 4">
              <a:extLst>
                <a:ext uri="{FF2B5EF4-FFF2-40B4-BE49-F238E27FC236}">
                  <a16:creationId xmlns:a16="http://schemas.microsoft.com/office/drawing/2014/main" id="{556294A6-12FD-0427-19FA-AD83FEF6C6D4}"/>
                </a:ext>
              </a:extLst>
            </p:cNvPr>
            <p:cNvCxnSpPr/>
            <p:nvPr/>
          </p:nvCxnSpPr>
          <p:spPr>
            <a:xfrm>
              <a:off x="6642100" y="2699765"/>
              <a:ext cx="0" cy="3195213"/>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48140" name="文本框 5">
              <a:extLst>
                <a:ext uri="{FF2B5EF4-FFF2-40B4-BE49-F238E27FC236}">
                  <a16:creationId xmlns:a16="http://schemas.microsoft.com/office/drawing/2014/main" id="{0A2BE708-2879-73F3-0A04-F13754448831}"/>
                </a:ext>
              </a:extLst>
            </p:cNvPr>
            <p:cNvSpPr txBox="1">
              <a:spLocks noChangeArrowheads="1"/>
            </p:cNvSpPr>
            <p:nvPr/>
          </p:nvSpPr>
          <p:spPr bwMode="auto">
            <a:xfrm>
              <a:off x="6710353" y="3946237"/>
              <a:ext cx="10350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t>推导</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1508">
                                            <p:txEl>
                                              <p:pRg st="1" end="1"/>
                                            </p:txEl>
                                          </p:spTgt>
                                        </p:tgtEl>
                                        <p:attrNameLst>
                                          <p:attrName>style.visibility</p:attrName>
                                        </p:attrNameLst>
                                      </p:cBhvr>
                                      <p:to>
                                        <p:strVal val="visible"/>
                                      </p:to>
                                    </p:set>
                                    <p:animEffect transition="in" filter="blinds(horizontal)">
                                      <p:cBhvr>
                                        <p:cTn id="15" dur="500"/>
                                        <p:tgtEl>
                                          <p:spTgt spid="21508">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1508">
                                            <p:txEl>
                                              <p:pRg st="2" end="2"/>
                                            </p:txEl>
                                          </p:spTgt>
                                        </p:tgtEl>
                                        <p:attrNameLst>
                                          <p:attrName>style.visibility</p:attrName>
                                        </p:attrNameLst>
                                      </p:cBhvr>
                                      <p:to>
                                        <p:strVal val="visible"/>
                                      </p:to>
                                    </p:set>
                                    <p:animEffect transition="in" filter="blinds(horizontal)">
                                      <p:cBhvr>
                                        <p:cTn id="20" dur="500"/>
                                        <p:tgtEl>
                                          <p:spTgt spid="21508">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1508">
                                            <p:txEl>
                                              <p:pRg st="3" end="3"/>
                                            </p:txEl>
                                          </p:spTgt>
                                        </p:tgtEl>
                                        <p:attrNameLst>
                                          <p:attrName>style.visibility</p:attrName>
                                        </p:attrNameLst>
                                      </p:cBhvr>
                                      <p:to>
                                        <p:strVal val="visible"/>
                                      </p:to>
                                    </p:set>
                                    <p:animEffect transition="in" filter="blinds(horizontal)">
                                      <p:cBhvr>
                                        <p:cTn id="25" dur="500"/>
                                        <p:tgtEl>
                                          <p:spTgt spid="21508">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21508">
                                            <p:txEl>
                                              <p:pRg st="4" end="4"/>
                                            </p:txEl>
                                          </p:spTgt>
                                        </p:tgtEl>
                                        <p:attrNameLst>
                                          <p:attrName>style.visibility</p:attrName>
                                        </p:attrNameLst>
                                      </p:cBhvr>
                                      <p:to>
                                        <p:strVal val="visible"/>
                                      </p:to>
                                    </p:set>
                                    <p:animEffect transition="in" filter="blinds(horizontal)">
                                      <p:cBhvr>
                                        <p:cTn id="30" dur="500"/>
                                        <p:tgtEl>
                                          <p:spTgt spid="21508">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1508">
                                            <p:txEl>
                                              <p:pRg st="5" end="5"/>
                                            </p:txEl>
                                          </p:spTgt>
                                        </p:tgtEl>
                                        <p:attrNameLst>
                                          <p:attrName>style.visibility</p:attrName>
                                        </p:attrNameLst>
                                      </p:cBhvr>
                                      <p:to>
                                        <p:strVal val="visible"/>
                                      </p:to>
                                    </p:set>
                                    <p:animEffect transition="in" filter="blinds(horizontal)">
                                      <p:cBhvr>
                                        <p:cTn id="35" dur="500"/>
                                        <p:tgtEl>
                                          <p:spTgt spid="21508">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21508">
                                            <p:txEl>
                                              <p:pRg st="6" end="6"/>
                                            </p:txEl>
                                          </p:spTgt>
                                        </p:tgtEl>
                                        <p:attrNameLst>
                                          <p:attrName>style.visibility</p:attrName>
                                        </p:attrNameLst>
                                      </p:cBhvr>
                                      <p:to>
                                        <p:strVal val="visible"/>
                                      </p:to>
                                    </p:set>
                                    <p:animEffect transition="in" filter="blinds(horizontal)">
                                      <p:cBhvr>
                                        <p:cTn id="40" dur="500"/>
                                        <p:tgtEl>
                                          <p:spTgt spid="21508">
                                            <p:txEl>
                                              <p:pRg st="6" end="6"/>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21508">
                                            <p:txEl>
                                              <p:pRg st="7" end="7"/>
                                            </p:txEl>
                                          </p:spTgt>
                                        </p:tgtEl>
                                        <p:attrNameLst>
                                          <p:attrName>style.visibility</p:attrName>
                                        </p:attrNameLst>
                                      </p:cBhvr>
                                      <p:to>
                                        <p:strVal val="visible"/>
                                      </p:to>
                                    </p:set>
                                    <p:animEffect transition="in" filter="blinds(horizontal)">
                                      <p:cBhvr>
                                        <p:cTn id="45" dur="500"/>
                                        <p:tgtEl>
                                          <p:spTgt spid="21508">
                                            <p:txEl>
                                              <p:pRg st="7" end="7"/>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21508">
                                            <p:txEl>
                                              <p:pRg st="8" end="8"/>
                                            </p:txEl>
                                          </p:spTgt>
                                        </p:tgtEl>
                                        <p:attrNameLst>
                                          <p:attrName>style.visibility</p:attrName>
                                        </p:attrNameLst>
                                      </p:cBhvr>
                                      <p:to>
                                        <p:strVal val="visible"/>
                                      </p:to>
                                    </p:set>
                                    <p:animEffect transition="in" filter="blinds(horizontal)">
                                      <p:cBhvr>
                                        <p:cTn id="50" dur="500"/>
                                        <p:tgtEl>
                                          <p:spTgt spid="21508">
                                            <p:txEl>
                                              <p:pRg st="8" end="8"/>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21508">
                                            <p:txEl>
                                              <p:pRg st="9" end="9"/>
                                            </p:txEl>
                                          </p:spTgt>
                                        </p:tgtEl>
                                        <p:attrNameLst>
                                          <p:attrName>style.visibility</p:attrName>
                                        </p:attrNameLst>
                                      </p:cBhvr>
                                      <p:to>
                                        <p:strVal val="visible"/>
                                      </p:to>
                                    </p:set>
                                    <p:animEffect transition="in" filter="blinds(horizontal)">
                                      <p:cBhvr>
                                        <p:cTn id="55" dur="500"/>
                                        <p:tgtEl>
                                          <p:spTgt spid="21508">
                                            <p:txEl>
                                              <p:pRg st="9" end="9"/>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D797C31B-78C2-34ED-680A-CC50AF156E5B}"/>
              </a:ext>
            </a:extLst>
          </p:cNvPr>
          <p:cNvSpPr>
            <a:spLocks noGrp="1" noChangeArrowheads="1"/>
          </p:cNvSpPr>
          <p:nvPr>
            <p:ph type="body" idx="4294967295"/>
          </p:nvPr>
        </p:nvSpPr>
        <p:spPr>
          <a:xfrm>
            <a:off x="503238" y="1749425"/>
            <a:ext cx="9069387" cy="5156200"/>
          </a:xfrm>
        </p:spPr>
        <p:txBody>
          <a:bodyPr/>
          <a:lstStyle/>
          <a:p>
            <a:pPr algn="just" eaLnBrk="1" hangingPunct="1">
              <a:buFont typeface="Wingdings" panose="05000000000000000000" pitchFamily="2" charset="2"/>
              <a:buNone/>
            </a:pPr>
            <a:r>
              <a:rPr lang="zh-CN" altLang="en-US" sz="4000" b="1">
                <a:latin typeface="宋体" panose="02010600030101010101" pitchFamily="2" charset="-122"/>
              </a:rPr>
              <a:t>从</a:t>
            </a:r>
            <a:r>
              <a:rPr lang="zh-CN" altLang="en-US" sz="4000" b="1">
                <a:solidFill>
                  <a:srgbClr val="FF0000"/>
                </a:solidFill>
                <a:latin typeface="宋体" panose="02010600030101010101" pitchFamily="2" charset="-122"/>
              </a:rPr>
              <a:t>语法规则</a:t>
            </a:r>
            <a:r>
              <a:rPr lang="zh-CN" altLang="en-US" sz="4000" b="1">
                <a:latin typeface="宋体" panose="02010600030101010101" pitchFamily="2" charset="-122"/>
              </a:rPr>
              <a:t>出发检验</a:t>
            </a:r>
            <a:r>
              <a:rPr lang="zh-CN" altLang="zh-CN" sz="4000" b="1">
                <a:latin typeface="宋体" panose="02010600030101010101" pitchFamily="2" charset="-122"/>
              </a:rPr>
              <a:t>while语句</a:t>
            </a:r>
            <a:endParaRPr lang="zh-CN" altLang="zh-CN" sz="4000" b="1" i="1">
              <a:latin typeface="宋体" panose="02010600030101010101" pitchFamily="2" charset="-122"/>
            </a:endParaRPr>
          </a:p>
          <a:p>
            <a:pPr algn="just" eaLnBrk="1" hangingPunct="1">
              <a:lnSpc>
                <a:spcPct val="85000"/>
              </a:lnSpc>
              <a:buFont typeface="Wingdings" panose="05000000000000000000" pitchFamily="2" charset="2"/>
              <a:buNone/>
            </a:pPr>
            <a:r>
              <a:rPr lang="en-US" altLang="zh-CN" sz="2400">
                <a:latin typeface="Times New Roman" panose="02020603050405020304" pitchFamily="18" charset="0"/>
                <a:ea typeface="宋体" panose="02010600030101010101" pitchFamily="2" charset="-122"/>
                <a:sym typeface="方正书宋_GBK" charset="-122"/>
              </a:rPr>
              <a:t>while_stmt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bool_expr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latin typeface="宋体" panose="02010600030101010101" pitchFamily="2" charset="-122"/>
                <a:ea typeface="宋体" panose="02010600030101010101" pitchFamily="2" charset="-122"/>
                <a:sym typeface="方正书宋_GBK" charset="-122"/>
              </a:rPr>
              <a:t>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expr</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stmt</a:t>
            </a:r>
          </a:p>
          <a:p>
            <a:pPr algn="just" eaLnBrk="1" hangingPunct="1">
              <a:lnSpc>
                <a:spcPct val="85000"/>
              </a:lnSpc>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zh-CN" altLang="en-US" sz="2400">
                <a:latin typeface="Times New Roman" panose="02020603050405020304" pitchFamily="18" charset="0"/>
                <a:sym typeface="方正书宋_GBK" charset="-122"/>
              </a:rPr>
              <a:t>......</a:t>
            </a:r>
          </a:p>
          <a:p>
            <a:pPr algn="just" eaLnBrk="1" hangingPunct="1">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400" b="1">
                <a:latin typeface="宋体" panose="02010600030101010101" pitchFamily="2" charset="-122"/>
                <a:ea typeface="宋体" panose="02010600030101010101" pitchFamily="2" charset="-122"/>
                <a:sym typeface="方正书宋_GBK" charset="-122"/>
              </a:rPr>
              <a:t> primary_expr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r>
              <a:rPr lang="en-US" altLang="zh-CN" sz="2400" b="1">
                <a:latin typeface="宋体" panose="02010600030101010101" pitchFamily="2" charset="-122"/>
                <a:ea typeface="宋体" panose="02010600030101010101" pitchFamily="2" charset="-122"/>
                <a:sym typeface="方正书宋_GBK" charset="-122"/>
              </a:rPr>
              <a:t> 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p>
          <a:p>
            <a:pPr algn="just" eaLnBrk="1" hangingPunct="1">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r>
              <a:rPr lang="en-US" altLang="zh-CN" sz="2400" b="1">
                <a:latin typeface="宋体" panose="02010600030101010101" pitchFamily="2" charset="-122"/>
                <a:ea typeface="宋体" panose="02010600030101010101" pitchFamily="2" charset="-122"/>
                <a:sym typeface="方正书宋_GBK" charset="-122"/>
              </a:rPr>
              <a:t> 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p>
          <a:p>
            <a:pPr algn="just" eaLnBrk="1" hangingPunct="1">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r>
              <a:rPr lang="en-US" altLang="zh-CN" sz="2400" b="1">
                <a:latin typeface="宋体" panose="02010600030101010101" pitchFamily="2" charset="-122"/>
                <a:ea typeface="宋体" panose="02010600030101010101" pitchFamily="2" charset="-122"/>
                <a:sym typeface="方正书宋_GBK" charset="-122"/>
              </a:rPr>
              <a:t> primary_expr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p>
          <a:p>
            <a:pPr algn="just" eaLnBrk="1" hangingPunct="1">
              <a:buFont typeface="Wingdings" panose="05000000000000000000" pitchFamily="2" charset="2"/>
              <a:buNone/>
            </a:pPr>
            <a:r>
              <a:rPr lang="zh-CN" altLang="en-US" sz="2400" b="1">
                <a:latin typeface="Times New Roman" panose="02020603050405020304" pitchFamily="18" charset="0"/>
                <a:sym typeface="方正书宋_GBK" charset="-122"/>
              </a:rPr>
              <a:t>  </a:t>
            </a:r>
            <a:r>
              <a:rPr lang="en-US" altLang="zh-CN" sz="2400">
                <a:latin typeface="Times New Roman" panose="02020603050405020304" pitchFamily="18" charset="0"/>
                <a:ea typeface="宋体" panose="02010600030101010101" pitchFamily="2" charset="-122"/>
                <a:sym typeface="方正书宋_GBK" charset="-122"/>
              </a:rPr>
              <a:t> </a:t>
            </a:r>
            <a:r>
              <a:rPr lang="de-DE" altLang="en-US" sz="2400" b="1">
                <a:solidFill>
                  <a:schemeClr val="tx1"/>
                </a:solidFill>
                <a:ea typeface="宋体" panose="02010600030101010101" pitchFamily="2" charset="-122"/>
                <a:sym typeface="方正书宋_GBK" charset="-122"/>
              </a:rPr>
              <a:t>⇒</a:t>
            </a:r>
            <a:r>
              <a:rPr lang="en-US" altLang="zh-CN" sz="2400">
                <a:latin typeface="Times New Roman" panose="02020603050405020304" pitchFamily="18" charset="0"/>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sz="2400">
                <a:latin typeface="Times New Roman" panose="02020603050405020304" pitchFamily="18" charset="0"/>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a:solidFill>
                  <a:schemeClr val="accent2"/>
                </a:solidFill>
                <a:latin typeface="Times New Roman" panose="02020603050405020304" pitchFamily="18" charset="0"/>
                <a:ea typeface="宋体" panose="02010600030101010101" pitchFamily="2" charset="-122"/>
                <a:sym typeface="方正书宋_GBK" charset="-122"/>
              </a:rPr>
              <a:t>)</a:t>
            </a:r>
            <a:r>
              <a:rPr lang="en-US" altLang="zh-CN" sz="2400">
                <a:latin typeface="Times New Roman" panose="02020603050405020304" pitchFamily="18" charset="0"/>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r>
              <a:rPr lang="en-US" altLang="zh-CN" sz="2400" b="1">
                <a:latin typeface="宋体" panose="02010600030101010101" pitchFamily="2" charset="-122"/>
                <a:ea typeface="宋体" panose="02010600030101010101" pitchFamily="2" charset="-122"/>
                <a:sym typeface="方正书宋_GBK" charset="-122"/>
              </a:rPr>
              <a:t> </a:t>
            </a:r>
            <a:r>
              <a:rPr lang="zh-CN" altLang="en-US" sz="2400"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sz="2400" b="1">
                <a:latin typeface="宋体" panose="02010600030101010101" pitchFamily="2" charset="-122"/>
                <a:ea typeface="宋体" panose="02010600030101010101" pitchFamily="2" charset="-122"/>
                <a:sym typeface="方正书宋_GBK" charset="-122"/>
              </a:rPr>
              <a:t> </a:t>
            </a:r>
            <a:r>
              <a:rPr lang="en-US" altLang="zh-CN" sz="2400" b="1">
                <a:solidFill>
                  <a:schemeClr val="accent2"/>
                </a:solidFill>
                <a:latin typeface="宋体" panose="02010600030101010101" pitchFamily="2" charset="-122"/>
                <a:ea typeface="宋体" panose="02010600030101010101" pitchFamily="2" charset="-122"/>
                <a:sym typeface="方正书宋_GBK" charset="-122"/>
              </a:rPr>
              <a:t>;</a:t>
            </a:r>
          </a:p>
          <a:p>
            <a:pPr algn="just" eaLnBrk="1" hangingPunct="1">
              <a:buFont typeface="Wingdings" panose="05000000000000000000" pitchFamily="2" charset="2"/>
              <a:buNone/>
            </a:pPr>
            <a:r>
              <a:rPr lang="en-US" altLang="zh-CN" sz="2400" b="1">
                <a:solidFill>
                  <a:schemeClr val="accent2"/>
                </a:solidFill>
                <a:latin typeface="Times New Roman" panose="02020603050405020304" pitchFamily="18" charset="0"/>
                <a:ea typeface="宋体" panose="02010600030101010101" pitchFamily="2" charset="-122"/>
                <a:sym typeface="方正书宋_GBK" charset="-122"/>
              </a:rPr>
              <a:t>           </a:t>
            </a:r>
            <a:r>
              <a:rPr lang="zh-CN" altLang="en-US" sz="2400" b="1">
                <a:latin typeface="Times New Roman" panose="02020603050405020304" pitchFamily="18" charset="0"/>
                <a:ea typeface="宋体" panose="02010600030101010101" pitchFamily="2" charset="-122"/>
                <a:sym typeface="Arial" panose="020B0604020202020204" pitchFamily="34" charset="0"/>
              </a:rPr>
              <a:t>while  (  a   &lt;   b )  a   =   a  +   1            ;</a:t>
            </a:r>
            <a:endParaRPr lang="zh-CN" altLang="en-US" sz="2400" b="1">
              <a:latin typeface="Times New Roman" panose="02020603050405020304" pitchFamily="18" charset="0"/>
              <a:ea typeface="宋体" panose="02010600030101010101" pitchFamily="2" charset="-122"/>
            </a:endParaRPr>
          </a:p>
          <a:p>
            <a:pPr algn="just" eaLnBrk="1" hangingPunct="1">
              <a:buFont typeface="Wingdings" panose="05000000000000000000" pitchFamily="2" charset="2"/>
              <a:buNone/>
            </a:pPr>
            <a:endParaRPr lang="zh-CN" altLang="en-US" sz="2400" b="1">
              <a:latin typeface="Times New Roman" panose="02020603050405020304" pitchFamily="18" charset="0"/>
            </a:endParaRPr>
          </a:p>
        </p:txBody>
      </p:sp>
      <p:sp>
        <p:nvSpPr>
          <p:cNvPr id="49155" name="Footer Placeholder 5">
            <a:extLst>
              <a:ext uri="{FF2B5EF4-FFF2-40B4-BE49-F238E27FC236}">
                <a16:creationId xmlns:a16="http://schemas.microsoft.com/office/drawing/2014/main" id="{4177385C-D2B0-45E6-B387-5092C4F22D7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9156" name="Slide Number Placeholder 6">
            <a:extLst>
              <a:ext uri="{FF2B5EF4-FFF2-40B4-BE49-F238E27FC236}">
                <a16:creationId xmlns:a16="http://schemas.microsoft.com/office/drawing/2014/main" id="{A041DBF2-C100-B56F-F037-364739CAC93A}"/>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17E81150-E092-4EB9-99FC-7777D7EFDC4A}"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33</a:t>
            </a:fld>
            <a:endParaRPr lang="en-GB" altLang="en-US" sz="1200" dirty="0">
              <a:latin typeface="Comic Sans MS" panose="030F0702030302020204" pitchFamily="66" charset="0"/>
              <a:ea typeface="宋体" panose="02010600030101010101" pitchFamily="2" charset="-122"/>
            </a:endParaRPr>
          </a:p>
        </p:txBody>
      </p:sp>
      <p:sp>
        <p:nvSpPr>
          <p:cNvPr id="49157" name="Title 10">
            <a:extLst>
              <a:ext uri="{FF2B5EF4-FFF2-40B4-BE49-F238E27FC236}">
                <a16:creationId xmlns:a16="http://schemas.microsoft.com/office/drawing/2014/main" id="{32E30FDA-452B-24BA-5E44-F2BE40E03E71}"/>
              </a:ext>
            </a:extLst>
          </p:cNvPr>
          <p:cNvSpPr>
            <a:spLocks noGrp="1" noChangeArrowheads="1"/>
          </p:cNvSpPr>
          <p:nvPr>
            <p:ph type="title" idx="4294967295"/>
          </p:nvPr>
        </p:nvSpPr>
        <p:spPr>
          <a:xfrm>
            <a:off x="503238" y="390525"/>
            <a:ext cx="7847012" cy="920750"/>
          </a:xfrm>
        </p:spPr>
        <p:txBody>
          <a:bodyPr/>
          <a:lstStyle/>
          <a:p>
            <a:r>
              <a:rPr lang="zh-CN" altLang="en-US"/>
              <a:t>语法分析</a:t>
            </a:r>
          </a:p>
        </p:txBody>
      </p:sp>
      <p:sp>
        <p:nvSpPr>
          <p:cNvPr id="49158" name="日期占位符 7">
            <a:extLst>
              <a:ext uri="{FF2B5EF4-FFF2-40B4-BE49-F238E27FC236}">
                <a16:creationId xmlns:a16="http://schemas.microsoft.com/office/drawing/2014/main" id="{59FAD521-A69E-BE7F-0C16-E5BC2C43C4F1}"/>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9159" name="TextBox 13">
            <a:extLst>
              <a:ext uri="{FF2B5EF4-FFF2-40B4-BE49-F238E27FC236}">
                <a16:creationId xmlns:a16="http://schemas.microsoft.com/office/drawing/2014/main" id="{8BC7B63A-5115-F5B0-25AF-A0D1EB74F1D2}"/>
              </a:ext>
            </a:extLst>
          </p:cNvPr>
          <p:cNvSpPr txBox="1">
            <a:spLocks noChangeArrowheads="1"/>
          </p:cNvSpPr>
          <p:nvPr/>
        </p:nvSpPr>
        <p:spPr bwMode="auto">
          <a:xfrm>
            <a:off x="47625" y="104775"/>
            <a:ext cx="5281613" cy="16351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1800" b="1">
                <a:latin typeface="宋体" panose="02010600030101010101" pitchFamily="2" charset="-122"/>
                <a:ea typeface="宋体" panose="02010600030101010101" pitchFamily="2" charset="-122"/>
                <a:sym typeface="方正书宋_GBK" charset="-122"/>
              </a:rPr>
              <a:t>stmt  →  while_stmt | assign_stmt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while_stmt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WHILE (</a:t>
            </a:r>
            <a:r>
              <a:rPr lang="en-US" altLang="zh-CN" sz="2000" b="1">
                <a:latin typeface="宋体" panose="02010600030101010101" pitchFamily="2" charset="-122"/>
                <a:ea typeface="宋体" panose="02010600030101010101" pitchFamily="2" charset="-122"/>
                <a:sym typeface="方正书宋_GBK" charset="-122"/>
              </a:rPr>
              <a:t> bool_expr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1800" b="1">
                <a:latin typeface="宋体" panose="02010600030101010101" pitchFamily="2" charset="-122"/>
                <a:ea typeface="宋体" panose="02010600030101010101" pitchFamily="2" charset="-122"/>
                <a:sym typeface="方正书宋_GBK" charset="-122"/>
              </a:rPr>
              <a:t> 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assign_stmt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000" b="1">
                <a:latin typeface="宋体" panose="02010600030101010101" pitchFamily="2" charset="-122"/>
                <a:ea typeface="宋体" panose="02010600030101010101" pitchFamily="2" charset="-122"/>
                <a:sym typeface="方正书宋_GBK" charset="-122"/>
              </a:rPr>
              <a:t>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primary_expr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000" b="1">
                <a:latin typeface="宋体" panose="02010600030101010101" pitchFamily="2" charset="-122"/>
                <a:ea typeface="宋体" panose="02010600030101010101" pitchFamily="2" charset="-122"/>
                <a:sym typeface="方正书宋_GBK" charset="-122"/>
              </a:rPr>
              <a: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NUMBER</a:t>
            </a: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49160" name="TextBox 13">
            <a:extLst>
              <a:ext uri="{FF2B5EF4-FFF2-40B4-BE49-F238E27FC236}">
                <a16:creationId xmlns:a16="http://schemas.microsoft.com/office/drawing/2014/main" id="{A34861B3-4C18-20A1-54F5-0D3000095656}"/>
              </a:ext>
            </a:extLst>
          </p:cNvPr>
          <p:cNvSpPr txBox="1">
            <a:spLocks noChangeArrowheads="1"/>
          </p:cNvSpPr>
          <p:nvPr/>
        </p:nvSpPr>
        <p:spPr bwMode="auto">
          <a:xfrm>
            <a:off x="5448300" y="88900"/>
            <a:ext cx="4492625" cy="1662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bool_expr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&gt;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expr → primary_expr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a:t>
            </a:r>
            <a:r>
              <a:rPr lang="zh-CN" altLang="en-US" sz="2000" b="1">
                <a:latin typeface="宋体" panose="02010600030101010101" pitchFamily="2" charset="-122"/>
                <a:ea typeface="宋体" panose="02010600030101010101" pitchFamily="2" charset="-122"/>
                <a:sym typeface="方正书宋_GBK" charset="-122"/>
              </a:rPr>
              <a:t>|  </a:t>
            </a:r>
            <a:r>
              <a:rPr lang="en-US" altLang="zh-CN" sz="2000" b="1">
                <a:latin typeface="宋体" panose="02010600030101010101" pitchFamily="2" charset="-122"/>
                <a:ea typeface="宋体" panose="02010600030101010101" pitchFamily="2" charset="-122"/>
                <a:sym typeface="方正书宋_GBK" charset="-122"/>
              </a:rPr>
              <a:t>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endParaRPr lang="en-US" altLang="zh-CN" sz="2000" b="1">
              <a:solidFill>
                <a:srgbClr val="FF0000"/>
              </a:solidFill>
              <a:latin typeface="宋体" panose="02010600030101010101" pitchFamily="2" charset="-122"/>
              <a:ea typeface="宋体" panose="02010600030101010101" pitchFamily="2" charset="-122"/>
              <a:sym typeface="方正书宋_GBK" charset="-122"/>
            </a:endParaRPr>
          </a:p>
        </p:txBody>
      </p:sp>
      <p:sp>
        <p:nvSpPr>
          <p:cNvPr id="49161" name="Text Box 4">
            <a:extLst>
              <a:ext uri="{FF2B5EF4-FFF2-40B4-BE49-F238E27FC236}">
                <a16:creationId xmlns:a16="http://schemas.microsoft.com/office/drawing/2014/main" id="{B9ECBA7C-9D0F-6E55-95F0-F0BE98FEB4D5}"/>
              </a:ext>
            </a:extLst>
          </p:cNvPr>
          <p:cNvSpPr txBox="1">
            <a:spLocks noChangeArrowheads="1"/>
          </p:cNvSpPr>
          <p:nvPr/>
        </p:nvSpPr>
        <p:spPr bwMode="auto">
          <a:xfrm>
            <a:off x="7488238" y="2670175"/>
            <a:ext cx="2368550"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endParaRPr lang="zh-CN" altLang="en-US" sz="2400" b="1">
              <a:latin typeface="宋体" panose="02010600030101010101" pitchFamily="2" charset="-122"/>
              <a:ea typeface="宋体" panose="02010600030101010101" pitchFamily="2" charset="-122"/>
            </a:endParaRPr>
          </a:p>
        </p:txBody>
      </p:sp>
      <p:grpSp>
        <p:nvGrpSpPr>
          <p:cNvPr id="10" name="组合 9">
            <a:extLst>
              <a:ext uri="{FF2B5EF4-FFF2-40B4-BE49-F238E27FC236}">
                <a16:creationId xmlns:a16="http://schemas.microsoft.com/office/drawing/2014/main" id="{037F14F1-E417-756A-683A-013E9BFFA909}"/>
              </a:ext>
            </a:extLst>
          </p:cNvPr>
          <p:cNvGrpSpPr>
            <a:grpSpLocks/>
          </p:cNvGrpSpPr>
          <p:nvPr/>
        </p:nvGrpSpPr>
        <p:grpSpPr bwMode="auto">
          <a:xfrm>
            <a:off x="7848600" y="3687763"/>
            <a:ext cx="1106488" cy="2759075"/>
            <a:chOff x="6642100" y="2699765"/>
            <a:chExt cx="1103322" cy="3195213"/>
          </a:xfrm>
        </p:grpSpPr>
        <p:cxnSp>
          <p:nvCxnSpPr>
            <p:cNvPr id="11" name="直接箭头连接符 10">
              <a:extLst>
                <a:ext uri="{FF2B5EF4-FFF2-40B4-BE49-F238E27FC236}">
                  <a16:creationId xmlns:a16="http://schemas.microsoft.com/office/drawing/2014/main" id="{D69DA6D8-EC3F-3E13-B767-F58743677426}"/>
                </a:ext>
              </a:extLst>
            </p:cNvPr>
            <p:cNvCxnSpPr/>
            <p:nvPr/>
          </p:nvCxnSpPr>
          <p:spPr>
            <a:xfrm>
              <a:off x="6642100" y="2699765"/>
              <a:ext cx="0" cy="3195213"/>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49164" name="文本框 5">
              <a:extLst>
                <a:ext uri="{FF2B5EF4-FFF2-40B4-BE49-F238E27FC236}">
                  <a16:creationId xmlns:a16="http://schemas.microsoft.com/office/drawing/2014/main" id="{D5EFF7B1-E7B0-0561-A67C-033E5B143F76}"/>
                </a:ext>
              </a:extLst>
            </p:cNvPr>
            <p:cNvSpPr txBox="1">
              <a:spLocks noChangeArrowheads="1"/>
            </p:cNvSpPr>
            <p:nvPr/>
          </p:nvSpPr>
          <p:spPr bwMode="auto">
            <a:xfrm>
              <a:off x="6710353" y="3946237"/>
              <a:ext cx="10350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t>推导</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08">
                                            <p:txEl>
                                              <p:pRg st="5" end="5"/>
                                            </p:txEl>
                                          </p:spTgt>
                                        </p:tgtEl>
                                        <p:attrNameLst>
                                          <p:attrName>style.visibility</p:attrName>
                                        </p:attrNameLst>
                                      </p:cBhvr>
                                      <p:to>
                                        <p:strVal val="visible"/>
                                      </p:to>
                                    </p:set>
                                    <p:animEffect transition="in" filter="blinds(horizontal)">
                                      <p:cBhvr>
                                        <p:cTn id="7" dur="500"/>
                                        <p:tgtEl>
                                          <p:spTgt spid="21508">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508">
                                            <p:txEl>
                                              <p:pRg st="6" end="6"/>
                                            </p:txEl>
                                          </p:spTgt>
                                        </p:tgtEl>
                                        <p:attrNameLst>
                                          <p:attrName>style.visibility</p:attrName>
                                        </p:attrNameLst>
                                      </p:cBhvr>
                                      <p:to>
                                        <p:strVal val="visible"/>
                                      </p:to>
                                    </p:set>
                                    <p:animEffect transition="in" filter="blinds(horizontal)">
                                      <p:cBhvr>
                                        <p:cTn id="12" dur="500"/>
                                        <p:tgtEl>
                                          <p:spTgt spid="21508">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508">
                                            <p:txEl>
                                              <p:pRg st="7" end="7"/>
                                            </p:txEl>
                                          </p:spTgt>
                                        </p:tgtEl>
                                        <p:attrNameLst>
                                          <p:attrName>style.visibility</p:attrName>
                                        </p:attrNameLst>
                                      </p:cBhvr>
                                      <p:to>
                                        <p:strVal val="visible"/>
                                      </p:to>
                                    </p:set>
                                    <p:animEffect transition="in" filter="blinds(horizontal)">
                                      <p:cBhvr>
                                        <p:cTn id="17" dur="500"/>
                                        <p:tgtEl>
                                          <p:spTgt spid="21508">
                                            <p:txEl>
                                              <p:pRg st="7" end="7"/>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1508">
                                            <p:txEl>
                                              <p:pRg st="8" end="8"/>
                                            </p:txEl>
                                          </p:spTgt>
                                        </p:tgtEl>
                                        <p:attrNameLst>
                                          <p:attrName>style.visibility</p:attrName>
                                        </p:attrNameLst>
                                      </p:cBhvr>
                                      <p:to>
                                        <p:strVal val="visible"/>
                                      </p:to>
                                    </p:set>
                                    <p:animEffect transition="in" filter="blinds(horizontal)">
                                      <p:cBhvr>
                                        <p:cTn id="22" dur="500"/>
                                        <p:tgtEl>
                                          <p:spTgt spid="21508">
                                            <p:txEl>
                                              <p:pRg st="8" end="8"/>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2">
            <a:extLst>
              <a:ext uri="{FF2B5EF4-FFF2-40B4-BE49-F238E27FC236}">
                <a16:creationId xmlns:a16="http://schemas.microsoft.com/office/drawing/2014/main" id="{DD462112-EECC-22CC-716A-440B4370102F}"/>
              </a:ext>
            </a:extLst>
          </p:cNvPr>
          <p:cNvSpPr txBox="1">
            <a:spLocks/>
          </p:cNvSpPr>
          <p:nvPr/>
        </p:nvSpPr>
        <p:spPr bwMode="auto">
          <a:xfrm>
            <a:off x="630238" y="363538"/>
            <a:ext cx="78867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a:lnSpc>
                <a:spcPct val="110000"/>
              </a:lnSpc>
              <a:spcAft>
                <a:spcPct val="0"/>
              </a:spcAft>
              <a:buFont typeface="Times New Roman" panose="02020603050405020304" pitchFamily="18" charset="0"/>
              <a:buNone/>
            </a:pPr>
            <a:r>
              <a:rPr lang="zh-CN" altLang="en-US" sz="4000"/>
              <a:t>推导</a:t>
            </a:r>
          </a:p>
        </p:txBody>
      </p:sp>
      <p:sp>
        <p:nvSpPr>
          <p:cNvPr id="5" name="Rectangle 2">
            <a:extLst>
              <a:ext uri="{FF2B5EF4-FFF2-40B4-BE49-F238E27FC236}">
                <a16:creationId xmlns:a16="http://schemas.microsoft.com/office/drawing/2014/main" id="{E5C81547-0879-4C17-CFAA-BAF3106816BA}"/>
              </a:ext>
            </a:extLst>
          </p:cNvPr>
          <p:cNvSpPr txBox="1">
            <a:spLocks noChangeArrowheads="1"/>
          </p:cNvSpPr>
          <p:nvPr/>
        </p:nvSpPr>
        <p:spPr bwMode="auto">
          <a:xfrm>
            <a:off x="630238" y="3208338"/>
            <a:ext cx="78867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90000"/>
              </a:lnSpc>
              <a:spcBef>
                <a:spcPts val="1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rPr>
              <a:t>定义：称</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a:t>
            </a:r>
            <a:r>
              <a:rPr lang="zh-CN" altLang="en-US" sz="2800">
                <a:solidFill>
                  <a:srgbClr val="CC0000"/>
                </a:solidFill>
                <a:latin typeface="微软雅黑" panose="020B0503020204020204" pitchFamily="34" charset="-122"/>
                <a:ea typeface="微软雅黑" panose="020B0503020204020204" pitchFamily="34" charset="-122"/>
              </a:rPr>
              <a:t>直接推出</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800">
                <a:solidFill>
                  <a:srgbClr val="404040"/>
                </a:solidFill>
                <a:latin typeface="微软雅黑" panose="020B0503020204020204" pitchFamily="34" charset="-122"/>
                <a:ea typeface="微软雅黑" panose="020B0503020204020204" pitchFamily="34" charset="-122"/>
              </a:rPr>
              <a:t>，即</a:t>
            </a:r>
          </a:p>
          <a:p>
            <a:pPr lvl="1" algn="ctr" eaLnBrk="1" hangingPunct="1">
              <a:lnSpc>
                <a:spcPct val="90000"/>
              </a:lnSpc>
              <a:spcBef>
                <a:spcPts val="1000"/>
              </a:spcBef>
              <a:spcAft>
                <a:spcPct val="0"/>
              </a:spcAft>
              <a:buClr>
                <a:srgbClr val="4F81BD"/>
              </a:buClr>
              <a:buSzPct val="80000"/>
              <a:buFont typeface="Wingdings" panose="05000000000000000000" pitchFamily="2" charset="2"/>
              <a:buNone/>
            </a:pPr>
            <a:r>
              <a:rPr lang="zh-CN" altLang="en-US">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0000D0"/>
                </a:solidFill>
                <a:latin typeface="微软雅黑" panose="020B0503020204020204" pitchFamily="34" charset="-122"/>
                <a:ea typeface="微软雅黑" panose="020B0503020204020204" pitchFamily="34" charset="-122"/>
                <a:sym typeface="Symbol" panose="05050102010706020507" pitchFamily="18" charset="2"/>
              </a:rPr>
              <a:t>A</a:t>
            </a:r>
            <a:r>
              <a:rPr lang="en-US" altLang="zh-CN">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1">
                <a:solidFill>
                  <a:srgbClr val="CC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0000D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endParaRPr lang="en-US" altLang="zh-CN">
              <a:solidFill>
                <a:srgbClr val="404040"/>
              </a:solidFill>
              <a:latin typeface="微软雅黑" panose="020B0503020204020204" pitchFamily="34" charset="-122"/>
              <a:ea typeface="微软雅黑" panose="020B0503020204020204" pitchFamily="34" charset="-122"/>
            </a:endParaRPr>
          </a:p>
          <a:p>
            <a:pPr eaLnBrk="1" hangingPunct="1">
              <a:lnSpc>
                <a:spcPct val="90000"/>
              </a:lnSpc>
              <a:spcBef>
                <a:spcPts val="1000"/>
              </a:spcBef>
              <a:spcAft>
                <a:spcPct val="0"/>
              </a:spcAft>
              <a:buClr>
                <a:srgbClr val="4F81BD"/>
              </a:buClr>
              <a:buSzPct val="80000"/>
              <a:buFont typeface="Wingdings" panose="05000000000000000000" pitchFamily="2" charset="2"/>
              <a:buNone/>
            </a:pPr>
            <a:r>
              <a:rPr lang="zh-CN" altLang="en-US" sz="2800">
                <a:solidFill>
                  <a:srgbClr val="404040"/>
                </a:solidFill>
                <a:latin typeface="微软雅黑" panose="020B0503020204020204" pitchFamily="34" charset="-122"/>
                <a:ea typeface="微软雅黑" panose="020B0503020204020204" pitchFamily="34" charset="-122"/>
              </a:rPr>
              <a:t>仅当</a:t>
            </a:r>
            <a:r>
              <a:rPr lang="en-US" altLang="zh-CN" sz="2800">
                <a:solidFill>
                  <a:srgbClr val="0000D0"/>
                </a:solidFill>
                <a:latin typeface="微软雅黑" panose="020B0503020204020204" pitchFamily="34" charset="-122"/>
                <a:ea typeface="微软雅黑" panose="020B0503020204020204" pitchFamily="34" charset="-122"/>
                <a:sym typeface="Symbol" panose="05050102010706020507" pitchFamily="18" charset="2"/>
              </a:rPr>
              <a:t>A</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800">
                <a:solidFill>
                  <a:srgbClr val="0000D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800">
                <a:solidFill>
                  <a:srgbClr val="0000D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800">
                <a:solidFill>
                  <a:srgbClr val="404040"/>
                </a:solidFill>
                <a:latin typeface="微软雅黑" panose="020B0503020204020204" pitchFamily="34" charset="-122"/>
                <a:ea typeface="微软雅黑" panose="020B0503020204020204" pitchFamily="34" charset="-122"/>
              </a:rPr>
              <a:t>是一个产生式，且</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  </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rPr>
              <a:t>V</a:t>
            </a:r>
            <a:r>
              <a:rPr lang="en-US" altLang="zh-CN" sz="2800" baseline="-25000">
                <a:solidFill>
                  <a:srgbClr val="404040"/>
                </a:solidFill>
                <a:latin typeface="微软雅黑" panose="020B0503020204020204" pitchFamily="34" charset="-122"/>
                <a:ea typeface="微软雅黑" panose="020B0503020204020204" pitchFamily="34" charset="-122"/>
              </a:rPr>
              <a:t>T </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rPr>
              <a:t>V</a:t>
            </a:r>
            <a:r>
              <a:rPr lang="en-US" altLang="zh-CN" sz="2800" baseline="-25000">
                <a:solidFill>
                  <a:srgbClr val="404040"/>
                </a:solidFill>
                <a:latin typeface="微软雅黑" panose="020B0503020204020204" pitchFamily="34" charset="-122"/>
                <a:ea typeface="微软雅黑" panose="020B0503020204020204" pitchFamily="34" charset="-122"/>
              </a:rPr>
              <a:t>N</a:t>
            </a:r>
            <a:r>
              <a:rPr lang="en-US" altLang="zh-CN" sz="2800">
                <a:solidFill>
                  <a:srgbClr val="404040"/>
                </a:solidFill>
                <a:latin typeface="微软雅黑" panose="020B0503020204020204" pitchFamily="34" charset="-122"/>
                <a:ea typeface="微软雅黑" panose="020B0503020204020204" pitchFamily="34" charset="-122"/>
              </a:rPr>
              <a:t>)</a:t>
            </a:r>
            <a:r>
              <a:rPr lang="en-US" altLang="zh-CN" sz="2800" baseline="30000">
                <a:solidFill>
                  <a:srgbClr val="404040"/>
                </a:solidFill>
                <a:latin typeface="微软雅黑" panose="020B0503020204020204" pitchFamily="34" charset="-122"/>
                <a:ea typeface="微软雅黑" panose="020B0503020204020204" pitchFamily="34" charset="-122"/>
              </a:rPr>
              <a:t>*</a:t>
            </a:r>
            <a:r>
              <a:rPr lang="en-US" altLang="zh-CN" sz="2800">
                <a:solidFill>
                  <a:srgbClr val="404040"/>
                </a:solidFill>
                <a:latin typeface="微软雅黑" panose="020B0503020204020204" pitchFamily="34" charset="-122"/>
                <a:ea typeface="微软雅黑" panose="020B0503020204020204" pitchFamily="34" charset="-122"/>
              </a:rPr>
              <a:t> </a:t>
            </a:r>
            <a:r>
              <a:rPr lang="zh-CN" altLang="en-US" sz="2800">
                <a:solidFill>
                  <a:srgbClr val="404040"/>
                </a:solidFill>
                <a:latin typeface="微软雅黑" panose="020B0503020204020204" pitchFamily="34" charset="-122"/>
                <a:ea typeface="微软雅黑" panose="020B0503020204020204" pitchFamily="34" charset="-122"/>
              </a:rPr>
              <a:t>。</a:t>
            </a:r>
          </a:p>
          <a:p>
            <a:pPr eaLnBrk="1" hangingPunct="1">
              <a:lnSpc>
                <a:spcPct val="90000"/>
              </a:lnSpc>
              <a:spcBef>
                <a:spcPct val="60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rPr>
              <a:t>如果</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1</a:t>
            </a:r>
            <a:r>
              <a:rPr lang="en-US" altLang="zh-CN" sz="2800">
                <a:solidFill>
                  <a:srgbClr val="404040"/>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2</a:t>
            </a:r>
            <a:r>
              <a:rPr lang="en-US" altLang="zh-CN" sz="2800">
                <a:solidFill>
                  <a:srgbClr val="404040"/>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n</a:t>
            </a:r>
            <a:r>
              <a:rPr lang="zh-CN" altLang="en-US" sz="2800">
                <a:solidFill>
                  <a:srgbClr val="404040"/>
                </a:solidFill>
                <a:latin typeface="微软雅黑" panose="020B0503020204020204" pitchFamily="34" charset="-122"/>
                <a:ea typeface="微软雅黑" panose="020B0503020204020204" pitchFamily="34" charset="-122"/>
              </a:rPr>
              <a:t>，则我们称这个序列是从</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1</a:t>
            </a:r>
            <a:r>
              <a:rPr lang="zh-CN" altLang="en-US" sz="2800">
                <a:solidFill>
                  <a:srgbClr val="404040"/>
                </a:solidFill>
                <a:latin typeface="微软雅黑" panose="020B0503020204020204" pitchFamily="34" charset="-122"/>
                <a:ea typeface="微软雅黑" panose="020B0503020204020204" pitchFamily="34" charset="-122"/>
              </a:rPr>
              <a:t>到</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n</a:t>
            </a:r>
            <a:r>
              <a:rPr lang="zh-CN" altLang="en-US" sz="2800">
                <a:solidFill>
                  <a:srgbClr val="404040"/>
                </a:solidFill>
                <a:latin typeface="微软雅黑" panose="020B0503020204020204" pitchFamily="34" charset="-122"/>
                <a:ea typeface="微软雅黑" panose="020B0503020204020204" pitchFamily="34" charset="-122"/>
              </a:rPr>
              <a:t>的一个</a:t>
            </a:r>
            <a:r>
              <a:rPr lang="zh-CN" altLang="en-US" sz="2800">
                <a:solidFill>
                  <a:srgbClr val="CC0000"/>
                </a:solidFill>
                <a:latin typeface="微软雅黑" panose="020B0503020204020204" pitchFamily="34" charset="-122"/>
                <a:ea typeface="微软雅黑" panose="020B0503020204020204" pitchFamily="34" charset="-122"/>
              </a:rPr>
              <a:t>推导</a:t>
            </a:r>
            <a:r>
              <a:rPr lang="zh-CN" altLang="en-US" sz="2800">
                <a:solidFill>
                  <a:srgbClr val="404040"/>
                </a:solidFill>
                <a:latin typeface="微软雅黑" panose="020B0503020204020204" pitchFamily="34" charset="-122"/>
                <a:ea typeface="微软雅黑" panose="020B0503020204020204" pitchFamily="34" charset="-122"/>
              </a:rPr>
              <a:t>。若存在一个从</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1</a:t>
            </a:r>
            <a:r>
              <a:rPr lang="zh-CN" altLang="en-US" sz="2800">
                <a:solidFill>
                  <a:srgbClr val="404040"/>
                </a:solidFill>
                <a:latin typeface="微软雅黑" panose="020B0503020204020204" pitchFamily="34" charset="-122"/>
                <a:ea typeface="微软雅黑" panose="020B0503020204020204" pitchFamily="34" charset="-122"/>
              </a:rPr>
              <a:t>到</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n</a:t>
            </a:r>
            <a:r>
              <a:rPr lang="zh-CN" altLang="en-US" sz="2800">
                <a:solidFill>
                  <a:srgbClr val="404040"/>
                </a:solidFill>
                <a:latin typeface="微软雅黑" panose="020B0503020204020204" pitchFamily="34" charset="-122"/>
                <a:ea typeface="微软雅黑" panose="020B0503020204020204" pitchFamily="34" charset="-122"/>
              </a:rPr>
              <a:t>的推导，则称</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1</a:t>
            </a:r>
            <a:r>
              <a:rPr lang="zh-CN" altLang="en-US" sz="2800">
                <a:solidFill>
                  <a:srgbClr val="404040"/>
                </a:solidFill>
                <a:latin typeface="微软雅黑" panose="020B0503020204020204" pitchFamily="34" charset="-122"/>
                <a:ea typeface="微软雅黑" panose="020B0503020204020204" pitchFamily="34" charset="-122"/>
              </a:rPr>
              <a:t>可以</a:t>
            </a:r>
            <a:r>
              <a:rPr lang="zh-CN" altLang="en-US" sz="2800">
                <a:solidFill>
                  <a:srgbClr val="CC0000"/>
                </a:solidFill>
                <a:latin typeface="微软雅黑" panose="020B0503020204020204" pitchFamily="34" charset="-122"/>
                <a:ea typeface="微软雅黑" panose="020B0503020204020204" pitchFamily="34" charset="-122"/>
              </a:rPr>
              <a:t>推导</a:t>
            </a:r>
            <a:r>
              <a:rPr lang="zh-CN" altLang="en-US" sz="2800">
                <a:solidFill>
                  <a:srgbClr val="404040"/>
                </a:solidFill>
                <a:latin typeface="微软雅黑" panose="020B0503020204020204" pitchFamily="34" charset="-122"/>
                <a:ea typeface="微软雅黑" panose="020B0503020204020204" pitchFamily="34" charset="-122"/>
              </a:rPr>
              <a:t>出</a:t>
            </a:r>
            <a:r>
              <a:rPr lang="zh-CN" altLang="en-US"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aseline="-25000">
                <a:solidFill>
                  <a:srgbClr val="404040"/>
                </a:solidFill>
                <a:latin typeface="微软雅黑" panose="020B0503020204020204" pitchFamily="34" charset="-122"/>
                <a:ea typeface="微软雅黑" panose="020B0503020204020204" pitchFamily="34" charset="-122"/>
                <a:sym typeface="Symbol" panose="05050102010706020507" pitchFamily="18" charset="2"/>
              </a:rPr>
              <a:t>n</a:t>
            </a:r>
            <a:r>
              <a:rPr lang="en-US" altLang="zh-CN" sz="2800">
                <a:solidFill>
                  <a:srgbClr val="404040"/>
                </a:solidFill>
                <a:latin typeface="微软雅黑" panose="020B0503020204020204" pitchFamily="34" charset="-122"/>
                <a:ea typeface="微软雅黑" panose="020B0503020204020204" pitchFamily="34" charset="-122"/>
              </a:rPr>
              <a:t> </a:t>
            </a:r>
            <a:r>
              <a:rPr lang="zh-CN" altLang="en-US" sz="2800">
                <a:solidFill>
                  <a:srgbClr val="404040"/>
                </a:solidFill>
                <a:latin typeface="微软雅黑" panose="020B0503020204020204" pitchFamily="34" charset="-122"/>
                <a:ea typeface="微软雅黑" panose="020B0503020204020204" pitchFamily="34" charset="-122"/>
              </a:rPr>
              <a:t>。</a:t>
            </a:r>
          </a:p>
          <a:p>
            <a:pPr eaLnBrk="1" hangingPunct="1">
              <a:lnSpc>
                <a:spcPct val="90000"/>
              </a:lnSpc>
              <a:spcBef>
                <a:spcPct val="60000"/>
              </a:spcBef>
              <a:spcAft>
                <a:spcPct val="0"/>
              </a:spcAft>
              <a:buClr>
                <a:srgbClr val="4F81BD"/>
              </a:buClr>
              <a:buSzPct val="80000"/>
              <a:buFont typeface="Wingdings 3" panose="05040102010807070707" pitchFamily="18" charset="2"/>
              <a:buChar char=""/>
            </a:pPr>
            <a:r>
              <a:rPr lang="zh-CN" altLang="en-US" sz="2800">
                <a:solidFill>
                  <a:srgbClr val="404040"/>
                </a:solidFill>
                <a:latin typeface="微软雅黑" panose="020B0503020204020204" pitchFamily="34" charset="-122"/>
                <a:ea typeface="微软雅黑" panose="020B0503020204020204" pitchFamily="34" charset="-122"/>
              </a:rPr>
              <a:t>对文法</a:t>
            </a:r>
            <a:r>
              <a:rPr lang="en-US" altLang="zh-CN" sz="2800">
                <a:solidFill>
                  <a:srgbClr val="404040"/>
                </a:solidFill>
                <a:latin typeface="微软雅黑" panose="020B0503020204020204" pitchFamily="34" charset="-122"/>
                <a:ea typeface="微软雅黑" panose="020B0503020204020204" pitchFamily="34" charset="-122"/>
              </a:rPr>
              <a:t>G(E)</a:t>
            </a:r>
            <a:r>
              <a:rPr lang="zh-CN" altLang="en-US" sz="2800">
                <a:solidFill>
                  <a:srgbClr val="404040"/>
                </a:solidFill>
                <a:latin typeface="微软雅黑" panose="020B0503020204020204" pitchFamily="34" charset="-122"/>
                <a:ea typeface="微软雅黑" panose="020B0503020204020204" pitchFamily="34" charset="-122"/>
              </a:rPr>
              <a:t>： </a:t>
            </a:r>
            <a:r>
              <a:rPr lang="en-US" altLang="zh-CN" sz="2800">
                <a:solidFill>
                  <a:srgbClr val="404040"/>
                </a:solidFill>
                <a:latin typeface="微软雅黑" panose="020B0503020204020204" pitchFamily="34" charset="-122"/>
                <a:ea typeface="微软雅黑" panose="020B0503020204020204" pitchFamily="34" charset="-122"/>
              </a:rPr>
              <a:t>E </a:t>
            </a:r>
            <a:r>
              <a:rPr lang="en-US" altLang="zh-CN" sz="2800">
                <a:solidFill>
                  <a:srgbClr val="40404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a:solidFill>
                  <a:srgbClr val="404040"/>
                </a:solidFill>
                <a:latin typeface="微软雅黑" panose="020B0503020204020204" pitchFamily="34" charset="-122"/>
                <a:ea typeface="微软雅黑" panose="020B0503020204020204" pitchFamily="34" charset="-122"/>
              </a:rPr>
              <a:t> i | E+E | E*E | (E)</a:t>
            </a:r>
          </a:p>
        </p:txBody>
      </p:sp>
      <p:sp>
        <p:nvSpPr>
          <p:cNvPr id="6" name="Text Box 5">
            <a:extLst>
              <a:ext uri="{FF2B5EF4-FFF2-40B4-BE49-F238E27FC236}">
                <a16:creationId xmlns:a16="http://schemas.microsoft.com/office/drawing/2014/main" id="{66A8431A-B260-BC6D-39E1-D57B01F6D476}"/>
              </a:ext>
            </a:extLst>
          </p:cNvPr>
          <p:cNvSpPr txBox="1">
            <a:spLocks noChangeArrowheads="1"/>
          </p:cNvSpPr>
          <p:nvPr/>
        </p:nvSpPr>
        <p:spPr bwMode="auto">
          <a:xfrm>
            <a:off x="1912938" y="6805613"/>
            <a:ext cx="10826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Bef>
                <a:spcPct val="20000"/>
              </a:spcBef>
              <a:spcAft>
                <a:spcPct val="0"/>
              </a:spcAft>
              <a:buClr>
                <a:srgbClr val="C0504D"/>
              </a:buClr>
              <a:buSzPct val="80000"/>
              <a:buFont typeface="Wingdings" panose="05000000000000000000" pitchFamily="2" charset="2"/>
              <a:buNone/>
            </a:pPr>
            <a:r>
              <a:rPr lang="en-US" altLang="zh-CN" sz="2800">
                <a:latin typeface="微软雅黑" panose="020B0503020204020204" pitchFamily="34" charset="-122"/>
                <a:ea typeface="微软雅黑" panose="020B0503020204020204" pitchFamily="34" charset="-122"/>
                <a:sym typeface="Symbol" panose="05050102010706020507" pitchFamily="18" charset="2"/>
              </a:rPr>
              <a:t></a:t>
            </a:r>
            <a:r>
              <a:rPr lang="en-US" altLang="zh-CN" sz="2800">
                <a:latin typeface="微软雅黑" panose="020B0503020204020204" pitchFamily="34" charset="-122"/>
                <a:ea typeface="微软雅黑" panose="020B0503020204020204" pitchFamily="34" charset="-122"/>
              </a:rPr>
              <a:t> (E)</a:t>
            </a:r>
            <a:endParaRPr lang="en-US" altLang="zh-CN" sz="2800">
              <a:latin typeface="微软雅黑" panose="020B0503020204020204" pitchFamily="34" charset="-122"/>
              <a:ea typeface="微软雅黑" panose="020B0503020204020204" pitchFamily="34" charset="-122"/>
              <a:sym typeface="Symbol" panose="05050102010706020507" pitchFamily="18" charset="2"/>
            </a:endParaRPr>
          </a:p>
        </p:txBody>
      </p:sp>
      <p:sp>
        <p:nvSpPr>
          <p:cNvPr id="7" name="Text Box 6">
            <a:extLst>
              <a:ext uri="{FF2B5EF4-FFF2-40B4-BE49-F238E27FC236}">
                <a16:creationId xmlns:a16="http://schemas.microsoft.com/office/drawing/2014/main" id="{A251856E-41CA-B2D3-508A-303E59D3D5D4}"/>
              </a:ext>
            </a:extLst>
          </p:cNvPr>
          <p:cNvSpPr txBox="1">
            <a:spLocks noChangeArrowheads="1"/>
          </p:cNvSpPr>
          <p:nvPr/>
        </p:nvSpPr>
        <p:spPr bwMode="auto">
          <a:xfrm>
            <a:off x="2868613" y="6805613"/>
            <a:ext cx="15462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SzTx/>
              <a:buFontTx/>
              <a:buNone/>
            </a:pPr>
            <a:r>
              <a:rPr lang="en-US" altLang="zh-CN" sz="2800">
                <a:latin typeface="微软雅黑" panose="020B0503020204020204" pitchFamily="34" charset="-122"/>
                <a:ea typeface="微软雅黑" panose="020B0503020204020204" pitchFamily="34" charset="-122"/>
                <a:sym typeface="Symbol" panose="05050102010706020507" pitchFamily="18" charset="2"/>
              </a:rPr>
              <a:t> (</a:t>
            </a:r>
            <a:r>
              <a:rPr lang="en-US" altLang="zh-CN" sz="2800">
                <a:latin typeface="微软雅黑" panose="020B0503020204020204" pitchFamily="34" charset="-122"/>
                <a:ea typeface="微软雅黑" panose="020B0503020204020204" pitchFamily="34" charset="-122"/>
              </a:rPr>
              <a:t>E+E</a:t>
            </a:r>
            <a:r>
              <a:rPr lang="en-US" altLang="zh-CN" sz="2800">
                <a:latin typeface="微软雅黑" panose="020B0503020204020204" pitchFamily="34" charset="-122"/>
                <a:ea typeface="微软雅黑" panose="020B0503020204020204" pitchFamily="34" charset="-122"/>
                <a:sym typeface="Symbol" panose="05050102010706020507" pitchFamily="18" charset="2"/>
              </a:rPr>
              <a:t>)</a:t>
            </a:r>
            <a:endParaRPr lang="en-GB" altLang="zh-CN" sz="2800">
              <a:latin typeface="微软雅黑" panose="020B0503020204020204" pitchFamily="34" charset="-122"/>
              <a:ea typeface="微软雅黑" panose="020B0503020204020204" pitchFamily="34" charset="-122"/>
              <a:sym typeface="Symbol" panose="05050102010706020507" pitchFamily="18" charset="2"/>
            </a:endParaRPr>
          </a:p>
        </p:txBody>
      </p:sp>
      <p:sp>
        <p:nvSpPr>
          <p:cNvPr id="8" name="Text Box 7">
            <a:extLst>
              <a:ext uri="{FF2B5EF4-FFF2-40B4-BE49-F238E27FC236}">
                <a16:creationId xmlns:a16="http://schemas.microsoft.com/office/drawing/2014/main" id="{298F84E5-6654-B7E3-F52C-A441251C9AF5}"/>
              </a:ext>
            </a:extLst>
          </p:cNvPr>
          <p:cNvSpPr txBox="1">
            <a:spLocks noChangeArrowheads="1"/>
          </p:cNvSpPr>
          <p:nvPr/>
        </p:nvSpPr>
        <p:spPr bwMode="auto">
          <a:xfrm>
            <a:off x="4257675" y="6805613"/>
            <a:ext cx="14446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SzTx/>
              <a:buFontTx/>
              <a:buNone/>
            </a:pPr>
            <a:r>
              <a:rPr lang="en-US" altLang="zh-CN" sz="2800">
                <a:latin typeface="微软雅黑" panose="020B0503020204020204" pitchFamily="34" charset="-122"/>
                <a:ea typeface="微软雅黑" panose="020B0503020204020204" pitchFamily="34" charset="-122"/>
                <a:sym typeface="Symbol" panose="05050102010706020507" pitchFamily="18" charset="2"/>
              </a:rPr>
              <a:t> (i+E)</a:t>
            </a:r>
            <a:endParaRPr lang="en-GB" altLang="zh-CN" sz="2800">
              <a:latin typeface="微软雅黑" panose="020B0503020204020204" pitchFamily="34" charset="-122"/>
              <a:ea typeface="微软雅黑" panose="020B0503020204020204" pitchFamily="34" charset="-122"/>
              <a:sym typeface="Symbol" panose="05050102010706020507" pitchFamily="18" charset="2"/>
            </a:endParaRPr>
          </a:p>
        </p:txBody>
      </p:sp>
      <p:sp>
        <p:nvSpPr>
          <p:cNvPr id="9" name="Text Box 8">
            <a:extLst>
              <a:ext uri="{FF2B5EF4-FFF2-40B4-BE49-F238E27FC236}">
                <a16:creationId xmlns:a16="http://schemas.microsoft.com/office/drawing/2014/main" id="{79E3DE18-B00F-7E61-C997-ED0D1C2A4965}"/>
              </a:ext>
            </a:extLst>
          </p:cNvPr>
          <p:cNvSpPr txBox="1">
            <a:spLocks noChangeArrowheads="1"/>
          </p:cNvSpPr>
          <p:nvPr/>
        </p:nvSpPr>
        <p:spPr bwMode="auto">
          <a:xfrm>
            <a:off x="5541963" y="6805613"/>
            <a:ext cx="5397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SzTx/>
              <a:buFontTx/>
              <a:buNone/>
            </a:pPr>
            <a:r>
              <a:rPr lang="en-US" altLang="zh-CN" sz="2800">
                <a:latin typeface="微软雅黑" panose="020B0503020204020204" pitchFamily="34" charset="-122"/>
                <a:ea typeface="微软雅黑" panose="020B0503020204020204" pitchFamily="34" charset="-122"/>
                <a:sym typeface="Symbol" panose="05050102010706020507" pitchFamily="18" charset="2"/>
              </a:rPr>
              <a:t></a:t>
            </a:r>
            <a:endParaRPr lang="en-GB" altLang="zh-CN" sz="2800">
              <a:latin typeface="微软雅黑" panose="020B0503020204020204" pitchFamily="34" charset="-122"/>
              <a:ea typeface="微软雅黑" panose="020B0503020204020204" pitchFamily="34" charset="-122"/>
              <a:sym typeface="Symbol" panose="05050102010706020507" pitchFamily="18" charset="2"/>
            </a:endParaRPr>
          </a:p>
        </p:txBody>
      </p:sp>
      <p:sp>
        <p:nvSpPr>
          <p:cNvPr id="10" name="Text Box 9">
            <a:extLst>
              <a:ext uri="{FF2B5EF4-FFF2-40B4-BE49-F238E27FC236}">
                <a16:creationId xmlns:a16="http://schemas.microsoft.com/office/drawing/2014/main" id="{DDAD41B0-EA82-179E-6DB6-7782C8BD8267}"/>
              </a:ext>
            </a:extLst>
          </p:cNvPr>
          <p:cNvSpPr txBox="1">
            <a:spLocks noChangeArrowheads="1"/>
          </p:cNvSpPr>
          <p:nvPr/>
        </p:nvSpPr>
        <p:spPr bwMode="auto">
          <a:xfrm>
            <a:off x="1670050" y="6805613"/>
            <a:ext cx="382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SzTx/>
              <a:buFontTx/>
              <a:buNone/>
            </a:pPr>
            <a:r>
              <a:rPr lang="en-US" altLang="zh-CN" sz="2800">
                <a:latin typeface="微软雅黑" panose="020B0503020204020204" pitchFamily="34" charset="-122"/>
                <a:ea typeface="微软雅黑" panose="020B0503020204020204" pitchFamily="34" charset="-122"/>
              </a:rPr>
              <a:t>E</a:t>
            </a:r>
            <a:endParaRPr lang="en-GB" altLang="zh-CN" sz="2800">
              <a:latin typeface="微软雅黑" panose="020B0503020204020204" pitchFamily="34" charset="-122"/>
              <a:ea typeface="微软雅黑" panose="020B0503020204020204" pitchFamily="34" charset="-122"/>
            </a:endParaRPr>
          </a:p>
        </p:txBody>
      </p:sp>
      <p:sp>
        <p:nvSpPr>
          <p:cNvPr id="11" name="Text Box 8">
            <a:extLst>
              <a:ext uri="{FF2B5EF4-FFF2-40B4-BE49-F238E27FC236}">
                <a16:creationId xmlns:a16="http://schemas.microsoft.com/office/drawing/2014/main" id="{50BD2B8E-6A01-C7F8-BFE9-2CD39B881350}"/>
              </a:ext>
            </a:extLst>
          </p:cNvPr>
          <p:cNvSpPr txBox="1">
            <a:spLocks noChangeArrowheads="1"/>
          </p:cNvSpPr>
          <p:nvPr/>
        </p:nvSpPr>
        <p:spPr bwMode="auto">
          <a:xfrm>
            <a:off x="5884863" y="6805613"/>
            <a:ext cx="9890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SzTx/>
              <a:buFontTx/>
              <a:buNone/>
            </a:pPr>
            <a:r>
              <a:rPr lang="en-US" altLang="zh-CN" sz="2800">
                <a:latin typeface="微软雅黑" panose="020B0503020204020204" pitchFamily="34" charset="-122"/>
                <a:ea typeface="微软雅黑" panose="020B0503020204020204" pitchFamily="34" charset="-122"/>
                <a:sym typeface="Symbol" panose="05050102010706020507" pitchFamily="18" charset="2"/>
              </a:rPr>
              <a:t> (i+i)</a:t>
            </a:r>
            <a:endParaRPr lang="en-GB" altLang="zh-CN" sz="2800">
              <a:latin typeface="微软雅黑" panose="020B0503020204020204" pitchFamily="34" charset="-122"/>
              <a:ea typeface="微软雅黑" panose="020B0503020204020204" pitchFamily="34" charset="-122"/>
              <a:sym typeface="Symbol" panose="05050102010706020507" pitchFamily="18" charset="2"/>
            </a:endParaRPr>
          </a:p>
        </p:txBody>
      </p:sp>
      <p:sp>
        <p:nvSpPr>
          <p:cNvPr id="50186" name="标题 2">
            <a:extLst>
              <a:ext uri="{FF2B5EF4-FFF2-40B4-BE49-F238E27FC236}">
                <a16:creationId xmlns:a16="http://schemas.microsoft.com/office/drawing/2014/main" id="{F7390627-96B8-3E7D-69D1-17C0C5635FFE}"/>
              </a:ext>
            </a:extLst>
          </p:cNvPr>
          <p:cNvSpPr txBox="1">
            <a:spLocks/>
          </p:cNvSpPr>
          <p:nvPr/>
        </p:nvSpPr>
        <p:spPr bwMode="auto">
          <a:xfrm>
            <a:off x="630238" y="1160463"/>
            <a:ext cx="78867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a:lnSpc>
                <a:spcPct val="110000"/>
              </a:lnSpc>
              <a:spcAft>
                <a:spcPct val="0"/>
              </a:spcAft>
              <a:buFont typeface="Times New Roman" panose="02020603050405020304" pitchFamily="18" charset="0"/>
              <a:buNone/>
            </a:pPr>
            <a:r>
              <a:rPr lang="zh-CN" altLang="en-US" sz="2800" b="1">
                <a:solidFill>
                  <a:srgbClr val="404040"/>
                </a:solidFill>
                <a:latin typeface="微软雅黑" panose="020B0503020204020204" pitchFamily="34" charset="-122"/>
                <a:ea typeface="微软雅黑" panose="020B0503020204020204" pitchFamily="34" charset="-122"/>
              </a:rPr>
              <a:t>定义：从文法开始符号出发，不断将非终结符号替换成该非终结符号的某个产生式的体。</a:t>
            </a:r>
            <a:endParaRPr lang="en-US" altLang="zh-CN" sz="2800" b="1">
              <a:solidFill>
                <a:srgbClr val="404040"/>
              </a:solidFill>
              <a:latin typeface="微软雅黑" panose="020B0503020204020204" pitchFamily="34" charset="-122"/>
              <a:ea typeface="微软雅黑" panose="020B0503020204020204" pitchFamily="34" charset="-122"/>
            </a:endParaRPr>
          </a:p>
          <a:p>
            <a:pPr>
              <a:lnSpc>
                <a:spcPct val="110000"/>
              </a:lnSpc>
              <a:spcAft>
                <a:spcPct val="0"/>
              </a:spcAft>
              <a:buFont typeface="Times New Roman" panose="02020603050405020304" pitchFamily="18" charset="0"/>
              <a:buNone/>
            </a:pPr>
            <a:r>
              <a:rPr lang="zh-CN" altLang="en-US" sz="2800" b="1">
                <a:solidFill>
                  <a:srgbClr val="404040"/>
                </a:solidFill>
                <a:latin typeface="微软雅黑" panose="020B0503020204020204" pitchFamily="34" charset="-122"/>
                <a:ea typeface="微软雅黑" panose="020B0503020204020204" pitchFamily="34" charset="-122"/>
              </a:rPr>
              <a:t>从开始符号推导得到的所有终结符号串的集合为该文法定义的语言</a:t>
            </a:r>
          </a:p>
        </p:txBody>
      </p:sp>
      <p:sp>
        <p:nvSpPr>
          <p:cNvPr id="2" name="Slide Number Placeholder 6">
            <a:extLst>
              <a:ext uri="{FF2B5EF4-FFF2-40B4-BE49-F238E27FC236}">
                <a16:creationId xmlns:a16="http://schemas.microsoft.com/office/drawing/2014/main" id="{581777E5-424E-32A4-9C0B-B2FCE191F62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17E81150-E092-4EB9-99FC-7777D7EFDC4A}"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34</a:t>
            </a:fld>
            <a:endParaRPr lang="en-GB" altLang="en-US" sz="120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wipe(left)">
                                      <p:cBhvr>
                                        <p:cTn id="10" dur="500"/>
                                        <p:tgtEl>
                                          <p:spTgt spid="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wipe(left)">
                                      <p:cBhvr>
                                        <p:cTn id="20" dur="500"/>
                                        <p:tgtEl>
                                          <p:spTgt spid="5">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wipe(left)">
                                      <p:cBhvr>
                                        <p:cTn id="25" dur="500"/>
                                        <p:tgtEl>
                                          <p:spTgt spid="5">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p:bldP spid="7" grpId="0"/>
      <p:bldP spid="8" grpId="0"/>
      <p:bldP spid="9" grpId="0"/>
      <p:bldP spid="10"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2">
            <a:extLst>
              <a:ext uri="{FF2B5EF4-FFF2-40B4-BE49-F238E27FC236}">
                <a16:creationId xmlns:a16="http://schemas.microsoft.com/office/drawing/2014/main" id="{CAEC7291-4765-2CF3-A557-77DC33DC297F}"/>
              </a:ext>
            </a:extLst>
          </p:cNvPr>
          <p:cNvSpPr txBox="1">
            <a:spLocks/>
          </p:cNvSpPr>
          <p:nvPr/>
        </p:nvSpPr>
        <p:spPr bwMode="auto">
          <a:xfrm>
            <a:off x="630238" y="363538"/>
            <a:ext cx="78867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a:lnSpc>
                <a:spcPct val="110000"/>
              </a:lnSpc>
              <a:spcAft>
                <a:spcPct val="0"/>
              </a:spcAft>
              <a:buFont typeface="Times New Roman" panose="02020603050405020304" pitchFamily="18" charset="0"/>
              <a:buNone/>
            </a:pPr>
            <a:r>
              <a:rPr lang="zh-CN" altLang="en-US" sz="4000" dirty="0"/>
              <a:t>推导</a:t>
            </a:r>
          </a:p>
        </p:txBody>
      </p:sp>
      <p:sp>
        <p:nvSpPr>
          <p:cNvPr id="12" name="Rectangle 3">
            <a:extLst>
              <a:ext uri="{FF2B5EF4-FFF2-40B4-BE49-F238E27FC236}">
                <a16:creationId xmlns:a16="http://schemas.microsoft.com/office/drawing/2014/main" id="{1A8349CE-FFA8-0528-CE70-01D254D6304F}"/>
              </a:ext>
            </a:extLst>
          </p:cNvPr>
          <p:cNvSpPr txBox="1">
            <a:spLocks noChangeArrowheads="1"/>
          </p:cNvSpPr>
          <p:nvPr/>
        </p:nvSpPr>
        <p:spPr bwMode="auto">
          <a:xfrm>
            <a:off x="4573588" y="363538"/>
            <a:ext cx="5178425" cy="3421062"/>
          </a:xfrm>
          <a:prstGeom prst="rect">
            <a:avLst/>
          </a:prstGeom>
          <a:gradFill rotWithShape="1">
            <a:gsLst>
              <a:gs pos="0">
                <a:srgbClr val="C5DEE7"/>
              </a:gs>
              <a:gs pos="88000">
                <a:srgbClr val="70B7CD"/>
              </a:gs>
              <a:gs pos="100000">
                <a:srgbClr val="70B7CD"/>
              </a:gs>
            </a:gsLst>
            <a:lin ang="5400000"/>
          </a:gradFill>
          <a:ln w="12700" cap="rnd" algn="ctr">
            <a:solidFill>
              <a:srgbClr val="4BACC6"/>
            </a:solidFill>
            <a:miter lim="800000"/>
            <a:headEnd/>
            <a:tailEnd/>
          </a:ln>
        </p:spPr>
        <p:txBody>
          <a:bodyPr lIns="68580" tIns="34290" rIns="68580" bIns="34290"/>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句子</a:t>
            </a:r>
            <a:r>
              <a:rPr lang="en-US" altLang="zh-CN" sz="2000" dirty="0">
                <a:latin typeface="微软雅黑" panose="020B0503020204020204" pitchFamily="34" charset="-122"/>
                <a:ea typeface="微软雅黑" panose="020B0503020204020204" pitchFamily="34" charset="-122"/>
              </a:rPr>
              <a:t>&gt;</a:t>
            </a:r>
          </a:p>
          <a:p>
            <a:pPr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主语</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谓语</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间接宾语</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直接宾语</a:t>
            </a:r>
            <a:r>
              <a:rPr lang="en-US" altLang="zh-CN" sz="2000" dirty="0">
                <a:solidFill>
                  <a:srgbClr val="0000D0"/>
                </a:solidFill>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代词</a:t>
            </a:r>
            <a:r>
              <a:rPr lang="en-US" altLang="zh-CN" sz="2000" dirty="0">
                <a:solidFill>
                  <a:srgbClr val="0000D0"/>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&lt;</a:t>
            </a:r>
            <a:r>
              <a:rPr lang="zh-CN" altLang="en-US" sz="2000" dirty="0">
                <a:latin typeface="微软雅黑" panose="020B0503020204020204" pitchFamily="34" charset="-122"/>
                <a:ea typeface="微软雅黑" panose="020B0503020204020204" pitchFamily="34" charset="-122"/>
              </a:rPr>
              <a:t>谓语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00D0"/>
                </a:solidFill>
                <a:latin typeface="微软雅黑" panose="020B0503020204020204" pitchFamily="34" charset="-122"/>
                <a:ea typeface="微软雅黑" panose="020B0503020204020204" pitchFamily="34" charset="-122"/>
              </a:rPr>
              <a:t>He</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谓语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动词</a:t>
            </a:r>
            <a:r>
              <a:rPr lang="en-US" altLang="zh-CN" sz="2000" dirty="0">
                <a:solidFill>
                  <a:srgbClr val="0000D0"/>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a:t>
            </a:r>
            <a:r>
              <a:rPr lang="en-US" altLang="zh-CN" sz="2000" dirty="0">
                <a:solidFill>
                  <a:srgbClr val="0000D0"/>
                </a:solidFill>
                <a:latin typeface="微软雅黑" panose="020B0503020204020204" pitchFamily="34" charset="-122"/>
                <a:ea typeface="微软雅黑" panose="020B0503020204020204" pitchFamily="34" charset="-122"/>
              </a:rPr>
              <a:t>gave</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间接宾语</a:t>
            </a:r>
            <a:r>
              <a:rPr lang="en-US" altLang="zh-CN" sz="2000" dirty="0">
                <a:latin typeface="微软雅黑" panose="020B0503020204020204" pitchFamily="34" charset="-122"/>
                <a:ea typeface="微软雅黑" panose="020B0503020204020204" pitchFamily="34" charset="-122"/>
              </a:rPr>
              <a:t>&gt;&lt;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代词</a:t>
            </a:r>
            <a:r>
              <a:rPr lang="en-US" altLang="zh-CN" sz="2000" dirty="0">
                <a:solidFill>
                  <a:srgbClr val="0000D0"/>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a:t>
            </a:r>
            <a:r>
              <a:rPr lang="en-US" altLang="zh-CN" sz="2000" dirty="0">
                <a:solidFill>
                  <a:srgbClr val="0000D0"/>
                </a:solidFill>
                <a:latin typeface="微软雅黑" panose="020B0503020204020204" pitchFamily="34" charset="-122"/>
                <a:ea typeface="微软雅黑" panose="020B0503020204020204" pitchFamily="34" charset="-122"/>
              </a:rPr>
              <a:t>me</a:t>
            </a:r>
            <a:r>
              <a:rPr lang="en-US" altLang="zh-CN" sz="2000" dirty="0">
                <a:latin typeface="微软雅黑" panose="020B0503020204020204" pitchFamily="34" charset="-122"/>
                <a:ea typeface="微软雅黑" panose="020B0503020204020204" pitchFamily="34" charset="-122"/>
              </a:rPr>
              <a:t> &lt;</a:t>
            </a:r>
            <a:r>
              <a:rPr lang="zh-CN" altLang="en-US" sz="2000" dirty="0">
                <a:latin typeface="微软雅黑" panose="020B0503020204020204" pitchFamily="34" charset="-122"/>
                <a:ea typeface="微软雅黑" panose="020B0503020204020204" pitchFamily="34" charset="-122"/>
              </a:rPr>
              <a:t>直接宾语</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me </a:t>
            </a:r>
            <a:r>
              <a:rPr lang="en-US" altLang="zh-CN" sz="2000" dirty="0">
                <a:solidFill>
                  <a:srgbClr val="0000D0"/>
                </a:solidFill>
                <a:latin typeface="微软雅黑" panose="020B0503020204020204" pitchFamily="34" charset="-122"/>
                <a:ea typeface="微软雅黑" panose="020B0503020204020204" pitchFamily="34" charset="-122"/>
              </a:rPr>
              <a:t>&lt;</a:t>
            </a:r>
            <a:r>
              <a:rPr lang="zh-CN" altLang="en-US" sz="2000" dirty="0">
                <a:solidFill>
                  <a:srgbClr val="0000D0"/>
                </a:solidFill>
                <a:latin typeface="微软雅黑" panose="020B0503020204020204" pitchFamily="34" charset="-122"/>
                <a:ea typeface="微软雅黑" panose="020B0503020204020204" pitchFamily="34" charset="-122"/>
              </a:rPr>
              <a:t>冠词</a:t>
            </a:r>
            <a:r>
              <a:rPr lang="en-US" altLang="zh-CN" sz="2000" dirty="0">
                <a:solidFill>
                  <a:srgbClr val="0000D0"/>
                </a:solidFill>
                <a:latin typeface="微软雅黑" panose="020B0503020204020204" pitchFamily="34" charset="-122"/>
                <a:ea typeface="微软雅黑" panose="020B0503020204020204" pitchFamily="34" charset="-122"/>
              </a:rPr>
              <a:t>&gt;&lt;</a:t>
            </a:r>
            <a:r>
              <a:rPr lang="zh-CN" altLang="en-US" sz="2000" dirty="0">
                <a:solidFill>
                  <a:srgbClr val="0000D0"/>
                </a:solidFill>
                <a:latin typeface="微软雅黑" panose="020B0503020204020204" pitchFamily="34" charset="-122"/>
                <a:ea typeface="微软雅黑" panose="020B0503020204020204" pitchFamily="34" charset="-122"/>
              </a:rPr>
              <a:t>名词</a:t>
            </a:r>
            <a:r>
              <a:rPr lang="en-US" altLang="zh-CN" sz="2000" dirty="0">
                <a:solidFill>
                  <a:srgbClr val="0000D0"/>
                </a:solidFill>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me </a:t>
            </a:r>
            <a:r>
              <a:rPr lang="en-US" altLang="zh-CN" sz="2000" dirty="0">
                <a:solidFill>
                  <a:srgbClr val="0000D0"/>
                </a:solidFill>
                <a:latin typeface="微软雅黑" panose="020B0503020204020204" pitchFamily="34" charset="-122"/>
                <a:ea typeface="微软雅黑" panose="020B0503020204020204" pitchFamily="34" charset="-122"/>
              </a:rPr>
              <a:t>a </a:t>
            </a:r>
            <a:r>
              <a:rPr lang="en-US" altLang="zh-CN" sz="2000" dirty="0">
                <a:latin typeface="微软雅黑" panose="020B0503020204020204" pitchFamily="34" charset="-122"/>
                <a:ea typeface="微软雅黑" panose="020B0503020204020204" pitchFamily="34" charset="-122"/>
              </a:rPr>
              <a:t>&lt;</a:t>
            </a:r>
            <a:r>
              <a:rPr lang="zh-CN" altLang="en-US" sz="2000" dirty="0">
                <a:latin typeface="微软雅黑" panose="020B0503020204020204" pitchFamily="34" charset="-122"/>
                <a:ea typeface="微软雅黑" panose="020B0503020204020204" pitchFamily="34" charset="-122"/>
              </a:rPr>
              <a:t>名词</a:t>
            </a:r>
            <a:r>
              <a:rPr lang="en-US" altLang="zh-CN" sz="2000" dirty="0">
                <a:latin typeface="微软雅黑" panose="020B0503020204020204" pitchFamily="34" charset="-122"/>
                <a:ea typeface="微软雅黑" panose="020B0503020204020204" pitchFamily="34" charset="-122"/>
              </a:rPr>
              <a:t>&gt;</a:t>
            </a:r>
          </a:p>
          <a:p>
            <a:pPr algn="just" eaLnBrk="1" hangingPunct="1">
              <a:lnSpc>
                <a:spcPct val="100000"/>
              </a:lnSpc>
              <a:spcAft>
                <a:spcPct val="0"/>
              </a:spcAft>
              <a:buClr>
                <a:srgbClr val="4F81BD"/>
              </a:buClr>
              <a:buSzPct val="80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He gave me a </a:t>
            </a:r>
            <a:r>
              <a:rPr lang="en-US" altLang="zh-CN" sz="2000" dirty="0">
                <a:solidFill>
                  <a:srgbClr val="0000D0"/>
                </a:solidFill>
                <a:latin typeface="微软雅黑" panose="020B0503020204020204" pitchFamily="34" charset="-122"/>
                <a:ea typeface="微软雅黑" panose="020B0503020204020204" pitchFamily="34" charset="-122"/>
              </a:rPr>
              <a:t>book</a:t>
            </a:r>
          </a:p>
        </p:txBody>
      </p:sp>
      <mc:AlternateContent xmlns:mc="http://schemas.openxmlformats.org/markup-compatibility/2006" xmlns:a14="http://schemas.microsoft.com/office/drawing/2010/main">
        <mc:Choice Requires="a14">
          <p:sp>
            <p:nvSpPr>
              <p:cNvPr id="6" name="内容占位符 3"/>
              <p:cNvSpPr txBox="1">
                <a:spLocks/>
              </p:cNvSpPr>
              <p:nvPr/>
            </p:nvSpPr>
            <p:spPr>
              <a:xfrm>
                <a:off x="630238" y="3914846"/>
                <a:ext cx="8538693" cy="27702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14:m>
                  <m:oMath xmlns:m="http://schemas.openxmlformats.org/officeDocument/2006/math">
                    <m:sSub>
                      <m:sSubPr>
                        <m:ctrlP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1</m:t>
                        </m:r>
                      </m:sub>
                    </m:sSub>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sSub>
                      <m:sSubPr>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m:rPr>
                            <m:sty m:val="p"/>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n</m:t>
                        </m:r>
                      </m:sub>
                    </m:sSub>
                    <m:r>
                      <a:rPr kumimoji="0" lang="en-US" altLang="zh-CN" sz="2400" b="0" i="0"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oMath>
                </a14:m>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从</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1"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1</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出发，经过</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0</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步或若干步推出</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1"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n</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14:m>
                  <m:oMath xmlns:m="http://schemas.openxmlformats.org/officeDocument/2006/math">
                    <m:sSub>
                      <m:sSubPr>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1</m:t>
                        </m:r>
                      </m:sub>
                    </m:sSub>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sSub>
                      <m:sSubPr>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sSubPr>
                      <m:e>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e>
                      <m:sub>
                        <m:r>
                          <m:rPr>
                            <m:sty m:val="p"/>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n</m:t>
                        </m:r>
                      </m:sub>
                    </m:sSub>
                  </m:oMath>
                </a14:m>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  从</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1</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出发，经过</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1</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步或若干步推出</a:t>
                </a:r>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a:t>
                </a:r>
                <a:r>
                  <a:rPr kumimoji="0" lang="en-US" altLang="zh-CN" sz="2400" b="0" i="0" u="none" strike="noStrike" kern="1200" cap="none" spc="0" normalizeH="0" baseline="-2500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n</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14:m>
                  <m:oMath xmlns:m="http://schemas.openxmlformats.org/officeDocument/2006/math">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𝛼</m:t>
                    </m:r>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r>
                      <a:rPr kumimoji="0" lang="zh-CN" altLang="en-US"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𝛽</m:t>
                    </m:r>
                    <m:r>
                      <a:rPr kumimoji="0" lang="en-US" altLang="zh-CN" sz="2400" b="0" i="0"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即</m:t>
                    </m:r>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  </m:t>
                    </m: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ea typeface="Cambria Math" panose="02040503050406030204" pitchFamily="18" charset="0"/>
                        <a:cs typeface="+mn-cs"/>
                      </a:rPr>
                      <m:t>=</m:t>
                    </m: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𝛽</m:t>
                    </m:r>
                  </m:oMath>
                </a14:m>
                <a:r>
                  <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或</a:t>
                </a:r>
                <a14:m>
                  <m:oMath xmlns:m="http://schemas.openxmlformats.org/officeDocument/2006/math">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𝛼</m:t>
                    </m:r>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r>
                      <a:rPr kumimoji="0" lang="zh-CN" altLang="en-US"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𝛽</m:t>
                    </m:r>
                  </m:oMath>
                </a14:m>
                <a:endParaRPr kumimoji="0"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句子</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14:m>
                  <m:oMath xmlns:m="http://schemas.openxmlformats.org/officeDocument/2006/math">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m:rPr>
                            <m:brk m:alnAt="2"/>
                          </m:r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oMath>
                </a14:m>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me a book</a:t>
                </a: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句子</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14:m>
                  <m:oMath xmlns:m="http://schemas.openxmlformats.org/officeDocument/2006/math">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a:rPr kumimoji="0" lang="en-US" altLang="zh-CN" sz="2400" b="0" i="1" u="none" strike="noStrike" kern="1200" cap="none" spc="0" normalizeH="0" baseline="0" noProof="0" smtClean="0">
                            <a:ln>
                              <a:noFill/>
                            </a:ln>
                            <a:solidFill>
                              <a:sysClr val="windowText" lastClr="000000">
                                <a:lumMod val="75000"/>
                                <a:lumOff val="25000"/>
                              </a:sysClr>
                            </a:solidFill>
                            <a:effectLst/>
                            <a:uLnTx/>
                            <a:uFillTx/>
                            <a:latin typeface="Cambria Math" panose="02040503050406030204" pitchFamily="18" charset="0"/>
                            <a:cs typeface="+mn-cs"/>
                          </a:rPr>
                          <m:t>+</m:t>
                        </m:r>
                      </m:e>
                    </m:groupChr>
                  </m:oMath>
                </a14:m>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me a book</a:t>
                </a: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间接宾语</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直接宾语</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14:m>
                  <m:oMath xmlns:m="http://schemas.openxmlformats.org/officeDocument/2006/math">
                    <m:groupChr>
                      <m:groupChrPr>
                        <m:chr m:val="⇒"/>
                        <m:vertJc m:val="bot"/>
                        <m:ctrlP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ctrlPr>
                      </m:groupChrPr>
                      <m:e>
                        <m:r>
                          <a:rPr kumimoji="0" lang="en-US" altLang="zh-CN" sz="2400" b="0" i="1" u="none" strike="noStrike" kern="1200" cap="none" spc="0" normalizeH="0" baseline="0" noProof="0">
                            <a:ln>
                              <a:noFill/>
                            </a:ln>
                            <a:solidFill>
                              <a:sysClr val="windowText" lastClr="000000">
                                <a:lumMod val="75000"/>
                                <a:lumOff val="25000"/>
                              </a:sysClr>
                            </a:solidFill>
                            <a:effectLst/>
                            <a:uLnTx/>
                            <a:uFillTx/>
                            <a:latin typeface="Cambria Math" panose="02040503050406030204" pitchFamily="18" charset="0"/>
                            <a:cs typeface="+mn-cs"/>
                          </a:rPr>
                          <m:t>+</m:t>
                        </m:r>
                      </m:e>
                    </m:groupChr>
                  </m:oMath>
                </a14:m>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He gave me &lt;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冠词</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&gt;&lt;</a:t>
                </a:r>
                <a:r>
                  <a:rPr kumimoji="1"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名词</a:t>
                </a:r>
                <a:r>
                  <a:rPr kumimoji="1" lang="en-US" altLang="zh-CN"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sym typeface="Symbol" panose="05050102010706020507" pitchFamily="18" charset="2"/>
                  </a:rPr>
                  <a:t>&gt;</a:t>
                </a: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457200" rtl="0" eaLnBrk="1" fontAlgn="auto" latinLnBrk="0" hangingPunct="1">
                  <a:lnSpc>
                    <a:spcPct val="100000"/>
                  </a:lnSpc>
                  <a:spcBef>
                    <a:spcPts val="0"/>
                  </a:spcBef>
                  <a:spcAft>
                    <a:spcPts val="0"/>
                  </a:spcAft>
                  <a:buClr>
                    <a:srgbClr val="4F81BD"/>
                  </a:buClr>
                  <a:buSzPct val="80000"/>
                  <a:buFont typeface="Wingdings 3" charset="2"/>
                  <a:buNone/>
                  <a:tabLst/>
                  <a:defRPr/>
                </a:pPr>
                <a:endParaRPr kumimoji="0" lang="zh-CN" altLang="en-US" sz="24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p:txBody>
          </p:sp>
        </mc:Choice>
        <mc:Fallback xmlns="">
          <p:sp>
            <p:nvSpPr>
              <p:cNvPr id="6" name="内容占位符 3"/>
              <p:cNvSpPr txBox="1">
                <a:spLocks noRot="1" noChangeAspect="1" noMove="1" noResize="1" noEditPoints="1" noAdjustHandles="1" noChangeArrowheads="1" noChangeShapeType="1" noTextEdit="1"/>
              </p:cNvSpPr>
              <p:nvPr/>
            </p:nvSpPr>
            <p:spPr>
              <a:xfrm>
                <a:off x="630238" y="3914846"/>
                <a:ext cx="8538693" cy="2770246"/>
              </a:xfrm>
              <a:prstGeom prst="rect">
                <a:avLst/>
              </a:prstGeom>
              <a:blipFill>
                <a:blip r:embed="rId2"/>
                <a:stretch>
                  <a:fillRect l="-1071" r="-357" b="-10330"/>
                </a:stretch>
              </a:blipFill>
            </p:spPr>
            <p:txBody>
              <a:bodyPr/>
              <a:lstStyle/>
              <a:p>
                <a:r>
                  <a:rPr lang="zh-CN" altLang="en-US">
                    <a:noFill/>
                  </a:rPr>
                  <a:t> </a:t>
                </a:r>
              </a:p>
            </p:txBody>
          </p:sp>
        </mc:Fallback>
      </mc:AlternateContent>
      <p:sp>
        <p:nvSpPr>
          <p:cNvPr id="2" name="Slide Number Placeholder 6">
            <a:extLst>
              <a:ext uri="{FF2B5EF4-FFF2-40B4-BE49-F238E27FC236}">
                <a16:creationId xmlns:a16="http://schemas.microsoft.com/office/drawing/2014/main" id="{BDAD8CBB-0E4E-ED5B-9BCE-DAE56D8F0F7F}"/>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17E81150-E092-4EB9-99FC-7777D7EFDC4A}"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35</a:t>
            </a:fld>
            <a:endParaRPr lang="en-GB" altLang="en-US" sz="1200"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left)">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left)">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wipe(left)">
                                      <p:cBhvr>
                                        <p:cTn id="3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6E90C54-19B3-7C81-7F32-A8CC2C43F0B8}"/>
              </a:ext>
            </a:extLst>
          </p:cNvPr>
          <p:cNvPicPr>
            <a:picLocks noChangeAspect="1"/>
          </p:cNvPicPr>
          <p:nvPr/>
        </p:nvPicPr>
        <p:blipFill>
          <a:blip r:embed="rId2"/>
          <a:stretch>
            <a:fillRect/>
          </a:stretch>
        </p:blipFill>
        <p:spPr>
          <a:xfrm>
            <a:off x="405003" y="1529687"/>
            <a:ext cx="4174190" cy="1800120"/>
          </a:xfrm>
          <a:prstGeom prst="rect">
            <a:avLst/>
          </a:prstGeom>
        </p:spPr>
      </p:pic>
      <p:sp>
        <p:nvSpPr>
          <p:cNvPr id="6" name="标题 2">
            <a:extLst>
              <a:ext uri="{FF2B5EF4-FFF2-40B4-BE49-F238E27FC236}">
                <a16:creationId xmlns:a16="http://schemas.microsoft.com/office/drawing/2014/main" id="{705F488C-FFDC-0E9F-07CB-79D0893A431A}"/>
              </a:ext>
            </a:extLst>
          </p:cNvPr>
          <p:cNvSpPr txBox="1">
            <a:spLocks/>
          </p:cNvSpPr>
          <p:nvPr/>
        </p:nvSpPr>
        <p:spPr bwMode="auto">
          <a:xfrm>
            <a:off x="630238" y="363538"/>
            <a:ext cx="78867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a:lnSpc>
                <a:spcPct val="110000"/>
              </a:lnSpc>
              <a:spcAft>
                <a:spcPct val="0"/>
              </a:spcAft>
              <a:buFont typeface="Times New Roman" panose="02020603050405020304" pitchFamily="18" charset="0"/>
              <a:buNone/>
            </a:pPr>
            <a:r>
              <a:rPr lang="zh-CN" altLang="en-US" sz="4000" dirty="0"/>
              <a:t>推导</a:t>
            </a:r>
          </a:p>
        </p:txBody>
      </p:sp>
      <p:pic>
        <p:nvPicPr>
          <p:cNvPr id="8" name="图片 7">
            <a:extLst>
              <a:ext uri="{FF2B5EF4-FFF2-40B4-BE49-F238E27FC236}">
                <a16:creationId xmlns:a16="http://schemas.microsoft.com/office/drawing/2014/main" id="{DF99803A-4DD9-A6F8-8AF8-B63486BDB902}"/>
              </a:ext>
            </a:extLst>
          </p:cNvPr>
          <p:cNvPicPr>
            <a:picLocks noChangeAspect="1"/>
          </p:cNvPicPr>
          <p:nvPr/>
        </p:nvPicPr>
        <p:blipFill>
          <a:blip r:embed="rId3"/>
          <a:stretch>
            <a:fillRect/>
          </a:stretch>
        </p:blipFill>
        <p:spPr>
          <a:xfrm>
            <a:off x="405003" y="3654090"/>
            <a:ext cx="4973448" cy="2960936"/>
          </a:xfrm>
          <a:prstGeom prst="rect">
            <a:avLst/>
          </a:prstGeom>
        </p:spPr>
      </p:pic>
      <p:pic>
        <p:nvPicPr>
          <p:cNvPr id="10" name="图片 9">
            <a:extLst>
              <a:ext uri="{FF2B5EF4-FFF2-40B4-BE49-F238E27FC236}">
                <a16:creationId xmlns:a16="http://schemas.microsoft.com/office/drawing/2014/main" id="{6B6FAC34-D5EC-DAB7-910A-84776FD18746}"/>
              </a:ext>
            </a:extLst>
          </p:cNvPr>
          <p:cNvPicPr>
            <a:picLocks noChangeAspect="1"/>
          </p:cNvPicPr>
          <p:nvPr/>
        </p:nvPicPr>
        <p:blipFill>
          <a:blip r:embed="rId4"/>
          <a:stretch>
            <a:fillRect/>
          </a:stretch>
        </p:blipFill>
        <p:spPr>
          <a:xfrm>
            <a:off x="3555213" y="2676021"/>
            <a:ext cx="6120409" cy="3353967"/>
          </a:xfrm>
          <a:prstGeom prst="rect">
            <a:avLst/>
          </a:prstGeom>
        </p:spPr>
      </p:pic>
      <p:pic>
        <p:nvPicPr>
          <p:cNvPr id="3" name="图片 2">
            <a:extLst>
              <a:ext uri="{FF2B5EF4-FFF2-40B4-BE49-F238E27FC236}">
                <a16:creationId xmlns:a16="http://schemas.microsoft.com/office/drawing/2014/main" id="{BAAD5892-B881-F437-AD1A-87F262DE394D}"/>
              </a:ext>
            </a:extLst>
          </p:cNvPr>
          <p:cNvPicPr>
            <a:picLocks noChangeAspect="1"/>
          </p:cNvPicPr>
          <p:nvPr/>
        </p:nvPicPr>
        <p:blipFill>
          <a:blip r:embed="rId5"/>
          <a:stretch>
            <a:fillRect/>
          </a:stretch>
        </p:blipFill>
        <p:spPr>
          <a:xfrm>
            <a:off x="405003" y="2519753"/>
            <a:ext cx="9504019" cy="2858933"/>
          </a:xfrm>
          <a:prstGeom prst="rect">
            <a:avLst/>
          </a:prstGeom>
        </p:spPr>
      </p:pic>
      <p:sp>
        <p:nvSpPr>
          <p:cNvPr id="11" name="Slide Number Placeholder 6">
            <a:extLst>
              <a:ext uri="{FF2B5EF4-FFF2-40B4-BE49-F238E27FC236}">
                <a16:creationId xmlns:a16="http://schemas.microsoft.com/office/drawing/2014/main" id="{BB007CF4-C61B-A003-020A-9BE0B90BBDF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17E81150-E092-4EB9-99FC-7777D7EFDC4A}"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36</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222545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2">
            <a:extLst>
              <a:ext uri="{FF2B5EF4-FFF2-40B4-BE49-F238E27FC236}">
                <a16:creationId xmlns:a16="http://schemas.microsoft.com/office/drawing/2014/main" id="{9639B612-1CF7-A8FA-A65B-301FBFDEEA71}"/>
              </a:ext>
            </a:extLst>
          </p:cNvPr>
          <p:cNvSpPr txBox="1">
            <a:spLocks/>
          </p:cNvSpPr>
          <p:nvPr/>
        </p:nvSpPr>
        <p:spPr bwMode="auto">
          <a:xfrm>
            <a:off x="630238" y="363538"/>
            <a:ext cx="78867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a:lnSpc>
                <a:spcPct val="110000"/>
              </a:lnSpc>
              <a:spcAft>
                <a:spcPct val="0"/>
              </a:spcAft>
              <a:buFont typeface="Times New Roman" panose="02020603050405020304" pitchFamily="18" charset="0"/>
              <a:buNone/>
            </a:pPr>
            <a:r>
              <a:rPr lang="zh-CN" altLang="en-US" sz="4000"/>
              <a:t>规约</a:t>
            </a:r>
          </a:p>
        </p:txBody>
      </p:sp>
      <p:sp>
        <p:nvSpPr>
          <p:cNvPr id="52227" name="标题 2">
            <a:extLst>
              <a:ext uri="{FF2B5EF4-FFF2-40B4-BE49-F238E27FC236}">
                <a16:creationId xmlns:a16="http://schemas.microsoft.com/office/drawing/2014/main" id="{0826EA54-C5D5-0D93-CDD5-FD0CB5160901}"/>
              </a:ext>
            </a:extLst>
          </p:cNvPr>
          <p:cNvSpPr txBox="1">
            <a:spLocks/>
          </p:cNvSpPr>
          <p:nvPr/>
        </p:nvSpPr>
        <p:spPr bwMode="auto">
          <a:xfrm>
            <a:off x="630238" y="1214438"/>
            <a:ext cx="78867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a:lnSpc>
                <a:spcPct val="110000"/>
              </a:lnSpc>
              <a:spcAft>
                <a:spcPct val="0"/>
              </a:spcAft>
              <a:buFont typeface="Times New Roman" panose="02020603050405020304" pitchFamily="18" charset="0"/>
              <a:buNone/>
            </a:pPr>
            <a:r>
              <a:rPr lang="zh-CN" altLang="en-US" sz="2800" b="1">
                <a:solidFill>
                  <a:srgbClr val="404040"/>
                </a:solidFill>
                <a:latin typeface="微软雅黑" panose="020B0503020204020204" pitchFamily="34" charset="-122"/>
                <a:ea typeface="微软雅黑" panose="020B0503020204020204" pitchFamily="34" charset="-122"/>
              </a:rPr>
              <a:t>规约是推导的逆过程</a:t>
            </a:r>
            <a:endParaRPr lang="en-US" altLang="zh-CN" sz="2800" b="1">
              <a:solidFill>
                <a:srgbClr val="404040"/>
              </a:solidFill>
              <a:latin typeface="微软雅黑" panose="020B0503020204020204" pitchFamily="34" charset="-122"/>
              <a:ea typeface="微软雅黑" panose="020B0503020204020204" pitchFamily="34" charset="-122"/>
            </a:endParaRPr>
          </a:p>
          <a:p>
            <a:pPr>
              <a:lnSpc>
                <a:spcPct val="110000"/>
              </a:lnSpc>
              <a:spcAft>
                <a:spcPct val="0"/>
              </a:spcAft>
              <a:buFont typeface="Times New Roman" panose="02020603050405020304" pitchFamily="18" charset="0"/>
              <a:buNone/>
            </a:pPr>
            <a:r>
              <a:rPr lang="zh-CN" altLang="en-US" sz="2800" b="1">
                <a:solidFill>
                  <a:srgbClr val="404040"/>
                </a:solidFill>
                <a:latin typeface="微软雅黑" panose="020B0503020204020204" pitchFamily="34" charset="-122"/>
                <a:ea typeface="微软雅黑" panose="020B0503020204020204" pitchFamily="34" charset="-122"/>
              </a:rPr>
              <a:t>定义：一个与某产生式的体相匹配的特定子串被替换成该产生式头部的非终结符号，最终规约得到文法的开始符号。</a:t>
            </a:r>
            <a:endParaRPr lang="en-US" altLang="zh-CN" sz="2800" b="1">
              <a:solidFill>
                <a:srgbClr val="404040"/>
              </a:solidFill>
              <a:latin typeface="微软雅黑" panose="020B0503020204020204" pitchFamily="34" charset="-122"/>
              <a:ea typeface="微软雅黑" panose="020B0503020204020204" pitchFamily="34" charset="-122"/>
            </a:endParaRPr>
          </a:p>
        </p:txBody>
      </p:sp>
      <p:sp>
        <p:nvSpPr>
          <p:cNvPr id="2" name="Slide Number Placeholder 6">
            <a:extLst>
              <a:ext uri="{FF2B5EF4-FFF2-40B4-BE49-F238E27FC236}">
                <a16:creationId xmlns:a16="http://schemas.microsoft.com/office/drawing/2014/main" id="{CF15AE07-E394-5E69-3616-0F1CF5DD5DC4}"/>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17E81150-E092-4EB9-99FC-7777D7EFDC4A}"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37</a:t>
            </a:fld>
            <a:endParaRPr lang="en-GB" altLang="en-US" sz="1200" dirty="0">
              <a:latin typeface="Comic Sans MS" panose="030F0702030302020204" pitchFamily="66"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2">
            <a:extLst>
              <a:ext uri="{FF2B5EF4-FFF2-40B4-BE49-F238E27FC236}">
                <a16:creationId xmlns:a16="http://schemas.microsoft.com/office/drawing/2014/main" id="{28A8F7D5-1A49-FD0C-D7ED-85502B22C16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3251" name="Slide Number Placeholder 3">
            <a:extLst>
              <a:ext uri="{FF2B5EF4-FFF2-40B4-BE49-F238E27FC236}">
                <a16:creationId xmlns:a16="http://schemas.microsoft.com/office/drawing/2014/main" id="{11DBC650-8A94-E8FF-C024-CB66049C82F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BE0BCC9A-47ED-4DD1-9C85-F40FB55F4035}"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38</a:t>
            </a:fld>
            <a:endParaRPr lang="en-GB" altLang="en-US" sz="1200">
              <a:latin typeface="Comic Sans MS" panose="030F0702030302020204" pitchFamily="66" charset="0"/>
              <a:ea typeface="宋体" panose="02010600030101010101" pitchFamily="2" charset="-122"/>
            </a:endParaRPr>
          </a:p>
        </p:txBody>
      </p:sp>
      <p:sp>
        <p:nvSpPr>
          <p:cNvPr id="53252" name="Title 10">
            <a:extLst>
              <a:ext uri="{FF2B5EF4-FFF2-40B4-BE49-F238E27FC236}">
                <a16:creationId xmlns:a16="http://schemas.microsoft.com/office/drawing/2014/main" id="{0EACA07D-59FE-BAEC-9C38-7DA2BEB14F28}"/>
              </a:ext>
            </a:extLst>
          </p:cNvPr>
          <p:cNvSpPr txBox="1">
            <a:spLocks noChangeArrowheads="1"/>
          </p:cNvSpPr>
          <p:nvPr/>
        </p:nvSpPr>
        <p:spPr bwMode="auto">
          <a:xfrm>
            <a:off x="503238" y="3905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53253" name="Rectangle 3">
            <a:extLst>
              <a:ext uri="{FF2B5EF4-FFF2-40B4-BE49-F238E27FC236}">
                <a16:creationId xmlns:a16="http://schemas.microsoft.com/office/drawing/2014/main" id="{5C83B8C9-BFD7-B153-E627-0945F9DA5AB1}"/>
              </a:ext>
            </a:extLst>
          </p:cNvPr>
          <p:cNvSpPr txBox="1">
            <a:spLocks noChangeArrowheads="1"/>
          </p:cNvSpPr>
          <p:nvPr/>
        </p:nvSpPr>
        <p:spPr bwMode="auto">
          <a:xfrm>
            <a:off x="5408613" y="24606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a:latin typeface="Times New Roman" panose="02020603050405020304" pitchFamily="18" charset="0"/>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53254" name="Rectangle 3">
            <a:extLst>
              <a:ext uri="{FF2B5EF4-FFF2-40B4-BE49-F238E27FC236}">
                <a16:creationId xmlns:a16="http://schemas.microsoft.com/office/drawing/2014/main" id="{82516619-31AA-CE47-FE51-225C1CF52BCC}"/>
              </a:ext>
            </a:extLst>
          </p:cNvPr>
          <p:cNvSpPr txBox="1">
            <a:spLocks noChangeArrowheads="1"/>
          </p:cNvSpPr>
          <p:nvPr/>
        </p:nvSpPr>
        <p:spPr bwMode="auto">
          <a:xfrm>
            <a:off x="195263" y="24606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endParaRPr lang="el-GR" altLang="en-US" sz="2800" b="1">
              <a:latin typeface="Times New Roman" panose="02020603050405020304" pitchFamily="18" charset="0"/>
              <a:ea typeface="宋体" panose="02010600030101010101" pitchFamily="2" charset="-122"/>
            </a:endParaRPr>
          </a:p>
        </p:txBody>
      </p:sp>
      <p:sp>
        <p:nvSpPr>
          <p:cNvPr id="53255" name="文本框 22564">
            <a:extLst>
              <a:ext uri="{FF2B5EF4-FFF2-40B4-BE49-F238E27FC236}">
                <a16:creationId xmlns:a16="http://schemas.microsoft.com/office/drawing/2014/main" id="{63A552B8-F2B8-0EF6-B688-4A424A3D1432}"/>
              </a:ext>
            </a:extLst>
          </p:cNvPr>
          <p:cNvSpPr txBox="1">
            <a:spLocks noChangeArrowheads="1"/>
          </p:cNvSpPr>
          <p:nvPr/>
        </p:nvSpPr>
        <p:spPr bwMode="auto">
          <a:xfrm>
            <a:off x="217488" y="1917700"/>
            <a:ext cx="526256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3200" b="1">
                <a:latin typeface="楷体_GB2312" panose="02010609030101010101" pitchFamily="1" charset="-122"/>
                <a:ea typeface="楷体_GB2312" panose="02010609030101010101" pitchFamily="1" charset="-122"/>
              </a:rPr>
              <a:t>从</a:t>
            </a:r>
            <a:r>
              <a:rPr lang="zh-CN" altLang="en-US" sz="3200" b="1">
                <a:solidFill>
                  <a:srgbClr val="FF0000"/>
                </a:solidFill>
                <a:latin typeface="楷体_GB2312" panose="02010609030101010101" pitchFamily="1" charset="-122"/>
                <a:ea typeface="楷体_GB2312" panose="02010609030101010101" pitchFamily="1" charset="-122"/>
              </a:rPr>
              <a:t>源程序</a:t>
            </a:r>
            <a:r>
              <a:rPr lang="zh-CN" altLang="en-US" sz="3200" b="1">
                <a:latin typeface="楷体_GB2312" panose="02010609030101010101" pitchFamily="1" charset="-122"/>
                <a:ea typeface="楷体_GB2312" panose="02010609030101010101" pitchFamily="1" charset="-122"/>
              </a:rPr>
              <a:t>出发检验while语句</a:t>
            </a:r>
            <a:endParaRPr lang="zh-CN" altLang="en-US" sz="3200"/>
          </a:p>
        </p:txBody>
      </p:sp>
      <p:sp>
        <p:nvSpPr>
          <p:cNvPr id="53256" name="Text Box 4">
            <a:extLst>
              <a:ext uri="{FF2B5EF4-FFF2-40B4-BE49-F238E27FC236}">
                <a16:creationId xmlns:a16="http://schemas.microsoft.com/office/drawing/2014/main" id="{21A92142-F414-5107-4F1A-492139B98182}"/>
              </a:ext>
            </a:extLst>
          </p:cNvPr>
          <p:cNvSpPr txBox="1">
            <a:spLocks noChangeArrowheads="1"/>
          </p:cNvSpPr>
          <p:nvPr/>
        </p:nvSpPr>
        <p:spPr bwMode="auto">
          <a:xfrm>
            <a:off x="7559675" y="1704975"/>
            <a:ext cx="236855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endParaRPr lang="zh-CN" altLang="en-US" sz="2400" b="1">
              <a:latin typeface="宋体" panose="02010600030101010101" pitchFamily="2" charset="-122"/>
              <a:ea typeface="宋体" panose="02010600030101010101" pitchFamily="2" charset="-122"/>
            </a:endParaRPr>
          </a:p>
        </p:txBody>
      </p:sp>
      <p:sp>
        <p:nvSpPr>
          <p:cNvPr id="3" name="Rectangle 3">
            <a:extLst>
              <a:ext uri="{FF2B5EF4-FFF2-40B4-BE49-F238E27FC236}">
                <a16:creationId xmlns:a16="http://schemas.microsoft.com/office/drawing/2014/main" id="{911407DB-BDB0-6C62-5F5D-1D58F7E14158}"/>
              </a:ext>
            </a:extLst>
          </p:cNvPr>
          <p:cNvSpPr txBox="1">
            <a:spLocks noChangeArrowheads="1"/>
          </p:cNvSpPr>
          <p:nvPr/>
        </p:nvSpPr>
        <p:spPr bwMode="auto">
          <a:xfrm>
            <a:off x="5408613" y="28098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4" name="Rectangle 3">
            <a:extLst>
              <a:ext uri="{FF2B5EF4-FFF2-40B4-BE49-F238E27FC236}">
                <a16:creationId xmlns:a16="http://schemas.microsoft.com/office/drawing/2014/main" id="{E64C6273-F15C-E036-774B-3F2DD5B68C48}"/>
              </a:ext>
            </a:extLst>
          </p:cNvPr>
          <p:cNvSpPr txBox="1">
            <a:spLocks noChangeArrowheads="1"/>
          </p:cNvSpPr>
          <p:nvPr/>
        </p:nvSpPr>
        <p:spPr bwMode="auto">
          <a:xfrm>
            <a:off x="195263" y="28098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rgbClr val="FF0000"/>
                </a:solidFill>
                <a:latin typeface="Times New Roman" panose="02020603050405020304" pitchFamily="18" charset="0"/>
                <a:ea typeface="宋体" panose="02010600030101010101" pitchFamily="2" charset="-122"/>
                <a:sym typeface="方正书宋_GBK" charset="-122"/>
              </a:rPr>
              <a:t>WHILE </a:t>
            </a:r>
            <a:endParaRPr lang="en-US" altLang="zh-CN"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5" name="Rectangle 3">
            <a:extLst>
              <a:ext uri="{FF2B5EF4-FFF2-40B4-BE49-F238E27FC236}">
                <a16:creationId xmlns:a16="http://schemas.microsoft.com/office/drawing/2014/main" id="{C43F2CAC-0C12-4FC3-650F-3F4D3574CB9D}"/>
              </a:ext>
            </a:extLst>
          </p:cNvPr>
          <p:cNvSpPr txBox="1">
            <a:spLocks noChangeArrowheads="1"/>
          </p:cNvSpPr>
          <p:nvPr/>
        </p:nvSpPr>
        <p:spPr bwMode="auto">
          <a:xfrm>
            <a:off x="5408613" y="31591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6" name="Rectangle 3">
            <a:extLst>
              <a:ext uri="{FF2B5EF4-FFF2-40B4-BE49-F238E27FC236}">
                <a16:creationId xmlns:a16="http://schemas.microsoft.com/office/drawing/2014/main" id="{178B68E8-0EB7-FE52-F17A-F71B6DCDA37E}"/>
              </a:ext>
            </a:extLst>
          </p:cNvPr>
          <p:cNvSpPr txBox="1">
            <a:spLocks noChangeArrowheads="1"/>
          </p:cNvSpPr>
          <p:nvPr/>
        </p:nvSpPr>
        <p:spPr bwMode="auto">
          <a:xfrm>
            <a:off x="195263" y="31591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rgbClr val="FF0000"/>
                </a:solidFill>
                <a:latin typeface="Times New Roman" panose="02020603050405020304" pitchFamily="18" charset="0"/>
                <a:ea typeface="宋体" panose="02010600030101010101" pitchFamily="2" charset="-122"/>
                <a:sym typeface="方正书宋_GBK" charset="-122"/>
              </a:rPr>
              <a:t>(</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7" name="Rectangle 3">
            <a:extLst>
              <a:ext uri="{FF2B5EF4-FFF2-40B4-BE49-F238E27FC236}">
                <a16:creationId xmlns:a16="http://schemas.microsoft.com/office/drawing/2014/main" id="{A11EF28D-CFA4-A874-1062-73C2C59FBFDB}"/>
              </a:ext>
            </a:extLst>
          </p:cNvPr>
          <p:cNvSpPr txBox="1">
            <a:spLocks noChangeArrowheads="1"/>
          </p:cNvSpPr>
          <p:nvPr/>
        </p:nvSpPr>
        <p:spPr bwMode="auto">
          <a:xfrm>
            <a:off x="5408613" y="35083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8" name="Rectangle 3">
            <a:extLst>
              <a:ext uri="{FF2B5EF4-FFF2-40B4-BE49-F238E27FC236}">
                <a16:creationId xmlns:a16="http://schemas.microsoft.com/office/drawing/2014/main" id="{CB2708AA-8C7C-0A8C-3BE2-FBEFC1076EC6}"/>
              </a:ext>
            </a:extLst>
          </p:cNvPr>
          <p:cNvSpPr txBox="1">
            <a:spLocks noChangeArrowheads="1"/>
          </p:cNvSpPr>
          <p:nvPr/>
        </p:nvSpPr>
        <p:spPr bwMode="auto">
          <a:xfrm>
            <a:off x="195263" y="35083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ID</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9" name="Rectangle 3">
            <a:extLst>
              <a:ext uri="{FF2B5EF4-FFF2-40B4-BE49-F238E27FC236}">
                <a16:creationId xmlns:a16="http://schemas.microsoft.com/office/drawing/2014/main" id="{BD93E8AC-CACF-BA61-498B-66276A14945A}"/>
              </a:ext>
            </a:extLst>
          </p:cNvPr>
          <p:cNvSpPr txBox="1">
            <a:spLocks noChangeArrowheads="1"/>
          </p:cNvSpPr>
          <p:nvPr/>
        </p:nvSpPr>
        <p:spPr bwMode="auto">
          <a:xfrm>
            <a:off x="5408613" y="38576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0" name="Rectangle 3">
            <a:extLst>
              <a:ext uri="{FF2B5EF4-FFF2-40B4-BE49-F238E27FC236}">
                <a16:creationId xmlns:a16="http://schemas.microsoft.com/office/drawing/2014/main" id="{E12CA72A-CD6A-5BA5-60A5-A32463B6B19F}"/>
              </a:ext>
            </a:extLst>
          </p:cNvPr>
          <p:cNvSpPr txBox="1">
            <a:spLocks noChangeArrowheads="1"/>
          </p:cNvSpPr>
          <p:nvPr/>
        </p:nvSpPr>
        <p:spPr bwMode="auto">
          <a:xfrm>
            <a:off x="195263" y="38576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en-US" altLang="zh-CN" b="1">
                <a:solidFill>
                  <a:srgbClr val="FF0000"/>
                </a:solidFill>
                <a:latin typeface="宋体" panose="02010600030101010101" pitchFamily="2" charset="-122"/>
                <a:ea typeface="宋体" panose="02010600030101010101" pitchFamily="2" charset="-122"/>
                <a:sym typeface="方正书宋_GBK" charset="-122"/>
              </a:rPr>
              <a:t>primary_expr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11" name="Rectangle 3">
            <a:extLst>
              <a:ext uri="{FF2B5EF4-FFF2-40B4-BE49-F238E27FC236}">
                <a16:creationId xmlns:a16="http://schemas.microsoft.com/office/drawing/2014/main" id="{1914015B-D62E-B286-C858-4BA20F22D955}"/>
              </a:ext>
            </a:extLst>
          </p:cNvPr>
          <p:cNvSpPr txBox="1">
            <a:spLocks noChangeArrowheads="1"/>
          </p:cNvSpPr>
          <p:nvPr/>
        </p:nvSpPr>
        <p:spPr bwMode="auto">
          <a:xfrm>
            <a:off x="5408613" y="45624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2" name="Rectangle 3">
            <a:extLst>
              <a:ext uri="{FF2B5EF4-FFF2-40B4-BE49-F238E27FC236}">
                <a16:creationId xmlns:a16="http://schemas.microsoft.com/office/drawing/2014/main" id="{6FFF5CBE-69AD-359C-733C-41FA33CD152C}"/>
              </a:ext>
            </a:extLst>
          </p:cNvPr>
          <p:cNvSpPr txBox="1">
            <a:spLocks noChangeArrowheads="1"/>
          </p:cNvSpPr>
          <p:nvPr/>
        </p:nvSpPr>
        <p:spPr bwMode="auto">
          <a:xfrm>
            <a:off x="195263" y="45624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en-US" altLang="zh-CN" b="1">
                <a:latin typeface="宋体" panose="02010600030101010101" pitchFamily="2" charset="-122"/>
                <a:ea typeface="宋体" panose="02010600030101010101" pitchFamily="2" charset="-122"/>
                <a:sym typeface="方正书宋_GBK" charset="-122"/>
              </a:rPr>
              <a:t>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&lt;</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13" name="Rectangle 3">
            <a:extLst>
              <a:ext uri="{FF2B5EF4-FFF2-40B4-BE49-F238E27FC236}">
                <a16:creationId xmlns:a16="http://schemas.microsoft.com/office/drawing/2014/main" id="{2ED3D9EB-DB3B-D671-CB6C-EFD25BF011B4}"/>
              </a:ext>
            </a:extLst>
          </p:cNvPr>
          <p:cNvSpPr txBox="1">
            <a:spLocks noChangeArrowheads="1"/>
          </p:cNvSpPr>
          <p:nvPr/>
        </p:nvSpPr>
        <p:spPr bwMode="auto">
          <a:xfrm>
            <a:off x="5408613" y="49180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4" name="Rectangle 3">
            <a:extLst>
              <a:ext uri="{FF2B5EF4-FFF2-40B4-BE49-F238E27FC236}">
                <a16:creationId xmlns:a16="http://schemas.microsoft.com/office/drawing/2014/main" id="{168F04C1-D246-5D6A-EA23-2666041D91D5}"/>
              </a:ext>
            </a:extLst>
          </p:cNvPr>
          <p:cNvSpPr txBox="1">
            <a:spLocks noChangeArrowheads="1"/>
          </p:cNvSpPr>
          <p:nvPr/>
        </p:nvSpPr>
        <p:spPr bwMode="auto">
          <a:xfrm>
            <a:off x="195263" y="49180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en-US" altLang="zh-CN" b="1">
                <a:latin typeface="宋体" panose="02010600030101010101" pitchFamily="2" charset="-122"/>
                <a:ea typeface="宋体" panose="02010600030101010101" pitchFamily="2" charset="-122"/>
                <a:sym typeface="方正书宋_GBK" charset="-122"/>
              </a:rPr>
              <a:t>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&lt; </a:t>
            </a:r>
            <a:r>
              <a:rPr lang="zh-CN" altLang="en-US">
                <a:solidFill>
                  <a:srgbClr val="FF0000"/>
                </a:solidFill>
                <a:latin typeface="Times New Roman" panose="02020603050405020304" pitchFamily="18" charset="0"/>
                <a:ea typeface="宋体" panose="02010600030101010101" pitchFamily="2" charset="-122"/>
                <a:sym typeface="方正书宋_GBK" charset="-122"/>
              </a:rPr>
              <a:t>ID</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15" name="Rectangle 3">
            <a:extLst>
              <a:ext uri="{FF2B5EF4-FFF2-40B4-BE49-F238E27FC236}">
                <a16:creationId xmlns:a16="http://schemas.microsoft.com/office/drawing/2014/main" id="{863966C5-22AA-77C5-6145-10057C703B5B}"/>
              </a:ext>
            </a:extLst>
          </p:cNvPr>
          <p:cNvSpPr txBox="1">
            <a:spLocks noChangeArrowheads="1"/>
          </p:cNvSpPr>
          <p:nvPr/>
        </p:nvSpPr>
        <p:spPr bwMode="auto">
          <a:xfrm>
            <a:off x="5408613" y="52673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6" name="Rectangle 3">
            <a:extLst>
              <a:ext uri="{FF2B5EF4-FFF2-40B4-BE49-F238E27FC236}">
                <a16:creationId xmlns:a16="http://schemas.microsoft.com/office/drawing/2014/main" id="{14769849-AA24-266D-5E9A-173BA390A655}"/>
              </a:ext>
            </a:extLst>
          </p:cNvPr>
          <p:cNvSpPr txBox="1">
            <a:spLocks noChangeArrowheads="1"/>
          </p:cNvSpPr>
          <p:nvPr/>
        </p:nvSpPr>
        <p:spPr bwMode="auto">
          <a:xfrm>
            <a:off x="195263" y="52673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en-US" altLang="zh-CN" b="1">
                <a:latin typeface="宋体" panose="02010600030101010101" pitchFamily="2" charset="-122"/>
                <a:ea typeface="宋体" panose="02010600030101010101" pitchFamily="2" charset="-122"/>
                <a:sym typeface="方正书宋_GBK" charset="-122"/>
              </a:rPr>
              <a:t>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&lt; </a:t>
            </a:r>
            <a:r>
              <a:rPr lang="en-US" altLang="zh-CN" b="1">
                <a:solidFill>
                  <a:srgbClr val="FF0000"/>
                </a:solidFill>
                <a:latin typeface="宋体" panose="02010600030101010101" pitchFamily="2" charset="-122"/>
                <a:ea typeface="宋体" panose="02010600030101010101" pitchFamily="2" charset="-122"/>
                <a:sym typeface="方正书宋_GBK" charset="-122"/>
              </a:rPr>
              <a:t>primary_expr</a:t>
            </a:r>
          </a:p>
        </p:txBody>
      </p:sp>
      <p:sp>
        <p:nvSpPr>
          <p:cNvPr id="17" name="Rectangle 3">
            <a:extLst>
              <a:ext uri="{FF2B5EF4-FFF2-40B4-BE49-F238E27FC236}">
                <a16:creationId xmlns:a16="http://schemas.microsoft.com/office/drawing/2014/main" id="{D1D7B16E-0FE0-6102-4919-FEF3D89782A0}"/>
              </a:ext>
            </a:extLst>
          </p:cNvPr>
          <p:cNvSpPr txBox="1">
            <a:spLocks noChangeArrowheads="1"/>
          </p:cNvSpPr>
          <p:nvPr/>
        </p:nvSpPr>
        <p:spPr bwMode="auto">
          <a:xfrm>
            <a:off x="5408613" y="56165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8" name="Rectangle 3">
            <a:extLst>
              <a:ext uri="{FF2B5EF4-FFF2-40B4-BE49-F238E27FC236}">
                <a16:creationId xmlns:a16="http://schemas.microsoft.com/office/drawing/2014/main" id="{1750F6A4-9203-2A5F-B4AA-FB52E684C17B}"/>
              </a:ext>
            </a:extLst>
          </p:cNvPr>
          <p:cNvSpPr txBox="1">
            <a:spLocks noChangeArrowheads="1"/>
          </p:cNvSpPr>
          <p:nvPr/>
        </p:nvSpPr>
        <p:spPr bwMode="auto">
          <a:xfrm>
            <a:off x="195263" y="56165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en-US" altLang="zh-CN" b="1">
                <a:latin typeface="宋体" panose="02010600030101010101" pitchFamily="2" charset="-122"/>
                <a:ea typeface="宋体" panose="02010600030101010101" pitchFamily="2" charset="-122"/>
                <a:sym typeface="方正书宋_GBK" charset="-122"/>
              </a:rPr>
              <a:t>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&lt; </a:t>
            </a:r>
            <a:r>
              <a:rPr lang="en-US" altLang="zh-CN" b="1">
                <a:solidFill>
                  <a:srgbClr val="FF0000"/>
                </a:solidFill>
                <a:latin typeface="宋体" panose="02010600030101010101" pitchFamily="2" charset="-122"/>
                <a:ea typeface="宋体" panose="02010600030101010101" pitchFamily="2" charset="-122"/>
                <a:sym typeface="方正书宋_GBK" charset="-122"/>
              </a:rPr>
              <a:t>expr</a:t>
            </a:r>
          </a:p>
        </p:txBody>
      </p:sp>
      <p:sp>
        <p:nvSpPr>
          <p:cNvPr id="19" name="Rectangle 3">
            <a:extLst>
              <a:ext uri="{FF2B5EF4-FFF2-40B4-BE49-F238E27FC236}">
                <a16:creationId xmlns:a16="http://schemas.microsoft.com/office/drawing/2014/main" id="{F17BD37E-7D61-511F-3BBF-DDDC79872477}"/>
              </a:ext>
            </a:extLst>
          </p:cNvPr>
          <p:cNvSpPr txBox="1">
            <a:spLocks noChangeArrowheads="1"/>
          </p:cNvSpPr>
          <p:nvPr/>
        </p:nvSpPr>
        <p:spPr bwMode="auto">
          <a:xfrm>
            <a:off x="5408613" y="42068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20" name="Rectangle 3">
            <a:extLst>
              <a:ext uri="{FF2B5EF4-FFF2-40B4-BE49-F238E27FC236}">
                <a16:creationId xmlns:a16="http://schemas.microsoft.com/office/drawing/2014/main" id="{0ECE64E4-CC74-441E-1F3E-3350BBAFE9CF}"/>
              </a:ext>
            </a:extLst>
          </p:cNvPr>
          <p:cNvSpPr txBox="1">
            <a:spLocks noChangeArrowheads="1"/>
          </p:cNvSpPr>
          <p:nvPr/>
        </p:nvSpPr>
        <p:spPr bwMode="auto">
          <a:xfrm>
            <a:off x="195263" y="42068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en-US" altLang="zh-CN" b="1">
                <a:solidFill>
                  <a:srgbClr val="FF0000"/>
                </a:solidFill>
                <a:latin typeface="宋体" panose="02010600030101010101" pitchFamily="2" charset="-122"/>
                <a:ea typeface="宋体" panose="02010600030101010101" pitchFamily="2" charset="-122"/>
                <a:sym typeface="方正书宋_GBK" charset="-122"/>
              </a:rPr>
              <a:t>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53275" name="TextBox 13">
            <a:extLst>
              <a:ext uri="{FF2B5EF4-FFF2-40B4-BE49-F238E27FC236}">
                <a16:creationId xmlns:a16="http://schemas.microsoft.com/office/drawing/2014/main" id="{83DDE3BC-B68C-B247-EED9-DBE4359028F1}"/>
              </a:ext>
            </a:extLst>
          </p:cNvPr>
          <p:cNvSpPr txBox="1">
            <a:spLocks noChangeArrowheads="1"/>
          </p:cNvSpPr>
          <p:nvPr/>
        </p:nvSpPr>
        <p:spPr bwMode="auto">
          <a:xfrm>
            <a:off x="47625" y="104775"/>
            <a:ext cx="5281613" cy="16351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1800" b="1">
                <a:latin typeface="宋体" panose="02010600030101010101" pitchFamily="2" charset="-122"/>
                <a:ea typeface="宋体" panose="02010600030101010101" pitchFamily="2" charset="-122"/>
                <a:sym typeface="方正书宋_GBK" charset="-122"/>
              </a:rPr>
              <a:t>stmt  →  while_stmt | assign_stmt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while_stmt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WHILE (</a:t>
            </a:r>
            <a:r>
              <a:rPr lang="en-US" altLang="zh-CN" sz="2000" b="1">
                <a:latin typeface="宋体" panose="02010600030101010101" pitchFamily="2" charset="-122"/>
                <a:ea typeface="宋体" panose="02010600030101010101" pitchFamily="2" charset="-122"/>
                <a:sym typeface="方正书宋_GBK" charset="-122"/>
              </a:rPr>
              <a:t> bool_expr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1800" b="1">
                <a:latin typeface="宋体" panose="02010600030101010101" pitchFamily="2" charset="-122"/>
                <a:ea typeface="宋体" panose="02010600030101010101" pitchFamily="2" charset="-122"/>
                <a:sym typeface="方正书宋_GBK" charset="-122"/>
              </a:rPr>
              <a:t> 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assign_stmt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000" b="1">
                <a:latin typeface="宋体" panose="02010600030101010101" pitchFamily="2" charset="-122"/>
                <a:ea typeface="宋体" panose="02010600030101010101" pitchFamily="2" charset="-122"/>
                <a:sym typeface="方正书宋_GBK" charset="-122"/>
              </a:rPr>
              <a:t>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primary_expr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000" b="1">
                <a:latin typeface="宋体" panose="02010600030101010101" pitchFamily="2" charset="-122"/>
                <a:ea typeface="宋体" panose="02010600030101010101" pitchFamily="2" charset="-122"/>
                <a:sym typeface="方正书宋_GBK" charset="-122"/>
              </a:rPr>
              <a: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NUMBER</a:t>
            </a: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53276" name="TextBox 13">
            <a:extLst>
              <a:ext uri="{FF2B5EF4-FFF2-40B4-BE49-F238E27FC236}">
                <a16:creationId xmlns:a16="http://schemas.microsoft.com/office/drawing/2014/main" id="{C6FCCD67-060C-C45C-DE27-A4C9E2FF9D9E}"/>
              </a:ext>
            </a:extLst>
          </p:cNvPr>
          <p:cNvSpPr txBox="1">
            <a:spLocks noChangeArrowheads="1"/>
          </p:cNvSpPr>
          <p:nvPr/>
        </p:nvSpPr>
        <p:spPr bwMode="auto">
          <a:xfrm>
            <a:off x="5448300" y="88900"/>
            <a:ext cx="4492625" cy="1662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bool_expr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&gt;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expr → primary_expr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a:t>
            </a:r>
            <a:r>
              <a:rPr lang="zh-CN" altLang="en-US" sz="2000" b="1">
                <a:latin typeface="宋体" panose="02010600030101010101" pitchFamily="2" charset="-122"/>
                <a:ea typeface="宋体" panose="02010600030101010101" pitchFamily="2" charset="-122"/>
                <a:sym typeface="方正书宋_GBK" charset="-122"/>
              </a:rPr>
              <a:t>|  </a:t>
            </a:r>
            <a:r>
              <a:rPr lang="en-US" altLang="zh-CN" sz="2000" b="1">
                <a:latin typeface="宋体" panose="02010600030101010101" pitchFamily="2" charset="-122"/>
                <a:ea typeface="宋体" panose="02010600030101010101" pitchFamily="2" charset="-122"/>
                <a:sym typeface="方正书宋_GBK" charset="-122"/>
              </a:rPr>
              <a:t>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endParaRPr lang="en-US" altLang="zh-CN" sz="2000" b="1">
              <a:solidFill>
                <a:srgbClr val="FF0000"/>
              </a:solidFill>
              <a:latin typeface="宋体" panose="02010600030101010101" pitchFamily="2" charset="-122"/>
              <a:ea typeface="宋体" panose="02010600030101010101" pitchFamily="2" charset="-122"/>
              <a:sym typeface="方正书宋_GBK" charset="-122"/>
            </a:endParaRPr>
          </a:p>
        </p:txBody>
      </p:sp>
      <p:sp>
        <p:nvSpPr>
          <p:cNvPr id="21" name="Rectangle 3">
            <a:extLst>
              <a:ext uri="{FF2B5EF4-FFF2-40B4-BE49-F238E27FC236}">
                <a16:creationId xmlns:a16="http://schemas.microsoft.com/office/drawing/2014/main" id="{FE027780-9876-80E4-D3DE-9AC3840C8D6B}"/>
              </a:ext>
            </a:extLst>
          </p:cNvPr>
          <p:cNvSpPr txBox="1">
            <a:spLocks noChangeArrowheads="1"/>
          </p:cNvSpPr>
          <p:nvPr/>
        </p:nvSpPr>
        <p:spPr bwMode="auto">
          <a:xfrm>
            <a:off x="5413375" y="59658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22" name="Rectangle 3">
            <a:extLst>
              <a:ext uri="{FF2B5EF4-FFF2-40B4-BE49-F238E27FC236}">
                <a16:creationId xmlns:a16="http://schemas.microsoft.com/office/drawing/2014/main" id="{A138EC8F-5D3D-8A48-9205-F41DD727F86E}"/>
              </a:ext>
            </a:extLst>
          </p:cNvPr>
          <p:cNvSpPr txBox="1">
            <a:spLocks noChangeArrowheads="1"/>
          </p:cNvSpPr>
          <p:nvPr/>
        </p:nvSpPr>
        <p:spPr bwMode="auto">
          <a:xfrm>
            <a:off x="200025" y="596582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rgbClr val="FF0000"/>
                </a:solidFill>
                <a:latin typeface="宋体" panose="02010600030101010101" pitchFamily="2" charset="-122"/>
                <a:ea typeface="宋体" panose="02010600030101010101" pitchFamily="2" charset="-122"/>
                <a:sym typeface="方正书宋_GBK" charset="-122"/>
              </a:rPr>
              <a:t>bool_</a:t>
            </a:r>
            <a:r>
              <a:rPr lang="en-US" altLang="zh-CN" b="1">
                <a:solidFill>
                  <a:srgbClr val="FF0000"/>
                </a:solidFill>
                <a:latin typeface="宋体" panose="02010600030101010101" pitchFamily="2" charset="-122"/>
                <a:ea typeface="宋体" panose="02010600030101010101" pitchFamily="2" charset="-122"/>
                <a:sym typeface="方正书宋_GBK" charset="-122"/>
              </a:rPr>
              <a:t>expr</a:t>
            </a:r>
          </a:p>
        </p:txBody>
      </p:sp>
      <p:sp>
        <p:nvSpPr>
          <p:cNvPr id="23" name="Rectangle 3">
            <a:extLst>
              <a:ext uri="{FF2B5EF4-FFF2-40B4-BE49-F238E27FC236}">
                <a16:creationId xmlns:a16="http://schemas.microsoft.com/office/drawing/2014/main" id="{0430AF3A-0F46-5FD7-6921-ABADB15FBFE7}"/>
              </a:ext>
            </a:extLst>
          </p:cNvPr>
          <p:cNvSpPr txBox="1">
            <a:spLocks noChangeArrowheads="1"/>
          </p:cNvSpPr>
          <p:nvPr/>
        </p:nvSpPr>
        <p:spPr bwMode="auto">
          <a:xfrm>
            <a:off x="5407025" y="63150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24" name="Rectangle 3">
            <a:extLst>
              <a:ext uri="{FF2B5EF4-FFF2-40B4-BE49-F238E27FC236}">
                <a16:creationId xmlns:a16="http://schemas.microsoft.com/office/drawing/2014/main" id="{096D6E03-7D4B-94E1-3517-1DFD30FA7131}"/>
              </a:ext>
            </a:extLst>
          </p:cNvPr>
          <p:cNvSpPr txBox="1">
            <a:spLocks noChangeArrowheads="1"/>
          </p:cNvSpPr>
          <p:nvPr/>
        </p:nvSpPr>
        <p:spPr bwMode="auto">
          <a:xfrm>
            <a:off x="193675" y="63150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rgbClr val="FF0000"/>
                </a:solidFill>
                <a:latin typeface="Times New Roman" panose="02020603050405020304" pitchFamily="18" charset="0"/>
                <a:ea typeface="宋体" panose="02010600030101010101" pitchFamily="2" charset="-122"/>
                <a:sym typeface="方正书宋_GBK" charset="-122"/>
              </a:rPr>
              <a:t>)</a:t>
            </a:r>
          </a:p>
        </p:txBody>
      </p:sp>
      <p:sp>
        <p:nvSpPr>
          <p:cNvPr id="53281" name="日期占位符 7">
            <a:extLst>
              <a:ext uri="{FF2B5EF4-FFF2-40B4-BE49-F238E27FC236}">
                <a16:creationId xmlns:a16="http://schemas.microsoft.com/office/drawing/2014/main" id="{BCF6E4F3-4ACA-2471-9A93-1A6DC800ABB0}"/>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par>
                                <p:cTn id="24" presetID="3" presetClass="entr" presetSubtype="1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par>
                                <p:cTn id="32" presetID="3" presetClass="entr" presetSubtype="1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blinds(horizontal)">
                                      <p:cBhvr>
                                        <p:cTn id="39" dur="500"/>
                                        <p:tgtEl>
                                          <p:spTgt spid="19"/>
                                        </p:tgtEl>
                                      </p:cBhvr>
                                    </p:animEffect>
                                  </p:childTnLst>
                                </p:cTn>
                              </p:par>
                              <p:par>
                                <p:cTn id="40" presetID="3" presetClass="entr" presetSubtype="1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blinds(horizontal)">
                                      <p:cBhvr>
                                        <p:cTn id="47" dur="500"/>
                                        <p:tgtEl>
                                          <p:spTgt spid="11"/>
                                        </p:tgtEl>
                                      </p:cBhvr>
                                    </p:animEffect>
                                  </p:childTnLst>
                                </p:cTn>
                              </p:par>
                              <p:par>
                                <p:cTn id="48" presetID="3" presetClass="entr" presetSubtype="1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linds(horizontal)">
                                      <p:cBhvr>
                                        <p:cTn id="50" dur="500"/>
                                        <p:tgtEl>
                                          <p:spTgt spid="1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linds(horizontal)">
                                      <p:cBhvr>
                                        <p:cTn id="55" dur="500"/>
                                        <p:tgtEl>
                                          <p:spTgt spid="13"/>
                                        </p:tgtEl>
                                      </p:cBhvr>
                                    </p:animEffect>
                                  </p:childTnLst>
                                </p:cTn>
                              </p:par>
                              <p:par>
                                <p:cTn id="56" presetID="3" presetClass="entr" presetSubtype="10" fill="hold"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linds(horizontal)">
                                      <p:cBhvr>
                                        <p:cTn id="58" dur="500"/>
                                        <p:tgtEl>
                                          <p:spTgt spid="1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blinds(horizontal)">
                                      <p:cBhvr>
                                        <p:cTn id="63" dur="500"/>
                                        <p:tgtEl>
                                          <p:spTgt spid="15"/>
                                        </p:tgtEl>
                                      </p:cBhvr>
                                    </p:animEffect>
                                  </p:childTnLst>
                                </p:cTn>
                              </p:par>
                              <p:par>
                                <p:cTn id="64" presetID="3" presetClass="entr" presetSubtype="10"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blinds(horizontal)">
                                      <p:cBhvr>
                                        <p:cTn id="66" dur="500"/>
                                        <p:tgtEl>
                                          <p:spTgt spid="1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blinds(horizontal)">
                                      <p:cBhvr>
                                        <p:cTn id="71" dur="500"/>
                                        <p:tgtEl>
                                          <p:spTgt spid="17"/>
                                        </p:tgtEl>
                                      </p:cBhvr>
                                    </p:animEffect>
                                  </p:childTnLst>
                                </p:cTn>
                              </p:par>
                              <p:par>
                                <p:cTn id="72" presetID="3" presetClass="entr" presetSubtype="10" fill="hold"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blinds(horizontal)">
                                      <p:cBhvr>
                                        <p:cTn id="74" dur="500"/>
                                        <p:tgtEl>
                                          <p:spTgt spid="1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blinds(horizontal)">
                                      <p:cBhvr>
                                        <p:cTn id="79" dur="500"/>
                                        <p:tgtEl>
                                          <p:spTgt spid="21"/>
                                        </p:tgtEl>
                                      </p:cBhvr>
                                    </p:animEffect>
                                  </p:childTnLst>
                                </p:cTn>
                              </p:par>
                              <p:par>
                                <p:cTn id="80" presetID="3" presetClass="entr" presetSubtype="10" fill="hold"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blinds(horizontal)">
                                      <p:cBhvr>
                                        <p:cTn id="82" dur="500"/>
                                        <p:tgtEl>
                                          <p:spTgt spid="2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23"/>
                                        </p:tgtEl>
                                        <p:attrNameLst>
                                          <p:attrName>style.visibility</p:attrName>
                                        </p:attrNameLst>
                                      </p:cBhvr>
                                      <p:to>
                                        <p:strVal val="visible"/>
                                      </p:to>
                                    </p:set>
                                    <p:animEffect transition="in" filter="blinds(horizontal)">
                                      <p:cBhvr>
                                        <p:cTn id="87" dur="500"/>
                                        <p:tgtEl>
                                          <p:spTgt spid="23"/>
                                        </p:tgtEl>
                                      </p:cBhvr>
                                    </p:animEffect>
                                  </p:childTnLst>
                                </p:cTn>
                              </p:par>
                              <p:par>
                                <p:cTn id="88" presetID="3" presetClass="entr" presetSubtype="10" fill="hold" nodeType="with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blinds(horizontal)">
                                      <p:cBhvr>
                                        <p:cTn id="9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2">
            <a:extLst>
              <a:ext uri="{FF2B5EF4-FFF2-40B4-BE49-F238E27FC236}">
                <a16:creationId xmlns:a16="http://schemas.microsoft.com/office/drawing/2014/main" id="{3BFBB455-ED60-E04F-69F8-5BB10BA84239}"/>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4275" name="Slide Number Placeholder 3">
            <a:extLst>
              <a:ext uri="{FF2B5EF4-FFF2-40B4-BE49-F238E27FC236}">
                <a16:creationId xmlns:a16="http://schemas.microsoft.com/office/drawing/2014/main" id="{E52A290D-05C4-00BC-8FA0-41D68ACEDE9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C075009A-9755-4AA3-B974-44DB3E71BED1}"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39</a:t>
            </a:fld>
            <a:endParaRPr lang="en-GB" altLang="en-US" sz="1200">
              <a:latin typeface="Comic Sans MS" panose="030F0702030302020204" pitchFamily="66" charset="0"/>
              <a:ea typeface="宋体" panose="02010600030101010101" pitchFamily="2" charset="-122"/>
            </a:endParaRPr>
          </a:p>
        </p:txBody>
      </p:sp>
      <p:sp>
        <p:nvSpPr>
          <p:cNvPr id="54276" name="Title 10">
            <a:extLst>
              <a:ext uri="{FF2B5EF4-FFF2-40B4-BE49-F238E27FC236}">
                <a16:creationId xmlns:a16="http://schemas.microsoft.com/office/drawing/2014/main" id="{3B60530F-7E5C-DB97-5F6A-FCAED554D0D2}"/>
              </a:ext>
            </a:extLst>
          </p:cNvPr>
          <p:cNvSpPr txBox="1">
            <a:spLocks noChangeArrowheads="1"/>
          </p:cNvSpPr>
          <p:nvPr/>
        </p:nvSpPr>
        <p:spPr bwMode="auto">
          <a:xfrm>
            <a:off x="503238" y="3905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54277" name="Rectangle 3">
            <a:extLst>
              <a:ext uri="{FF2B5EF4-FFF2-40B4-BE49-F238E27FC236}">
                <a16:creationId xmlns:a16="http://schemas.microsoft.com/office/drawing/2014/main" id="{87B09FE4-0F52-CF75-B118-EA7D085F0BE0}"/>
              </a:ext>
            </a:extLst>
          </p:cNvPr>
          <p:cNvSpPr txBox="1">
            <a:spLocks noChangeArrowheads="1"/>
          </p:cNvSpPr>
          <p:nvPr/>
        </p:nvSpPr>
        <p:spPr bwMode="auto">
          <a:xfrm>
            <a:off x="5408613" y="24606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a:latin typeface="Times New Roman" panose="02020603050405020304" pitchFamily="18" charset="0"/>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54278" name="Rectangle 3">
            <a:extLst>
              <a:ext uri="{FF2B5EF4-FFF2-40B4-BE49-F238E27FC236}">
                <a16:creationId xmlns:a16="http://schemas.microsoft.com/office/drawing/2014/main" id="{BEB3E91F-25B7-D8F0-D616-502901745B85}"/>
              </a:ext>
            </a:extLst>
          </p:cNvPr>
          <p:cNvSpPr txBox="1">
            <a:spLocks noChangeArrowheads="1"/>
          </p:cNvSpPr>
          <p:nvPr/>
        </p:nvSpPr>
        <p:spPr bwMode="auto">
          <a:xfrm>
            <a:off x="193675" y="246062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endParaRPr lang="el-GR" altLang="en-US" sz="2800" b="1">
              <a:latin typeface="Times New Roman" panose="02020603050405020304" pitchFamily="18" charset="0"/>
              <a:ea typeface="宋体" panose="02010600030101010101" pitchFamily="2" charset="-122"/>
            </a:endParaRPr>
          </a:p>
        </p:txBody>
      </p:sp>
      <p:sp>
        <p:nvSpPr>
          <p:cNvPr id="54279" name="文本框 22564">
            <a:extLst>
              <a:ext uri="{FF2B5EF4-FFF2-40B4-BE49-F238E27FC236}">
                <a16:creationId xmlns:a16="http://schemas.microsoft.com/office/drawing/2014/main" id="{CA6FCEDF-32F5-942E-AFB7-1109E1D29518}"/>
              </a:ext>
            </a:extLst>
          </p:cNvPr>
          <p:cNvSpPr txBox="1">
            <a:spLocks noChangeArrowheads="1"/>
          </p:cNvSpPr>
          <p:nvPr/>
        </p:nvSpPr>
        <p:spPr bwMode="auto">
          <a:xfrm>
            <a:off x="217488" y="1917700"/>
            <a:ext cx="526256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3200" b="1">
                <a:latin typeface="楷体_GB2312" panose="02010609030101010101" pitchFamily="1" charset="-122"/>
                <a:ea typeface="楷体_GB2312" panose="02010609030101010101" pitchFamily="1" charset="-122"/>
              </a:rPr>
              <a:t>从</a:t>
            </a:r>
            <a:r>
              <a:rPr lang="zh-CN" altLang="en-US" sz="3200" b="1">
                <a:solidFill>
                  <a:srgbClr val="FF0000"/>
                </a:solidFill>
                <a:latin typeface="楷体_GB2312" panose="02010609030101010101" pitchFamily="1" charset="-122"/>
                <a:ea typeface="楷体_GB2312" panose="02010609030101010101" pitchFamily="1" charset="-122"/>
              </a:rPr>
              <a:t>源程序</a:t>
            </a:r>
            <a:r>
              <a:rPr lang="zh-CN" altLang="en-US" sz="3200" b="1">
                <a:latin typeface="楷体_GB2312" panose="02010609030101010101" pitchFamily="1" charset="-122"/>
                <a:ea typeface="楷体_GB2312" panose="02010609030101010101" pitchFamily="1" charset="-122"/>
              </a:rPr>
              <a:t>出发检验while语句</a:t>
            </a:r>
            <a:endParaRPr lang="zh-CN" altLang="en-US" sz="3200"/>
          </a:p>
        </p:txBody>
      </p:sp>
      <p:sp>
        <p:nvSpPr>
          <p:cNvPr id="54280" name="Text Box 4">
            <a:extLst>
              <a:ext uri="{FF2B5EF4-FFF2-40B4-BE49-F238E27FC236}">
                <a16:creationId xmlns:a16="http://schemas.microsoft.com/office/drawing/2014/main" id="{A993BECC-3925-FC8F-1DC8-1F64F2B75A7E}"/>
              </a:ext>
            </a:extLst>
          </p:cNvPr>
          <p:cNvSpPr txBox="1">
            <a:spLocks noChangeArrowheads="1"/>
          </p:cNvSpPr>
          <p:nvPr/>
        </p:nvSpPr>
        <p:spPr bwMode="auto">
          <a:xfrm>
            <a:off x="7559675" y="1704975"/>
            <a:ext cx="236855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endParaRPr lang="zh-CN" altLang="en-US" sz="2400" b="1">
              <a:latin typeface="宋体" panose="02010600030101010101" pitchFamily="2" charset="-122"/>
              <a:ea typeface="宋体" panose="02010600030101010101" pitchFamily="2" charset="-122"/>
            </a:endParaRPr>
          </a:p>
        </p:txBody>
      </p:sp>
      <p:sp>
        <p:nvSpPr>
          <p:cNvPr id="54281" name="Rectangle 3">
            <a:extLst>
              <a:ext uri="{FF2B5EF4-FFF2-40B4-BE49-F238E27FC236}">
                <a16:creationId xmlns:a16="http://schemas.microsoft.com/office/drawing/2014/main" id="{FEAE8351-E638-6074-A965-20B9FE2AD6D4}"/>
              </a:ext>
            </a:extLst>
          </p:cNvPr>
          <p:cNvSpPr txBox="1">
            <a:spLocks noChangeArrowheads="1"/>
          </p:cNvSpPr>
          <p:nvPr/>
        </p:nvSpPr>
        <p:spPr bwMode="auto">
          <a:xfrm>
            <a:off x="5408613" y="28098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zh-CN" altLang="en-US">
                <a:solidFill>
                  <a:srgbClr val="FF0000"/>
                </a:solidFill>
                <a:latin typeface="Times New Roman" panose="02020603050405020304" pitchFamily="18" charset="0"/>
                <a:ea typeface="宋体" panose="02010600030101010101" pitchFamily="2" charset="-122"/>
                <a:sym typeface="方正书宋_GBK" charset="-122"/>
              </a:rPr>
              <a:t>......</a:t>
            </a:r>
            <a:endParaRPr lang="en-US" altLang="zh-CN"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54282" name="Rectangle 3">
            <a:extLst>
              <a:ext uri="{FF2B5EF4-FFF2-40B4-BE49-F238E27FC236}">
                <a16:creationId xmlns:a16="http://schemas.microsoft.com/office/drawing/2014/main" id="{21321383-73F6-CC27-F41C-AE3945FF6661}"/>
              </a:ext>
            </a:extLst>
          </p:cNvPr>
          <p:cNvSpPr txBox="1">
            <a:spLocks noChangeArrowheads="1"/>
          </p:cNvSpPr>
          <p:nvPr/>
        </p:nvSpPr>
        <p:spPr bwMode="auto">
          <a:xfrm>
            <a:off x="193675" y="28098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zh-CN" altLang="en-US">
                <a:solidFill>
                  <a:srgbClr val="FF0000"/>
                </a:solidFill>
                <a:latin typeface="Times New Roman" panose="02020603050405020304" pitchFamily="18" charset="0"/>
                <a:ea typeface="宋体" panose="02010600030101010101" pitchFamily="2" charset="-122"/>
                <a:sym typeface="方正书宋_GBK" charset="-122"/>
              </a:rPr>
              <a:t>......</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54283" name="Rectangle 3">
            <a:extLst>
              <a:ext uri="{FF2B5EF4-FFF2-40B4-BE49-F238E27FC236}">
                <a16:creationId xmlns:a16="http://schemas.microsoft.com/office/drawing/2014/main" id="{B40CC965-CB16-6D53-CC67-3D8B66D34ADF}"/>
              </a:ext>
            </a:extLst>
          </p:cNvPr>
          <p:cNvSpPr txBox="1">
            <a:spLocks noChangeArrowheads="1"/>
          </p:cNvSpPr>
          <p:nvPr/>
        </p:nvSpPr>
        <p:spPr bwMode="auto">
          <a:xfrm>
            <a:off x="5408613" y="31591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54284" name="Rectangle 3">
            <a:extLst>
              <a:ext uri="{FF2B5EF4-FFF2-40B4-BE49-F238E27FC236}">
                <a16:creationId xmlns:a16="http://schemas.microsoft.com/office/drawing/2014/main" id="{848379DA-74B4-C2E4-07FD-0ACBBC730861}"/>
              </a:ext>
            </a:extLst>
          </p:cNvPr>
          <p:cNvSpPr txBox="1">
            <a:spLocks noChangeArrowheads="1"/>
          </p:cNvSpPr>
          <p:nvPr/>
        </p:nvSpPr>
        <p:spPr bwMode="auto">
          <a:xfrm>
            <a:off x="193675" y="315912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7" name="Rectangle 3">
            <a:extLst>
              <a:ext uri="{FF2B5EF4-FFF2-40B4-BE49-F238E27FC236}">
                <a16:creationId xmlns:a16="http://schemas.microsoft.com/office/drawing/2014/main" id="{9DAA48B0-B668-E53C-26E8-E91114296BF3}"/>
              </a:ext>
            </a:extLst>
          </p:cNvPr>
          <p:cNvSpPr txBox="1">
            <a:spLocks noChangeArrowheads="1"/>
          </p:cNvSpPr>
          <p:nvPr/>
        </p:nvSpPr>
        <p:spPr bwMode="auto">
          <a:xfrm>
            <a:off x="5408613" y="35083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8" name="Rectangle 3">
            <a:extLst>
              <a:ext uri="{FF2B5EF4-FFF2-40B4-BE49-F238E27FC236}">
                <a16:creationId xmlns:a16="http://schemas.microsoft.com/office/drawing/2014/main" id="{01750D5E-CFC4-6182-6296-1F791734C13E}"/>
              </a:ext>
            </a:extLst>
          </p:cNvPr>
          <p:cNvSpPr txBox="1">
            <a:spLocks noChangeArrowheads="1"/>
          </p:cNvSpPr>
          <p:nvPr/>
        </p:nvSpPr>
        <p:spPr bwMode="auto">
          <a:xfrm>
            <a:off x="193675" y="35083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rgbClr val="FF0000"/>
                </a:solidFill>
                <a:latin typeface="Times New Roman" panose="02020603050405020304" pitchFamily="18" charset="0"/>
                <a:ea typeface="宋体" panose="02010600030101010101" pitchFamily="2" charset="-122"/>
                <a:sym typeface="方正书宋_GBK" charset="-122"/>
              </a:rPr>
              <a:t>ID</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9" name="Rectangle 3">
            <a:extLst>
              <a:ext uri="{FF2B5EF4-FFF2-40B4-BE49-F238E27FC236}">
                <a16:creationId xmlns:a16="http://schemas.microsoft.com/office/drawing/2014/main" id="{B13D2047-45D9-86C8-4F8A-8F57B560DFBE}"/>
              </a:ext>
            </a:extLst>
          </p:cNvPr>
          <p:cNvSpPr txBox="1">
            <a:spLocks noChangeArrowheads="1"/>
          </p:cNvSpPr>
          <p:nvPr/>
        </p:nvSpPr>
        <p:spPr bwMode="auto">
          <a:xfrm>
            <a:off x="5408613" y="38576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latin typeface="Times New Roman" panose="02020603050405020304" pitchFamily="18" charset="0"/>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0" name="Rectangle 3">
            <a:extLst>
              <a:ext uri="{FF2B5EF4-FFF2-40B4-BE49-F238E27FC236}">
                <a16:creationId xmlns:a16="http://schemas.microsoft.com/office/drawing/2014/main" id="{45527508-A568-DDAA-27A6-BF3170B76085}"/>
              </a:ext>
            </a:extLst>
          </p:cNvPr>
          <p:cNvSpPr txBox="1">
            <a:spLocks noChangeArrowheads="1"/>
          </p:cNvSpPr>
          <p:nvPr/>
        </p:nvSpPr>
        <p:spPr bwMode="auto">
          <a:xfrm>
            <a:off x="193675" y="385762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rgbClr val="FF0000"/>
                </a:solidFill>
                <a:latin typeface="Times New Roman" panose="02020603050405020304" pitchFamily="18" charset="0"/>
                <a:ea typeface="宋体" panose="02010600030101010101" pitchFamily="2" charset="-122"/>
                <a:sym typeface="方正书宋_GBK" charset="-122"/>
              </a:rPr>
              <a:t>ID = </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11" name="Rectangle 3">
            <a:extLst>
              <a:ext uri="{FF2B5EF4-FFF2-40B4-BE49-F238E27FC236}">
                <a16:creationId xmlns:a16="http://schemas.microsoft.com/office/drawing/2014/main" id="{B40D7F61-BCCF-CF7C-E40B-2A11E2AAB9DD}"/>
              </a:ext>
            </a:extLst>
          </p:cNvPr>
          <p:cNvSpPr txBox="1">
            <a:spLocks noChangeArrowheads="1"/>
          </p:cNvSpPr>
          <p:nvPr/>
        </p:nvSpPr>
        <p:spPr bwMode="auto">
          <a:xfrm>
            <a:off x="5407025" y="45624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2" name="Rectangle 3">
            <a:extLst>
              <a:ext uri="{FF2B5EF4-FFF2-40B4-BE49-F238E27FC236}">
                <a16:creationId xmlns:a16="http://schemas.microsoft.com/office/drawing/2014/main" id="{2682BE12-C250-55C9-004A-B82B36C4AE83}"/>
              </a:ext>
            </a:extLst>
          </p:cNvPr>
          <p:cNvSpPr txBox="1">
            <a:spLocks noChangeArrowheads="1"/>
          </p:cNvSpPr>
          <p:nvPr/>
        </p:nvSpPr>
        <p:spPr bwMode="auto">
          <a:xfrm>
            <a:off x="193675" y="45624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ID =</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en-US" altLang="zh-CN" b="1">
                <a:solidFill>
                  <a:srgbClr val="FF0000"/>
                </a:solidFill>
                <a:latin typeface="宋体" panose="02010600030101010101" pitchFamily="2" charset="-122"/>
                <a:ea typeface="宋体" panose="02010600030101010101" pitchFamily="2" charset="-122"/>
                <a:sym typeface="方正书宋_GBK" charset="-122"/>
              </a:rPr>
              <a:t>primary_expr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13" name="Rectangle 3">
            <a:extLst>
              <a:ext uri="{FF2B5EF4-FFF2-40B4-BE49-F238E27FC236}">
                <a16:creationId xmlns:a16="http://schemas.microsoft.com/office/drawing/2014/main" id="{B8D7EB41-E785-E08F-726D-C7F3C83F40AA}"/>
              </a:ext>
            </a:extLst>
          </p:cNvPr>
          <p:cNvSpPr txBox="1">
            <a:spLocks noChangeArrowheads="1"/>
          </p:cNvSpPr>
          <p:nvPr/>
        </p:nvSpPr>
        <p:spPr bwMode="auto">
          <a:xfrm>
            <a:off x="5407025" y="49180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4" name="Rectangle 3">
            <a:extLst>
              <a:ext uri="{FF2B5EF4-FFF2-40B4-BE49-F238E27FC236}">
                <a16:creationId xmlns:a16="http://schemas.microsoft.com/office/drawing/2014/main" id="{65C9642D-2151-6AF2-31C5-9239B62F3BEB}"/>
              </a:ext>
            </a:extLst>
          </p:cNvPr>
          <p:cNvSpPr txBox="1">
            <a:spLocks noChangeArrowheads="1"/>
          </p:cNvSpPr>
          <p:nvPr/>
        </p:nvSpPr>
        <p:spPr bwMode="auto">
          <a:xfrm>
            <a:off x="193675" y="49180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ID = </a:t>
            </a:r>
            <a:r>
              <a:rPr lang="en-US" altLang="zh-CN" b="1">
                <a:latin typeface="宋体" panose="02010600030101010101" pitchFamily="2" charset="-122"/>
                <a:ea typeface="宋体" panose="02010600030101010101" pitchFamily="2" charset="-122"/>
                <a:sym typeface="方正书宋_GBK" charset="-122"/>
              </a:rPr>
              <a:t>primary_expr</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15" name="Rectangle 3">
            <a:extLst>
              <a:ext uri="{FF2B5EF4-FFF2-40B4-BE49-F238E27FC236}">
                <a16:creationId xmlns:a16="http://schemas.microsoft.com/office/drawing/2014/main" id="{B3B8C60D-BC23-EB30-01C6-A0D38EC6C6C8}"/>
              </a:ext>
            </a:extLst>
          </p:cNvPr>
          <p:cNvSpPr txBox="1">
            <a:spLocks noChangeArrowheads="1"/>
          </p:cNvSpPr>
          <p:nvPr/>
        </p:nvSpPr>
        <p:spPr bwMode="auto">
          <a:xfrm>
            <a:off x="5407025" y="52673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6" name="Rectangle 3">
            <a:extLst>
              <a:ext uri="{FF2B5EF4-FFF2-40B4-BE49-F238E27FC236}">
                <a16:creationId xmlns:a16="http://schemas.microsoft.com/office/drawing/2014/main" id="{EAE2BC88-18AD-1EAE-E24B-2ABB0001DAA1}"/>
              </a:ext>
            </a:extLst>
          </p:cNvPr>
          <p:cNvSpPr txBox="1">
            <a:spLocks noChangeArrowheads="1"/>
          </p:cNvSpPr>
          <p:nvPr/>
        </p:nvSpPr>
        <p:spPr bwMode="auto">
          <a:xfrm>
            <a:off x="193675" y="526732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ID = </a:t>
            </a:r>
            <a:r>
              <a:rPr lang="en-US" altLang="zh-CN" b="1">
                <a:latin typeface="宋体" panose="02010600030101010101" pitchFamily="2" charset="-122"/>
                <a:ea typeface="宋体" panose="02010600030101010101" pitchFamily="2" charset="-122"/>
                <a:sym typeface="方正书宋_GBK" charset="-122"/>
              </a:rPr>
              <a:t>primary_expr</a:t>
            </a:r>
            <a:r>
              <a:rPr lang="zh-CN" altLang="en-US">
                <a:solidFill>
                  <a:schemeClr val="tx1"/>
                </a:solidFill>
                <a:latin typeface="Times New Roman" panose="02020603050405020304" pitchFamily="18" charset="0"/>
                <a:ea typeface="宋体" panose="02010600030101010101" pitchFamily="2" charset="-122"/>
                <a:sym typeface="方正书宋_GBK" charset="-122"/>
              </a:rPr>
              <a:t> +</a:t>
            </a:r>
            <a:r>
              <a:rPr lang="zh-CN" altLang="en-US" sz="1400">
                <a:solidFill>
                  <a:schemeClr val="tx1"/>
                </a:solidFill>
                <a:latin typeface="Times New Roman" panose="02020603050405020304" pitchFamily="18" charset="0"/>
                <a:ea typeface="宋体" panose="02010600030101010101" pitchFamily="2" charset="-122"/>
                <a:sym typeface="方正书宋_GBK" charset="-122"/>
              </a:rPr>
              <a:t> </a:t>
            </a:r>
            <a:r>
              <a:rPr lang="zh-CN" altLang="en-US" sz="1400">
                <a:solidFill>
                  <a:srgbClr val="FF0000"/>
                </a:solidFill>
                <a:latin typeface="Times New Roman" panose="02020603050405020304" pitchFamily="18" charset="0"/>
                <a:ea typeface="宋体" panose="02010600030101010101" pitchFamily="2" charset="-122"/>
                <a:sym typeface="方正书宋_GBK" charset="-122"/>
              </a:rPr>
              <a:t>NUMBER</a:t>
            </a:r>
            <a:endParaRPr lang="zh-CN" altLang="zh-CN" sz="1400"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17" name="Rectangle 3">
            <a:extLst>
              <a:ext uri="{FF2B5EF4-FFF2-40B4-BE49-F238E27FC236}">
                <a16:creationId xmlns:a16="http://schemas.microsoft.com/office/drawing/2014/main" id="{6ABBF756-2412-3817-A0B7-4ADCF83C623A}"/>
              </a:ext>
            </a:extLst>
          </p:cNvPr>
          <p:cNvSpPr txBox="1">
            <a:spLocks noChangeArrowheads="1"/>
          </p:cNvSpPr>
          <p:nvPr/>
        </p:nvSpPr>
        <p:spPr bwMode="auto">
          <a:xfrm>
            <a:off x="5407025" y="56165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18" name="Rectangle 3">
            <a:extLst>
              <a:ext uri="{FF2B5EF4-FFF2-40B4-BE49-F238E27FC236}">
                <a16:creationId xmlns:a16="http://schemas.microsoft.com/office/drawing/2014/main" id="{8AC71851-B3AF-48B6-CB6B-DE01846C641A}"/>
              </a:ext>
            </a:extLst>
          </p:cNvPr>
          <p:cNvSpPr txBox="1">
            <a:spLocks noChangeArrowheads="1"/>
          </p:cNvSpPr>
          <p:nvPr/>
        </p:nvSpPr>
        <p:spPr bwMode="auto">
          <a:xfrm>
            <a:off x="193675" y="56165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sz="1600">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sz="1600">
                <a:solidFill>
                  <a:schemeClr val="tx1"/>
                </a:solidFill>
                <a:latin typeface="Times New Roman" panose="02020603050405020304" pitchFamily="18" charset="0"/>
                <a:ea typeface="宋体" panose="02010600030101010101" pitchFamily="2" charset="-122"/>
                <a:sym typeface="方正书宋_GBK" charset="-122"/>
              </a:rPr>
              <a:t>(</a:t>
            </a:r>
            <a:r>
              <a:rPr lang="zh-CN" altLang="en-US" sz="1600">
                <a:solidFill>
                  <a:srgbClr val="FF0000"/>
                </a:solidFill>
                <a:latin typeface="Times New Roman" panose="02020603050405020304" pitchFamily="18" charset="0"/>
                <a:ea typeface="宋体" panose="02010600030101010101" pitchFamily="2" charset="-122"/>
                <a:sym typeface="方正书宋_GBK" charset="-122"/>
              </a:rPr>
              <a:t> </a:t>
            </a:r>
            <a:r>
              <a:rPr lang="zh-CN" altLang="en-US" sz="1600" b="1">
                <a:solidFill>
                  <a:schemeClr val="tx1"/>
                </a:solidFill>
                <a:latin typeface="宋体" panose="02010600030101010101" pitchFamily="2" charset="-122"/>
                <a:ea typeface="宋体" panose="02010600030101010101" pitchFamily="2" charset="-122"/>
                <a:sym typeface="方正书宋_GBK" charset="-122"/>
              </a:rPr>
              <a:t>bool_</a:t>
            </a:r>
            <a:r>
              <a:rPr lang="en-US" altLang="zh-CN" sz="1600" b="1">
                <a:solidFill>
                  <a:schemeClr val="tx1"/>
                </a:solidFill>
                <a:latin typeface="宋体" panose="02010600030101010101" pitchFamily="2" charset="-122"/>
                <a:ea typeface="宋体" panose="02010600030101010101" pitchFamily="2" charset="-122"/>
                <a:sym typeface="方正书宋_GBK" charset="-122"/>
              </a:rPr>
              <a:t>expr</a:t>
            </a:r>
            <a:r>
              <a:rPr lang="en-US" altLang="zh-CN" sz="1600" b="1">
                <a:solidFill>
                  <a:schemeClr val="tx1"/>
                </a:solidFill>
                <a:latin typeface="Times New Roman" panose="02020603050405020304" pitchFamily="18" charset="0"/>
                <a:ea typeface="宋体" panose="02010600030101010101" pitchFamily="2" charset="-122"/>
                <a:sym typeface="方正书宋_GBK" charset="-122"/>
              </a:rPr>
              <a:t> </a:t>
            </a:r>
            <a:r>
              <a:rPr lang="zh-CN" altLang="en-US" sz="1600">
                <a:solidFill>
                  <a:schemeClr val="tx1"/>
                </a:solidFill>
                <a:latin typeface="Times New Roman" panose="02020603050405020304" pitchFamily="18" charset="0"/>
                <a:ea typeface="宋体" panose="02010600030101010101" pitchFamily="2" charset="-122"/>
                <a:sym typeface="方正书宋_GBK" charset="-122"/>
              </a:rPr>
              <a:t>) ID = </a:t>
            </a:r>
            <a:r>
              <a:rPr lang="en-US" altLang="zh-CN" sz="1600" b="1">
                <a:latin typeface="宋体" panose="02010600030101010101" pitchFamily="2" charset="-122"/>
                <a:ea typeface="宋体" panose="02010600030101010101" pitchFamily="2" charset="-122"/>
                <a:sym typeface="方正书宋_GBK" charset="-122"/>
              </a:rPr>
              <a:t>primary_expr</a:t>
            </a:r>
            <a:r>
              <a:rPr lang="zh-CN" altLang="en-US" sz="1600">
                <a:solidFill>
                  <a:schemeClr val="tx1"/>
                </a:solidFill>
                <a:latin typeface="Times New Roman" panose="02020603050405020304" pitchFamily="18" charset="0"/>
                <a:ea typeface="宋体" panose="02010600030101010101" pitchFamily="2" charset="-122"/>
                <a:sym typeface="方正书宋_GBK" charset="-122"/>
              </a:rPr>
              <a:t> + </a:t>
            </a:r>
            <a:r>
              <a:rPr lang="en-US" altLang="zh-CN" sz="1600" b="1">
                <a:solidFill>
                  <a:srgbClr val="FF0000"/>
                </a:solidFill>
                <a:latin typeface="宋体" panose="02010600030101010101" pitchFamily="2" charset="-122"/>
                <a:ea typeface="宋体" panose="02010600030101010101" pitchFamily="2" charset="-122"/>
                <a:sym typeface="方正书宋_GBK" charset="-122"/>
              </a:rPr>
              <a:t>primary_expr</a:t>
            </a:r>
          </a:p>
        </p:txBody>
      </p:sp>
      <p:sp>
        <p:nvSpPr>
          <p:cNvPr id="19" name="Rectangle 3">
            <a:extLst>
              <a:ext uri="{FF2B5EF4-FFF2-40B4-BE49-F238E27FC236}">
                <a16:creationId xmlns:a16="http://schemas.microsoft.com/office/drawing/2014/main" id="{8A0533D8-A835-4CE1-4A80-7FE08FD28A0A}"/>
              </a:ext>
            </a:extLst>
          </p:cNvPr>
          <p:cNvSpPr txBox="1">
            <a:spLocks noChangeArrowheads="1"/>
          </p:cNvSpPr>
          <p:nvPr/>
        </p:nvSpPr>
        <p:spPr bwMode="auto">
          <a:xfrm>
            <a:off x="5408613" y="42068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20" name="Rectangle 3">
            <a:extLst>
              <a:ext uri="{FF2B5EF4-FFF2-40B4-BE49-F238E27FC236}">
                <a16:creationId xmlns:a16="http://schemas.microsoft.com/office/drawing/2014/main" id="{48791CB7-120C-DAEB-1E8D-A8BBA6A77107}"/>
              </a:ext>
            </a:extLst>
          </p:cNvPr>
          <p:cNvSpPr txBox="1">
            <a:spLocks noChangeArrowheads="1"/>
          </p:cNvSpPr>
          <p:nvPr/>
        </p:nvSpPr>
        <p:spPr bwMode="auto">
          <a:xfrm>
            <a:off x="193675" y="42068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rgbClr val="FF0000"/>
                </a:solidFill>
                <a:latin typeface="Times New Roman" panose="02020603050405020304" pitchFamily="18" charset="0"/>
                <a:ea typeface="宋体" panose="02010600030101010101" pitchFamily="2" charset="-122"/>
                <a:sym typeface="方正书宋_GBK" charset="-122"/>
              </a:rPr>
              <a:t>ID = ID</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54299" name="TextBox 13">
            <a:extLst>
              <a:ext uri="{FF2B5EF4-FFF2-40B4-BE49-F238E27FC236}">
                <a16:creationId xmlns:a16="http://schemas.microsoft.com/office/drawing/2014/main" id="{B8BDF1CF-4AF8-8DF7-38B7-7F57BE8B8B16}"/>
              </a:ext>
            </a:extLst>
          </p:cNvPr>
          <p:cNvSpPr txBox="1">
            <a:spLocks noChangeArrowheads="1"/>
          </p:cNvSpPr>
          <p:nvPr/>
        </p:nvSpPr>
        <p:spPr bwMode="auto">
          <a:xfrm>
            <a:off x="47625" y="104775"/>
            <a:ext cx="5281613" cy="16351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1800" b="1">
                <a:latin typeface="宋体" panose="02010600030101010101" pitchFamily="2" charset="-122"/>
                <a:ea typeface="宋体" panose="02010600030101010101" pitchFamily="2" charset="-122"/>
                <a:sym typeface="方正书宋_GBK" charset="-122"/>
              </a:rPr>
              <a:t>stmt  →  while_stmt | assign_stmt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while_stmt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WHILE (</a:t>
            </a:r>
            <a:r>
              <a:rPr lang="en-US" altLang="zh-CN" sz="2000" b="1">
                <a:latin typeface="宋体" panose="02010600030101010101" pitchFamily="2" charset="-122"/>
                <a:ea typeface="宋体" panose="02010600030101010101" pitchFamily="2" charset="-122"/>
                <a:sym typeface="方正书宋_GBK" charset="-122"/>
              </a:rPr>
              <a:t> bool_expr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1800" b="1">
                <a:latin typeface="宋体" panose="02010600030101010101" pitchFamily="2" charset="-122"/>
                <a:ea typeface="宋体" panose="02010600030101010101" pitchFamily="2" charset="-122"/>
                <a:sym typeface="方正书宋_GBK" charset="-122"/>
              </a:rPr>
              <a:t> 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assign_stmt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000" b="1">
                <a:latin typeface="宋体" panose="02010600030101010101" pitchFamily="2" charset="-122"/>
                <a:ea typeface="宋体" panose="02010600030101010101" pitchFamily="2" charset="-122"/>
                <a:sym typeface="方正书宋_GBK" charset="-122"/>
              </a:rPr>
              <a:t>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primary_expr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000" b="1">
                <a:latin typeface="宋体" panose="02010600030101010101" pitchFamily="2" charset="-122"/>
                <a:ea typeface="宋体" panose="02010600030101010101" pitchFamily="2" charset="-122"/>
                <a:sym typeface="方正书宋_GBK" charset="-122"/>
              </a:rPr>
              <a: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NUMBER</a:t>
            </a: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54300" name="TextBox 13">
            <a:extLst>
              <a:ext uri="{FF2B5EF4-FFF2-40B4-BE49-F238E27FC236}">
                <a16:creationId xmlns:a16="http://schemas.microsoft.com/office/drawing/2014/main" id="{2F4C481C-BC81-5354-3B0F-4C8CB9BDF59D}"/>
              </a:ext>
            </a:extLst>
          </p:cNvPr>
          <p:cNvSpPr txBox="1">
            <a:spLocks noChangeArrowheads="1"/>
          </p:cNvSpPr>
          <p:nvPr/>
        </p:nvSpPr>
        <p:spPr bwMode="auto">
          <a:xfrm>
            <a:off x="5448300" y="88900"/>
            <a:ext cx="4492625" cy="1662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bool_expr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&gt;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expr → primary_expr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a:t>
            </a:r>
            <a:r>
              <a:rPr lang="zh-CN" altLang="en-US" sz="2000" b="1">
                <a:latin typeface="宋体" panose="02010600030101010101" pitchFamily="2" charset="-122"/>
                <a:ea typeface="宋体" panose="02010600030101010101" pitchFamily="2" charset="-122"/>
                <a:sym typeface="方正书宋_GBK" charset="-122"/>
              </a:rPr>
              <a:t>|  </a:t>
            </a:r>
            <a:r>
              <a:rPr lang="en-US" altLang="zh-CN" sz="2000" b="1">
                <a:latin typeface="宋体" panose="02010600030101010101" pitchFamily="2" charset="-122"/>
                <a:ea typeface="宋体" panose="02010600030101010101" pitchFamily="2" charset="-122"/>
                <a:sym typeface="方正书宋_GBK" charset="-122"/>
              </a:rPr>
              <a:t>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endParaRPr lang="en-US" altLang="zh-CN" sz="2000" b="1">
              <a:solidFill>
                <a:srgbClr val="FF0000"/>
              </a:solidFill>
              <a:latin typeface="宋体" panose="02010600030101010101" pitchFamily="2" charset="-122"/>
              <a:ea typeface="宋体" panose="02010600030101010101" pitchFamily="2" charset="-122"/>
              <a:sym typeface="方正书宋_GBK" charset="-122"/>
            </a:endParaRPr>
          </a:p>
        </p:txBody>
      </p:sp>
      <p:sp>
        <p:nvSpPr>
          <p:cNvPr id="21" name="Rectangle 3">
            <a:extLst>
              <a:ext uri="{FF2B5EF4-FFF2-40B4-BE49-F238E27FC236}">
                <a16:creationId xmlns:a16="http://schemas.microsoft.com/office/drawing/2014/main" id="{A3116E63-0E7A-1F5C-599D-64F2A98C4039}"/>
              </a:ext>
            </a:extLst>
          </p:cNvPr>
          <p:cNvSpPr txBox="1">
            <a:spLocks noChangeArrowheads="1"/>
          </p:cNvSpPr>
          <p:nvPr/>
        </p:nvSpPr>
        <p:spPr bwMode="auto">
          <a:xfrm>
            <a:off x="5407025" y="59658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22" name="Rectangle 3">
            <a:extLst>
              <a:ext uri="{FF2B5EF4-FFF2-40B4-BE49-F238E27FC236}">
                <a16:creationId xmlns:a16="http://schemas.microsoft.com/office/drawing/2014/main" id="{C17A569C-F6F5-B329-924B-44EE941E3CCB}"/>
              </a:ext>
            </a:extLst>
          </p:cNvPr>
          <p:cNvSpPr txBox="1">
            <a:spLocks noChangeArrowheads="1"/>
          </p:cNvSpPr>
          <p:nvPr/>
        </p:nvSpPr>
        <p:spPr bwMode="auto">
          <a:xfrm>
            <a:off x="193675" y="596582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ID = </a:t>
            </a:r>
            <a:r>
              <a:rPr lang="en-US" altLang="zh-CN" b="1">
                <a:latin typeface="宋体" panose="02010600030101010101" pitchFamily="2" charset="-122"/>
                <a:ea typeface="宋体" panose="02010600030101010101" pitchFamily="2" charset="-122"/>
                <a:sym typeface="方正书宋_GBK" charset="-122"/>
              </a:rPr>
              <a:t>primary_expr</a:t>
            </a:r>
            <a:r>
              <a:rPr lang="zh-CN" altLang="en-US">
                <a:solidFill>
                  <a:schemeClr val="tx1"/>
                </a:solidFill>
                <a:latin typeface="Times New Roman" panose="02020603050405020304" pitchFamily="18" charset="0"/>
                <a:ea typeface="宋体" panose="02010600030101010101" pitchFamily="2" charset="-122"/>
                <a:sym typeface="方正书宋_GBK" charset="-122"/>
              </a:rPr>
              <a:t> + </a:t>
            </a:r>
            <a:r>
              <a:rPr lang="zh-CN" altLang="en-US">
                <a:solidFill>
                  <a:srgbClr val="FF0000"/>
                </a:solidFill>
                <a:latin typeface="Times New Roman" panose="02020603050405020304" pitchFamily="18" charset="0"/>
                <a:ea typeface="宋体" panose="02010600030101010101" pitchFamily="2" charset="-122"/>
                <a:sym typeface="方正书宋_GBK" charset="-122"/>
              </a:rPr>
              <a:t>expr</a:t>
            </a:r>
            <a:endParaRPr lang="en-US" altLang="zh-CN" b="1">
              <a:solidFill>
                <a:srgbClr val="FF0000"/>
              </a:solidFill>
              <a:latin typeface="宋体" panose="02010600030101010101" pitchFamily="2" charset="-122"/>
              <a:ea typeface="宋体" panose="02010600030101010101" pitchFamily="2" charset="-122"/>
              <a:sym typeface="方正书宋_GBK" charset="-122"/>
            </a:endParaRPr>
          </a:p>
        </p:txBody>
      </p:sp>
      <p:sp>
        <p:nvSpPr>
          <p:cNvPr id="23" name="Rectangle 3">
            <a:extLst>
              <a:ext uri="{FF2B5EF4-FFF2-40B4-BE49-F238E27FC236}">
                <a16:creationId xmlns:a16="http://schemas.microsoft.com/office/drawing/2014/main" id="{F5269690-02DA-3C64-2507-4CF0AC28D5E7}"/>
              </a:ext>
            </a:extLst>
          </p:cNvPr>
          <p:cNvSpPr txBox="1">
            <a:spLocks noChangeArrowheads="1"/>
          </p:cNvSpPr>
          <p:nvPr/>
        </p:nvSpPr>
        <p:spPr bwMode="auto">
          <a:xfrm>
            <a:off x="5407025" y="63150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24" name="Rectangle 3">
            <a:extLst>
              <a:ext uri="{FF2B5EF4-FFF2-40B4-BE49-F238E27FC236}">
                <a16:creationId xmlns:a16="http://schemas.microsoft.com/office/drawing/2014/main" id="{6F01F084-5706-ECB8-83B9-695FA1CFF2FD}"/>
              </a:ext>
            </a:extLst>
          </p:cNvPr>
          <p:cNvSpPr txBox="1">
            <a:spLocks noChangeArrowheads="1"/>
          </p:cNvSpPr>
          <p:nvPr/>
        </p:nvSpPr>
        <p:spPr bwMode="auto">
          <a:xfrm>
            <a:off x="193675" y="6315075"/>
            <a:ext cx="5257800"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ID = </a:t>
            </a:r>
            <a:r>
              <a:rPr lang="zh-CN" altLang="en-US" b="1">
                <a:solidFill>
                  <a:srgbClr val="FF0000"/>
                </a:solidFill>
                <a:latin typeface="宋体" panose="02010600030101010101" pitchFamily="2" charset="-122"/>
                <a:ea typeface="宋体" panose="02010600030101010101" pitchFamily="2" charset="-122"/>
                <a:sym typeface="方正书宋_GBK" charset="-122"/>
              </a:rPr>
              <a:t>expr</a:t>
            </a:r>
          </a:p>
        </p:txBody>
      </p:sp>
      <p:sp>
        <p:nvSpPr>
          <p:cNvPr id="54305" name="日期占位符 7">
            <a:extLst>
              <a:ext uri="{FF2B5EF4-FFF2-40B4-BE49-F238E27FC236}">
                <a16:creationId xmlns:a16="http://schemas.microsoft.com/office/drawing/2014/main" id="{99DAF032-1438-4661-7F98-E872DD0C57FD}"/>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linds(horizontal)">
                                      <p:cBhvr>
                                        <p:cTn id="23" dur="500"/>
                                        <p:tgtEl>
                                          <p:spTgt spid="19"/>
                                        </p:tgtEl>
                                      </p:cBhvr>
                                    </p:animEffect>
                                  </p:childTnLst>
                                </p:cTn>
                              </p:par>
                              <p:par>
                                <p:cTn id="24" presetID="3" presetClass="entr" presetSubtype="1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blinds(horizontal)">
                                      <p:cBhvr>
                                        <p:cTn id="26" dur="500"/>
                                        <p:tgtEl>
                                          <p:spTgt spid="2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par>
                                <p:cTn id="32" presetID="3" presetClass="entr" presetSubtype="1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linds(horizontal)">
                                      <p:cBhvr>
                                        <p:cTn id="39" dur="500"/>
                                        <p:tgtEl>
                                          <p:spTgt spid="13"/>
                                        </p:tgtEl>
                                      </p:cBhvr>
                                    </p:animEffect>
                                  </p:childTnLst>
                                </p:cTn>
                              </p:par>
                              <p:par>
                                <p:cTn id="40" presetID="3" presetClass="entr" presetSubtype="1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blinds(horizontal)">
                                      <p:cBhvr>
                                        <p:cTn id="47" dur="500"/>
                                        <p:tgtEl>
                                          <p:spTgt spid="15"/>
                                        </p:tgtEl>
                                      </p:cBhvr>
                                    </p:animEffect>
                                  </p:childTnLst>
                                </p:cTn>
                              </p:par>
                              <p:par>
                                <p:cTn id="48" presetID="3" presetClass="entr" presetSubtype="1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linds(horizontal)">
                                      <p:cBhvr>
                                        <p:cTn id="50" dur="500"/>
                                        <p:tgtEl>
                                          <p:spTgt spid="1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linds(horizontal)">
                                      <p:cBhvr>
                                        <p:cTn id="55" dur="500"/>
                                        <p:tgtEl>
                                          <p:spTgt spid="17"/>
                                        </p:tgtEl>
                                      </p:cBhvr>
                                    </p:animEffect>
                                  </p:childTnLst>
                                </p:cTn>
                              </p:par>
                              <p:par>
                                <p:cTn id="56" presetID="3" presetClass="entr" presetSubtype="1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blinds(horizontal)">
                                      <p:cBhvr>
                                        <p:cTn id="58" dur="500"/>
                                        <p:tgtEl>
                                          <p:spTgt spid="1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blinds(horizontal)">
                                      <p:cBhvr>
                                        <p:cTn id="63" dur="500"/>
                                        <p:tgtEl>
                                          <p:spTgt spid="21"/>
                                        </p:tgtEl>
                                      </p:cBhvr>
                                    </p:animEffect>
                                  </p:childTnLst>
                                </p:cTn>
                              </p:par>
                              <p:par>
                                <p:cTn id="64" presetID="3" presetClass="entr" presetSubtype="1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blinds(horizontal)">
                                      <p:cBhvr>
                                        <p:cTn id="66" dur="500"/>
                                        <p:tgtEl>
                                          <p:spTgt spid="2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blinds(horizontal)">
                                      <p:cBhvr>
                                        <p:cTn id="71" dur="500"/>
                                        <p:tgtEl>
                                          <p:spTgt spid="23"/>
                                        </p:tgtEl>
                                      </p:cBhvr>
                                    </p:animEffect>
                                  </p:childTnLst>
                                </p:cTn>
                              </p:par>
                              <p:par>
                                <p:cTn id="72" presetID="3" presetClass="entr" presetSubtype="1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blinds(horizontal)">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2">
            <a:extLst>
              <a:ext uri="{FF2B5EF4-FFF2-40B4-BE49-F238E27FC236}">
                <a16:creationId xmlns:a16="http://schemas.microsoft.com/office/drawing/2014/main" id="{8E9CD9B2-00AD-137A-BF74-FE9C956D881D}"/>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5299" name="Slide Number Placeholder 3">
            <a:extLst>
              <a:ext uri="{FF2B5EF4-FFF2-40B4-BE49-F238E27FC236}">
                <a16:creationId xmlns:a16="http://schemas.microsoft.com/office/drawing/2014/main" id="{A71D2268-384E-4791-963F-FEEF8F73494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1004803B-E8A7-4BD6-B195-239234D090F9}"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40</a:t>
            </a:fld>
            <a:endParaRPr lang="en-GB" altLang="en-US" sz="1200">
              <a:latin typeface="Comic Sans MS" panose="030F0702030302020204" pitchFamily="66" charset="0"/>
              <a:ea typeface="宋体" panose="02010600030101010101" pitchFamily="2" charset="-122"/>
            </a:endParaRPr>
          </a:p>
        </p:txBody>
      </p:sp>
      <p:sp>
        <p:nvSpPr>
          <p:cNvPr id="55300" name="Title 10">
            <a:extLst>
              <a:ext uri="{FF2B5EF4-FFF2-40B4-BE49-F238E27FC236}">
                <a16:creationId xmlns:a16="http://schemas.microsoft.com/office/drawing/2014/main" id="{1E0E289F-30BD-928B-B14C-9E221314CB7F}"/>
              </a:ext>
            </a:extLst>
          </p:cNvPr>
          <p:cNvSpPr txBox="1">
            <a:spLocks noChangeArrowheads="1"/>
          </p:cNvSpPr>
          <p:nvPr/>
        </p:nvSpPr>
        <p:spPr bwMode="auto">
          <a:xfrm>
            <a:off x="503238" y="3905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55301" name="Rectangle 3">
            <a:extLst>
              <a:ext uri="{FF2B5EF4-FFF2-40B4-BE49-F238E27FC236}">
                <a16:creationId xmlns:a16="http://schemas.microsoft.com/office/drawing/2014/main" id="{4E6E26F4-01B7-0337-4B65-BB9CE251D83E}"/>
              </a:ext>
            </a:extLst>
          </p:cNvPr>
          <p:cNvSpPr txBox="1">
            <a:spLocks noChangeArrowheads="1"/>
          </p:cNvSpPr>
          <p:nvPr/>
        </p:nvSpPr>
        <p:spPr bwMode="auto">
          <a:xfrm>
            <a:off x="5403850" y="24606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a:solidFill>
                  <a:schemeClr val="accent2"/>
                </a:solidFill>
                <a:latin typeface="Times New Roman" panose="02020603050405020304" pitchFamily="18" charset="0"/>
                <a:ea typeface="宋体" panose="02010600030101010101" pitchFamily="2" charset="-122"/>
                <a:sym typeface="方正书宋_GBK" charset="-122"/>
              </a:rPr>
              <a:t>WHILE (</a:t>
            </a:r>
            <a:r>
              <a:rPr lang="en-US" altLang="zh-CN">
                <a:latin typeface="Times New Roman" panose="02020603050405020304" pitchFamily="18" charset="0"/>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&lt;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a:latin typeface="Times New Roman" panose="02020603050405020304" pitchFamily="18" charset="0"/>
                <a:ea typeface="宋体" panose="02010600030101010101" pitchFamily="2" charset="-122"/>
                <a:sym typeface="方正书宋_GBK" charset="-122"/>
              </a:rPr>
              <a:t> </a:t>
            </a:r>
            <a:r>
              <a:rPr lang="en-US" altLang="zh-CN">
                <a:solidFill>
                  <a:schemeClr val="accent2"/>
                </a:solidFill>
                <a:latin typeface="Times New Roman" panose="02020603050405020304" pitchFamily="18" charset="0"/>
                <a:ea typeface="宋体" panose="02010600030101010101" pitchFamily="2" charset="-122"/>
                <a:sym typeface="方正书宋_GBK" charset="-122"/>
              </a:rPr>
              <a:t>)</a:t>
            </a:r>
            <a:r>
              <a:rPr lang="en-US" altLang="zh-CN">
                <a:latin typeface="Times New Roman" panose="02020603050405020304" pitchFamily="18" charset="0"/>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ID =</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ID</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r>
              <a:rPr lang="en-US" altLang="zh-CN" b="1">
                <a:latin typeface="宋体" panose="02010600030101010101" pitchFamily="2" charset="-122"/>
                <a:ea typeface="宋体" panose="02010600030101010101" pitchFamily="2" charset="-122"/>
                <a:sym typeface="方正书宋_GBK" charset="-122"/>
              </a:rPr>
              <a:t> </a:t>
            </a:r>
            <a:r>
              <a:rPr lang="zh-CN" altLang="en-US" b="1">
                <a:solidFill>
                  <a:schemeClr val="accent2"/>
                </a:solidFill>
                <a:latin typeface="宋体" panose="02010600030101010101" pitchFamily="2" charset="-122"/>
                <a:ea typeface="宋体" panose="02010600030101010101" pitchFamily="2" charset="-122"/>
                <a:sym typeface="方正书宋_GBK" charset="-122"/>
              </a:rPr>
              <a:t>NUMBER</a:t>
            </a:r>
            <a:r>
              <a:rPr lang="en-US" altLang="zh-CN" b="1">
                <a:latin typeface="宋体" panose="02010600030101010101" pitchFamily="2" charset="-122"/>
                <a:ea typeface="宋体" panose="02010600030101010101" pitchFamily="2" charset="-122"/>
                <a:sym typeface="方正书宋_GBK" charset="-122"/>
              </a:rPr>
              <a:t> </a:t>
            </a: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55302" name="Rectangle 3">
            <a:extLst>
              <a:ext uri="{FF2B5EF4-FFF2-40B4-BE49-F238E27FC236}">
                <a16:creationId xmlns:a16="http://schemas.microsoft.com/office/drawing/2014/main" id="{34FE24DE-F684-2441-8B1B-FD875377A338}"/>
              </a:ext>
            </a:extLst>
          </p:cNvPr>
          <p:cNvSpPr txBox="1">
            <a:spLocks noChangeArrowheads="1"/>
          </p:cNvSpPr>
          <p:nvPr/>
        </p:nvSpPr>
        <p:spPr bwMode="auto">
          <a:xfrm>
            <a:off x="236538" y="24606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endParaRPr lang="el-GR" altLang="en-US" sz="2800" b="1">
              <a:latin typeface="Times New Roman" panose="02020603050405020304" pitchFamily="18" charset="0"/>
              <a:ea typeface="宋体" panose="02010600030101010101" pitchFamily="2" charset="-122"/>
            </a:endParaRPr>
          </a:p>
        </p:txBody>
      </p:sp>
      <p:sp>
        <p:nvSpPr>
          <p:cNvPr id="55303" name="文本框 22564">
            <a:extLst>
              <a:ext uri="{FF2B5EF4-FFF2-40B4-BE49-F238E27FC236}">
                <a16:creationId xmlns:a16="http://schemas.microsoft.com/office/drawing/2014/main" id="{4A112F42-1154-5CDD-4A54-7D49CD9DAB56}"/>
              </a:ext>
            </a:extLst>
          </p:cNvPr>
          <p:cNvSpPr txBox="1">
            <a:spLocks noChangeArrowheads="1"/>
          </p:cNvSpPr>
          <p:nvPr/>
        </p:nvSpPr>
        <p:spPr bwMode="auto">
          <a:xfrm>
            <a:off x="217488" y="1917700"/>
            <a:ext cx="526256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3200" b="1">
                <a:latin typeface="楷体_GB2312" panose="02010609030101010101" pitchFamily="1" charset="-122"/>
                <a:ea typeface="楷体_GB2312" panose="02010609030101010101" pitchFamily="1" charset="-122"/>
              </a:rPr>
              <a:t>从</a:t>
            </a:r>
            <a:r>
              <a:rPr lang="zh-CN" altLang="en-US" sz="3200" b="1">
                <a:solidFill>
                  <a:srgbClr val="FF0000"/>
                </a:solidFill>
                <a:latin typeface="楷体_GB2312" panose="02010609030101010101" pitchFamily="1" charset="-122"/>
                <a:ea typeface="楷体_GB2312" panose="02010609030101010101" pitchFamily="1" charset="-122"/>
              </a:rPr>
              <a:t>源程序</a:t>
            </a:r>
            <a:r>
              <a:rPr lang="zh-CN" altLang="en-US" sz="3200" b="1">
                <a:latin typeface="楷体_GB2312" panose="02010609030101010101" pitchFamily="1" charset="-122"/>
                <a:ea typeface="楷体_GB2312" panose="02010609030101010101" pitchFamily="1" charset="-122"/>
              </a:rPr>
              <a:t>出发检验while语句</a:t>
            </a:r>
            <a:endParaRPr lang="zh-CN" altLang="en-US" sz="3200"/>
          </a:p>
        </p:txBody>
      </p:sp>
      <p:sp>
        <p:nvSpPr>
          <p:cNvPr id="55304" name="Text Box 4">
            <a:extLst>
              <a:ext uri="{FF2B5EF4-FFF2-40B4-BE49-F238E27FC236}">
                <a16:creationId xmlns:a16="http://schemas.microsoft.com/office/drawing/2014/main" id="{D9482DF0-49EE-DE8E-3D9E-A011D8CE2695}"/>
              </a:ext>
            </a:extLst>
          </p:cNvPr>
          <p:cNvSpPr txBox="1">
            <a:spLocks noChangeArrowheads="1"/>
          </p:cNvSpPr>
          <p:nvPr/>
        </p:nvSpPr>
        <p:spPr bwMode="auto">
          <a:xfrm>
            <a:off x="7559675" y="1704975"/>
            <a:ext cx="236855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67680" rIns="90000" bIns="4500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while (a &lt; b)</a:t>
            </a:r>
          </a:p>
          <a:p>
            <a:pPr eaLnBrk="1">
              <a:spcAft>
                <a:spcPct val="0"/>
              </a:spcAft>
              <a:buFont typeface="Times New Roman" panose="02020603050405020304" pitchFamily="18" charset="0"/>
              <a:buNone/>
            </a:pPr>
            <a:r>
              <a:rPr lang="zh-CN" altLang="en-US" sz="2400" b="1">
                <a:latin typeface="宋体" panose="02010600030101010101" pitchFamily="2" charset="-122"/>
                <a:ea typeface="宋体" panose="02010600030101010101" pitchFamily="2" charset="-122"/>
              </a:rPr>
              <a:t>   a = a + 1;</a:t>
            </a:r>
          </a:p>
          <a:p>
            <a:pPr eaLnBrk="1">
              <a:spcAft>
                <a:spcPct val="0"/>
              </a:spcAft>
              <a:buFont typeface="Times New Roman" panose="02020603050405020304" pitchFamily="18" charset="0"/>
              <a:buNone/>
            </a:pPr>
            <a:endParaRPr lang="zh-CN" altLang="en-US" sz="2400" b="1">
              <a:latin typeface="宋体" panose="02010600030101010101" pitchFamily="2" charset="-122"/>
              <a:ea typeface="宋体" panose="02010600030101010101" pitchFamily="2" charset="-122"/>
            </a:endParaRPr>
          </a:p>
        </p:txBody>
      </p:sp>
      <p:sp>
        <p:nvSpPr>
          <p:cNvPr id="55305" name="Rectangle 3">
            <a:extLst>
              <a:ext uri="{FF2B5EF4-FFF2-40B4-BE49-F238E27FC236}">
                <a16:creationId xmlns:a16="http://schemas.microsoft.com/office/drawing/2014/main" id="{89E76AF8-D10B-6990-5188-F5E5996610C2}"/>
              </a:ext>
            </a:extLst>
          </p:cNvPr>
          <p:cNvSpPr txBox="1">
            <a:spLocks noChangeArrowheads="1"/>
          </p:cNvSpPr>
          <p:nvPr/>
        </p:nvSpPr>
        <p:spPr bwMode="auto">
          <a:xfrm>
            <a:off x="5403850" y="28098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zh-CN" altLang="en-US">
                <a:solidFill>
                  <a:srgbClr val="FF0000"/>
                </a:solidFill>
                <a:latin typeface="Times New Roman" panose="02020603050405020304" pitchFamily="18" charset="0"/>
                <a:ea typeface="宋体" panose="02010600030101010101" pitchFamily="2" charset="-122"/>
                <a:sym typeface="方正书宋_GBK" charset="-122"/>
              </a:rPr>
              <a:t>......</a:t>
            </a:r>
            <a:endParaRPr lang="en-US" altLang="zh-CN"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55306" name="Rectangle 3">
            <a:extLst>
              <a:ext uri="{FF2B5EF4-FFF2-40B4-BE49-F238E27FC236}">
                <a16:creationId xmlns:a16="http://schemas.microsoft.com/office/drawing/2014/main" id="{BC5240A3-D654-A5B2-AF9A-67B5A1A5AEEF}"/>
              </a:ext>
            </a:extLst>
          </p:cNvPr>
          <p:cNvSpPr txBox="1">
            <a:spLocks noChangeArrowheads="1"/>
          </p:cNvSpPr>
          <p:nvPr/>
        </p:nvSpPr>
        <p:spPr bwMode="auto">
          <a:xfrm>
            <a:off x="236538" y="28098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zh-CN" altLang="en-US">
                <a:solidFill>
                  <a:srgbClr val="FF0000"/>
                </a:solidFill>
                <a:latin typeface="Times New Roman" panose="02020603050405020304" pitchFamily="18" charset="0"/>
                <a:ea typeface="宋体" panose="02010600030101010101" pitchFamily="2" charset="-122"/>
                <a:sym typeface="方正书宋_GBK" charset="-122"/>
              </a:rPr>
              <a:t>......</a:t>
            </a:r>
            <a:endParaRPr lang="zh-CN" altLang="en-US" b="1">
              <a:solidFill>
                <a:srgbClr val="FF0000"/>
              </a:solidFill>
              <a:latin typeface="Times New Roman" panose="02020603050405020304" pitchFamily="18" charset="0"/>
              <a:ea typeface="宋体" panose="02010600030101010101" pitchFamily="2" charset="-122"/>
              <a:sym typeface="方正书宋_GBK" charset="-122"/>
            </a:endParaRPr>
          </a:p>
        </p:txBody>
      </p:sp>
      <p:sp>
        <p:nvSpPr>
          <p:cNvPr id="55307" name="TextBox 13">
            <a:extLst>
              <a:ext uri="{FF2B5EF4-FFF2-40B4-BE49-F238E27FC236}">
                <a16:creationId xmlns:a16="http://schemas.microsoft.com/office/drawing/2014/main" id="{F72E1AB4-7027-BDDE-7E55-28482F63FAD0}"/>
              </a:ext>
            </a:extLst>
          </p:cNvPr>
          <p:cNvSpPr txBox="1">
            <a:spLocks noChangeArrowheads="1"/>
          </p:cNvSpPr>
          <p:nvPr/>
        </p:nvSpPr>
        <p:spPr bwMode="auto">
          <a:xfrm>
            <a:off x="47625" y="104775"/>
            <a:ext cx="5281613" cy="16351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1800" b="1">
                <a:latin typeface="宋体" panose="02010600030101010101" pitchFamily="2" charset="-122"/>
                <a:ea typeface="宋体" panose="02010600030101010101" pitchFamily="2" charset="-122"/>
                <a:sym typeface="方正书宋_GBK" charset="-122"/>
              </a:rPr>
              <a:t>stmt  →  while_stmt | assign_stmt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while_stmt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WHILE (</a:t>
            </a:r>
            <a:r>
              <a:rPr lang="en-US" altLang="zh-CN" sz="2000" b="1">
                <a:latin typeface="宋体" panose="02010600030101010101" pitchFamily="2" charset="-122"/>
                <a:ea typeface="宋体" panose="02010600030101010101" pitchFamily="2" charset="-122"/>
                <a:sym typeface="方正书宋_GBK" charset="-122"/>
              </a:rPr>
              <a:t> bool_expr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1800" b="1">
                <a:latin typeface="宋体" panose="02010600030101010101" pitchFamily="2" charset="-122"/>
                <a:ea typeface="宋体" panose="02010600030101010101" pitchFamily="2" charset="-122"/>
                <a:sym typeface="方正书宋_GBK" charset="-122"/>
              </a:rPr>
              <a:t> stmt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assign_stmt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 =</a:t>
            </a:r>
            <a:r>
              <a:rPr lang="en-US" altLang="zh-CN" sz="2000" b="1">
                <a:latin typeface="宋体" panose="02010600030101010101" pitchFamily="2" charset="-122"/>
                <a:ea typeface="宋体" panose="02010600030101010101" pitchFamily="2" charset="-122"/>
                <a:sym typeface="方正书宋_GBK" charset="-122"/>
              </a:rPr>
              <a:t>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primary_expr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ID</a:t>
            </a:r>
            <a:r>
              <a:rPr lang="en-US" altLang="zh-CN" sz="2000" b="1">
                <a:latin typeface="宋体" panose="02010600030101010101" pitchFamily="2" charset="-122"/>
                <a:ea typeface="宋体" panose="02010600030101010101" pitchFamily="2" charset="-122"/>
                <a:sym typeface="方正书宋_GBK" charset="-122"/>
              </a:rPr>
              <a:t>  |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NUMBER</a:t>
            </a: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a:p>
            <a:pPr eaLnBrk="1">
              <a:lnSpc>
                <a:spcPct val="85000"/>
              </a:lnSpc>
              <a:spcAft>
                <a:spcPct val="0"/>
              </a:spcAft>
              <a:buFont typeface="StarSymbol" charset="0"/>
              <a:buNone/>
            </a:pPr>
            <a:endParaRPr lang="en-US" altLang="zh-CN" sz="2000"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55308" name="TextBox 13">
            <a:extLst>
              <a:ext uri="{FF2B5EF4-FFF2-40B4-BE49-F238E27FC236}">
                <a16:creationId xmlns:a16="http://schemas.microsoft.com/office/drawing/2014/main" id="{E17924D5-991A-0A89-BFD9-60A00F002381}"/>
              </a:ext>
            </a:extLst>
          </p:cNvPr>
          <p:cNvSpPr txBox="1">
            <a:spLocks noChangeArrowheads="1"/>
          </p:cNvSpPr>
          <p:nvPr/>
        </p:nvSpPr>
        <p:spPr bwMode="auto">
          <a:xfrm>
            <a:off x="5448300" y="88900"/>
            <a:ext cx="4492625" cy="1662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bool_expr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&gt;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&lt;</a:t>
            </a:r>
            <a:r>
              <a:rPr lang="en-US" altLang="zh-CN" sz="18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expr → primary_expr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a:t>
            </a:r>
            <a:r>
              <a:rPr lang="zh-CN" altLang="en-US" sz="2000" b="1">
                <a:latin typeface="宋体" panose="02010600030101010101" pitchFamily="2" charset="-122"/>
                <a:ea typeface="宋体" panose="02010600030101010101" pitchFamily="2" charset="-122"/>
                <a:sym typeface="方正书宋_GBK" charset="-122"/>
              </a:rPr>
              <a:t>|  </a:t>
            </a:r>
            <a:r>
              <a:rPr lang="en-US" altLang="zh-CN" sz="2000" b="1">
                <a:latin typeface="宋体" panose="02010600030101010101" pitchFamily="2" charset="-122"/>
                <a:ea typeface="宋体" panose="02010600030101010101" pitchFamily="2" charset="-122"/>
                <a:sym typeface="方正书宋_GBK" charset="-122"/>
              </a:rPr>
              <a:t>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 </a:t>
            </a:r>
          </a:p>
          <a:p>
            <a:pPr eaLnBrk="1">
              <a:lnSpc>
                <a:spcPct val="85000"/>
              </a:lnSpc>
              <a:spcAft>
                <a:spcPct val="0"/>
              </a:spcAft>
              <a:buFont typeface="StarSymbol" charset="0"/>
              <a:buNone/>
            </a:pPr>
            <a:r>
              <a:rPr lang="en-US" altLang="zh-CN" sz="2000" b="1">
                <a:latin typeface="宋体" panose="02010600030101010101" pitchFamily="2" charset="-122"/>
                <a:ea typeface="宋体" panose="02010600030101010101" pitchFamily="2" charset="-122"/>
                <a:sym typeface="方正书宋_GBK" charset="-122"/>
              </a:rPr>
              <a:t>     |  primary_expr </a:t>
            </a:r>
            <a:r>
              <a:rPr lang="en-US" altLang="zh-CN" sz="2000" b="1">
                <a:solidFill>
                  <a:schemeClr val="accent2"/>
                </a:solidFill>
                <a:latin typeface="宋体" panose="02010600030101010101" pitchFamily="2" charset="-122"/>
                <a:ea typeface="宋体" panose="02010600030101010101" pitchFamily="2" charset="-122"/>
                <a:sym typeface="方正书宋_GBK" charset="-122"/>
              </a:rPr>
              <a:t>-</a:t>
            </a:r>
            <a:r>
              <a:rPr lang="en-US" altLang="zh-CN" sz="2000" b="1">
                <a:latin typeface="宋体" panose="02010600030101010101" pitchFamily="2" charset="-122"/>
                <a:ea typeface="宋体" panose="02010600030101010101" pitchFamily="2" charset="-122"/>
                <a:sym typeface="方正书宋_GBK" charset="-122"/>
              </a:rPr>
              <a:t> expr</a:t>
            </a:r>
            <a:endParaRPr lang="en-US" altLang="zh-CN" sz="2000" b="1">
              <a:solidFill>
                <a:srgbClr val="FF0000"/>
              </a:solidFill>
              <a:latin typeface="宋体" panose="02010600030101010101" pitchFamily="2" charset="-122"/>
              <a:ea typeface="宋体" panose="02010600030101010101" pitchFamily="2" charset="-122"/>
              <a:sym typeface="方正书宋_GBK" charset="-122"/>
            </a:endParaRPr>
          </a:p>
        </p:txBody>
      </p:sp>
      <p:sp>
        <p:nvSpPr>
          <p:cNvPr id="55309" name="Rectangle 3">
            <a:extLst>
              <a:ext uri="{FF2B5EF4-FFF2-40B4-BE49-F238E27FC236}">
                <a16:creationId xmlns:a16="http://schemas.microsoft.com/office/drawing/2014/main" id="{990D9D26-F71A-BBC0-A3A4-EA4B62097271}"/>
              </a:ext>
            </a:extLst>
          </p:cNvPr>
          <p:cNvSpPr txBox="1">
            <a:spLocks noChangeArrowheads="1"/>
          </p:cNvSpPr>
          <p:nvPr/>
        </p:nvSpPr>
        <p:spPr bwMode="auto">
          <a:xfrm>
            <a:off x="5403850" y="31591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r>
              <a:rPr lang="en-US" altLang="zh-CN" b="1">
                <a:solidFill>
                  <a:schemeClr val="accent2"/>
                </a:solidFill>
                <a:latin typeface="宋体" panose="02010600030101010101" pitchFamily="2" charset="-122"/>
                <a:ea typeface="宋体" panose="02010600030101010101" pitchFamily="2" charset="-122"/>
                <a:sym typeface="方正书宋_GBK" charset="-122"/>
              </a:rPr>
              <a:t>;</a:t>
            </a:r>
          </a:p>
        </p:txBody>
      </p:sp>
      <p:sp>
        <p:nvSpPr>
          <p:cNvPr id="55310" name="Rectangle 3">
            <a:extLst>
              <a:ext uri="{FF2B5EF4-FFF2-40B4-BE49-F238E27FC236}">
                <a16:creationId xmlns:a16="http://schemas.microsoft.com/office/drawing/2014/main" id="{810FE123-C2F1-CD38-00D1-49F60F9FE48B}"/>
              </a:ext>
            </a:extLst>
          </p:cNvPr>
          <p:cNvSpPr txBox="1">
            <a:spLocks noChangeArrowheads="1"/>
          </p:cNvSpPr>
          <p:nvPr/>
        </p:nvSpPr>
        <p:spPr bwMode="auto">
          <a:xfrm>
            <a:off x="236538" y="31591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ID = </a:t>
            </a:r>
            <a:r>
              <a:rPr lang="zh-CN" altLang="en-US" b="1">
                <a:solidFill>
                  <a:srgbClr val="FF0000"/>
                </a:solidFill>
                <a:latin typeface="宋体" panose="02010600030101010101" pitchFamily="2" charset="-122"/>
                <a:ea typeface="宋体" panose="02010600030101010101" pitchFamily="2" charset="-122"/>
                <a:sym typeface="方正书宋_GBK" charset="-122"/>
              </a:rPr>
              <a:t>expr</a:t>
            </a:r>
          </a:p>
        </p:txBody>
      </p:sp>
      <p:sp>
        <p:nvSpPr>
          <p:cNvPr id="55311" name="日期占位符 7">
            <a:extLst>
              <a:ext uri="{FF2B5EF4-FFF2-40B4-BE49-F238E27FC236}">
                <a16:creationId xmlns:a16="http://schemas.microsoft.com/office/drawing/2014/main" id="{1A452F86-9C39-69BC-48FC-298CEB11F3B0}"/>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 name="Rectangle 3">
            <a:extLst>
              <a:ext uri="{FF2B5EF4-FFF2-40B4-BE49-F238E27FC236}">
                <a16:creationId xmlns:a16="http://schemas.microsoft.com/office/drawing/2014/main" id="{F472EC7B-C653-6602-17C3-546FB9FDAEFD}"/>
              </a:ext>
            </a:extLst>
          </p:cNvPr>
          <p:cNvSpPr txBox="1">
            <a:spLocks noChangeArrowheads="1"/>
          </p:cNvSpPr>
          <p:nvPr/>
        </p:nvSpPr>
        <p:spPr bwMode="auto">
          <a:xfrm>
            <a:off x="5403850" y="35083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endParaRPr lang="en-US" altLang="zh-CN"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25" name="Rectangle 3">
            <a:extLst>
              <a:ext uri="{FF2B5EF4-FFF2-40B4-BE49-F238E27FC236}">
                <a16:creationId xmlns:a16="http://schemas.microsoft.com/office/drawing/2014/main" id="{D24370FE-26FE-DAEC-D490-0AAE4BCB5698}"/>
              </a:ext>
            </a:extLst>
          </p:cNvPr>
          <p:cNvSpPr txBox="1">
            <a:spLocks noChangeArrowheads="1"/>
          </p:cNvSpPr>
          <p:nvPr/>
        </p:nvSpPr>
        <p:spPr bwMode="auto">
          <a:xfrm>
            <a:off x="236538" y="35083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ID = </a:t>
            </a:r>
            <a:r>
              <a:rPr lang="zh-CN" altLang="en-US" b="1">
                <a:solidFill>
                  <a:schemeClr val="tx1"/>
                </a:solidFill>
                <a:latin typeface="宋体" panose="02010600030101010101" pitchFamily="2" charset="-122"/>
                <a:ea typeface="宋体" panose="02010600030101010101" pitchFamily="2" charset="-122"/>
                <a:sym typeface="方正书宋_GBK" charset="-122"/>
              </a:rPr>
              <a:t>expr</a:t>
            </a:r>
            <a:r>
              <a:rPr lang="zh-CN" altLang="en-US" b="1">
                <a:solidFill>
                  <a:srgbClr val="FF0000"/>
                </a:solidFill>
                <a:latin typeface="宋体" panose="02010600030101010101" pitchFamily="2" charset="-122"/>
                <a:ea typeface="宋体" panose="02010600030101010101" pitchFamily="2" charset="-122"/>
                <a:sym typeface="方正书宋_GBK" charset="-122"/>
              </a:rPr>
              <a:t> ;</a:t>
            </a:r>
          </a:p>
        </p:txBody>
      </p:sp>
      <p:sp>
        <p:nvSpPr>
          <p:cNvPr id="26" name="Rectangle 3">
            <a:extLst>
              <a:ext uri="{FF2B5EF4-FFF2-40B4-BE49-F238E27FC236}">
                <a16:creationId xmlns:a16="http://schemas.microsoft.com/office/drawing/2014/main" id="{9C23DC53-D0FE-F0DA-12B6-CB659C56AA3B}"/>
              </a:ext>
            </a:extLst>
          </p:cNvPr>
          <p:cNvSpPr txBox="1">
            <a:spLocks noChangeArrowheads="1"/>
          </p:cNvSpPr>
          <p:nvPr/>
        </p:nvSpPr>
        <p:spPr bwMode="auto">
          <a:xfrm>
            <a:off x="5403850" y="38576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endParaRPr lang="en-US" altLang="zh-CN"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27" name="Rectangle 3">
            <a:extLst>
              <a:ext uri="{FF2B5EF4-FFF2-40B4-BE49-F238E27FC236}">
                <a16:creationId xmlns:a16="http://schemas.microsoft.com/office/drawing/2014/main" id="{70F2D6A3-7D58-E1FF-95CA-89CCAEE90421}"/>
              </a:ext>
            </a:extLst>
          </p:cNvPr>
          <p:cNvSpPr txBox="1">
            <a:spLocks noChangeArrowheads="1"/>
          </p:cNvSpPr>
          <p:nvPr/>
        </p:nvSpPr>
        <p:spPr bwMode="auto">
          <a:xfrm>
            <a:off x="236538" y="38576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a:t>
            </a:r>
            <a:r>
              <a:rPr lang="zh-CN" altLang="en-US" b="1">
                <a:solidFill>
                  <a:srgbClr val="FF0000"/>
                </a:solidFill>
                <a:latin typeface="宋体" panose="02010600030101010101" pitchFamily="2" charset="-122"/>
                <a:ea typeface="宋体" panose="02010600030101010101" pitchFamily="2" charset="-122"/>
                <a:sym typeface="方正书宋_GBK" charset="-122"/>
              </a:rPr>
              <a:t>assign_stmt</a:t>
            </a:r>
          </a:p>
        </p:txBody>
      </p:sp>
      <p:sp>
        <p:nvSpPr>
          <p:cNvPr id="28" name="Rectangle 3">
            <a:extLst>
              <a:ext uri="{FF2B5EF4-FFF2-40B4-BE49-F238E27FC236}">
                <a16:creationId xmlns:a16="http://schemas.microsoft.com/office/drawing/2014/main" id="{489EA7C3-EDF6-8E9F-6B66-2BDD54A707AD}"/>
              </a:ext>
            </a:extLst>
          </p:cNvPr>
          <p:cNvSpPr txBox="1">
            <a:spLocks noChangeArrowheads="1"/>
          </p:cNvSpPr>
          <p:nvPr/>
        </p:nvSpPr>
        <p:spPr bwMode="auto">
          <a:xfrm>
            <a:off x="5403850" y="420687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endParaRPr lang="en-US" altLang="zh-CN"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29" name="Rectangle 3">
            <a:extLst>
              <a:ext uri="{FF2B5EF4-FFF2-40B4-BE49-F238E27FC236}">
                <a16:creationId xmlns:a16="http://schemas.microsoft.com/office/drawing/2014/main" id="{6C7170B9-98AB-8BF7-430C-B68C80BCD1C7}"/>
              </a:ext>
            </a:extLst>
          </p:cNvPr>
          <p:cNvSpPr txBox="1">
            <a:spLocks noChangeArrowheads="1"/>
          </p:cNvSpPr>
          <p:nvPr/>
        </p:nvSpPr>
        <p:spPr bwMode="auto">
          <a:xfrm>
            <a:off x="236538" y="420687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en-US" altLang="zh-CN">
                <a:solidFill>
                  <a:schemeClr val="tx1"/>
                </a:solidFill>
                <a:latin typeface="Times New Roman" panose="02020603050405020304" pitchFamily="18" charset="0"/>
                <a:ea typeface="宋体" panose="02010600030101010101" pitchFamily="2" charset="-122"/>
                <a:sym typeface="方正书宋_GBK" charset="-122"/>
              </a:rPr>
              <a:t>WHILE </a:t>
            </a:r>
            <a:r>
              <a:rPr lang="zh-CN" altLang="en-US">
                <a:solidFill>
                  <a:schemeClr val="tx1"/>
                </a:solidFill>
                <a:latin typeface="Times New Roman" panose="02020603050405020304" pitchFamily="18" charset="0"/>
                <a:ea typeface="宋体" panose="02010600030101010101" pitchFamily="2" charset="-122"/>
                <a:sym typeface="方正书宋_GBK" charset="-122"/>
              </a:rPr>
              <a:t>(</a:t>
            </a:r>
            <a:r>
              <a:rPr lang="zh-CN" altLang="en-US">
                <a:solidFill>
                  <a:srgbClr val="FF0000"/>
                </a:solidFill>
                <a:latin typeface="Times New Roman" panose="02020603050405020304" pitchFamily="18" charset="0"/>
                <a:ea typeface="宋体" panose="02010600030101010101" pitchFamily="2" charset="-122"/>
                <a:sym typeface="方正书宋_GBK" charset="-122"/>
              </a:rPr>
              <a:t> </a:t>
            </a:r>
            <a:r>
              <a:rPr lang="zh-CN" altLang="en-US" b="1">
                <a:solidFill>
                  <a:schemeClr val="tx1"/>
                </a:solidFill>
                <a:latin typeface="宋体" panose="02010600030101010101" pitchFamily="2" charset="-122"/>
                <a:ea typeface="宋体" panose="02010600030101010101" pitchFamily="2" charset="-122"/>
                <a:sym typeface="方正书宋_GBK" charset="-122"/>
              </a:rPr>
              <a:t>bool_</a:t>
            </a:r>
            <a:r>
              <a:rPr lang="en-US" altLang="zh-CN" b="1">
                <a:solidFill>
                  <a:schemeClr val="tx1"/>
                </a:solidFill>
                <a:latin typeface="宋体" panose="02010600030101010101" pitchFamily="2" charset="-122"/>
                <a:ea typeface="宋体" panose="02010600030101010101" pitchFamily="2" charset="-122"/>
                <a:sym typeface="方正书宋_GBK" charset="-122"/>
              </a:rPr>
              <a:t>expr</a:t>
            </a:r>
            <a:r>
              <a:rPr lang="en-US" altLang="zh-CN" b="1">
                <a:solidFill>
                  <a:schemeClr val="tx1"/>
                </a:solidFill>
                <a:latin typeface="Times New Roman" panose="02020603050405020304" pitchFamily="18" charset="0"/>
                <a:ea typeface="宋体" panose="02010600030101010101" pitchFamily="2" charset="-122"/>
                <a:sym typeface="方正书宋_GBK" charset="-122"/>
              </a:rPr>
              <a:t> </a:t>
            </a:r>
            <a:r>
              <a:rPr lang="zh-CN" altLang="en-US">
                <a:solidFill>
                  <a:schemeClr val="tx1"/>
                </a:solidFill>
                <a:latin typeface="Times New Roman" panose="02020603050405020304" pitchFamily="18" charset="0"/>
                <a:ea typeface="宋体" panose="02010600030101010101" pitchFamily="2" charset="-122"/>
                <a:sym typeface="方正书宋_GBK" charset="-122"/>
              </a:rPr>
              <a:t>) </a:t>
            </a:r>
            <a:r>
              <a:rPr lang="zh-CN" altLang="en-US" b="1">
                <a:solidFill>
                  <a:srgbClr val="FF0000"/>
                </a:solidFill>
                <a:latin typeface="宋体" panose="02010600030101010101" pitchFamily="2" charset="-122"/>
                <a:ea typeface="宋体" panose="02010600030101010101" pitchFamily="2" charset="-122"/>
                <a:sym typeface="方正书宋_GBK" charset="-122"/>
              </a:rPr>
              <a:t>stmt</a:t>
            </a:r>
          </a:p>
        </p:txBody>
      </p:sp>
      <p:sp>
        <p:nvSpPr>
          <p:cNvPr id="30" name="Rectangle 3">
            <a:extLst>
              <a:ext uri="{FF2B5EF4-FFF2-40B4-BE49-F238E27FC236}">
                <a16:creationId xmlns:a16="http://schemas.microsoft.com/office/drawing/2014/main" id="{4D48AF3E-3D4C-E584-3E56-67F03D1FB07A}"/>
              </a:ext>
            </a:extLst>
          </p:cNvPr>
          <p:cNvSpPr txBox="1">
            <a:spLocks noChangeArrowheads="1"/>
          </p:cNvSpPr>
          <p:nvPr/>
        </p:nvSpPr>
        <p:spPr bwMode="auto">
          <a:xfrm>
            <a:off x="5403850" y="4556125"/>
            <a:ext cx="4460875" cy="374650"/>
          </a:xfrm>
          <a:prstGeom prst="rect">
            <a:avLst/>
          </a:prstGeom>
          <a:solidFill>
            <a:srgbClr val="FFFFCC"/>
          </a:solidFill>
          <a:ln w="15875">
            <a:solidFill>
              <a:schemeClr val="tx1"/>
            </a:solidFill>
            <a:miter lim="800000"/>
            <a:headEnd/>
            <a:tailEnd/>
          </a:ln>
        </p:spPr>
        <p:txBody>
          <a:bodyPr anchor="ctr"/>
          <a:lstStyle/>
          <a:p>
            <a:pPr algn="r" eaLnBrk="1">
              <a:lnSpc>
                <a:spcPct val="93000"/>
              </a:lnSpc>
              <a:buSzPct val="100000"/>
              <a:buFont typeface="Times New Roman" panose="02020603050405020304" pitchFamily="18" charset="0"/>
              <a:buNone/>
            </a:pPr>
            <a:endParaRPr lang="en-US" altLang="zh-CN" b="1">
              <a:solidFill>
                <a:schemeClr val="accent2"/>
              </a:solidFill>
              <a:latin typeface="宋体" panose="02010600030101010101" pitchFamily="2" charset="-122"/>
              <a:ea typeface="宋体" panose="02010600030101010101" pitchFamily="2" charset="-122"/>
              <a:sym typeface="方正书宋_GBK" charset="-122"/>
            </a:endParaRPr>
          </a:p>
        </p:txBody>
      </p:sp>
      <p:sp>
        <p:nvSpPr>
          <p:cNvPr id="31" name="Rectangle 3">
            <a:extLst>
              <a:ext uri="{FF2B5EF4-FFF2-40B4-BE49-F238E27FC236}">
                <a16:creationId xmlns:a16="http://schemas.microsoft.com/office/drawing/2014/main" id="{1367EE5F-698D-F48C-5819-5478CB1B7B8F}"/>
              </a:ext>
            </a:extLst>
          </p:cNvPr>
          <p:cNvSpPr txBox="1">
            <a:spLocks noChangeArrowheads="1"/>
          </p:cNvSpPr>
          <p:nvPr/>
        </p:nvSpPr>
        <p:spPr bwMode="auto">
          <a:xfrm>
            <a:off x="236538" y="4556125"/>
            <a:ext cx="5256212" cy="374650"/>
          </a:xfrm>
          <a:prstGeom prst="rect">
            <a:avLst/>
          </a:prstGeom>
          <a:solidFill>
            <a:srgbClr val="D6D6F5"/>
          </a:solidFill>
          <a:ln w="15875">
            <a:solidFill>
              <a:schemeClr val="tx1"/>
            </a:solidFill>
            <a:miter lim="800000"/>
            <a:headEnd/>
            <a:tailEnd/>
          </a:ln>
        </p:spPr>
        <p:txBody>
          <a:bodyPr anchor="ctr"/>
          <a:lstStyle/>
          <a:p>
            <a:pPr eaLnBrk="1">
              <a:lnSpc>
                <a:spcPct val="93000"/>
              </a:lnSpc>
              <a:buSzPct val="100000"/>
              <a:buFont typeface="Times New Roman" panose="02020603050405020304" pitchFamily="18" charset="0"/>
              <a:buNone/>
            </a:pPr>
            <a:r>
              <a:rPr lang="zh-CN" altLang="en-US" b="1">
                <a:solidFill>
                  <a:srgbClr val="FF0000"/>
                </a:solidFill>
                <a:latin typeface="宋体" panose="02010600030101010101" pitchFamily="2" charset="-122"/>
                <a:ea typeface="宋体" panose="02010600030101010101" pitchFamily="2" charset="-122"/>
                <a:sym typeface="方正书宋_GBK" charset="-122"/>
              </a:rPr>
              <a:t>while_stmt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linds(horizontal)">
                                      <p:cBhvr>
                                        <p:cTn id="10" dur="500"/>
                                        <p:tgtEl>
                                          <p:spTgt spid="2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blinds(horizontal)">
                                      <p:cBhvr>
                                        <p:cTn id="15" dur="500"/>
                                        <p:tgtEl>
                                          <p:spTgt spid="26"/>
                                        </p:tgtEl>
                                      </p:cBhvr>
                                    </p:animEffect>
                                  </p:childTnLst>
                                </p:cTn>
                              </p:par>
                              <p:par>
                                <p:cTn id="16" presetID="3" presetClass="entr" presetSubtype="1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blinds(horizontal)">
                                      <p:cBhvr>
                                        <p:cTn id="18" dur="500"/>
                                        <p:tgtEl>
                                          <p:spTgt spid="2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blinds(horizontal)">
                                      <p:cBhvr>
                                        <p:cTn id="23" dur="500"/>
                                        <p:tgtEl>
                                          <p:spTgt spid="28"/>
                                        </p:tgtEl>
                                      </p:cBhvr>
                                    </p:animEffect>
                                  </p:childTnLst>
                                </p:cTn>
                              </p:par>
                              <p:par>
                                <p:cTn id="24" presetID="3" presetClass="entr" presetSubtype="1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blinds(horizontal)">
                                      <p:cBhvr>
                                        <p:cTn id="26" dur="500"/>
                                        <p:tgtEl>
                                          <p:spTgt spid="2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linds(horizontal)">
                                      <p:cBhvr>
                                        <p:cTn id="31" dur="500"/>
                                        <p:tgtEl>
                                          <p:spTgt spid="30"/>
                                        </p:tgtEl>
                                      </p:cBhvr>
                                    </p:animEffect>
                                  </p:childTnLst>
                                </p:cTn>
                              </p:par>
                              <p:par>
                                <p:cTn id="32" presetID="3" presetClass="entr" presetSubtype="1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linds(horizontal)">
                                      <p:cBhvr>
                                        <p:cTn id="3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FCDF8B5E-9109-1937-EC90-55ED35857D0B}"/>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语法分析方法</a:t>
            </a:r>
          </a:p>
        </p:txBody>
      </p:sp>
      <p:sp>
        <p:nvSpPr>
          <p:cNvPr id="56323" name="Date Placeholder 5">
            <a:extLst>
              <a:ext uri="{FF2B5EF4-FFF2-40B4-BE49-F238E27FC236}">
                <a16:creationId xmlns:a16="http://schemas.microsoft.com/office/drawing/2014/main" id="{1A230BA4-27BA-A991-245E-E863314B1AFB}"/>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6324" name="Slide Number Placeholder 6">
            <a:extLst>
              <a:ext uri="{FF2B5EF4-FFF2-40B4-BE49-F238E27FC236}">
                <a16:creationId xmlns:a16="http://schemas.microsoft.com/office/drawing/2014/main" id="{B81AF835-84C6-2A05-8228-18DA13954E9A}"/>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90CF7BE4-DC21-4718-AC0B-A405D3977620}"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41</a:t>
            </a:fld>
            <a:endParaRPr lang="en-GB" altLang="en-US" sz="1200">
              <a:latin typeface="Comic Sans MS" panose="030F0702030302020204" pitchFamily="66" charset="0"/>
              <a:ea typeface="宋体" panose="02010600030101010101" pitchFamily="2" charset="-122"/>
            </a:endParaRPr>
          </a:p>
        </p:txBody>
      </p:sp>
      <p:sp>
        <p:nvSpPr>
          <p:cNvPr id="56325" name="Footer Placeholder 7">
            <a:extLst>
              <a:ext uri="{FF2B5EF4-FFF2-40B4-BE49-F238E27FC236}">
                <a16:creationId xmlns:a16="http://schemas.microsoft.com/office/drawing/2014/main" id="{D431B75F-8E00-EE2C-3ECD-D43012FD7D5D}"/>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 name="Rectangle 3">
            <a:extLst>
              <a:ext uri="{FF2B5EF4-FFF2-40B4-BE49-F238E27FC236}">
                <a16:creationId xmlns:a16="http://schemas.microsoft.com/office/drawing/2014/main" id="{F6F59548-8FB9-44BE-A712-99CB569289F5}"/>
              </a:ext>
            </a:extLst>
          </p:cNvPr>
          <p:cNvSpPr txBox="1">
            <a:spLocks noChangeArrowheads="1"/>
          </p:cNvSpPr>
          <p:nvPr/>
        </p:nvSpPr>
        <p:spPr bwMode="auto">
          <a:xfrm>
            <a:off x="452438" y="1484313"/>
            <a:ext cx="454977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en-US" sz="2800" dirty="0">
                <a:solidFill>
                  <a:srgbClr val="404040"/>
                </a:solidFill>
                <a:latin typeface="微软雅黑" panose="020B0503020204020204" pitchFamily="34" charset="-122"/>
                <a:ea typeface="微软雅黑" panose="020B0503020204020204" pitchFamily="34" charset="-122"/>
              </a:rPr>
              <a:t>自下而上</a:t>
            </a:r>
            <a:r>
              <a:rPr lang="en-US" altLang="zh-CN" sz="2800" dirty="0">
                <a:solidFill>
                  <a:srgbClr val="404040"/>
                </a:solidFill>
                <a:latin typeface="微软雅黑" panose="020B0503020204020204" pitchFamily="34" charset="-122"/>
                <a:ea typeface="微软雅黑" panose="020B0503020204020204" pitchFamily="34" charset="-122"/>
              </a:rPr>
              <a:t>(Bottom-up)</a:t>
            </a: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zh-CN" sz="2400" dirty="0">
                <a:solidFill>
                  <a:srgbClr val="404040"/>
                </a:solidFill>
                <a:latin typeface="微软雅黑" panose="020B0503020204020204" pitchFamily="34" charset="-122"/>
                <a:ea typeface="微软雅黑" panose="020B0503020204020204" pitchFamily="34" charset="-122"/>
              </a:rPr>
              <a:t>从输入串开始</a:t>
            </a:r>
            <a:r>
              <a:rPr lang="en-US" altLang="zh-CN" sz="2400" dirty="0">
                <a:solidFill>
                  <a:srgbClr val="404040"/>
                </a:solidFill>
                <a:latin typeface="微软雅黑" panose="020B0503020204020204" pitchFamily="34" charset="-122"/>
                <a:ea typeface="微软雅黑" panose="020B0503020204020204" pitchFamily="34" charset="-122"/>
              </a:rPr>
              <a:t>，</a:t>
            </a:r>
            <a:r>
              <a:rPr lang="en-US" altLang="zh-CN" sz="2400" dirty="0" err="1">
                <a:solidFill>
                  <a:srgbClr val="404040"/>
                </a:solidFill>
                <a:latin typeface="微软雅黑" panose="020B0503020204020204" pitchFamily="34" charset="-122"/>
                <a:ea typeface="微软雅黑" panose="020B0503020204020204" pitchFamily="34" charset="-122"/>
              </a:rPr>
              <a:t>逐步进行归约，直到文法的开始符号</a:t>
            </a:r>
            <a:endParaRPr lang="zh-CN" altLang="en-US" sz="2400" dirty="0">
              <a:solidFill>
                <a:srgbClr val="404040"/>
              </a:solidFill>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zh-CN" sz="2400" noProof="1">
                <a:solidFill>
                  <a:srgbClr val="404040"/>
                </a:solidFill>
                <a:latin typeface="微软雅黑" panose="020B0503020204020204" pitchFamily="34" charset="-122"/>
                <a:ea typeface="微软雅黑" panose="020B0503020204020204" pitchFamily="34" charset="-122"/>
              </a:rPr>
              <a:t>归约</a:t>
            </a:r>
            <a:r>
              <a:rPr lang="zh-CN" altLang="en-US" sz="2400" dirty="0">
                <a:solidFill>
                  <a:srgbClr val="404040"/>
                </a:solidFill>
                <a:latin typeface="微软雅黑" panose="020B0503020204020204" pitchFamily="34" charset="-122"/>
                <a:ea typeface="微软雅黑" panose="020B0503020204020204" pitchFamily="34" charset="-122"/>
              </a:rPr>
              <a:t>：</a:t>
            </a:r>
            <a:r>
              <a:rPr lang="zh-CN" altLang="zh-CN" sz="2400" dirty="0">
                <a:solidFill>
                  <a:srgbClr val="404040"/>
                </a:solidFill>
                <a:latin typeface="微软雅黑" panose="020B0503020204020204" pitchFamily="34" charset="-122"/>
                <a:ea typeface="微软雅黑" panose="020B0503020204020204" pitchFamily="34" charset="-122"/>
              </a:rPr>
              <a:t>根据文法的产生式规则</a:t>
            </a:r>
            <a:r>
              <a:rPr lang="en-US" altLang="zh-CN" sz="2400" dirty="0">
                <a:solidFill>
                  <a:srgbClr val="404040"/>
                </a:solidFill>
                <a:latin typeface="微软雅黑" panose="020B0503020204020204" pitchFamily="34" charset="-122"/>
                <a:ea typeface="微软雅黑" panose="020B0503020204020204" pitchFamily="34" charset="-122"/>
              </a:rPr>
              <a:t>，把</a:t>
            </a:r>
            <a:r>
              <a:rPr lang="zh-CN" altLang="en-US" sz="2400" dirty="0">
                <a:solidFill>
                  <a:srgbClr val="404040"/>
                </a:solidFill>
                <a:latin typeface="微软雅黑" panose="020B0503020204020204" pitchFamily="34" charset="-122"/>
                <a:ea typeface="微软雅黑" panose="020B0503020204020204" pitchFamily="34" charset="-122"/>
              </a:rPr>
              <a:t>串中出现的</a:t>
            </a:r>
            <a:r>
              <a:rPr lang="en-US" altLang="zh-CN" sz="2400" dirty="0" err="1">
                <a:solidFill>
                  <a:srgbClr val="404040"/>
                </a:solidFill>
                <a:latin typeface="微软雅黑" panose="020B0503020204020204" pitchFamily="34" charset="-122"/>
                <a:ea typeface="微软雅黑" panose="020B0503020204020204" pitchFamily="34" charset="-122"/>
              </a:rPr>
              <a:t>产生式的右部替换成左部符号</a:t>
            </a:r>
            <a:endParaRPr lang="en-US" altLang="zh-CN" sz="2400" noProof="1">
              <a:solidFill>
                <a:srgbClr val="404040"/>
              </a:solidFill>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en-US" altLang="zh-CN" sz="2400" b="1" dirty="0" err="1">
                <a:solidFill>
                  <a:srgbClr val="C00000"/>
                </a:solidFill>
                <a:latin typeface="微软雅黑" panose="020B0503020204020204" pitchFamily="34" charset="-122"/>
                <a:ea typeface="微软雅黑" panose="020B0503020204020204" pitchFamily="34" charset="-122"/>
              </a:rPr>
              <a:t>从树</a:t>
            </a:r>
            <a:r>
              <a:rPr lang="zh-CN" altLang="en-US" sz="2400" b="1" dirty="0">
                <a:solidFill>
                  <a:srgbClr val="C00000"/>
                </a:solidFill>
                <a:latin typeface="微软雅黑" panose="020B0503020204020204" pitchFamily="34" charset="-122"/>
                <a:ea typeface="微软雅黑" panose="020B0503020204020204" pitchFamily="34" charset="-122"/>
              </a:rPr>
              <a:t>叶节点</a:t>
            </a:r>
            <a:r>
              <a:rPr lang="en-US" altLang="zh-CN" sz="2400" b="1" dirty="0" err="1">
                <a:solidFill>
                  <a:srgbClr val="C00000"/>
                </a:solidFill>
                <a:latin typeface="微软雅黑" panose="020B0503020204020204" pitchFamily="34" charset="-122"/>
                <a:ea typeface="微软雅黑" panose="020B0503020204020204" pitchFamily="34" charset="-122"/>
              </a:rPr>
              <a:t>开始，构造语法树</a:t>
            </a:r>
            <a:endParaRPr lang="en-US" altLang="zh-CN" sz="2400" b="1" dirty="0">
              <a:solidFill>
                <a:srgbClr val="C00000"/>
              </a:solidFill>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en-US" sz="2400" noProof="1">
                <a:solidFill>
                  <a:srgbClr val="404040"/>
                </a:solidFill>
                <a:latin typeface="微软雅黑" panose="020B0503020204020204" pitchFamily="34" charset="-122"/>
                <a:ea typeface="微软雅黑" panose="020B0503020204020204" pitchFamily="34" charset="-122"/>
              </a:rPr>
              <a:t>算符优先分析法、</a:t>
            </a:r>
            <a:r>
              <a:rPr lang="en-US" altLang="zh-CN" sz="2400" dirty="0">
                <a:solidFill>
                  <a:srgbClr val="404040"/>
                </a:solidFill>
                <a:latin typeface="微软雅黑" panose="020B0503020204020204" pitchFamily="34" charset="-122"/>
                <a:ea typeface="微软雅黑" panose="020B0503020204020204" pitchFamily="34" charset="-122"/>
              </a:rPr>
              <a:t>LR</a:t>
            </a:r>
            <a:r>
              <a:rPr lang="zh-CN" altLang="en-US" sz="2400" dirty="0">
                <a:solidFill>
                  <a:srgbClr val="404040"/>
                </a:solidFill>
                <a:latin typeface="微软雅黑" panose="020B0503020204020204" pitchFamily="34" charset="-122"/>
                <a:ea typeface="微软雅黑" panose="020B0503020204020204" pitchFamily="34" charset="-122"/>
              </a:rPr>
              <a:t>分析法</a:t>
            </a:r>
          </a:p>
        </p:txBody>
      </p:sp>
      <p:sp>
        <p:nvSpPr>
          <p:cNvPr id="10" name="内容占位符 1">
            <a:extLst>
              <a:ext uri="{FF2B5EF4-FFF2-40B4-BE49-F238E27FC236}">
                <a16:creationId xmlns:a16="http://schemas.microsoft.com/office/drawing/2014/main" id="{158A2E6E-2031-D75D-61F7-F3E51F6452E9}"/>
              </a:ext>
            </a:extLst>
          </p:cNvPr>
          <p:cNvSpPr txBox="1">
            <a:spLocks/>
          </p:cNvSpPr>
          <p:nvPr/>
        </p:nvSpPr>
        <p:spPr bwMode="auto">
          <a:xfrm>
            <a:off x="4953000" y="1484313"/>
            <a:ext cx="454977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en-US" sz="2800" dirty="0">
                <a:solidFill>
                  <a:srgbClr val="404040"/>
                </a:solidFill>
                <a:latin typeface="微软雅黑" panose="020B0503020204020204" pitchFamily="34" charset="-122"/>
                <a:ea typeface="微软雅黑" panose="020B0503020204020204" pitchFamily="34" charset="-122"/>
              </a:rPr>
              <a:t>自上而下</a:t>
            </a:r>
            <a:r>
              <a:rPr lang="en-US" altLang="zh-CN" sz="2800" dirty="0">
                <a:solidFill>
                  <a:srgbClr val="404040"/>
                </a:solidFill>
                <a:latin typeface="微软雅黑" panose="020B0503020204020204" pitchFamily="34" charset="-122"/>
                <a:ea typeface="微软雅黑" panose="020B0503020204020204" pitchFamily="34" charset="-122"/>
              </a:rPr>
              <a:t>(Top-down)</a:t>
            </a: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en-US" sz="2400" noProof="1">
                <a:solidFill>
                  <a:srgbClr val="404040"/>
                </a:solidFill>
                <a:latin typeface="微软雅黑" panose="020B0503020204020204" pitchFamily="34" charset="-122"/>
                <a:ea typeface="微软雅黑" panose="020B0503020204020204" pitchFamily="34" charset="-122"/>
              </a:rPr>
              <a:t>从文法的开始符号出发，反复使用各种产生式，寻找"匹配"的推导</a:t>
            </a:r>
            <a:endParaRPr lang="zh-CN" altLang="zh-CN" sz="2400" noProof="1">
              <a:solidFill>
                <a:srgbClr val="404040"/>
              </a:solidFill>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en-US" sz="2400" noProof="1">
                <a:solidFill>
                  <a:srgbClr val="404040"/>
                </a:solidFill>
                <a:latin typeface="微软雅黑" panose="020B0503020204020204" pitchFamily="34" charset="-122"/>
                <a:ea typeface="微软雅黑" panose="020B0503020204020204" pitchFamily="34" charset="-122"/>
              </a:rPr>
              <a:t>推导：</a:t>
            </a:r>
            <a:r>
              <a:rPr lang="zh-CN" altLang="zh-CN" sz="2400" dirty="0">
                <a:solidFill>
                  <a:srgbClr val="404040"/>
                </a:solidFill>
                <a:latin typeface="微软雅黑" panose="020B0503020204020204" pitchFamily="34" charset="-122"/>
                <a:ea typeface="微软雅黑" panose="020B0503020204020204" pitchFamily="34" charset="-122"/>
              </a:rPr>
              <a:t>根据文法的产生式规则</a:t>
            </a:r>
            <a:r>
              <a:rPr lang="en-US" altLang="zh-CN" sz="2400" dirty="0">
                <a:solidFill>
                  <a:srgbClr val="404040"/>
                </a:solidFill>
                <a:latin typeface="微软雅黑" panose="020B0503020204020204" pitchFamily="34" charset="-122"/>
                <a:ea typeface="微软雅黑" panose="020B0503020204020204" pitchFamily="34" charset="-122"/>
              </a:rPr>
              <a:t>，把</a:t>
            </a:r>
            <a:r>
              <a:rPr lang="zh-CN" altLang="en-US" sz="2400" dirty="0">
                <a:solidFill>
                  <a:srgbClr val="404040"/>
                </a:solidFill>
                <a:latin typeface="微软雅黑" panose="020B0503020204020204" pitchFamily="34" charset="-122"/>
                <a:ea typeface="微软雅黑" panose="020B0503020204020204" pitchFamily="34" charset="-122"/>
              </a:rPr>
              <a:t>串中出现的</a:t>
            </a:r>
            <a:r>
              <a:rPr lang="en-US" altLang="zh-CN" sz="2400" dirty="0" err="1">
                <a:solidFill>
                  <a:srgbClr val="404040"/>
                </a:solidFill>
                <a:latin typeface="微软雅黑" panose="020B0503020204020204" pitchFamily="34" charset="-122"/>
                <a:ea typeface="微软雅黑" panose="020B0503020204020204" pitchFamily="34" charset="-122"/>
              </a:rPr>
              <a:t>产生式的左部符号替换成右部</a:t>
            </a:r>
            <a:endParaRPr lang="en-US" altLang="zh-CN" sz="2400" noProof="1">
              <a:solidFill>
                <a:srgbClr val="404040"/>
              </a:solidFill>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en-US" altLang="zh-CN" sz="2400" b="1" dirty="0" err="1">
                <a:solidFill>
                  <a:srgbClr val="C00000"/>
                </a:solidFill>
                <a:latin typeface="微软雅黑" panose="020B0503020204020204" pitchFamily="34" charset="-122"/>
                <a:ea typeface="微软雅黑" panose="020B0503020204020204" pitchFamily="34" charset="-122"/>
              </a:rPr>
              <a:t>从树</a:t>
            </a:r>
            <a:r>
              <a:rPr lang="zh-CN" altLang="en-US" sz="2400" b="1" dirty="0">
                <a:solidFill>
                  <a:srgbClr val="C00000"/>
                </a:solidFill>
                <a:latin typeface="微软雅黑" panose="020B0503020204020204" pitchFamily="34" charset="-122"/>
                <a:ea typeface="微软雅黑" panose="020B0503020204020204" pitchFamily="34" charset="-122"/>
              </a:rPr>
              <a:t>的根</a:t>
            </a:r>
            <a:r>
              <a:rPr lang="en-US" altLang="zh-CN" sz="2400" b="1" dirty="0" err="1">
                <a:solidFill>
                  <a:srgbClr val="C00000"/>
                </a:solidFill>
                <a:latin typeface="微软雅黑" panose="020B0503020204020204" pitchFamily="34" charset="-122"/>
                <a:ea typeface="微软雅黑" panose="020B0503020204020204" pitchFamily="34" charset="-122"/>
              </a:rPr>
              <a:t>开始，构造语法树</a:t>
            </a:r>
            <a:endParaRPr lang="en-US" altLang="en-US" sz="2400" b="1" noProof="1">
              <a:solidFill>
                <a:srgbClr val="C00000"/>
              </a:solidFill>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ct val="0"/>
              </a:spcAft>
              <a:buClr>
                <a:srgbClr val="4F81BD"/>
              </a:buClr>
              <a:buSzPct val="80000"/>
              <a:buFont typeface="Wingdings 3" panose="05040102010807070707" pitchFamily="18" charset="2"/>
              <a:buChar char=""/>
            </a:pPr>
            <a:r>
              <a:rPr lang="zh-CN" altLang="en-US" sz="2400" noProof="1">
                <a:solidFill>
                  <a:srgbClr val="C00000"/>
                </a:solidFill>
                <a:latin typeface="微软雅黑" panose="020B0503020204020204" pitchFamily="34" charset="-122"/>
                <a:ea typeface="微软雅黑" panose="020B0503020204020204" pitchFamily="34" charset="-122"/>
              </a:rPr>
              <a:t>递归下降分析法</a:t>
            </a:r>
            <a:r>
              <a:rPr lang="zh-CN" altLang="en-US" sz="2400" dirty="0">
                <a:solidFill>
                  <a:srgbClr val="404040"/>
                </a:solidFill>
                <a:latin typeface="微软雅黑" panose="020B0503020204020204" pitchFamily="34" charset="-122"/>
                <a:ea typeface="微软雅黑" panose="020B0503020204020204" pitchFamily="34" charset="-122"/>
              </a:rPr>
              <a:t>、</a:t>
            </a:r>
            <a:r>
              <a:rPr lang="zh-CN" altLang="zh-CN" sz="2400" dirty="0">
                <a:solidFill>
                  <a:srgbClr val="404040"/>
                </a:solidFill>
                <a:latin typeface="微软雅黑" panose="020B0503020204020204" pitchFamily="34" charset="-122"/>
                <a:ea typeface="微软雅黑" panose="020B0503020204020204" pitchFamily="34" charset="-122"/>
              </a:rPr>
              <a:t>预测分析程序</a:t>
            </a:r>
            <a:endParaRPr lang="zh-CN" altLang="en-US" sz="2400" dirty="0">
              <a:solidFill>
                <a:srgbClr val="40404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2"/>
      <p:bldP spid="10" grpId="0" build="p" bldLvl="2"/>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F0BA6780-409E-8023-7BCA-462FF3D4CDF3}"/>
              </a:ext>
            </a:extLst>
          </p:cNvPr>
          <p:cNvSpPr>
            <a:spLocks noGrp="1" noChangeArrowheads="1"/>
          </p:cNvSpPr>
          <p:nvPr>
            <p:ph type="body" idx="4294967295"/>
          </p:nvPr>
        </p:nvSpPr>
        <p:spPr>
          <a:xfrm>
            <a:off x="503238" y="1395413"/>
            <a:ext cx="9069387" cy="6480175"/>
          </a:xfrm>
        </p:spPr>
        <p:txBody>
          <a:bodyPr/>
          <a:lstStyle/>
          <a:p>
            <a:pPr marL="0" indent="0" eaLnBrk="1" hangingPunct="1">
              <a:buFont typeface="Times New Roman" panose="02020603050405020304" pitchFamily="18" charset="0"/>
              <a:buNone/>
            </a:pPr>
            <a:r>
              <a:rPr lang="zh-CN" altLang="en-US" sz="3200" b="1" dirty="0">
                <a:latin typeface="楷体_GB2312" panose="02010609030101010101" pitchFamily="1" charset="-122"/>
              </a:rPr>
              <a:t>递归下降分析法</a:t>
            </a:r>
          </a:p>
          <a:p>
            <a:pPr marL="0" indent="457200" eaLnBrk="1" hangingPunct="1">
              <a:buFont typeface="Times New Roman" panose="02020603050405020304" pitchFamily="18" charset="0"/>
              <a:buNone/>
            </a:pPr>
            <a:r>
              <a:rPr lang="zh-CN" altLang="en-US" sz="2800" b="1" dirty="0">
                <a:latin typeface="楷体_GB2312" panose="02010609030101010101" pitchFamily="1" charset="-122"/>
              </a:rPr>
              <a:t>每个 </a:t>
            </a:r>
            <a:r>
              <a:rPr lang="zh-CN" altLang="en-US" sz="2800" b="1" dirty="0">
                <a:solidFill>
                  <a:schemeClr val="accent2"/>
                </a:solidFill>
                <a:latin typeface="楷体_GB2312" panose="02010609030101010101" pitchFamily="1" charset="-122"/>
              </a:rPr>
              <a:t>非终结符</a:t>
            </a:r>
            <a:r>
              <a:rPr lang="zh-CN" altLang="en-US" sz="2800" b="1" dirty="0">
                <a:latin typeface="楷体_GB2312" panose="02010609030101010101" pitchFamily="1" charset="-122"/>
              </a:rPr>
              <a:t> 对应一个解析函数</a:t>
            </a:r>
          </a:p>
          <a:p>
            <a:pPr marL="0" indent="457200" eaLnBrk="1" hangingPunct="1">
              <a:buFont typeface="Times New Roman" panose="02020603050405020304" pitchFamily="18" charset="0"/>
              <a:buNone/>
            </a:pPr>
            <a:r>
              <a:rPr lang="zh-CN" altLang="en-US" sz="2800" b="1" dirty="0">
                <a:latin typeface="楷体_GB2312" panose="02010609030101010101" pitchFamily="1" charset="-122"/>
              </a:rPr>
              <a:t>语法</a:t>
            </a:r>
            <a:r>
              <a:rPr lang="zh-CN" altLang="en-US" sz="2800" b="1" dirty="0">
                <a:solidFill>
                  <a:srgbClr val="FF3300"/>
                </a:solidFill>
                <a:latin typeface="楷体_GB2312" panose="02010609030101010101" pitchFamily="1" charset="-122"/>
              </a:rPr>
              <a:t>规则右侧为</a:t>
            </a:r>
            <a:r>
              <a:rPr lang="zh-CN" altLang="en-US" sz="2800" b="1" dirty="0">
                <a:latin typeface="楷体_GB2312" panose="02010609030101010101" pitchFamily="1" charset="-122"/>
              </a:rPr>
              <a:t>其左侧非终结符所</a:t>
            </a:r>
            <a:r>
              <a:rPr lang="zh-CN" altLang="en-US" sz="2800" b="1" dirty="0">
                <a:solidFill>
                  <a:srgbClr val="FF3300"/>
                </a:solidFill>
                <a:latin typeface="楷体_GB2312" panose="02010609030101010101" pitchFamily="1" charset="-122"/>
              </a:rPr>
              <a:t>对应的“函数体”</a:t>
            </a:r>
          </a:p>
          <a:p>
            <a:pPr marL="0" indent="0" eaLnBrk="1" hangingPunct="1">
              <a:buFont typeface="Times New Roman" panose="02020603050405020304" pitchFamily="18" charset="0"/>
              <a:buNone/>
            </a:pPr>
            <a:r>
              <a:rPr lang="zh-CN" altLang="en-US" sz="2800" b="1" dirty="0">
                <a:latin typeface="楷体_GB2312" panose="02010609030101010101" pitchFamily="1" charset="-122"/>
              </a:rPr>
              <a:t>关于“函数体”</a:t>
            </a:r>
          </a:p>
          <a:p>
            <a:pPr marL="0" indent="0" eaLnBrk="1" hangingPunct="1">
              <a:buFont typeface="Times New Roman" panose="02020603050405020304" pitchFamily="18" charset="0"/>
              <a:buNone/>
            </a:pPr>
            <a:r>
              <a:rPr lang="zh-CN" altLang="en-US" sz="2800" b="1" dirty="0">
                <a:latin typeface="楷体_GB2312" panose="02010609030101010101" pitchFamily="1" charset="-122"/>
              </a:rPr>
              <a:t>    右侧终结符     对应  从输入串中消耗该终结符</a:t>
            </a:r>
          </a:p>
          <a:p>
            <a:pPr marL="0" indent="0" eaLnBrk="1" hangingPunct="1">
              <a:buFont typeface="Times New Roman" panose="02020603050405020304" pitchFamily="18" charset="0"/>
              <a:buNone/>
            </a:pPr>
            <a:r>
              <a:rPr lang="zh-CN" altLang="en-US" sz="2800" b="1" dirty="0">
                <a:latin typeface="楷体_GB2312" panose="02010609030101010101" pitchFamily="1" charset="-122"/>
              </a:rPr>
              <a:t>    右侧非终结符  对应  函数调用</a:t>
            </a:r>
          </a:p>
          <a:p>
            <a:pPr marL="0" indent="0" eaLnBrk="1" hangingPunct="1">
              <a:buFont typeface="Times New Roman" panose="02020603050405020304" pitchFamily="18" charset="0"/>
              <a:buNone/>
            </a:pPr>
            <a:r>
              <a:rPr lang="zh-CN" altLang="en-US" sz="2800" b="1" dirty="0">
                <a:latin typeface="楷体_GB2312" panose="02010609030101010101" pitchFamily="1" charset="-122"/>
              </a:rPr>
              <a:t>    语法上规则中的‘</a:t>
            </a:r>
            <a:r>
              <a:rPr lang="en-US" altLang="zh-CN" sz="2800" b="1" dirty="0">
                <a:latin typeface="楷体_GB2312" panose="02010609030101010101" pitchFamily="1" charset="-122"/>
              </a:rPr>
              <a:t>|’</a:t>
            </a:r>
          </a:p>
          <a:p>
            <a:pPr marL="0" indent="0" eaLnBrk="1" hangingPunct="1">
              <a:buFont typeface="Times New Roman" panose="02020603050405020304" pitchFamily="18" charset="0"/>
              <a:buNone/>
            </a:pPr>
            <a:r>
              <a:rPr lang="en-US" altLang="zh-CN" sz="2800" b="1" dirty="0">
                <a:latin typeface="楷体_GB2312" panose="02010609030101010101" pitchFamily="1" charset="-122"/>
              </a:rPr>
              <a:t>    </a:t>
            </a:r>
            <a:r>
              <a:rPr lang="zh-CN" altLang="en-US" sz="2800" b="1" dirty="0">
                <a:latin typeface="楷体_GB2312" panose="02010609030101010101" pitchFamily="1" charset="-122"/>
              </a:rPr>
              <a:t>    对应“</a:t>
            </a:r>
            <a:r>
              <a:rPr lang="en-US" altLang="zh-CN" sz="2800" b="1" dirty="0">
                <a:latin typeface="楷体_GB2312" panose="02010609030101010101" pitchFamily="1" charset="-122"/>
              </a:rPr>
              <a:t>if-else”</a:t>
            </a:r>
            <a:r>
              <a:rPr lang="zh-CN" altLang="en-US" sz="2800" b="1" dirty="0">
                <a:latin typeface="楷体_GB2312" panose="02010609030101010101" pitchFamily="1" charset="-122"/>
              </a:rPr>
              <a:t>语句</a:t>
            </a:r>
          </a:p>
          <a:p>
            <a:pPr marL="0" indent="0" eaLnBrk="1" hangingPunct="1">
              <a:buFont typeface="Times New Roman" panose="02020603050405020304" pitchFamily="18" charset="0"/>
              <a:buNone/>
            </a:pPr>
            <a:endParaRPr lang="zh-CN" altLang="en-US" sz="2800" b="1" dirty="0">
              <a:latin typeface="楷体_GB2312" panose="02010609030101010101" pitchFamily="1" charset="-122"/>
            </a:endParaRPr>
          </a:p>
          <a:p>
            <a:pPr marL="0" indent="0" eaLnBrk="1" hangingPunct="1">
              <a:buFont typeface="Times New Roman" panose="02020603050405020304" pitchFamily="18" charset="0"/>
              <a:buNone/>
            </a:pPr>
            <a:endParaRPr lang="en-US" altLang="zh-CN" sz="3200" b="1" dirty="0">
              <a:latin typeface="楷体_GB2312" panose="02010609030101010101" pitchFamily="1" charset="-122"/>
            </a:endParaRPr>
          </a:p>
        </p:txBody>
      </p:sp>
      <p:sp>
        <p:nvSpPr>
          <p:cNvPr id="57347" name="Rectangle 2">
            <a:extLst>
              <a:ext uri="{FF2B5EF4-FFF2-40B4-BE49-F238E27FC236}">
                <a16:creationId xmlns:a16="http://schemas.microsoft.com/office/drawing/2014/main" id="{5E2EA656-7DAE-1F4A-FFA0-06C9567D5B35}"/>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57348" name="Date Placeholder 5">
            <a:extLst>
              <a:ext uri="{FF2B5EF4-FFF2-40B4-BE49-F238E27FC236}">
                <a16:creationId xmlns:a16="http://schemas.microsoft.com/office/drawing/2014/main" id="{8D0E131B-61CF-484F-312D-4C2F78FCA018}"/>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7349" name="Slide Number Placeholder 6">
            <a:extLst>
              <a:ext uri="{FF2B5EF4-FFF2-40B4-BE49-F238E27FC236}">
                <a16:creationId xmlns:a16="http://schemas.microsoft.com/office/drawing/2014/main" id="{617F33ED-E8DC-185A-DE19-C73BC46F7E2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AF58EEFD-8C34-474C-855D-E4261D06E8C4}"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42</a:t>
            </a:fld>
            <a:endParaRPr lang="en-GB" altLang="en-US" sz="1200">
              <a:latin typeface="Comic Sans MS" panose="030F0702030302020204" pitchFamily="66" charset="0"/>
              <a:ea typeface="宋体" panose="02010600030101010101" pitchFamily="2" charset="-122"/>
            </a:endParaRPr>
          </a:p>
        </p:txBody>
      </p:sp>
      <p:sp>
        <p:nvSpPr>
          <p:cNvPr id="57350" name="Footer Placeholder 7">
            <a:extLst>
              <a:ext uri="{FF2B5EF4-FFF2-40B4-BE49-F238E27FC236}">
                <a16:creationId xmlns:a16="http://schemas.microsoft.com/office/drawing/2014/main" id="{442E9BE5-3C01-DC2D-C02A-E0296F8A9C94}"/>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78">
                                            <p:txEl>
                                              <p:pRg st="2" end="2"/>
                                            </p:txEl>
                                          </p:spTgt>
                                        </p:tgtEl>
                                        <p:attrNameLst>
                                          <p:attrName>style.visibility</p:attrName>
                                        </p:attrNameLst>
                                      </p:cBhvr>
                                      <p:to>
                                        <p:strVal val="visible"/>
                                      </p:to>
                                    </p:set>
                                    <p:animEffect transition="in" filter="blinds(horizontal)">
                                      <p:cBhvr>
                                        <p:cTn id="7" dur="500"/>
                                        <p:tgtEl>
                                          <p:spTgt spid="24578">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578">
                                            <p:txEl>
                                              <p:pRg st="3" end="3"/>
                                            </p:txEl>
                                          </p:spTgt>
                                        </p:tgtEl>
                                        <p:attrNameLst>
                                          <p:attrName>style.visibility</p:attrName>
                                        </p:attrNameLst>
                                      </p:cBhvr>
                                      <p:to>
                                        <p:strVal val="visible"/>
                                      </p:to>
                                    </p:set>
                                    <p:animEffect transition="in" filter="blinds(horizontal)">
                                      <p:cBhvr>
                                        <p:cTn id="12" dur="500"/>
                                        <p:tgtEl>
                                          <p:spTgt spid="24578">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578">
                                            <p:txEl>
                                              <p:pRg st="4" end="4"/>
                                            </p:txEl>
                                          </p:spTgt>
                                        </p:tgtEl>
                                        <p:attrNameLst>
                                          <p:attrName>style.visibility</p:attrName>
                                        </p:attrNameLst>
                                      </p:cBhvr>
                                      <p:to>
                                        <p:strVal val="visible"/>
                                      </p:to>
                                    </p:set>
                                    <p:animEffect transition="in" filter="blinds(horizontal)">
                                      <p:cBhvr>
                                        <p:cTn id="17" dur="500"/>
                                        <p:tgtEl>
                                          <p:spTgt spid="24578">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4578">
                                            <p:txEl>
                                              <p:pRg st="5" end="5"/>
                                            </p:txEl>
                                          </p:spTgt>
                                        </p:tgtEl>
                                        <p:attrNameLst>
                                          <p:attrName>style.visibility</p:attrName>
                                        </p:attrNameLst>
                                      </p:cBhvr>
                                      <p:to>
                                        <p:strVal val="visible"/>
                                      </p:to>
                                    </p:set>
                                    <p:animEffect transition="in" filter="blinds(horizontal)">
                                      <p:cBhvr>
                                        <p:cTn id="22" dur="500"/>
                                        <p:tgtEl>
                                          <p:spTgt spid="24578">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4578">
                                            <p:txEl>
                                              <p:pRg st="6" end="6"/>
                                            </p:txEl>
                                          </p:spTgt>
                                        </p:tgtEl>
                                        <p:attrNameLst>
                                          <p:attrName>style.visibility</p:attrName>
                                        </p:attrNameLst>
                                      </p:cBhvr>
                                      <p:to>
                                        <p:strVal val="visible"/>
                                      </p:to>
                                    </p:set>
                                    <p:animEffect transition="in" filter="blinds(horizontal)">
                                      <p:cBhvr>
                                        <p:cTn id="27" dur="500"/>
                                        <p:tgtEl>
                                          <p:spTgt spid="24578">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4578">
                                            <p:txEl>
                                              <p:pRg st="7" end="7"/>
                                            </p:txEl>
                                          </p:spTgt>
                                        </p:tgtEl>
                                        <p:attrNameLst>
                                          <p:attrName>style.visibility</p:attrName>
                                        </p:attrNameLst>
                                      </p:cBhvr>
                                      <p:to>
                                        <p:strVal val="visible"/>
                                      </p:to>
                                    </p:set>
                                    <p:animEffect transition="in" filter="blinds(horizontal)">
                                      <p:cBhvr>
                                        <p:cTn id="30" dur="500"/>
                                        <p:tgtEl>
                                          <p:spTgt spid="2457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FF39EBD6-642C-1C03-8F69-8F72E23C9EE3}"/>
              </a:ext>
            </a:extLst>
          </p:cNvPr>
          <p:cNvSpPr>
            <a:spLocks noGrp="1" noChangeArrowheads="1"/>
          </p:cNvSpPr>
          <p:nvPr>
            <p:ph type="body" idx="4294967295"/>
          </p:nvPr>
        </p:nvSpPr>
        <p:spPr>
          <a:xfrm>
            <a:off x="503238" y="1397000"/>
            <a:ext cx="9069387" cy="5354638"/>
          </a:xfrm>
        </p:spPr>
        <p:txBody>
          <a:bodyPr/>
          <a:lstStyle/>
          <a:p>
            <a:pPr marL="0" indent="0" eaLnBrk="1" hangingPunct="1">
              <a:buFont typeface="Times New Roman" panose="02020603050405020304" pitchFamily="18" charset="0"/>
              <a:buNone/>
            </a:pPr>
            <a:r>
              <a:rPr lang="zh-CN" altLang="en-US" sz="3200" b="1">
                <a:latin typeface="楷体_GB2312" panose="02010609030101010101" pitchFamily="1" charset="-122"/>
              </a:rPr>
              <a:t>根据右侧定义函数体</a:t>
            </a:r>
          </a:p>
          <a:p>
            <a:pPr marL="0" indent="0" eaLnBrk="1" hangingPunct="1">
              <a:buFont typeface="Times New Roman" panose="02020603050405020304" pitchFamily="18" charset="0"/>
              <a:buNone/>
            </a:pPr>
            <a:r>
              <a:rPr lang="zh-CN" altLang="en-US" sz="3200" b="1">
                <a:latin typeface="楷体_GB2312" panose="02010609030101010101" pitchFamily="1" charset="-122"/>
              </a:rPr>
              <a:t>    当遇到终结符时，编写语句</a:t>
            </a:r>
          </a:p>
          <a:p>
            <a:pPr marL="0" indent="0" eaLnBrk="1" hangingPunct="1">
              <a:buFont typeface="Times New Roman" panose="02020603050405020304" pitchFamily="18" charset="0"/>
              <a:buNone/>
            </a:pPr>
            <a:r>
              <a:rPr lang="zh-CN" altLang="en-US" sz="3200" b="1">
                <a:latin typeface="楷体_GB2312" panose="02010609030101010101" pitchFamily="1" charset="-122"/>
              </a:rPr>
              <a:t>        if (当前符号 与 该终结符 匹配)</a:t>
            </a:r>
          </a:p>
          <a:p>
            <a:pPr marL="0" indent="0" eaLnBrk="1" hangingPunct="1">
              <a:buFont typeface="Times New Roman" panose="02020603050405020304" pitchFamily="18" charset="0"/>
              <a:buNone/>
            </a:pPr>
            <a:r>
              <a:rPr lang="zh-CN" altLang="en-US" sz="3200" b="1">
                <a:latin typeface="楷体_GB2312" panose="02010609030101010101" pitchFamily="1" charset="-122"/>
              </a:rPr>
              <a:t>           读入下一个字符</a:t>
            </a:r>
          </a:p>
          <a:p>
            <a:pPr marL="0" indent="0" eaLnBrk="1" hangingPunct="1">
              <a:buFont typeface="Times New Roman" panose="02020603050405020304" pitchFamily="18" charset="0"/>
              <a:buNone/>
            </a:pPr>
            <a:r>
              <a:rPr lang="zh-CN" altLang="en-US" sz="3200" b="1">
                <a:latin typeface="楷体_GB2312" panose="02010609030101010101" pitchFamily="1" charset="-122"/>
              </a:rPr>
              <a:t>       </a:t>
            </a:r>
            <a:r>
              <a:rPr lang="zh-CN" altLang="en-US" sz="3200" b="1">
                <a:solidFill>
                  <a:schemeClr val="accent2"/>
                </a:solidFill>
                <a:latin typeface="楷体_GB2312" panose="02010609030101010101" pitchFamily="1" charset="-122"/>
              </a:rPr>
              <a:t>源程序中的符号 </a:t>
            </a:r>
            <a:r>
              <a:rPr lang="zh-CN" altLang="en-US" sz="3200" b="1">
                <a:solidFill>
                  <a:schemeClr val="tx1"/>
                </a:solidFill>
                <a:latin typeface="楷体_GB2312" panose="02010609030101010101" pitchFamily="1" charset="-122"/>
              </a:rPr>
              <a:t>与</a:t>
            </a:r>
            <a:r>
              <a:rPr lang="zh-CN" altLang="en-US" sz="3200" b="1">
                <a:solidFill>
                  <a:schemeClr val="accent2"/>
                </a:solidFill>
                <a:latin typeface="楷体_GB2312" panose="02010609030101010101" pitchFamily="1" charset="-122"/>
              </a:rPr>
              <a:t> 规则中的符号</a:t>
            </a:r>
          </a:p>
          <a:p>
            <a:pPr marL="0" indent="0" eaLnBrk="1" hangingPunct="1">
              <a:buFont typeface="Times New Roman" panose="02020603050405020304" pitchFamily="18" charset="0"/>
              <a:buNone/>
            </a:pPr>
            <a:r>
              <a:rPr lang="zh-CN" altLang="en-US" sz="3200" b="1">
                <a:solidFill>
                  <a:schemeClr val="tx1"/>
                </a:solidFill>
                <a:latin typeface="楷体_GB2312" panose="02010609030101010101" pitchFamily="1" charset="-122"/>
              </a:rPr>
              <a:t>    当遇到非终结符时</a:t>
            </a:r>
          </a:p>
          <a:p>
            <a:pPr marL="0" indent="0" eaLnBrk="1" hangingPunct="1">
              <a:buFont typeface="Times New Roman" panose="02020603050405020304" pitchFamily="18" charset="0"/>
              <a:buNone/>
            </a:pPr>
            <a:r>
              <a:rPr lang="zh-CN" altLang="en-US" sz="3200" b="1">
                <a:solidFill>
                  <a:schemeClr val="tx1"/>
                </a:solidFill>
                <a:latin typeface="楷体_GB2312" panose="02010609030101010101" pitchFamily="1" charset="-122"/>
              </a:rPr>
              <a:t>       编写调用该非终结符对应的函数</a:t>
            </a:r>
          </a:p>
          <a:p>
            <a:pPr marL="0" indent="0" eaLnBrk="1" hangingPunct="1">
              <a:buFont typeface="Times New Roman" panose="02020603050405020304" pitchFamily="18" charset="0"/>
              <a:buNone/>
            </a:pPr>
            <a:endParaRPr lang="en-US" altLang="zh-CN" sz="3200" b="1">
              <a:solidFill>
                <a:schemeClr val="accent2"/>
              </a:solidFill>
              <a:latin typeface="楷体_GB2312" panose="02010609030101010101" pitchFamily="1" charset="-122"/>
            </a:endParaRPr>
          </a:p>
          <a:p>
            <a:pPr marL="0" indent="0" eaLnBrk="1" hangingPunct="1">
              <a:buFont typeface="Times New Roman" panose="02020603050405020304" pitchFamily="18" charset="0"/>
              <a:buNone/>
            </a:pPr>
            <a:endParaRPr lang="en-US" altLang="zh-CN" sz="3200" b="1">
              <a:latin typeface="楷体_GB2312" panose="02010609030101010101" pitchFamily="1" charset="-122"/>
            </a:endParaRPr>
          </a:p>
        </p:txBody>
      </p:sp>
      <p:sp>
        <p:nvSpPr>
          <p:cNvPr id="58371" name="Rectangle 2">
            <a:extLst>
              <a:ext uri="{FF2B5EF4-FFF2-40B4-BE49-F238E27FC236}">
                <a16:creationId xmlns:a16="http://schemas.microsoft.com/office/drawing/2014/main" id="{65E2444E-CE4C-1960-2028-3711F6B7D2D3}"/>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58372" name="Date Placeholder 5">
            <a:extLst>
              <a:ext uri="{FF2B5EF4-FFF2-40B4-BE49-F238E27FC236}">
                <a16:creationId xmlns:a16="http://schemas.microsoft.com/office/drawing/2014/main" id="{0F6F8533-5C8C-73FC-B885-2937C3688B39}"/>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8373" name="Slide Number Placeholder 6">
            <a:extLst>
              <a:ext uri="{FF2B5EF4-FFF2-40B4-BE49-F238E27FC236}">
                <a16:creationId xmlns:a16="http://schemas.microsoft.com/office/drawing/2014/main" id="{E725426F-D74E-6E7C-E18B-D16C7BE0696E}"/>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F9751956-EE9C-466D-9BFF-BBC8EE1CFC3B}"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43</a:t>
            </a:fld>
            <a:endParaRPr lang="en-GB" altLang="en-US" sz="1200">
              <a:latin typeface="Comic Sans MS" panose="030F0702030302020204" pitchFamily="66" charset="0"/>
              <a:ea typeface="宋体" panose="02010600030101010101" pitchFamily="2" charset="-122"/>
            </a:endParaRPr>
          </a:p>
        </p:txBody>
      </p:sp>
      <p:sp>
        <p:nvSpPr>
          <p:cNvPr id="58374" name="Footer Placeholder 7">
            <a:extLst>
              <a:ext uri="{FF2B5EF4-FFF2-40B4-BE49-F238E27FC236}">
                <a16:creationId xmlns:a16="http://schemas.microsoft.com/office/drawing/2014/main" id="{56370D37-B635-6C0B-E33F-2FD5F447EC26}"/>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2">
                                            <p:txEl>
                                              <p:pRg st="1" end="1"/>
                                            </p:txEl>
                                          </p:spTgt>
                                        </p:tgtEl>
                                        <p:attrNameLst>
                                          <p:attrName>style.visibility</p:attrName>
                                        </p:attrNameLst>
                                      </p:cBhvr>
                                      <p:to>
                                        <p:strVal val="visible"/>
                                      </p:to>
                                    </p:set>
                                    <p:animEffect transition="in" filter="blinds(horizontal)">
                                      <p:cBhvr>
                                        <p:cTn id="7" dur="500"/>
                                        <p:tgtEl>
                                          <p:spTgt spid="2560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602">
                                            <p:txEl>
                                              <p:pRg st="2" end="2"/>
                                            </p:txEl>
                                          </p:spTgt>
                                        </p:tgtEl>
                                        <p:attrNameLst>
                                          <p:attrName>style.visibility</p:attrName>
                                        </p:attrNameLst>
                                      </p:cBhvr>
                                      <p:to>
                                        <p:strVal val="visible"/>
                                      </p:to>
                                    </p:set>
                                    <p:animEffect transition="in" filter="blinds(horizontal)">
                                      <p:cBhvr>
                                        <p:cTn id="12" dur="500"/>
                                        <p:tgtEl>
                                          <p:spTgt spid="25602">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5602">
                                            <p:txEl>
                                              <p:pRg st="3" end="3"/>
                                            </p:txEl>
                                          </p:spTgt>
                                        </p:tgtEl>
                                        <p:attrNameLst>
                                          <p:attrName>style.visibility</p:attrName>
                                        </p:attrNameLst>
                                      </p:cBhvr>
                                      <p:to>
                                        <p:strVal val="visible"/>
                                      </p:to>
                                    </p:set>
                                    <p:animEffect transition="in" filter="blinds(horizontal)">
                                      <p:cBhvr>
                                        <p:cTn id="15" dur="500"/>
                                        <p:tgtEl>
                                          <p:spTgt spid="25602">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5602">
                                            <p:txEl>
                                              <p:pRg st="4" end="4"/>
                                            </p:txEl>
                                          </p:spTgt>
                                        </p:tgtEl>
                                        <p:attrNameLst>
                                          <p:attrName>style.visibility</p:attrName>
                                        </p:attrNameLst>
                                      </p:cBhvr>
                                      <p:to>
                                        <p:strVal val="visible"/>
                                      </p:to>
                                    </p:set>
                                    <p:animEffect transition="in" filter="blinds(horizontal)">
                                      <p:cBhvr>
                                        <p:cTn id="20" dur="500"/>
                                        <p:tgtEl>
                                          <p:spTgt spid="25602">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5602">
                                            <p:txEl>
                                              <p:pRg st="5" end="5"/>
                                            </p:txEl>
                                          </p:spTgt>
                                        </p:tgtEl>
                                        <p:attrNameLst>
                                          <p:attrName>style.visibility</p:attrName>
                                        </p:attrNameLst>
                                      </p:cBhvr>
                                      <p:to>
                                        <p:strVal val="visible"/>
                                      </p:to>
                                    </p:set>
                                    <p:animEffect transition="in" filter="blinds(horizontal)">
                                      <p:cBhvr>
                                        <p:cTn id="25" dur="500"/>
                                        <p:tgtEl>
                                          <p:spTgt spid="25602">
                                            <p:txEl>
                                              <p:pRg st="5" end="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5602">
                                            <p:txEl>
                                              <p:pRg st="6" end="6"/>
                                            </p:txEl>
                                          </p:spTgt>
                                        </p:tgtEl>
                                        <p:attrNameLst>
                                          <p:attrName>style.visibility</p:attrName>
                                        </p:attrNameLst>
                                      </p:cBhvr>
                                      <p:to>
                                        <p:strVal val="visible"/>
                                      </p:to>
                                    </p:set>
                                    <p:animEffect transition="in" filter="blinds(horizontal)">
                                      <p:cBhvr>
                                        <p:cTn id="28" dur="500"/>
                                        <p:tgtEl>
                                          <p:spTgt spid="256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64054B0D-1D0A-7024-017D-BBF21815AE36}"/>
              </a:ext>
            </a:extLst>
          </p:cNvPr>
          <p:cNvSpPr>
            <a:spLocks noGrp="1" noChangeArrowheads="1"/>
          </p:cNvSpPr>
          <p:nvPr>
            <p:ph type="body" idx="4294967295"/>
          </p:nvPr>
        </p:nvSpPr>
        <p:spPr>
          <a:xfrm>
            <a:off x="503238" y="1397000"/>
            <a:ext cx="9069387" cy="5354638"/>
          </a:xfrm>
        </p:spPr>
        <p:txBody>
          <a:bodyPr/>
          <a:lstStyle/>
          <a:p>
            <a:pPr marL="0" indent="0" eaLnBrk="1" hangingPunct="1">
              <a:lnSpc>
                <a:spcPct val="85000"/>
              </a:lnSpc>
              <a:buFont typeface="Times New Roman" panose="02020603050405020304" pitchFamily="18" charset="0"/>
              <a:buNone/>
            </a:pPr>
            <a:r>
              <a:rPr lang="zh-CN" altLang="en-US" sz="3200" b="1">
                <a:latin typeface="楷体_GB2312" panose="02010609030101010101" pitchFamily="1" charset="-122"/>
              </a:rPr>
              <a:t>赋值语句规则：</a:t>
            </a:r>
            <a:r>
              <a:rPr lang="en-US" altLang="zh-CN" sz="3200" b="1">
                <a:latin typeface="楷体_GB2312" panose="02010609030101010101" pitchFamily="1" charset="-122"/>
              </a:rPr>
              <a:t>assign_stmt  → </a:t>
            </a:r>
            <a:r>
              <a:rPr lang="en-US" altLang="zh-CN" sz="3200" b="1">
                <a:solidFill>
                  <a:schemeClr val="accent2"/>
                </a:solidFill>
                <a:latin typeface="楷体_GB2312" panose="02010609030101010101" pitchFamily="1" charset="-122"/>
              </a:rPr>
              <a:t>ID =</a:t>
            </a:r>
            <a:r>
              <a:rPr lang="en-US" altLang="zh-CN" sz="3200" b="1">
                <a:latin typeface="楷体_GB2312" panose="02010609030101010101" pitchFamily="1" charset="-122"/>
              </a:rPr>
              <a:t> expr </a:t>
            </a:r>
            <a:r>
              <a:rPr lang="en-US" altLang="zh-CN" sz="3200" b="1">
                <a:solidFill>
                  <a:schemeClr val="accent2"/>
                </a:solidFill>
                <a:latin typeface="楷体_GB2312" panose="02010609030101010101" pitchFamily="1" charset="-122"/>
              </a:rPr>
              <a:t>;</a:t>
            </a:r>
          </a:p>
          <a:p>
            <a:pPr marL="0" indent="0" eaLnBrk="1" hangingPunct="1">
              <a:lnSpc>
                <a:spcPct val="85000"/>
              </a:lnSpc>
              <a:buFont typeface="Times New Roman" panose="02020603050405020304" pitchFamily="18" charset="0"/>
              <a:buNone/>
            </a:pPr>
            <a:r>
              <a:rPr lang="zh-CN" altLang="en-US" sz="3200" b="1">
                <a:latin typeface="楷体_GB2312" panose="02010609030101010101" pitchFamily="1" charset="-122"/>
              </a:rPr>
              <a:t>左侧非终结符 </a:t>
            </a:r>
            <a:r>
              <a:rPr lang="en-US" altLang="zh-CN" sz="3200" b="1">
                <a:latin typeface="楷体_GB2312" panose="02010609030101010101" pitchFamily="1" charset="-122"/>
              </a:rPr>
              <a:t>assign_stmt </a:t>
            </a:r>
            <a:r>
              <a:rPr lang="zh-CN" altLang="en-US" sz="3200" b="1">
                <a:latin typeface="楷体_GB2312" panose="02010609030101010101" pitchFamily="1" charset="-122"/>
              </a:rPr>
              <a:t>定义函数</a:t>
            </a:r>
          </a:p>
          <a:p>
            <a:pPr marL="0" indent="0" eaLnBrk="1" hangingPunct="1">
              <a:lnSpc>
                <a:spcPct val="85000"/>
              </a:lnSpc>
              <a:buFont typeface="Times New Roman" panose="02020603050405020304" pitchFamily="18" charset="0"/>
              <a:buNone/>
            </a:pPr>
            <a:r>
              <a:rPr lang="zh-CN" altLang="en-US" sz="3200" b="1">
                <a:latin typeface="楷体_GB2312" panose="02010609030101010101" pitchFamily="1" charset="-122"/>
              </a:rPr>
              <a:t>    </a:t>
            </a:r>
            <a:r>
              <a:rPr lang="en-US" altLang="zh-CN" sz="3200" b="1">
                <a:latin typeface="楷体_GB2312" panose="02010609030101010101" pitchFamily="1" charset="-122"/>
              </a:rPr>
              <a:t>void analyse_assign_stmt()</a:t>
            </a:r>
          </a:p>
          <a:p>
            <a:pPr marL="0" indent="0" eaLnBrk="1" hangingPunct="1">
              <a:lnSpc>
                <a:spcPct val="85000"/>
              </a:lnSpc>
              <a:buFont typeface="Times New Roman" panose="02020603050405020304" pitchFamily="18" charset="0"/>
              <a:buNone/>
            </a:pPr>
            <a:r>
              <a:rPr lang="zh-CN" altLang="en-US" sz="3200" b="1">
                <a:latin typeface="楷体_GB2312" panose="02010609030101010101" pitchFamily="1" charset="-122"/>
              </a:rPr>
              <a:t>右侧开始为终结符</a:t>
            </a:r>
            <a:r>
              <a:rPr lang="en-US" altLang="zh-CN" sz="3200" b="1">
                <a:latin typeface="楷体_GB2312" panose="02010609030101010101" pitchFamily="1" charset="-122"/>
              </a:rPr>
              <a:t>ID</a:t>
            </a:r>
            <a:r>
              <a:rPr lang="zh-CN" altLang="en-US" sz="3200" b="1">
                <a:latin typeface="楷体_GB2312" panose="02010609030101010101" pitchFamily="1" charset="-122"/>
              </a:rPr>
              <a:t>，则编写</a:t>
            </a:r>
          </a:p>
          <a:p>
            <a:pPr marL="0" indent="0" eaLnBrk="1" hangingPunct="1">
              <a:lnSpc>
                <a:spcPct val="85000"/>
              </a:lnSpc>
              <a:buFont typeface="Times New Roman" panose="02020603050405020304" pitchFamily="18" charset="0"/>
              <a:buNone/>
            </a:pPr>
            <a:r>
              <a:rPr lang="zh-CN" altLang="en-US" sz="3200" b="1">
                <a:latin typeface="楷体_GB2312" panose="02010609030101010101" pitchFamily="1" charset="-122"/>
              </a:rPr>
              <a:t>    </a:t>
            </a:r>
            <a:r>
              <a:rPr lang="en-US" altLang="zh-CN" sz="3200" b="1">
                <a:latin typeface="楷体_GB2312" panose="02010609030101010101" pitchFamily="1" charset="-122"/>
              </a:rPr>
              <a:t>if ( match(ID) ) </a:t>
            </a:r>
          </a:p>
          <a:p>
            <a:pPr marL="0" indent="0" eaLnBrk="1" hangingPunct="1">
              <a:lnSpc>
                <a:spcPct val="85000"/>
              </a:lnSpc>
              <a:buFont typeface="Times New Roman" panose="02020603050405020304" pitchFamily="18" charset="0"/>
              <a:buNone/>
            </a:pPr>
            <a:r>
              <a:rPr lang="en-US" altLang="zh-CN" sz="3200" b="1">
                <a:latin typeface="楷体_GB2312" panose="02010609030101010101" pitchFamily="1" charset="-122"/>
              </a:rPr>
              <a:t>       advance();</a:t>
            </a:r>
          </a:p>
          <a:p>
            <a:pPr marL="0" indent="0" eaLnBrk="1" hangingPunct="1">
              <a:lnSpc>
                <a:spcPct val="85000"/>
              </a:lnSpc>
              <a:buFont typeface="Times New Roman" panose="02020603050405020304" pitchFamily="18" charset="0"/>
              <a:buNone/>
            </a:pPr>
            <a:r>
              <a:rPr lang="en-US" altLang="zh-CN" sz="3200" b="1">
                <a:latin typeface="楷体_GB2312" panose="02010609030101010101" pitchFamily="1" charset="-122"/>
              </a:rPr>
              <a:t>ID</a:t>
            </a:r>
            <a:r>
              <a:rPr lang="zh-CN" altLang="en-US" sz="3200" b="1">
                <a:latin typeface="楷体_GB2312" panose="02010609030101010101" pitchFamily="1" charset="-122"/>
              </a:rPr>
              <a:t>之后是终结符 </a:t>
            </a:r>
            <a:r>
              <a:rPr lang="en-US" altLang="zh-CN" sz="3200" b="1">
                <a:latin typeface="楷体_GB2312" panose="02010609030101010101" pitchFamily="1" charset="-122"/>
              </a:rPr>
              <a:t>=</a:t>
            </a:r>
            <a:r>
              <a:rPr lang="zh-CN" altLang="en-US" sz="3200" b="1">
                <a:latin typeface="楷体_GB2312" panose="02010609030101010101" pitchFamily="1" charset="-122"/>
              </a:rPr>
              <a:t>，编写</a:t>
            </a:r>
          </a:p>
          <a:p>
            <a:pPr marL="0" indent="0" eaLnBrk="1" hangingPunct="1">
              <a:lnSpc>
                <a:spcPct val="85000"/>
              </a:lnSpc>
              <a:buFont typeface="Times New Roman" panose="02020603050405020304" pitchFamily="18" charset="0"/>
              <a:buNone/>
            </a:pPr>
            <a:r>
              <a:rPr lang="zh-CN" altLang="en-US" sz="3200" b="1">
                <a:latin typeface="楷体_GB2312" panose="02010609030101010101" pitchFamily="1" charset="-122"/>
              </a:rPr>
              <a:t>    </a:t>
            </a:r>
            <a:r>
              <a:rPr lang="en-US" altLang="zh-CN" sz="3200" b="1">
                <a:latin typeface="楷体_GB2312" panose="02010609030101010101" pitchFamily="1" charset="-122"/>
              </a:rPr>
              <a:t>if ( match('=') ) </a:t>
            </a:r>
          </a:p>
          <a:p>
            <a:pPr marL="0" indent="0" eaLnBrk="1" hangingPunct="1">
              <a:lnSpc>
                <a:spcPct val="85000"/>
              </a:lnSpc>
              <a:buFont typeface="Times New Roman" panose="02020603050405020304" pitchFamily="18" charset="0"/>
              <a:buNone/>
            </a:pPr>
            <a:r>
              <a:rPr lang="en-US" altLang="zh-CN" sz="3200" b="1">
                <a:latin typeface="楷体_GB2312" panose="02010609030101010101" pitchFamily="1" charset="-122"/>
              </a:rPr>
              <a:t>         advance();</a:t>
            </a:r>
          </a:p>
        </p:txBody>
      </p:sp>
      <p:sp>
        <p:nvSpPr>
          <p:cNvPr id="59395" name="Rectangle 2">
            <a:extLst>
              <a:ext uri="{FF2B5EF4-FFF2-40B4-BE49-F238E27FC236}">
                <a16:creationId xmlns:a16="http://schemas.microsoft.com/office/drawing/2014/main" id="{A46B8E4C-31A9-FA5B-BF91-5ADBEB8AF2F4}"/>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59396" name="Date Placeholder 5">
            <a:extLst>
              <a:ext uri="{FF2B5EF4-FFF2-40B4-BE49-F238E27FC236}">
                <a16:creationId xmlns:a16="http://schemas.microsoft.com/office/drawing/2014/main" id="{E036ABEA-0356-118D-E977-5A994E5854E0}"/>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9397" name="Slide Number Placeholder 6">
            <a:extLst>
              <a:ext uri="{FF2B5EF4-FFF2-40B4-BE49-F238E27FC236}">
                <a16:creationId xmlns:a16="http://schemas.microsoft.com/office/drawing/2014/main" id="{AD48D22B-9198-A8C9-F83E-3BEAC4DFBF0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6C01059E-7FD9-4C8C-941C-FA29A5EC877E}"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44</a:t>
            </a:fld>
            <a:endParaRPr lang="en-GB" altLang="en-US" sz="1200">
              <a:latin typeface="Comic Sans MS" panose="030F0702030302020204" pitchFamily="66" charset="0"/>
              <a:ea typeface="宋体" panose="02010600030101010101" pitchFamily="2" charset="-122"/>
            </a:endParaRPr>
          </a:p>
        </p:txBody>
      </p:sp>
      <p:sp>
        <p:nvSpPr>
          <p:cNvPr id="59398" name="Footer Placeholder 7">
            <a:extLst>
              <a:ext uri="{FF2B5EF4-FFF2-40B4-BE49-F238E27FC236}">
                <a16:creationId xmlns:a16="http://schemas.microsoft.com/office/drawing/2014/main" id="{F2F24471-7BFC-F963-BABE-246B90E5D170}"/>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6631" name="文本框 26630">
            <a:extLst>
              <a:ext uri="{FF2B5EF4-FFF2-40B4-BE49-F238E27FC236}">
                <a16:creationId xmlns:a16="http://schemas.microsoft.com/office/drawing/2014/main" id="{84DF29E5-698C-70FF-6D98-A6025E85EF7B}"/>
              </a:ext>
            </a:extLst>
          </p:cNvPr>
          <p:cNvSpPr txBox="1">
            <a:spLocks noChangeArrowheads="1"/>
          </p:cNvSpPr>
          <p:nvPr/>
        </p:nvSpPr>
        <p:spPr bwMode="auto">
          <a:xfrm>
            <a:off x="5694363" y="3568700"/>
            <a:ext cx="4413250" cy="8921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2800" b="1">
                <a:ea typeface="楷体_GB2312" panose="02010609030101010101" pitchFamily="1" charset="-122"/>
              </a:rPr>
              <a:t>match</a:t>
            </a:r>
            <a:r>
              <a:rPr lang="zh-CN" altLang="en-US" sz="2800" b="1">
                <a:ea typeface="楷体_GB2312" panose="02010609030101010101" pitchFamily="1" charset="-122"/>
              </a:rPr>
              <a:t>函数检查</a:t>
            </a:r>
          </a:p>
          <a:p>
            <a:pPr eaLnBrk="1">
              <a:lnSpc>
                <a:spcPct val="93000"/>
              </a:lnSpc>
              <a:buSzPct val="100000"/>
              <a:buFont typeface="Times New Roman" panose="02020603050405020304" pitchFamily="18" charset="0"/>
              <a:buNone/>
            </a:pPr>
            <a:r>
              <a:rPr lang="zh-CN" altLang="en-US" sz="2800" b="1">
                <a:solidFill>
                  <a:srgbClr val="3333CC"/>
                </a:solidFill>
                <a:ea typeface="楷体_GB2312" panose="02010609030101010101" pitchFamily="1" charset="-122"/>
              </a:rPr>
              <a:t>当前符号</a:t>
            </a:r>
            <a:r>
              <a:rPr lang="zh-CN" altLang="en-US" sz="2800" b="1">
                <a:ea typeface="楷体_GB2312" panose="02010609030101010101" pitchFamily="1" charset="-122"/>
              </a:rPr>
              <a:t> 与 </a:t>
            </a:r>
            <a:r>
              <a:rPr lang="zh-CN" altLang="en-US" sz="2800" b="1">
                <a:solidFill>
                  <a:srgbClr val="3333CC"/>
                </a:solidFill>
                <a:ea typeface="楷体_GB2312" panose="02010609030101010101" pitchFamily="1" charset="-122"/>
              </a:rPr>
              <a:t>参数</a:t>
            </a:r>
            <a:r>
              <a:rPr lang="zh-CN" altLang="en-US" sz="2800" b="1">
                <a:ea typeface="楷体_GB2312" panose="02010609030101010101" pitchFamily="1" charset="-122"/>
              </a:rPr>
              <a:t> 是否匹配</a:t>
            </a:r>
          </a:p>
        </p:txBody>
      </p:sp>
      <p:sp>
        <p:nvSpPr>
          <p:cNvPr id="26632" name="文本框 26631">
            <a:extLst>
              <a:ext uri="{FF2B5EF4-FFF2-40B4-BE49-F238E27FC236}">
                <a16:creationId xmlns:a16="http://schemas.microsoft.com/office/drawing/2014/main" id="{69A1EEA1-7844-CD5A-4DB8-E1FA90425B7F}"/>
              </a:ext>
            </a:extLst>
          </p:cNvPr>
          <p:cNvSpPr txBox="1">
            <a:spLocks noChangeArrowheads="1"/>
          </p:cNvSpPr>
          <p:nvPr/>
        </p:nvSpPr>
        <p:spPr bwMode="auto">
          <a:xfrm>
            <a:off x="5199063" y="4451350"/>
            <a:ext cx="4908550" cy="4873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2800" b="1">
                <a:ea typeface="楷体_GB2312" panose="02010609030101010101" pitchFamily="1" charset="-122"/>
              </a:rPr>
              <a:t>advance</a:t>
            </a:r>
            <a:r>
              <a:rPr lang="zh-CN" altLang="en-US" sz="2800" b="1">
                <a:ea typeface="楷体_GB2312" panose="02010609030101010101" pitchFamily="1" charset="-122"/>
              </a:rPr>
              <a:t>函数 读入下一个单词</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626">
                                            <p:txEl>
                                              <p:pRg st="1" end="1"/>
                                            </p:txEl>
                                          </p:spTgt>
                                        </p:tgtEl>
                                        <p:attrNameLst>
                                          <p:attrName>style.visibility</p:attrName>
                                        </p:attrNameLst>
                                      </p:cBhvr>
                                      <p:to>
                                        <p:strVal val="visible"/>
                                      </p:to>
                                    </p:set>
                                    <p:animEffect transition="in" filter="blinds(horizontal)">
                                      <p:cBhvr>
                                        <p:cTn id="7" dur="500"/>
                                        <p:tgtEl>
                                          <p:spTgt spid="2662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626">
                                            <p:txEl>
                                              <p:pRg st="2" end="2"/>
                                            </p:txEl>
                                          </p:spTgt>
                                        </p:tgtEl>
                                        <p:attrNameLst>
                                          <p:attrName>style.visibility</p:attrName>
                                        </p:attrNameLst>
                                      </p:cBhvr>
                                      <p:to>
                                        <p:strVal val="visible"/>
                                      </p:to>
                                    </p:set>
                                    <p:animEffect transition="in" filter="blinds(horizontal)">
                                      <p:cBhvr>
                                        <p:cTn id="12" dur="500"/>
                                        <p:tgtEl>
                                          <p:spTgt spid="2662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626">
                                            <p:txEl>
                                              <p:pRg st="3" end="3"/>
                                            </p:txEl>
                                          </p:spTgt>
                                        </p:tgtEl>
                                        <p:attrNameLst>
                                          <p:attrName>style.visibility</p:attrName>
                                        </p:attrNameLst>
                                      </p:cBhvr>
                                      <p:to>
                                        <p:strVal val="visible"/>
                                      </p:to>
                                    </p:set>
                                    <p:animEffect transition="in" filter="blinds(horizontal)">
                                      <p:cBhvr>
                                        <p:cTn id="17" dur="500"/>
                                        <p:tgtEl>
                                          <p:spTgt spid="26626">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626">
                                            <p:txEl>
                                              <p:pRg st="4" end="4"/>
                                            </p:txEl>
                                          </p:spTgt>
                                        </p:tgtEl>
                                        <p:attrNameLst>
                                          <p:attrName>style.visibility</p:attrName>
                                        </p:attrNameLst>
                                      </p:cBhvr>
                                      <p:to>
                                        <p:strVal val="visible"/>
                                      </p:to>
                                    </p:set>
                                    <p:animEffect transition="in" filter="blinds(horizontal)">
                                      <p:cBhvr>
                                        <p:cTn id="22" dur="500"/>
                                        <p:tgtEl>
                                          <p:spTgt spid="26626">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626">
                                            <p:txEl>
                                              <p:pRg st="5" end="5"/>
                                            </p:txEl>
                                          </p:spTgt>
                                        </p:tgtEl>
                                        <p:attrNameLst>
                                          <p:attrName>style.visibility</p:attrName>
                                        </p:attrNameLst>
                                      </p:cBhvr>
                                      <p:to>
                                        <p:strVal val="visible"/>
                                      </p:to>
                                    </p:set>
                                    <p:animEffect transition="in" filter="blinds(horizontal)">
                                      <p:cBhvr>
                                        <p:cTn id="27" dur="500"/>
                                        <p:tgtEl>
                                          <p:spTgt spid="26626">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631"/>
                                        </p:tgtEl>
                                        <p:attrNameLst>
                                          <p:attrName>style.visibility</p:attrName>
                                        </p:attrNameLst>
                                      </p:cBhvr>
                                      <p:to>
                                        <p:strVal val="visible"/>
                                      </p:to>
                                    </p:set>
                                    <p:animEffect transition="in" filter="blinds(horizontal)">
                                      <p:cBhvr>
                                        <p:cTn id="32" dur="500"/>
                                        <p:tgtEl>
                                          <p:spTgt spid="266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6632"/>
                                        </p:tgtEl>
                                        <p:attrNameLst>
                                          <p:attrName>style.visibility</p:attrName>
                                        </p:attrNameLst>
                                      </p:cBhvr>
                                      <p:to>
                                        <p:strVal val="visible"/>
                                      </p:to>
                                    </p:set>
                                    <p:animEffect transition="in" filter="blinds(horizontal)">
                                      <p:cBhvr>
                                        <p:cTn id="37" dur="500"/>
                                        <p:tgtEl>
                                          <p:spTgt spid="266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6626">
                                            <p:txEl>
                                              <p:pRg st="6" end="6"/>
                                            </p:txEl>
                                          </p:spTgt>
                                        </p:tgtEl>
                                        <p:attrNameLst>
                                          <p:attrName>style.visibility</p:attrName>
                                        </p:attrNameLst>
                                      </p:cBhvr>
                                      <p:to>
                                        <p:strVal val="visible"/>
                                      </p:to>
                                    </p:set>
                                    <p:animEffect transition="in" filter="blinds(horizontal)">
                                      <p:cBhvr>
                                        <p:cTn id="42" dur="500"/>
                                        <p:tgtEl>
                                          <p:spTgt spid="26626">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6626">
                                            <p:txEl>
                                              <p:pRg st="7" end="7"/>
                                            </p:txEl>
                                          </p:spTgt>
                                        </p:tgtEl>
                                        <p:attrNameLst>
                                          <p:attrName>style.visibility</p:attrName>
                                        </p:attrNameLst>
                                      </p:cBhvr>
                                      <p:to>
                                        <p:strVal val="visible"/>
                                      </p:to>
                                    </p:set>
                                    <p:animEffect transition="in" filter="blinds(horizontal)">
                                      <p:cBhvr>
                                        <p:cTn id="47" dur="500"/>
                                        <p:tgtEl>
                                          <p:spTgt spid="26626">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6626">
                                            <p:txEl>
                                              <p:pRg st="8" end="8"/>
                                            </p:txEl>
                                          </p:spTgt>
                                        </p:tgtEl>
                                        <p:attrNameLst>
                                          <p:attrName>style.visibility</p:attrName>
                                        </p:attrNameLst>
                                      </p:cBhvr>
                                      <p:to>
                                        <p:strVal val="visible"/>
                                      </p:to>
                                    </p:set>
                                    <p:animEffect transition="in" filter="blinds(horizontal)">
                                      <p:cBhvr>
                                        <p:cTn id="52" dur="500"/>
                                        <p:tgtEl>
                                          <p:spTgt spid="2662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uiExpand="1" build="p"/>
      <p:bldP spid="26631" grpId="0" bldLvl="0" animBg="1"/>
      <p:bldP spid="26632" grpId="0" bldLvl="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DDB57E88-6180-7F63-E459-43C5A1382FED}"/>
              </a:ext>
            </a:extLst>
          </p:cNvPr>
          <p:cNvSpPr>
            <a:spLocks noGrp="1" noChangeArrowheads="1"/>
          </p:cNvSpPr>
          <p:nvPr>
            <p:ph type="body" idx="4294967295"/>
          </p:nvPr>
        </p:nvSpPr>
        <p:spPr>
          <a:xfrm>
            <a:off x="503238" y="1397000"/>
            <a:ext cx="9069387" cy="5354638"/>
          </a:xfrm>
        </p:spPr>
        <p:txBody>
          <a:bodyPr/>
          <a:lstStyle/>
          <a:p>
            <a:pPr marL="0" indent="0" eaLnBrk="1" hangingPunct="1">
              <a:buFont typeface="Times New Roman" panose="02020603050405020304" pitchFamily="18" charset="0"/>
              <a:buNone/>
            </a:pPr>
            <a:r>
              <a:rPr lang="zh-CN" altLang="en-US" sz="3200" b="1">
                <a:latin typeface="楷体_GB2312" panose="02010609030101010101" pitchFamily="1" charset="-122"/>
              </a:rPr>
              <a:t>赋值语句规则：</a:t>
            </a:r>
            <a:r>
              <a:rPr lang="en-US" altLang="zh-CN" sz="3200" b="1">
                <a:latin typeface="楷体_GB2312" panose="02010609030101010101" pitchFamily="1" charset="-122"/>
              </a:rPr>
              <a:t>assign_stmt  → </a:t>
            </a:r>
            <a:r>
              <a:rPr lang="en-US" altLang="zh-CN" sz="3200" b="1">
                <a:solidFill>
                  <a:schemeClr val="accent2"/>
                </a:solidFill>
                <a:latin typeface="楷体_GB2312" panose="02010609030101010101" pitchFamily="1" charset="-122"/>
              </a:rPr>
              <a:t>ID =</a:t>
            </a:r>
            <a:r>
              <a:rPr lang="en-US" altLang="zh-CN" sz="3200" b="1">
                <a:latin typeface="楷体_GB2312" panose="02010609030101010101" pitchFamily="1" charset="-122"/>
              </a:rPr>
              <a:t> expr </a:t>
            </a:r>
            <a:r>
              <a:rPr lang="en-US" altLang="zh-CN" sz="3200" b="1">
                <a:solidFill>
                  <a:schemeClr val="accent2"/>
                </a:solidFill>
                <a:latin typeface="楷体_GB2312" panose="02010609030101010101" pitchFamily="1" charset="-122"/>
              </a:rPr>
              <a:t>;</a:t>
            </a:r>
          </a:p>
          <a:p>
            <a:pPr marL="0" indent="0" eaLnBrk="1" hangingPunct="1">
              <a:buFont typeface="Times New Roman" panose="02020603050405020304" pitchFamily="18" charset="0"/>
              <a:buNone/>
            </a:pPr>
            <a:r>
              <a:rPr lang="en-US" altLang="zh-CN" sz="3200" b="1">
                <a:latin typeface="楷体_GB2312" panose="02010609030101010101" pitchFamily="1" charset="-122"/>
              </a:rPr>
              <a:t>= </a:t>
            </a:r>
            <a:r>
              <a:rPr lang="zh-CN" altLang="en-US" sz="3200" b="1">
                <a:latin typeface="楷体_GB2312" panose="02010609030101010101" pitchFamily="1" charset="-122"/>
              </a:rPr>
              <a:t>之后是非终结符 </a:t>
            </a:r>
            <a:r>
              <a:rPr lang="en-US" altLang="zh-CN" sz="3200" b="1">
                <a:latin typeface="楷体_GB2312" panose="02010609030101010101" pitchFamily="1" charset="-122"/>
              </a:rPr>
              <a:t>expr</a:t>
            </a:r>
            <a:r>
              <a:rPr lang="zh-CN" altLang="en-US" sz="3200" b="1">
                <a:latin typeface="楷体_GB2312" panose="02010609030101010101" pitchFamily="1" charset="-122"/>
              </a:rPr>
              <a:t>，编写</a:t>
            </a:r>
          </a:p>
          <a:p>
            <a:pPr marL="0" indent="0" eaLnBrk="1" hangingPunct="1">
              <a:buFont typeface="Times New Roman" panose="02020603050405020304" pitchFamily="18" charset="0"/>
              <a:buNone/>
            </a:pPr>
            <a:r>
              <a:rPr lang="zh-CN" altLang="en-US" sz="3200" b="1">
                <a:latin typeface="楷体_GB2312" panose="02010609030101010101" pitchFamily="1" charset="-122"/>
              </a:rPr>
              <a:t>    </a:t>
            </a:r>
            <a:r>
              <a:rPr lang="en-US" altLang="zh-CN" sz="3200" b="1">
                <a:latin typeface="楷体_GB2312" panose="02010609030101010101" pitchFamily="1" charset="-122"/>
              </a:rPr>
              <a:t>analyse_expr(); //</a:t>
            </a:r>
            <a:r>
              <a:rPr lang="zh-CN" altLang="en-US" sz="3200" b="1">
                <a:latin typeface="楷体_GB2312" panose="02010609030101010101" pitchFamily="1" charset="-122"/>
              </a:rPr>
              <a:t>表达式分析函数</a:t>
            </a:r>
          </a:p>
          <a:p>
            <a:pPr marL="0" indent="0" eaLnBrk="1" hangingPunct="1">
              <a:buFont typeface="Times New Roman" panose="02020603050405020304" pitchFamily="18" charset="0"/>
              <a:buNone/>
            </a:pPr>
            <a:r>
              <a:rPr lang="zh-CN" altLang="en-US" sz="3200" b="1">
                <a:latin typeface="楷体_GB2312" panose="02010609030101010101" pitchFamily="1" charset="-122"/>
              </a:rPr>
              <a:t>最后是终结符 ；编写</a:t>
            </a:r>
          </a:p>
          <a:p>
            <a:pPr marL="0" indent="0" eaLnBrk="1" hangingPunct="1">
              <a:buFont typeface="Times New Roman" panose="02020603050405020304" pitchFamily="18" charset="0"/>
              <a:buNone/>
            </a:pPr>
            <a:r>
              <a:rPr lang="zh-CN" altLang="en-US" sz="3200" b="1">
                <a:latin typeface="楷体_GB2312" panose="02010609030101010101" pitchFamily="1" charset="-122"/>
              </a:rPr>
              <a:t>    </a:t>
            </a:r>
            <a:r>
              <a:rPr lang="en-US" altLang="zh-CN" sz="3200" b="1">
                <a:latin typeface="楷体_GB2312" panose="02010609030101010101" pitchFamily="1" charset="-122"/>
              </a:rPr>
              <a:t>if ( match(';') ) </a:t>
            </a:r>
          </a:p>
          <a:p>
            <a:pPr marL="0" indent="0" eaLnBrk="1" hangingPunct="1">
              <a:buFont typeface="Times New Roman" panose="02020603050405020304" pitchFamily="18" charset="0"/>
              <a:buNone/>
            </a:pPr>
            <a:r>
              <a:rPr lang="en-US" altLang="zh-CN" sz="3200" b="1">
                <a:latin typeface="楷体_GB2312" panose="02010609030101010101" pitchFamily="1" charset="-122"/>
              </a:rPr>
              <a:t>         advance();</a:t>
            </a:r>
          </a:p>
          <a:p>
            <a:pPr marL="0" indent="0" eaLnBrk="1" hangingPunct="1">
              <a:buFont typeface="Times New Roman" panose="02020603050405020304" pitchFamily="18" charset="0"/>
              <a:buNone/>
            </a:pPr>
            <a:endParaRPr lang="en-US" altLang="zh-CN" sz="3200" b="1">
              <a:latin typeface="楷体_GB2312" panose="02010609030101010101" pitchFamily="1" charset="-122"/>
            </a:endParaRPr>
          </a:p>
        </p:txBody>
      </p:sp>
      <p:sp>
        <p:nvSpPr>
          <p:cNvPr id="60419" name="Rectangle 2">
            <a:extLst>
              <a:ext uri="{FF2B5EF4-FFF2-40B4-BE49-F238E27FC236}">
                <a16:creationId xmlns:a16="http://schemas.microsoft.com/office/drawing/2014/main" id="{7C76DEED-8297-4549-8C9C-B2CDA863B133}"/>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60420" name="Date Placeholder 5">
            <a:extLst>
              <a:ext uri="{FF2B5EF4-FFF2-40B4-BE49-F238E27FC236}">
                <a16:creationId xmlns:a16="http://schemas.microsoft.com/office/drawing/2014/main" id="{5811EF76-AEE6-1DAF-F0DD-3333D0011265}"/>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0421" name="Slide Number Placeholder 6">
            <a:extLst>
              <a:ext uri="{FF2B5EF4-FFF2-40B4-BE49-F238E27FC236}">
                <a16:creationId xmlns:a16="http://schemas.microsoft.com/office/drawing/2014/main" id="{B78D92D6-C807-6042-11BF-D6EB54487A1F}"/>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0642F1AC-0F41-48D2-BCBE-3F57DEE7F6D0}"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45</a:t>
            </a:fld>
            <a:endParaRPr lang="en-GB" altLang="en-US" sz="1200">
              <a:latin typeface="Comic Sans MS" panose="030F0702030302020204" pitchFamily="66" charset="0"/>
              <a:ea typeface="宋体" panose="02010600030101010101" pitchFamily="2" charset="-122"/>
            </a:endParaRPr>
          </a:p>
        </p:txBody>
      </p:sp>
      <p:sp>
        <p:nvSpPr>
          <p:cNvPr id="60422" name="Footer Placeholder 7">
            <a:extLst>
              <a:ext uri="{FF2B5EF4-FFF2-40B4-BE49-F238E27FC236}">
                <a16:creationId xmlns:a16="http://schemas.microsoft.com/office/drawing/2014/main" id="{E67D1A79-AF9B-450C-FC36-D1A2D92AC5E9}"/>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7650">
                                            <p:txEl>
                                              <p:pRg st="1" end="1"/>
                                            </p:txEl>
                                          </p:spTgt>
                                        </p:tgtEl>
                                        <p:attrNameLst>
                                          <p:attrName>style.visibility</p:attrName>
                                        </p:attrNameLst>
                                      </p:cBhvr>
                                      <p:to>
                                        <p:strVal val="visible"/>
                                      </p:to>
                                    </p:set>
                                    <p:animEffect transition="in" filter="blinds(horizontal)">
                                      <p:cBhvr>
                                        <p:cTn id="7" dur="500"/>
                                        <p:tgtEl>
                                          <p:spTgt spid="27650">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7650">
                                            <p:txEl>
                                              <p:pRg st="2" end="2"/>
                                            </p:txEl>
                                          </p:spTgt>
                                        </p:tgtEl>
                                        <p:attrNameLst>
                                          <p:attrName>style.visibility</p:attrName>
                                        </p:attrNameLst>
                                      </p:cBhvr>
                                      <p:to>
                                        <p:strVal val="visible"/>
                                      </p:to>
                                    </p:set>
                                    <p:animEffect transition="in" filter="blinds(horizontal)">
                                      <p:cBhvr>
                                        <p:cTn id="10" dur="500"/>
                                        <p:tgtEl>
                                          <p:spTgt spid="27650">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7650">
                                            <p:txEl>
                                              <p:pRg st="3" end="3"/>
                                            </p:txEl>
                                          </p:spTgt>
                                        </p:tgtEl>
                                        <p:attrNameLst>
                                          <p:attrName>style.visibility</p:attrName>
                                        </p:attrNameLst>
                                      </p:cBhvr>
                                      <p:to>
                                        <p:strVal val="visible"/>
                                      </p:to>
                                    </p:set>
                                    <p:animEffect transition="in" filter="blinds(horizontal)">
                                      <p:cBhvr>
                                        <p:cTn id="15" dur="500"/>
                                        <p:tgtEl>
                                          <p:spTgt spid="27650">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7650">
                                            <p:txEl>
                                              <p:pRg st="4" end="4"/>
                                            </p:txEl>
                                          </p:spTgt>
                                        </p:tgtEl>
                                        <p:attrNameLst>
                                          <p:attrName>style.visibility</p:attrName>
                                        </p:attrNameLst>
                                      </p:cBhvr>
                                      <p:to>
                                        <p:strVal val="visible"/>
                                      </p:to>
                                    </p:set>
                                    <p:animEffect transition="in" filter="blinds(horizontal)">
                                      <p:cBhvr>
                                        <p:cTn id="18" dur="500"/>
                                        <p:tgtEl>
                                          <p:spTgt spid="27650">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7650">
                                            <p:txEl>
                                              <p:pRg st="5" end="5"/>
                                            </p:txEl>
                                          </p:spTgt>
                                        </p:tgtEl>
                                        <p:attrNameLst>
                                          <p:attrName>style.visibility</p:attrName>
                                        </p:attrNameLst>
                                      </p:cBhvr>
                                      <p:to>
                                        <p:strVal val="visible"/>
                                      </p:to>
                                    </p:set>
                                    <p:animEffect transition="in" filter="blinds(horizontal)">
                                      <p:cBhvr>
                                        <p:cTn id="21" dur="500"/>
                                        <p:tgtEl>
                                          <p:spTgt spid="2765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D38D7364-658D-770B-ABF0-A9D5CD72F6AC}"/>
              </a:ext>
            </a:extLst>
          </p:cNvPr>
          <p:cNvSpPr>
            <a:spLocks noGrp="1" noChangeArrowheads="1"/>
          </p:cNvSpPr>
          <p:nvPr>
            <p:ph type="body" idx="4294967295"/>
          </p:nvPr>
        </p:nvSpPr>
        <p:spPr>
          <a:xfrm>
            <a:off x="503238" y="1397000"/>
            <a:ext cx="9069387" cy="5354638"/>
          </a:xfrm>
        </p:spPr>
        <p:txBody>
          <a:bodyPr/>
          <a:lstStyle/>
          <a:p>
            <a:pPr marL="0" indent="0" eaLnBrk="1" hangingPunct="1">
              <a:buFont typeface="Times New Roman" panose="02020603050405020304" pitchFamily="18" charset="0"/>
              <a:buNone/>
            </a:pPr>
            <a:r>
              <a:rPr lang="zh-CN" altLang="en-US" sz="3200" b="1">
                <a:latin typeface="楷体_GB2312" panose="02010609030101010101" pitchFamily="1" charset="-122"/>
              </a:rPr>
              <a:t>赋值语句规则：</a:t>
            </a:r>
            <a:r>
              <a:rPr lang="en-US" altLang="zh-CN" sz="3200" b="1">
                <a:latin typeface="楷体_GB2312" panose="02010609030101010101" pitchFamily="1" charset="-122"/>
              </a:rPr>
              <a:t>assign_stmt  → </a:t>
            </a:r>
            <a:r>
              <a:rPr lang="en-US" altLang="zh-CN" sz="3200" b="1">
                <a:solidFill>
                  <a:schemeClr val="accent2"/>
                </a:solidFill>
                <a:latin typeface="楷体_GB2312" panose="02010609030101010101" pitchFamily="1" charset="-122"/>
              </a:rPr>
              <a:t>ID =</a:t>
            </a:r>
            <a:r>
              <a:rPr lang="en-US" altLang="zh-CN" sz="3200" b="1">
                <a:latin typeface="楷体_GB2312" panose="02010609030101010101" pitchFamily="1" charset="-122"/>
              </a:rPr>
              <a:t> expr </a:t>
            </a:r>
            <a:r>
              <a:rPr lang="en-US" altLang="zh-CN" sz="3200" b="1">
                <a:solidFill>
                  <a:schemeClr val="accent2"/>
                </a:solidFill>
                <a:latin typeface="楷体_GB2312" panose="02010609030101010101" pitchFamily="1" charset="-122"/>
              </a:rPr>
              <a:t>;</a:t>
            </a:r>
          </a:p>
          <a:p>
            <a:pPr marL="0" indent="0" eaLnBrk="1" hangingPunct="1">
              <a:buFont typeface="Times New Roman" panose="02020603050405020304" pitchFamily="18" charset="0"/>
              <a:buNone/>
            </a:pPr>
            <a:endParaRPr lang="en-US" altLang="zh-CN" sz="3200" b="1">
              <a:latin typeface="楷体_GB2312" panose="02010609030101010101" pitchFamily="1" charset="-122"/>
            </a:endParaRPr>
          </a:p>
          <a:p>
            <a:pPr marL="0" indent="0" eaLnBrk="1" hangingPunct="1">
              <a:buFont typeface="Times New Roman" panose="02020603050405020304" pitchFamily="18" charset="0"/>
              <a:buNone/>
            </a:pPr>
            <a:endParaRPr lang="en-US" altLang="zh-CN" sz="3200" b="1">
              <a:latin typeface="楷体_GB2312" panose="02010609030101010101" pitchFamily="1" charset="-122"/>
            </a:endParaRPr>
          </a:p>
        </p:txBody>
      </p:sp>
      <p:sp>
        <p:nvSpPr>
          <p:cNvPr id="61443" name="Rectangle 2">
            <a:extLst>
              <a:ext uri="{FF2B5EF4-FFF2-40B4-BE49-F238E27FC236}">
                <a16:creationId xmlns:a16="http://schemas.microsoft.com/office/drawing/2014/main" id="{B2F8C149-9A17-D0D9-A59C-F6CB1EABB91F}"/>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61444" name="Date Placeholder 5">
            <a:extLst>
              <a:ext uri="{FF2B5EF4-FFF2-40B4-BE49-F238E27FC236}">
                <a16:creationId xmlns:a16="http://schemas.microsoft.com/office/drawing/2014/main" id="{6CE0023E-7D83-F56E-139C-7CBC106CA789}"/>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1445" name="Slide Number Placeholder 6">
            <a:extLst>
              <a:ext uri="{FF2B5EF4-FFF2-40B4-BE49-F238E27FC236}">
                <a16:creationId xmlns:a16="http://schemas.microsoft.com/office/drawing/2014/main" id="{8534DB34-4570-4A7F-B0F4-64E4A44DAA0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AB4C5A89-CFD9-4746-A4A2-F3AF6CC95E01}"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46</a:t>
            </a:fld>
            <a:endParaRPr lang="en-GB" altLang="en-US" sz="1200">
              <a:latin typeface="Comic Sans MS" panose="030F0702030302020204" pitchFamily="66" charset="0"/>
              <a:ea typeface="宋体" panose="02010600030101010101" pitchFamily="2" charset="-122"/>
            </a:endParaRPr>
          </a:p>
        </p:txBody>
      </p:sp>
      <p:sp>
        <p:nvSpPr>
          <p:cNvPr id="61446" name="Footer Placeholder 7">
            <a:extLst>
              <a:ext uri="{FF2B5EF4-FFF2-40B4-BE49-F238E27FC236}">
                <a16:creationId xmlns:a16="http://schemas.microsoft.com/office/drawing/2014/main" id="{4E2F2822-DFD7-C5DF-5D98-E85EE3DB3E4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1447" name="文本框 28678">
            <a:extLst>
              <a:ext uri="{FF2B5EF4-FFF2-40B4-BE49-F238E27FC236}">
                <a16:creationId xmlns:a16="http://schemas.microsoft.com/office/drawing/2014/main" id="{510680B8-F071-11F6-11DA-E8B2D7E0D439}"/>
              </a:ext>
            </a:extLst>
          </p:cNvPr>
          <p:cNvSpPr txBox="1">
            <a:spLocks noChangeArrowheads="1"/>
          </p:cNvSpPr>
          <p:nvPr/>
        </p:nvSpPr>
        <p:spPr bwMode="auto">
          <a:xfrm>
            <a:off x="455613" y="2012950"/>
            <a:ext cx="685958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r>
              <a:rPr lang="zh-CN" altLang="en-US" b="1">
                <a:solidFill>
                  <a:srgbClr val="3333CC"/>
                </a:solidFill>
                <a:latin typeface="宋体" panose="02010600030101010101" pitchFamily="2" charset="-122"/>
                <a:ea typeface="宋体" panose="02010600030101010101" pitchFamily="2" charset="-122"/>
                <a:sym typeface="Times New Roman" panose="02020603050405020304" pitchFamily="18" charset="0"/>
              </a:rPr>
              <a:t>int </a:t>
            </a:r>
            <a:r>
              <a:rPr lang="en-US" altLang="zh-CN" b="1">
                <a:latin typeface="宋体" panose="02010600030101010101" pitchFamily="2" charset="-122"/>
                <a:ea typeface="宋体" panose="02010600030101010101" pitchFamily="2" charset="-122"/>
                <a:sym typeface="Times New Roman" panose="02020603050405020304" pitchFamily="18" charset="0"/>
              </a:rPr>
              <a:t>analyse_assign_stmt()</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r>
              <a:rPr lang="en-US" altLang="zh-CN" b="1">
                <a:solidFill>
                  <a:srgbClr val="3333CC"/>
                </a:solidFill>
                <a:latin typeface="宋体" panose="02010600030101010101" pitchFamily="2" charset="-122"/>
                <a:ea typeface="宋体" panose="02010600030101010101" pitchFamily="2" charset="-122"/>
                <a:sym typeface="Times New Roman" panose="02020603050405020304" pitchFamily="18" charset="0"/>
              </a:rPr>
              <a:t>if</a:t>
            </a:r>
            <a:r>
              <a:rPr lang="en-US" altLang="zh-CN" b="1">
                <a:latin typeface="宋体" panose="02010600030101010101" pitchFamily="2" charset="-122"/>
                <a:ea typeface="宋体" panose="02010600030101010101" pitchFamily="2" charset="-122"/>
                <a:sym typeface="Times New Roman" panose="02020603050405020304" pitchFamily="18" charset="0"/>
              </a:rPr>
              <a:t> ( ! match( ID ) ) { </a:t>
            </a:r>
            <a:r>
              <a:rPr lang="en-US" altLang="zh-CN" b="1">
                <a:solidFill>
                  <a:srgbClr val="B2B2B2"/>
                </a:solidFill>
                <a:latin typeface="宋体" panose="02010600030101010101" pitchFamily="2" charset="-122"/>
                <a:ea typeface="宋体" panose="02010600030101010101" pitchFamily="2" charset="-122"/>
                <a:sym typeface="Times New Roman" panose="02020603050405020304" pitchFamily="18" charset="0"/>
              </a:rPr>
              <a:t>//</a:t>
            </a:r>
            <a:r>
              <a:rPr lang="zh-CN" altLang="en-US" b="1">
                <a:solidFill>
                  <a:srgbClr val="B2B2B2"/>
                </a:solidFill>
                <a:latin typeface="宋体" panose="02010600030101010101" pitchFamily="2" charset="-122"/>
                <a:ea typeface="宋体" panose="02010600030101010101" pitchFamily="2" charset="-122"/>
                <a:sym typeface="宋体" panose="02010600030101010101" pitchFamily="2" charset="-122"/>
              </a:rPr>
              <a:t>匹配标识符</a:t>
            </a:r>
            <a:endParaRPr lang="zh-CN" altLang="en-US" sz="2000" b="1">
              <a:solidFill>
                <a:srgbClr val="B2B2B2"/>
              </a:solidFill>
              <a:latin typeface="宋体" panose="02010600030101010101" pitchFamily="2" charset="-122"/>
              <a:ea typeface="宋体" panose="02010600030101010101" pitchFamily="2" charset="-122"/>
              <a:sym typeface="宋体" panose="02010600030101010101" pitchFamily="2" charset="-122"/>
            </a:endParaRPr>
          </a:p>
          <a:p>
            <a:pPr eaLnBrk="1">
              <a:lnSpc>
                <a:spcPct val="93000"/>
              </a:lnSpc>
              <a:buSzPct val="100000"/>
              <a:buFont typeface="Times New Roman" panose="02020603050405020304" pitchFamily="18" charset="0"/>
              <a:buNone/>
            </a:pPr>
            <a:r>
              <a:rPr lang="zh-CN" altLang="en-US" b="1">
                <a:latin typeface="宋体" panose="02010600030101010101" pitchFamily="2" charset="-122"/>
                <a:ea typeface="宋体" panose="02010600030101010101" pitchFamily="2" charset="-122"/>
                <a:sym typeface="Times New Roman" panose="02020603050405020304" pitchFamily="18" charset="0"/>
              </a:rPr>
              <a:t>         </a:t>
            </a:r>
            <a:r>
              <a:rPr lang="en-US" altLang="zh-CN" b="1">
                <a:latin typeface="宋体" panose="02010600030101010101" pitchFamily="2" charset="-122"/>
                <a:ea typeface="宋体" panose="02010600030101010101" pitchFamily="2" charset="-122"/>
                <a:sym typeface="Times New Roman" panose="02020603050405020304" pitchFamily="18" charset="0"/>
              </a:rPr>
              <a:t>printf(“ERROR: Expect an ID.\n”);</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r>
              <a:rPr lang="en-US" altLang="zh-CN" b="1">
                <a:solidFill>
                  <a:srgbClr val="3333CC"/>
                </a:solidFill>
                <a:latin typeface="宋体" panose="02010600030101010101" pitchFamily="2" charset="-122"/>
                <a:ea typeface="宋体" panose="02010600030101010101" pitchFamily="2" charset="-122"/>
                <a:sym typeface="Times New Roman" panose="02020603050405020304" pitchFamily="18" charset="0"/>
              </a:rPr>
              <a:t>return </a:t>
            </a:r>
            <a:r>
              <a:rPr lang="zh-CN" altLang="en-US" b="1">
                <a:solidFill>
                  <a:srgbClr val="3333CC"/>
                </a:solidFill>
                <a:latin typeface="宋体" panose="02010600030101010101" pitchFamily="2" charset="-122"/>
                <a:ea typeface="宋体" panose="02010600030101010101" pitchFamily="2" charset="-122"/>
                <a:sym typeface="Times New Roman" panose="02020603050405020304" pitchFamily="18" charset="0"/>
              </a:rPr>
              <a:t>0</a:t>
            </a:r>
            <a:r>
              <a:rPr lang="en-US" altLang="zh-CN" b="1">
                <a:latin typeface="宋体" panose="02010600030101010101" pitchFamily="2" charset="-122"/>
                <a:ea typeface="宋体" panose="02010600030101010101" pitchFamily="2" charset="-122"/>
                <a:sym typeface="Times New Roman" panose="02020603050405020304" pitchFamily="18" charset="0"/>
              </a:rPr>
              <a:t>;</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advance(); </a:t>
            </a:r>
            <a:r>
              <a:rPr lang="en-US" altLang="zh-CN" b="1">
                <a:solidFill>
                  <a:srgbClr val="B2B2B2"/>
                </a:solidFill>
                <a:latin typeface="宋体" panose="02010600030101010101" pitchFamily="2" charset="-122"/>
                <a:ea typeface="宋体" panose="02010600030101010101" pitchFamily="2" charset="-122"/>
                <a:sym typeface="Times New Roman" panose="02020603050405020304" pitchFamily="18" charset="0"/>
              </a:rPr>
              <a:t>//</a:t>
            </a:r>
            <a:r>
              <a:rPr lang="zh-CN" altLang="en-US" b="1">
                <a:solidFill>
                  <a:srgbClr val="B2B2B2"/>
                </a:solidFill>
                <a:latin typeface="宋体" panose="02010600030101010101" pitchFamily="2" charset="-122"/>
                <a:ea typeface="宋体" panose="02010600030101010101" pitchFamily="2" charset="-122"/>
                <a:sym typeface="宋体" panose="02010600030101010101" pitchFamily="2" charset="-122"/>
              </a:rPr>
              <a:t>将下一个待分析字符设为当前分析字符</a:t>
            </a:r>
            <a:endParaRPr lang="zh-CN" altLang="en-US" sz="2000" b="1">
              <a:solidFill>
                <a:srgbClr val="B2B2B2"/>
              </a:solidFill>
              <a:latin typeface="宋体" panose="02010600030101010101" pitchFamily="2" charset="-122"/>
              <a:ea typeface="宋体" panose="02010600030101010101" pitchFamily="2" charset="-122"/>
              <a:sym typeface="宋体" panose="02010600030101010101" pitchFamily="2" charset="-122"/>
            </a:endParaRPr>
          </a:p>
          <a:p>
            <a:pPr eaLnBrk="1">
              <a:lnSpc>
                <a:spcPct val="93000"/>
              </a:lnSpc>
              <a:buSzPct val="100000"/>
              <a:buFont typeface="Times New Roman" panose="02020603050405020304" pitchFamily="18" charset="0"/>
              <a:buNone/>
            </a:pPr>
            <a:r>
              <a:rPr lang="zh-CN" altLang="en-US" b="1">
                <a:latin typeface="宋体" panose="02010600030101010101" pitchFamily="2" charset="-122"/>
                <a:ea typeface="宋体" panose="02010600030101010101" pitchFamily="2" charset="-122"/>
                <a:sym typeface="Times New Roman" panose="02020603050405020304" pitchFamily="18" charset="0"/>
              </a:rPr>
              <a:t>    </a:t>
            </a:r>
            <a:r>
              <a:rPr lang="en-US" altLang="zh-CN" b="1">
                <a:solidFill>
                  <a:srgbClr val="3333CC"/>
                </a:solidFill>
                <a:latin typeface="宋体" panose="02010600030101010101" pitchFamily="2" charset="-122"/>
                <a:ea typeface="宋体" panose="02010600030101010101" pitchFamily="2" charset="-122"/>
                <a:sym typeface="Times New Roman" panose="02020603050405020304" pitchFamily="18" charset="0"/>
              </a:rPr>
              <a:t>if</a:t>
            </a:r>
            <a:r>
              <a:rPr lang="en-US" altLang="zh-CN" b="1">
                <a:latin typeface="宋体" panose="02010600030101010101" pitchFamily="2" charset="-122"/>
                <a:ea typeface="宋体" panose="02010600030101010101" pitchFamily="2" charset="-122"/>
                <a:sym typeface="Times New Roman" panose="02020603050405020304" pitchFamily="18" charset="0"/>
              </a:rPr>
              <a:t> ( ! match( ‘=’ ) ) { </a:t>
            </a:r>
            <a:r>
              <a:rPr lang="en-US" altLang="zh-CN" b="1">
                <a:solidFill>
                  <a:srgbClr val="B2B2B2"/>
                </a:solidFill>
                <a:latin typeface="宋体" panose="02010600030101010101" pitchFamily="2" charset="-122"/>
                <a:ea typeface="宋体" panose="02010600030101010101" pitchFamily="2" charset="-122"/>
                <a:sym typeface="Times New Roman" panose="02020603050405020304" pitchFamily="18" charset="0"/>
              </a:rPr>
              <a:t>//</a:t>
            </a:r>
            <a:r>
              <a:rPr lang="zh-CN" altLang="en-US" b="1">
                <a:solidFill>
                  <a:srgbClr val="B2B2B2"/>
                </a:solidFill>
                <a:latin typeface="宋体" panose="02010600030101010101" pitchFamily="2" charset="-122"/>
                <a:ea typeface="宋体" panose="02010600030101010101" pitchFamily="2" charset="-122"/>
                <a:sym typeface="宋体" panose="02010600030101010101" pitchFamily="2" charset="-122"/>
              </a:rPr>
              <a:t>匹配赋值符号</a:t>
            </a:r>
            <a:endParaRPr lang="zh-CN" altLang="en-US" sz="2000" b="1">
              <a:solidFill>
                <a:srgbClr val="B2B2B2"/>
              </a:solidFill>
              <a:latin typeface="宋体" panose="02010600030101010101" pitchFamily="2" charset="-122"/>
              <a:ea typeface="宋体" panose="02010600030101010101" pitchFamily="2" charset="-122"/>
              <a:sym typeface="宋体" panose="02010600030101010101" pitchFamily="2" charset="-122"/>
            </a:endParaRPr>
          </a:p>
          <a:p>
            <a:pPr eaLnBrk="1">
              <a:lnSpc>
                <a:spcPct val="93000"/>
              </a:lnSpc>
              <a:buSzPct val="100000"/>
              <a:buFont typeface="Times New Roman" panose="02020603050405020304" pitchFamily="18" charset="0"/>
              <a:buNone/>
            </a:pPr>
            <a:r>
              <a:rPr lang="zh-CN" altLang="en-US" b="1">
                <a:latin typeface="宋体" panose="02010600030101010101" pitchFamily="2" charset="-122"/>
                <a:ea typeface="宋体" panose="02010600030101010101" pitchFamily="2" charset="-122"/>
                <a:sym typeface="Times New Roman" panose="02020603050405020304" pitchFamily="18" charset="0"/>
              </a:rPr>
              <a:t>         </a:t>
            </a:r>
            <a:r>
              <a:rPr lang="en-US" altLang="zh-CN" b="1">
                <a:latin typeface="宋体" panose="02010600030101010101" pitchFamily="2" charset="-122"/>
                <a:ea typeface="宋体" panose="02010600030101010101" pitchFamily="2" charset="-122"/>
                <a:sym typeface="Times New Roman" panose="02020603050405020304" pitchFamily="18" charset="0"/>
              </a:rPr>
              <a:t>printf(“ERROR: Expect ‘=’ .\n”);</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r>
              <a:rPr lang="en-US" altLang="zh-CN" b="1">
                <a:solidFill>
                  <a:srgbClr val="3333CC"/>
                </a:solidFill>
                <a:latin typeface="宋体" panose="02010600030101010101" pitchFamily="2" charset="-122"/>
                <a:ea typeface="宋体" panose="02010600030101010101" pitchFamily="2" charset="-122"/>
                <a:sym typeface="Times New Roman" panose="02020603050405020304" pitchFamily="18" charset="0"/>
              </a:rPr>
              <a:t>return </a:t>
            </a:r>
            <a:r>
              <a:rPr lang="zh-CN" altLang="en-US" b="1">
                <a:solidFill>
                  <a:srgbClr val="3333CC"/>
                </a:solidFill>
                <a:latin typeface="宋体" panose="02010600030101010101" pitchFamily="2" charset="-122"/>
                <a:ea typeface="宋体" panose="02010600030101010101" pitchFamily="2" charset="-122"/>
                <a:sym typeface="Times New Roman" panose="02020603050405020304" pitchFamily="18" charset="0"/>
              </a:rPr>
              <a:t>0</a:t>
            </a:r>
            <a:r>
              <a:rPr lang="en-US" altLang="zh-CN" b="1">
                <a:latin typeface="宋体" panose="02010600030101010101" pitchFamily="2" charset="-122"/>
                <a:ea typeface="宋体" panose="02010600030101010101" pitchFamily="2" charset="-122"/>
                <a:sym typeface="Times New Roman" panose="02020603050405020304" pitchFamily="18" charset="0"/>
              </a:rPr>
              <a:t>;</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advance(); </a:t>
            </a:r>
            <a:r>
              <a:rPr lang="en-US" altLang="zh-CN" b="1">
                <a:solidFill>
                  <a:srgbClr val="B2B2B2"/>
                </a:solidFill>
                <a:latin typeface="宋体" panose="02010600030101010101" pitchFamily="2" charset="-122"/>
                <a:ea typeface="宋体" panose="02010600030101010101" pitchFamily="2" charset="-122"/>
                <a:sym typeface="Times New Roman" panose="02020603050405020304" pitchFamily="18" charset="0"/>
              </a:rPr>
              <a:t>//</a:t>
            </a:r>
            <a:r>
              <a:rPr lang="zh-CN" altLang="en-US" b="1">
                <a:solidFill>
                  <a:srgbClr val="B2B2B2"/>
                </a:solidFill>
                <a:latin typeface="宋体" panose="02010600030101010101" pitchFamily="2" charset="-122"/>
                <a:ea typeface="宋体" panose="02010600030101010101" pitchFamily="2" charset="-122"/>
                <a:sym typeface="宋体" panose="02010600030101010101" pitchFamily="2" charset="-122"/>
              </a:rPr>
              <a:t>将下一个待分析字符设为当前分析字符</a:t>
            </a:r>
            <a:endParaRPr lang="zh-CN" altLang="en-US" sz="2000" b="1">
              <a:solidFill>
                <a:srgbClr val="B2B2B2"/>
              </a:solidFill>
              <a:latin typeface="宋体" panose="02010600030101010101" pitchFamily="2" charset="-122"/>
              <a:ea typeface="宋体" panose="02010600030101010101" pitchFamily="2" charset="-122"/>
              <a:sym typeface="宋体" panose="02010600030101010101" pitchFamily="2" charset="-122"/>
            </a:endParaRPr>
          </a:p>
          <a:p>
            <a:pPr eaLnBrk="1">
              <a:lnSpc>
                <a:spcPct val="93000"/>
              </a:lnSpc>
              <a:buSzPct val="100000"/>
              <a:buFont typeface="Times New Roman" panose="02020603050405020304" pitchFamily="18" charset="0"/>
              <a:buNone/>
            </a:pPr>
            <a:r>
              <a:rPr lang="zh-CN" altLang="en-US" b="1">
                <a:latin typeface="宋体" panose="02010600030101010101" pitchFamily="2" charset="-122"/>
                <a:ea typeface="宋体" panose="02010600030101010101" pitchFamily="2" charset="-122"/>
                <a:sym typeface="Times New Roman" panose="02020603050405020304" pitchFamily="18" charset="0"/>
              </a:rPr>
              <a:t>    </a:t>
            </a:r>
            <a:r>
              <a:rPr lang="en-US" altLang="zh-CN" b="1">
                <a:latin typeface="宋体" panose="02010600030101010101" pitchFamily="2" charset="-122"/>
                <a:ea typeface="宋体" panose="02010600030101010101" pitchFamily="2" charset="-122"/>
                <a:sym typeface="Times New Roman" panose="02020603050405020304" pitchFamily="18" charset="0"/>
              </a:rPr>
              <a:t>analyse_expr(); </a:t>
            </a:r>
            <a:r>
              <a:rPr lang="en-US" altLang="zh-CN" b="1">
                <a:solidFill>
                  <a:srgbClr val="B2B2B2"/>
                </a:solidFill>
                <a:latin typeface="宋体" panose="02010600030101010101" pitchFamily="2" charset="-122"/>
                <a:ea typeface="宋体" panose="02010600030101010101" pitchFamily="2" charset="-122"/>
                <a:sym typeface="Times New Roman" panose="02020603050405020304" pitchFamily="18" charset="0"/>
              </a:rPr>
              <a:t>//</a:t>
            </a:r>
            <a:r>
              <a:rPr lang="zh-CN" altLang="en-US" b="1">
                <a:solidFill>
                  <a:srgbClr val="B2B2B2"/>
                </a:solidFill>
                <a:latin typeface="宋体" panose="02010600030101010101" pitchFamily="2" charset="-122"/>
                <a:ea typeface="宋体" panose="02010600030101010101" pitchFamily="2" charset="-122"/>
                <a:sym typeface="宋体" panose="02010600030101010101" pitchFamily="2" charset="-122"/>
              </a:rPr>
              <a:t>匹配表达式</a:t>
            </a:r>
            <a:endParaRPr lang="zh-CN" altLang="en-US" sz="2000" b="1">
              <a:solidFill>
                <a:srgbClr val="B2B2B2"/>
              </a:solidFill>
              <a:latin typeface="宋体" panose="02010600030101010101" pitchFamily="2" charset="-122"/>
              <a:ea typeface="宋体" panose="02010600030101010101" pitchFamily="2" charset="-122"/>
              <a:sym typeface="宋体" panose="02010600030101010101" pitchFamily="2" charset="-122"/>
            </a:endParaRPr>
          </a:p>
          <a:p>
            <a:pPr eaLnBrk="1">
              <a:lnSpc>
                <a:spcPct val="93000"/>
              </a:lnSpc>
              <a:buSzPct val="100000"/>
              <a:buFont typeface="Times New Roman" panose="02020603050405020304" pitchFamily="18" charset="0"/>
              <a:buNone/>
            </a:pPr>
            <a:r>
              <a:rPr lang="zh-CN" altLang="en-US" b="1">
                <a:latin typeface="宋体" panose="02010600030101010101" pitchFamily="2" charset="-122"/>
                <a:ea typeface="宋体" panose="02010600030101010101" pitchFamily="2" charset="-122"/>
                <a:sym typeface="Times New Roman" panose="02020603050405020304" pitchFamily="18" charset="0"/>
              </a:rPr>
              <a:t>    </a:t>
            </a:r>
            <a:r>
              <a:rPr lang="en-US" altLang="zh-CN" b="1">
                <a:solidFill>
                  <a:srgbClr val="3333CC"/>
                </a:solidFill>
                <a:latin typeface="宋体" panose="02010600030101010101" pitchFamily="2" charset="-122"/>
                <a:ea typeface="宋体" panose="02010600030101010101" pitchFamily="2" charset="-122"/>
                <a:sym typeface="Times New Roman" panose="02020603050405020304" pitchFamily="18" charset="0"/>
              </a:rPr>
              <a:t>if </a:t>
            </a:r>
            <a:r>
              <a:rPr lang="en-US" altLang="zh-CN" b="1">
                <a:latin typeface="宋体" panose="02010600030101010101" pitchFamily="2" charset="-122"/>
                <a:ea typeface="宋体" panose="02010600030101010101" pitchFamily="2" charset="-122"/>
                <a:sym typeface="Times New Roman" panose="02020603050405020304" pitchFamily="18" charset="0"/>
              </a:rPr>
              <a:t>( ! match( ‘;’ ) ) { </a:t>
            </a:r>
            <a:r>
              <a:rPr lang="en-US" altLang="zh-CN" b="1">
                <a:solidFill>
                  <a:srgbClr val="B2B2B2"/>
                </a:solidFill>
                <a:latin typeface="宋体" panose="02010600030101010101" pitchFamily="2" charset="-122"/>
                <a:ea typeface="宋体" panose="02010600030101010101" pitchFamily="2" charset="-122"/>
                <a:sym typeface="Times New Roman" panose="02020603050405020304" pitchFamily="18" charset="0"/>
              </a:rPr>
              <a:t>//</a:t>
            </a:r>
            <a:r>
              <a:rPr lang="zh-CN" altLang="en-US" b="1">
                <a:solidFill>
                  <a:srgbClr val="B2B2B2"/>
                </a:solidFill>
                <a:latin typeface="宋体" panose="02010600030101010101" pitchFamily="2" charset="-122"/>
                <a:ea typeface="宋体" panose="02010600030101010101" pitchFamily="2" charset="-122"/>
                <a:sym typeface="宋体" panose="02010600030101010101" pitchFamily="2" charset="-122"/>
              </a:rPr>
              <a:t>匹配分号</a:t>
            </a:r>
            <a:endParaRPr lang="zh-CN" altLang="en-US" sz="2000" b="1">
              <a:solidFill>
                <a:srgbClr val="B2B2B2"/>
              </a:solidFill>
              <a:latin typeface="宋体" panose="02010600030101010101" pitchFamily="2" charset="-122"/>
              <a:ea typeface="宋体" panose="02010600030101010101" pitchFamily="2" charset="-122"/>
              <a:sym typeface="宋体" panose="02010600030101010101" pitchFamily="2" charset="-122"/>
            </a:endParaRPr>
          </a:p>
          <a:p>
            <a:pPr eaLnBrk="1">
              <a:lnSpc>
                <a:spcPct val="93000"/>
              </a:lnSpc>
              <a:buSzPct val="100000"/>
              <a:buFont typeface="Times New Roman" panose="02020603050405020304" pitchFamily="18" charset="0"/>
              <a:buNone/>
            </a:pPr>
            <a:r>
              <a:rPr lang="zh-CN" altLang="en-US" b="1">
                <a:latin typeface="宋体" panose="02010600030101010101" pitchFamily="2" charset="-122"/>
                <a:ea typeface="宋体" panose="02010600030101010101" pitchFamily="2" charset="-122"/>
                <a:sym typeface="Times New Roman" panose="02020603050405020304" pitchFamily="18" charset="0"/>
              </a:rPr>
              <a:t>         </a:t>
            </a:r>
            <a:r>
              <a:rPr lang="en-US" altLang="zh-CN" b="1">
                <a:latin typeface="宋体" panose="02010600030101010101" pitchFamily="2" charset="-122"/>
                <a:ea typeface="宋体" panose="02010600030101010101" pitchFamily="2" charset="-122"/>
                <a:sym typeface="Times New Roman" panose="02020603050405020304" pitchFamily="18" charset="0"/>
              </a:rPr>
              <a:t>printf(“ERROR: Expect ‘;’.\n”);</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r>
              <a:rPr lang="en-US" altLang="zh-CN" b="1">
                <a:solidFill>
                  <a:srgbClr val="3333CC"/>
                </a:solidFill>
                <a:latin typeface="宋体" panose="02010600030101010101" pitchFamily="2" charset="-122"/>
                <a:ea typeface="宋体" panose="02010600030101010101" pitchFamily="2" charset="-122"/>
                <a:sym typeface="Times New Roman" panose="02020603050405020304" pitchFamily="18" charset="0"/>
              </a:rPr>
              <a:t>return </a:t>
            </a:r>
            <a:r>
              <a:rPr lang="zh-CN" altLang="en-US" b="1">
                <a:solidFill>
                  <a:srgbClr val="3333CC"/>
                </a:solidFill>
                <a:latin typeface="宋体" panose="02010600030101010101" pitchFamily="2" charset="-122"/>
                <a:ea typeface="宋体" panose="02010600030101010101" pitchFamily="2" charset="-122"/>
                <a:sym typeface="Times New Roman" panose="02020603050405020304" pitchFamily="18" charset="0"/>
              </a:rPr>
              <a:t>0</a:t>
            </a:r>
            <a:r>
              <a:rPr lang="en-US" altLang="zh-CN" b="1">
                <a:latin typeface="宋体" panose="02010600030101010101" pitchFamily="2" charset="-122"/>
                <a:ea typeface="宋体" panose="02010600030101010101" pitchFamily="2" charset="-122"/>
                <a:sym typeface="Times New Roman" panose="02020603050405020304" pitchFamily="18" charset="0"/>
              </a:rPr>
              <a:t>;</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r>
              <a:rPr lang="zh-CN" altLang="en-US" b="1">
                <a:latin typeface="宋体" panose="02010600030101010101" pitchFamily="2" charset="-122"/>
                <a:ea typeface="宋体" panose="02010600030101010101" pitchFamily="2" charset="-122"/>
                <a:sym typeface="Times New Roman" panose="02020603050405020304" pitchFamily="18" charset="0"/>
              </a:rPr>
              <a:t>advance();</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    </a:t>
            </a:r>
            <a:r>
              <a:rPr lang="zh-CN" altLang="en-US" b="1">
                <a:solidFill>
                  <a:srgbClr val="3333CC"/>
                </a:solidFill>
                <a:latin typeface="宋体" panose="02010600030101010101" pitchFamily="2" charset="-122"/>
                <a:ea typeface="宋体" panose="02010600030101010101" pitchFamily="2" charset="-122"/>
                <a:sym typeface="Times New Roman" panose="02020603050405020304" pitchFamily="18" charset="0"/>
              </a:rPr>
              <a:t>return 1</a:t>
            </a:r>
            <a:r>
              <a:rPr lang="zh-CN" altLang="en-US" b="1">
                <a:latin typeface="宋体" panose="02010600030101010101" pitchFamily="2" charset="-122"/>
                <a:ea typeface="宋体" panose="02010600030101010101" pitchFamily="2" charset="-122"/>
                <a:sym typeface="Times New Roman" panose="02020603050405020304" pitchFamily="18" charset="0"/>
              </a:rPr>
              <a:t>;</a:t>
            </a:r>
          </a:p>
          <a:p>
            <a:pPr eaLnBrk="1">
              <a:lnSpc>
                <a:spcPct val="93000"/>
              </a:lnSpc>
              <a:buSzPct val="100000"/>
              <a:buFont typeface="Times New Roman" panose="02020603050405020304" pitchFamily="18" charset="0"/>
              <a:buNone/>
            </a:pPr>
            <a:r>
              <a:rPr lang="en-US" altLang="zh-CN" b="1">
                <a:latin typeface="宋体" panose="02010600030101010101" pitchFamily="2" charset="-122"/>
                <a:ea typeface="宋体" panose="02010600030101010101" pitchFamily="2" charset="-122"/>
                <a:sym typeface="Times New Roman" panose="02020603050405020304" pitchFamily="18"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a:extLst>
              <a:ext uri="{FF2B5EF4-FFF2-40B4-BE49-F238E27FC236}">
                <a16:creationId xmlns:a16="http://schemas.microsoft.com/office/drawing/2014/main" id="{7577B5AC-539A-5665-3B1A-3A70E4C91ED7}"/>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2467" name="Rectangle 2">
            <a:extLst>
              <a:ext uri="{FF2B5EF4-FFF2-40B4-BE49-F238E27FC236}">
                <a16:creationId xmlns:a16="http://schemas.microsoft.com/office/drawing/2014/main" id="{A45188EC-6E07-8300-CC75-D4F7FD6E7CE9}"/>
              </a:ext>
            </a:extLst>
          </p:cNvPr>
          <p:cNvSpPr>
            <a:spLocks noGrp="1" noChangeArrowheads="1"/>
          </p:cNvSpPr>
          <p:nvPr>
            <p:ph type="title" idx="4294967295"/>
          </p:nvPr>
        </p:nvSpPr>
        <p:spPr>
          <a:xfrm>
            <a:off x="503238" y="301625"/>
            <a:ext cx="7848600" cy="922338"/>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语法分析</a:t>
            </a:r>
          </a:p>
        </p:txBody>
      </p:sp>
      <p:sp>
        <p:nvSpPr>
          <p:cNvPr id="29700" name="Rectangle 3">
            <a:extLst>
              <a:ext uri="{FF2B5EF4-FFF2-40B4-BE49-F238E27FC236}">
                <a16:creationId xmlns:a16="http://schemas.microsoft.com/office/drawing/2014/main" id="{B19F2255-3619-3A2B-C329-17AD42F3171A}"/>
              </a:ext>
            </a:extLst>
          </p:cNvPr>
          <p:cNvSpPr>
            <a:spLocks noGrp="1" noChangeArrowheads="1"/>
          </p:cNvSpPr>
          <p:nvPr>
            <p:ph type="body" idx="4294967295"/>
          </p:nvPr>
        </p:nvSpPr>
        <p:spPr>
          <a:xfrm>
            <a:off x="504825" y="1508125"/>
            <a:ext cx="9070975" cy="5197475"/>
          </a:xfrm>
        </p:spPr>
        <p:txBody>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a:solidFill>
                  <a:srgbClr val="C00000"/>
                </a:solidFill>
                <a:latin typeface="宋体" panose="02010600030101010101" pitchFamily="2" charset="-122"/>
                <a:ea typeface="宋体" panose="02010600030101010101" pitchFamily="2" charset="-122"/>
              </a:rPr>
              <a:t>program  →  </a:t>
            </a:r>
            <a:r>
              <a:rPr lang="en-US" altLang="zh-CN" sz="2800" b="1" dirty="0" err="1">
                <a:solidFill>
                  <a:srgbClr val="C00000"/>
                </a:solidFill>
                <a:latin typeface="宋体" panose="02010600030101010101" pitchFamily="2" charset="-122"/>
                <a:ea typeface="宋体" panose="02010600030101010101" pitchFamily="2" charset="-122"/>
              </a:rPr>
              <a:t>stmt</a:t>
            </a:r>
            <a:r>
              <a:rPr lang="en-US" altLang="zh-CN" sz="2800" b="1" dirty="0">
                <a:solidFill>
                  <a:srgbClr val="C00000"/>
                </a:solidFill>
                <a:latin typeface="宋体" panose="02010600030101010101" pitchFamily="2" charset="-122"/>
                <a:ea typeface="宋体" panose="02010600030101010101" pitchFamily="2" charset="-122"/>
              </a:rPr>
              <a:t> | program </a:t>
            </a:r>
            <a:r>
              <a:rPr lang="en-US" altLang="zh-CN" sz="2800" b="1" dirty="0" err="1">
                <a:solidFill>
                  <a:srgbClr val="C00000"/>
                </a:solidFill>
                <a:latin typeface="宋体" panose="02010600030101010101" pitchFamily="2" charset="-122"/>
                <a:ea typeface="宋体" panose="02010600030101010101" pitchFamily="2" charset="-122"/>
              </a:rPr>
              <a:t>stmt</a:t>
            </a:r>
            <a:endParaRPr lang="en-US" altLang="zh-CN" sz="2800" b="1" dirty="0">
              <a:solidFill>
                <a:srgbClr val="C00000"/>
              </a:solidFill>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err="1">
                <a:solidFill>
                  <a:srgbClr val="C00000"/>
                </a:solidFill>
                <a:latin typeface="宋体" panose="02010600030101010101" pitchFamily="2" charset="-122"/>
                <a:ea typeface="宋体" panose="02010600030101010101" pitchFamily="2" charset="-122"/>
              </a:rPr>
              <a:t>stmt</a:t>
            </a:r>
            <a:r>
              <a:rPr lang="en-US" altLang="zh-CN" sz="2800" b="1" dirty="0">
                <a:solidFill>
                  <a:srgbClr val="C00000"/>
                </a:solidFill>
                <a:latin typeface="宋体" panose="02010600030101010101" pitchFamily="2" charset="-122"/>
                <a:ea typeface="宋体" panose="02010600030101010101" pitchFamily="2" charset="-122"/>
              </a:rPr>
              <a:t>  →  </a:t>
            </a:r>
            <a:r>
              <a:rPr lang="en-US" altLang="zh-CN" sz="2800" b="1" dirty="0" err="1">
                <a:solidFill>
                  <a:srgbClr val="C00000"/>
                </a:solidFill>
                <a:latin typeface="宋体" panose="02010600030101010101" pitchFamily="2" charset="-122"/>
                <a:ea typeface="宋体" panose="02010600030101010101" pitchFamily="2" charset="-122"/>
              </a:rPr>
              <a:t>while_stmt</a:t>
            </a:r>
            <a:r>
              <a:rPr lang="en-US" altLang="zh-CN" sz="2800" b="1" dirty="0">
                <a:solidFill>
                  <a:srgbClr val="C00000"/>
                </a:solidFill>
                <a:latin typeface="宋体" panose="02010600030101010101" pitchFamily="2" charset="-122"/>
                <a:ea typeface="宋体" panose="02010600030101010101" pitchFamily="2" charset="-122"/>
              </a:rPr>
              <a:t> | </a:t>
            </a:r>
            <a:r>
              <a:rPr lang="en-US" altLang="zh-CN" sz="2800" b="1" dirty="0" err="1">
                <a:solidFill>
                  <a:srgbClr val="C00000"/>
                </a:solidFill>
                <a:latin typeface="宋体" panose="02010600030101010101" pitchFamily="2" charset="-122"/>
                <a:ea typeface="宋体" panose="02010600030101010101" pitchFamily="2" charset="-122"/>
              </a:rPr>
              <a:t>assign_stmt</a:t>
            </a:r>
            <a:endParaRPr lang="en-US" altLang="zh-CN" sz="2800" b="1" dirty="0">
              <a:solidFill>
                <a:srgbClr val="C00000"/>
              </a:solidFill>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err="1">
                <a:latin typeface="宋体" panose="02010600030101010101" pitchFamily="2" charset="-122"/>
                <a:ea typeface="宋体" panose="02010600030101010101" pitchFamily="2" charset="-122"/>
              </a:rPr>
              <a:t>while_stmt</a:t>
            </a:r>
            <a:r>
              <a:rPr lang="en-US" altLang="zh-CN" sz="2800" b="1" dirty="0">
                <a:latin typeface="宋体" panose="02010600030101010101" pitchFamily="2" charset="-122"/>
                <a:ea typeface="宋体" panose="02010600030101010101" pitchFamily="2" charset="-122"/>
              </a:rPr>
              <a:t> → </a:t>
            </a:r>
            <a:r>
              <a:rPr lang="en-US" altLang="zh-CN" sz="2800" b="1" dirty="0">
                <a:solidFill>
                  <a:schemeClr val="accent2"/>
                </a:solidFill>
                <a:latin typeface="宋体" panose="02010600030101010101" pitchFamily="2" charset="-122"/>
                <a:ea typeface="宋体" panose="02010600030101010101" pitchFamily="2" charset="-122"/>
              </a:rPr>
              <a:t>WHILE (</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bool_expr</a:t>
            </a:r>
            <a:r>
              <a:rPr lang="en-US" altLang="zh-CN" sz="2800" b="1" dirty="0">
                <a:latin typeface="宋体" panose="02010600030101010101" pitchFamily="2" charset="-122"/>
                <a:ea typeface="宋体" panose="02010600030101010101" pitchFamily="2" charset="-122"/>
              </a:rPr>
              <a:t> </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stmt</a:t>
            </a:r>
            <a:endParaRPr lang="en-US" altLang="zh-CN" sz="2800" b="1" dirty="0">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err="1">
                <a:latin typeface="宋体" panose="02010600030101010101" pitchFamily="2" charset="-122"/>
                <a:ea typeface="宋体" panose="02010600030101010101" pitchFamily="2" charset="-122"/>
              </a:rPr>
              <a:t>assign_stmt</a:t>
            </a:r>
            <a:r>
              <a:rPr lang="en-US" altLang="zh-CN" sz="2800" b="1" dirty="0">
                <a:latin typeface="宋体" panose="02010600030101010101" pitchFamily="2" charset="-122"/>
                <a:ea typeface="宋体" panose="02010600030101010101" pitchFamily="2" charset="-122"/>
              </a:rPr>
              <a:t>  → </a:t>
            </a:r>
            <a:r>
              <a:rPr lang="en-US" altLang="zh-CN" sz="2800" b="1" dirty="0">
                <a:solidFill>
                  <a:schemeClr val="accent2"/>
                </a:solidFill>
                <a:latin typeface="宋体" panose="02010600030101010101" pitchFamily="2" charset="-122"/>
                <a:ea typeface="宋体" panose="02010600030101010101" pitchFamily="2" charset="-122"/>
              </a:rPr>
              <a:t>ID =</a:t>
            </a:r>
            <a:r>
              <a:rPr lang="en-US" altLang="zh-CN" sz="2800" b="1" dirty="0">
                <a:latin typeface="宋体" panose="02010600030101010101" pitchFamily="2" charset="-122"/>
                <a:ea typeface="宋体" panose="02010600030101010101" pitchFamily="2" charset="-122"/>
              </a:rPr>
              <a:t> expr </a:t>
            </a:r>
            <a:r>
              <a:rPr lang="en-US" altLang="zh-CN" sz="2800" b="1" dirty="0">
                <a:solidFill>
                  <a:schemeClr val="accent2"/>
                </a:solidFill>
                <a:latin typeface="宋体" panose="02010600030101010101" pitchFamily="2" charset="-122"/>
                <a:ea typeface="宋体" panose="02010600030101010101" pitchFamily="2" charset="-122"/>
              </a:rPr>
              <a:t>;</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err="1">
                <a:solidFill>
                  <a:srgbClr val="C00000"/>
                </a:solidFill>
                <a:latin typeface="宋体" panose="02010600030101010101" pitchFamily="2" charset="-122"/>
                <a:ea typeface="宋体" panose="02010600030101010101" pitchFamily="2" charset="-122"/>
              </a:rPr>
              <a:t>bool_expr</a:t>
            </a:r>
            <a:r>
              <a:rPr lang="en-US" altLang="zh-CN" sz="2800" b="1" dirty="0">
                <a:solidFill>
                  <a:srgbClr val="C00000"/>
                </a:solidFill>
                <a:latin typeface="宋体" panose="02010600030101010101" pitchFamily="2" charset="-122"/>
                <a:ea typeface="宋体" panose="02010600030101010101" pitchFamily="2" charset="-122"/>
              </a:rPr>
              <a:t>  → expr &gt;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a:solidFill>
                  <a:srgbClr val="C00000"/>
                </a:solidFill>
                <a:latin typeface="宋体" panose="02010600030101010101" pitchFamily="2" charset="-122"/>
                <a:ea typeface="宋体" panose="02010600030101010101" pitchFamily="2" charset="-122"/>
              </a:rPr>
              <a:t>           |  expr &lt;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a:solidFill>
                  <a:srgbClr val="C00000"/>
                </a:solidFill>
                <a:latin typeface="宋体" panose="02010600030101010101" pitchFamily="2" charset="-122"/>
                <a:ea typeface="宋体" panose="02010600030101010101" pitchFamily="2" charset="-122"/>
              </a:rPr>
              <a:t>           |  expr == expr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a:latin typeface="宋体" panose="02010600030101010101" pitchFamily="2" charset="-122"/>
                <a:ea typeface="宋体" panose="02010600030101010101" pitchFamily="2" charset="-122"/>
              </a:rPr>
              <a:t>expr → </a:t>
            </a:r>
            <a:r>
              <a:rPr lang="en-US" altLang="zh-CN" sz="2800" b="1" dirty="0" err="1">
                <a:latin typeface="宋体" panose="02010600030101010101" pitchFamily="2" charset="-122"/>
                <a:ea typeface="宋体" panose="02010600030101010101" pitchFamily="2" charset="-122"/>
              </a:rPr>
              <a:t>primary_expr</a:t>
            </a:r>
            <a:r>
              <a:rPr lang="en-US" altLang="zh-CN" sz="2800" b="1" dirty="0">
                <a:latin typeface="宋体" panose="02010600030101010101" pitchFamily="2" charset="-122"/>
                <a:ea typeface="宋体" panose="02010600030101010101" pitchFamily="2" charset="-122"/>
              </a:rPr>
              <a:t> </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expr | </a:t>
            </a:r>
            <a:r>
              <a:rPr lang="en-US" altLang="zh-CN" sz="2800" b="1" dirty="0" err="1">
                <a:latin typeface="宋体" panose="02010600030101010101" pitchFamily="2" charset="-122"/>
                <a:ea typeface="宋体" panose="02010600030101010101" pitchFamily="2" charset="-122"/>
              </a:rPr>
              <a:t>primary_expr</a:t>
            </a:r>
            <a:r>
              <a:rPr lang="en-US" altLang="zh-CN" sz="2800" b="1" dirty="0">
                <a:latin typeface="宋体" panose="02010600030101010101" pitchFamily="2" charset="-122"/>
                <a:ea typeface="宋体" panose="02010600030101010101" pitchFamily="2" charset="-122"/>
              </a:rPr>
              <a:t> </a:t>
            </a:r>
            <a:r>
              <a:rPr lang="en-US" altLang="zh-CN" sz="2800" b="1" dirty="0">
                <a:solidFill>
                  <a:schemeClr val="accent2"/>
                </a:solidFill>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expr</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b="1" dirty="0" err="1">
                <a:latin typeface="宋体" panose="02010600030101010101" pitchFamily="2" charset="-122"/>
                <a:ea typeface="宋体" panose="02010600030101010101" pitchFamily="2" charset="-122"/>
              </a:rPr>
              <a:t>primary_expr</a:t>
            </a:r>
            <a:r>
              <a:rPr lang="en-US" altLang="zh-CN" sz="2800" b="1" dirty="0">
                <a:latin typeface="宋体" panose="02010600030101010101" pitchFamily="2" charset="-122"/>
                <a:ea typeface="宋体" panose="02010600030101010101" pitchFamily="2" charset="-122"/>
              </a:rPr>
              <a:t>  → </a:t>
            </a:r>
            <a:r>
              <a:rPr lang="en-US" altLang="zh-CN" sz="2800" b="1" dirty="0">
                <a:solidFill>
                  <a:schemeClr val="accent2"/>
                </a:solidFill>
                <a:latin typeface="宋体" panose="02010600030101010101" pitchFamily="2" charset="-122"/>
                <a:ea typeface="宋体" panose="02010600030101010101" pitchFamily="2" charset="-122"/>
              </a:rPr>
              <a:t>ID</a:t>
            </a:r>
            <a:r>
              <a:rPr lang="en-US" altLang="zh-CN" sz="2800" b="1" dirty="0">
                <a:latin typeface="宋体" panose="02010600030101010101" pitchFamily="2" charset="-122"/>
                <a:ea typeface="宋体" panose="02010600030101010101" pitchFamily="2" charset="-122"/>
              </a:rPr>
              <a:t>  |  </a:t>
            </a:r>
            <a:r>
              <a:rPr lang="en-US" altLang="zh-CN" sz="2800" b="1" dirty="0">
                <a:solidFill>
                  <a:schemeClr val="accent2"/>
                </a:solidFill>
                <a:latin typeface="宋体" panose="02010600030101010101" pitchFamily="2" charset="-122"/>
                <a:ea typeface="宋体" panose="02010600030101010101" pitchFamily="2" charset="-122"/>
              </a:rPr>
              <a:t>NUMBER</a:t>
            </a:r>
          </a:p>
        </p:txBody>
      </p:sp>
      <p:sp>
        <p:nvSpPr>
          <p:cNvPr id="62469" name="Slide Number Placeholder 7">
            <a:extLst>
              <a:ext uri="{FF2B5EF4-FFF2-40B4-BE49-F238E27FC236}">
                <a16:creationId xmlns:a16="http://schemas.microsoft.com/office/drawing/2014/main" id="{BFB6D0F8-4882-34D4-84EE-2F1C4D4F263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9pPr>
          </a:lstStyle>
          <a:p>
            <a:pPr algn="r" eaLnBrk="1">
              <a:lnSpc>
                <a:spcPct val="116000"/>
              </a:lnSpc>
              <a:buSzPct val="100000"/>
              <a:buFont typeface="Times New Roman" panose="02020603050405020304" pitchFamily="18" charset="0"/>
              <a:buNone/>
            </a:pPr>
            <a:fld id="{1BC310D0-8399-47E0-B7D1-E300A1119C63}"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47</a:t>
            </a:fld>
            <a:endParaRPr lang="en-GB" altLang="en-US" sz="1200">
              <a:latin typeface="Comic Sans MS" panose="030F0702030302020204" pitchFamily="66" charset="0"/>
              <a:ea typeface="宋体" panose="02010600030101010101" pitchFamily="2" charset="-122"/>
            </a:endParaRPr>
          </a:p>
        </p:txBody>
      </p:sp>
      <p:sp>
        <p:nvSpPr>
          <p:cNvPr id="62470" name="Date Placeholder 8">
            <a:extLst>
              <a:ext uri="{FF2B5EF4-FFF2-40B4-BE49-F238E27FC236}">
                <a16:creationId xmlns:a16="http://schemas.microsoft.com/office/drawing/2014/main" id="{3B85CA49-8BC7-1ED2-13D0-9542CFA6240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9703" name="文本框 29702">
            <a:extLst>
              <a:ext uri="{FF2B5EF4-FFF2-40B4-BE49-F238E27FC236}">
                <a16:creationId xmlns:a16="http://schemas.microsoft.com/office/drawing/2014/main" id="{90CA0214-777A-799F-8CBF-5EAA5C585DD9}"/>
              </a:ext>
            </a:extLst>
          </p:cNvPr>
          <p:cNvSpPr txBox="1">
            <a:spLocks noChangeArrowheads="1"/>
          </p:cNvSpPr>
          <p:nvPr/>
        </p:nvSpPr>
        <p:spPr bwMode="auto">
          <a:xfrm>
            <a:off x="5643563" y="3517900"/>
            <a:ext cx="4449762" cy="8842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以非终结符开始的规则</a:t>
            </a:r>
          </a:p>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选哪一个规则？如何编写？</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500" fill="hold"/>
                                        <p:tgtEl>
                                          <p:spTgt spid="29700">
                                            <p:txEl>
                                              <p:pRg st="3" end="3"/>
                                            </p:txEl>
                                          </p:spTgt>
                                        </p:tgtEl>
                                        <p:attrNameLst>
                                          <p:attrName>style.color</p:attrName>
                                        </p:attrNameLst>
                                      </p:cBhvr>
                                      <p:to>
                                        <a:schemeClr val="folHlink"/>
                                      </p:to>
                                    </p:animClr>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mph" presetSubtype="2" fill="hold" nodeType="clickEffect">
                                  <p:stCondLst>
                                    <p:cond delay="0"/>
                                  </p:stCondLst>
                                  <p:childTnLst>
                                    <p:animClr clrSpc="rgb" dir="cw">
                                      <p:cBhvr override="childStyle">
                                        <p:cTn id="10" dur="500" fill="hold"/>
                                        <p:tgtEl>
                                          <p:spTgt spid="29700">
                                            <p:txEl>
                                              <p:pRg st="2" end="2"/>
                                            </p:txEl>
                                          </p:spTgt>
                                        </p:tgtEl>
                                        <p:attrNameLst>
                                          <p:attrName>style.color</p:attrName>
                                        </p:attrNameLst>
                                      </p:cBhvr>
                                      <p:to>
                                        <a:schemeClr val="folHlink"/>
                                      </p:to>
                                    </p:animClr>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mph" presetSubtype="2" fill="hold" nodeType="clickEffect">
                                  <p:stCondLst>
                                    <p:cond delay="0"/>
                                  </p:stCondLst>
                                  <p:childTnLst>
                                    <p:animClr clrSpc="rgb" dir="cw">
                                      <p:cBhvr override="childStyle">
                                        <p:cTn id="14" dur="500" fill="hold"/>
                                        <p:tgtEl>
                                          <p:spTgt spid="29700">
                                            <p:txEl>
                                              <p:pRg st="8" end="8"/>
                                            </p:txEl>
                                          </p:spTgt>
                                        </p:tgtEl>
                                        <p:attrNameLst>
                                          <p:attrName>style.color</p:attrName>
                                        </p:attrNameLst>
                                      </p:cBhvr>
                                      <p:to>
                                        <a:schemeClr val="folHlink"/>
                                      </p:to>
                                    </p:animClr>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29703"/>
                                        </p:tgtEl>
                                        <p:attrNameLst>
                                          <p:attrName>style.visibility</p:attrName>
                                        </p:attrNameLst>
                                      </p:cBhvr>
                                      <p:to>
                                        <p:strVal val="visible"/>
                                      </p:to>
                                    </p:set>
                                    <p:animEffect transition="in" filter="blinds(horizontal)">
                                      <p:cBhvr>
                                        <p:cTn id="19" dur="500"/>
                                        <p:tgtEl>
                                          <p:spTgt spid="2970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mph" presetSubtype="2" fill="hold" nodeType="clickEffect">
                                  <p:stCondLst>
                                    <p:cond delay="0"/>
                                  </p:stCondLst>
                                  <p:childTnLst>
                                    <p:animClr clrSpc="rgb" dir="cw">
                                      <p:cBhvr override="childStyle">
                                        <p:cTn id="23" dur="500" fill="hold"/>
                                        <p:tgtEl>
                                          <p:spTgt spid="29700">
                                            <p:txEl>
                                              <p:pRg st="0" end="0"/>
                                            </p:txEl>
                                          </p:spTgt>
                                        </p:tgtEl>
                                        <p:attrNameLst>
                                          <p:attrName>style.color</p:attrName>
                                        </p:attrNameLst>
                                      </p:cBhvr>
                                      <p:to>
                                        <a:srgbClr val="FF3300"/>
                                      </p:to>
                                    </p:animClr>
                                  </p:childTnLst>
                                </p:cTn>
                              </p:par>
                              <p:par>
                                <p:cTn id="24" presetID="3" presetClass="emph" presetSubtype="2" fill="hold" nodeType="withEffect">
                                  <p:stCondLst>
                                    <p:cond delay="0"/>
                                  </p:stCondLst>
                                  <p:childTnLst>
                                    <p:animClr clrSpc="rgb" dir="cw">
                                      <p:cBhvr override="childStyle">
                                        <p:cTn id="25" dur="500" fill="hold"/>
                                        <p:tgtEl>
                                          <p:spTgt spid="29700">
                                            <p:txEl>
                                              <p:pRg st="1" end="1"/>
                                            </p:txEl>
                                          </p:spTgt>
                                        </p:tgtEl>
                                        <p:attrNameLst>
                                          <p:attrName>style.color</p:attrName>
                                        </p:attrNameLst>
                                      </p:cBhvr>
                                      <p:to>
                                        <a:srgbClr val="FF3300"/>
                                      </p:to>
                                    </p:animClr>
                                  </p:childTnLst>
                                </p:cTn>
                              </p:par>
                              <p:par>
                                <p:cTn id="26" presetID="3" presetClass="emph" presetSubtype="2" fill="hold" nodeType="withEffect">
                                  <p:stCondLst>
                                    <p:cond delay="0"/>
                                  </p:stCondLst>
                                  <p:childTnLst>
                                    <p:animClr clrSpc="rgb" dir="cw">
                                      <p:cBhvr override="childStyle">
                                        <p:cTn id="27" dur="500" fill="hold"/>
                                        <p:tgtEl>
                                          <p:spTgt spid="29700">
                                            <p:txEl>
                                              <p:pRg st="4" end="4"/>
                                            </p:txEl>
                                          </p:spTgt>
                                        </p:tgtEl>
                                        <p:attrNameLst>
                                          <p:attrName>style.color</p:attrName>
                                        </p:attrNameLst>
                                      </p:cBhvr>
                                      <p:to>
                                        <a:schemeClr val="folHlink"/>
                                      </p:to>
                                    </p:animClr>
                                  </p:childTnLst>
                                </p:cTn>
                              </p:par>
                              <p:par>
                                <p:cTn id="28" presetID="3" presetClass="emph" presetSubtype="2" fill="hold" nodeType="withEffect">
                                  <p:stCondLst>
                                    <p:cond delay="0"/>
                                  </p:stCondLst>
                                  <p:childTnLst>
                                    <p:animClr clrSpc="rgb" dir="cw">
                                      <p:cBhvr override="childStyle">
                                        <p:cTn id="29" dur="500" fill="hold"/>
                                        <p:tgtEl>
                                          <p:spTgt spid="29700">
                                            <p:txEl>
                                              <p:pRg st="5" end="5"/>
                                            </p:txEl>
                                          </p:spTgt>
                                        </p:tgtEl>
                                        <p:attrNameLst>
                                          <p:attrName>style.color</p:attrName>
                                        </p:attrNameLst>
                                      </p:cBhvr>
                                      <p:to>
                                        <a:schemeClr val="folHlink"/>
                                      </p:to>
                                    </p:animClr>
                                  </p:childTnLst>
                                </p:cTn>
                              </p:par>
                              <p:par>
                                <p:cTn id="30" presetID="3" presetClass="emph" presetSubtype="2" fill="hold" nodeType="withEffect">
                                  <p:stCondLst>
                                    <p:cond delay="0"/>
                                  </p:stCondLst>
                                  <p:childTnLst>
                                    <p:animClr clrSpc="rgb" dir="cw">
                                      <p:cBhvr override="childStyle">
                                        <p:cTn id="31" dur="500" fill="hold"/>
                                        <p:tgtEl>
                                          <p:spTgt spid="29700">
                                            <p:txEl>
                                              <p:pRg st="6" end="6"/>
                                            </p:txEl>
                                          </p:spTgt>
                                        </p:tgtEl>
                                        <p:attrNameLst>
                                          <p:attrName>style.color</p:attrName>
                                        </p:attrNameLst>
                                      </p:cBhvr>
                                      <p:to>
                                        <a:schemeClr val="folHlink"/>
                                      </p:to>
                                    </p:animClr>
                                  </p:childTnLst>
                                </p:cTn>
                              </p:par>
                              <p:par>
                                <p:cTn id="32" presetID="3" presetClass="emph" presetSubtype="2" fill="hold" nodeType="withEffect">
                                  <p:stCondLst>
                                    <p:cond delay="0"/>
                                  </p:stCondLst>
                                  <p:childTnLst>
                                    <p:animClr clrSpc="rgb" dir="cw">
                                      <p:cBhvr override="childStyle">
                                        <p:cTn id="33" dur="500" fill="hold"/>
                                        <p:tgtEl>
                                          <p:spTgt spid="29700">
                                            <p:txEl>
                                              <p:pRg st="7" end="7"/>
                                            </p:txEl>
                                          </p:spTgt>
                                        </p:tgtEl>
                                        <p:attrNameLst>
                                          <p:attrName>style.color</p:attrName>
                                        </p:attrNameLst>
                                      </p:cBhvr>
                                      <p:to>
                                        <a:schemeClr val="folHlink"/>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bldLvl="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193778F-A44A-2C64-5817-9695781DEFF8}"/>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9p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a:t>语法分析</a:t>
            </a:r>
            <a:endParaRPr lang="zh-CN" altLang="en-US" dirty="0"/>
          </a:p>
        </p:txBody>
      </p:sp>
      <p:sp>
        <p:nvSpPr>
          <p:cNvPr id="4" name="文本框 3">
            <a:extLst>
              <a:ext uri="{FF2B5EF4-FFF2-40B4-BE49-F238E27FC236}">
                <a16:creationId xmlns:a16="http://schemas.microsoft.com/office/drawing/2014/main" id="{C05B60A5-75DE-EC6C-FB07-241F4790FAA0}"/>
              </a:ext>
            </a:extLst>
          </p:cNvPr>
          <p:cNvSpPr txBox="1"/>
          <p:nvPr/>
        </p:nvSpPr>
        <p:spPr>
          <a:xfrm>
            <a:off x="405003" y="1124660"/>
            <a:ext cx="9172384" cy="1034129"/>
          </a:xfrm>
          <a:prstGeom prst="rect">
            <a:avLst/>
          </a:prstGeom>
          <a:noFill/>
        </p:spPr>
        <p:txBody>
          <a:bodyPr wrap="square">
            <a:spAutoFit/>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400" b="1" dirty="0" err="1">
                <a:solidFill>
                  <a:srgbClr val="C00000"/>
                </a:solidFill>
                <a:latin typeface="宋体" panose="02010600030101010101" pitchFamily="2" charset="-122"/>
                <a:ea typeface="宋体" panose="02010600030101010101" pitchFamily="2" charset="-122"/>
              </a:rPr>
              <a:t>stmt</a:t>
            </a:r>
            <a:r>
              <a:rPr lang="en-US" altLang="zh-CN" sz="2400" b="1" dirty="0">
                <a:solidFill>
                  <a:srgbClr val="C00000"/>
                </a:solidFill>
                <a:latin typeface="宋体" panose="02010600030101010101" pitchFamily="2" charset="-122"/>
                <a:ea typeface="宋体" panose="02010600030101010101" pitchFamily="2" charset="-122"/>
              </a:rPr>
              <a:t>  →  </a:t>
            </a:r>
            <a:r>
              <a:rPr lang="en-US" altLang="zh-CN" sz="2400" b="1" dirty="0" err="1">
                <a:solidFill>
                  <a:srgbClr val="C00000"/>
                </a:solidFill>
                <a:latin typeface="宋体" panose="02010600030101010101" pitchFamily="2" charset="-122"/>
                <a:ea typeface="宋体" panose="02010600030101010101" pitchFamily="2" charset="-122"/>
              </a:rPr>
              <a:t>while_stmt</a:t>
            </a:r>
            <a:r>
              <a:rPr lang="en-US" altLang="zh-CN" sz="2400" b="1" dirty="0">
                <a:solidFill>
                  <a:srgbClr val="C00000"/>
                </a:solidFill>
                <a:latin typeface="宋体" panose="02010600030101010101" pitchFamily="2" charset="-122"/>
                <a:ea typeface="宋体" panose="02010600030101010101" pitchFamily="2" charset="-122"/>
              </a:rPr>
              <a:t> | </a:t>
            </a:r>
            <a:r>
              <a:rPr lang="en-US" altLang="zh-CN" sz="2400" b="1" dirty="0" err="1">
                <a:solidFill>
                  <a:srgbClr val="C00000"/>
                </a:solidFill>
                <a:latin typeface="宋体" panose="02010600030101010101" pitchFamily="2" charset="-122"/>
                <a:ea typeface="宋体" panose="02010600030101010101" pitchFamily="2" charset="-122"/>
              </a:rPr>
              <a:t>assign_stmt</a:t>
            </a:r>
            <a:endParaRPr lang="en-US" altLang="zh-CN" sz="2400" b="1" dirty="0">
              <a:solidFill>
                <a:srgbClr val="C00000"/>
              </a:solidFill>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400" b="1" dirty="0" err="1">
                <a:latin typeface="宋体" panose="02010600030101010101" pitchFamily="2" charset="-122"/>
                <a:ea typeface="宋体" panose="02010600030101010101" pitchFamily="2" charset="-122"/>
              </a:rPr>
              <a:t>while_stmt</a:t>
            </a:r>
            <a:r>
              <a:rPr lang="en-US" altLang="zh-CN" sz="2400" b="1" dirty="0">
                <a:latin typeface="宋体" panose="02010600030101010101" pitchFamily="2" charset="-122"/>
                <a:ea typeface="宋体" panose="02010600030101010101" pitchFamily="2" charset="-122"/>
              </a:rPr>
              <a:t> → </a:t>
            </a:r>
            <a:r>
              <a:rPr lang="en-US" altLang="zh-CN" sz="2400" b="1" dirty="0">
                <a:solidFill>
                  <a:schemeClr val="accent2"/>
                </a:solidFill>
                <a:latin typeface="宋体" panose="02010600030101010101" pitchFamily="2" charset="-122"/>
                <a:ea typeface="宋体" panose="02010600030101010101" pitchFamily="2" charset="-122"/>
              </a:rPr>
              <a:t>WHILE (</a:t>
            </a:r>
            <a:r>
              <a:rPr lang="en-US" altLang="zh-CN" sz="2400" b="1" dirty="0">
                <a:latin typeface="宋体" panose="02010600030101010101" pitchFamily="2" charset="-122"/>
                <a:ea typeface="宋体" panose="02010600030101010101" pitchFamily="2" charset="-122"/>
              </a:rPr>
              <a:t> </a:t>
            </a:r>
            <a:r>
              <a:rPr lang="en-US" altLang="zh-CN" sz="2400" b="1" dirty="0" err="1">
                <a:latin typeface="宋体" panose="02010600030101010101" pitchFamily="2" charset="-122"/>
                <a:ea typeface="宋体" panose="02010600030101010101" pitchFamily="2" charset="-122"/>
              </a:rPr>
              <a:t>bool_expr</a:t>
            </a:r>
            <a:r>
              <a:rPr lang="en-US" altLang="zh-CN" sz="2400" b="1" dirty="0">
                <a:latin typeface="宋体" panose="02010600030101010101" pitchFamily="2" charset="-122"/>
                <a:ea typeface="宋体" panose="02010600030101010101" pitchFamily="2" charset="-122"/>
              </a:rPr>
              <a:t> </a:t>
            </a:r>
            <a:r>
              <a:rPr lang="en-US" altLang="zh-CN" sz="2400" b="1" dirty="0">
                <a:solidFill>
                  <a:schemeClr val="accent2"/>
                </a:solidFill>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400" b="1" dirty="0" err="1">
                <a:latin typeface="宋体" panose="02010600030101010101" pitchFamily="2" charset="-122"/>
                <a:ea typeface="宋体" panose="02010600030101010101" pitchFamily="2" charset="-122"/>
              </a:rPr>
              <a:t>stmt</a:t>
            </a:r>
            <a:endParaRPr lang="en-US" altLang="zh-CN" sz="2400" b="1" dirty="0">
              <a:latin typeface="宋体" panose="02010600030101010101" pitchFamily="2" charset="-122"/>
              <a:ea typeface="宋体" panose="02010600030101010101" pitchFamily="2" charset="-122"/>
            </a:endParaRP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400" b="1" dirty="0" err="1">
                <a:latin typeface="宋体" panose="02010600030101010101" pitchFamily="2" charset="-122"/>
                <a:ea typeface="宋体" panose="02010600030101010101" pitchFamily="2" charset="-122"/>
              </a:rPr>
              <a:t>assign_stmt</a:t>
            </a:r>
            <a:r>
              <a:rPr lang="en-US" altLang="zh-CN" sz="2400" b="1" dirty="0">
                <a:latin typeface="宋体" panose="02010600030101010101" pitchFamily="2" charset="-122"/>
                <a:ea typeface="宋体" panose="02010600030101010101" pitchFamily="2" charset="-122"/>
              </a:rPr>
              <a:t>  → </a:t>
            </a:r>
            <a:r>
              <a:rPr lang="en-US" altLang="zh-CN" sz="2400" b="1" dirty="0">
                <a:solidFill>
                  <a:schemeClr val="accent2"/>
                </a:solidFill>
                <a:latin typeface="宋体" panose="02010600030101010101" pitchFamily="2" charset="-122"/>
                <a:ea typeface="宋体" panose="02010600030101010101" pitchFamily="2" charset="-122"/>
              </a:rPr>
              <a:t>ID =</a:t>
            </a:r>
            <a:r>
              <a:rPr lang="en-US" altLang="zh-CN" sz="2400" b="1" dirty="0">
                <a:latin typeface="宋体" panose="02010600030101010101" pitchFamily="2" charset="-122"/>
                <a:ea typeface="宋体" panose="02010600030101010101" pitchFamily="2" charset="-122"/>
              </a:rPr>
              <a:t> expr </a:t>
            </a:r>
            <a:r>
              <a:rPr lang="en-US" altLang="zh-CN" sz="2400" b="1" dirty="0">
                <a:solidFill>
                  <a:schemeClr val="accent2"/>
                </a:solidFill>
                <a:latin typeface="宋体" panose="02010600030101010101" pitchFamily="2" charset="-122"/>
                <a:ea typeface="宋体" panose="02010600030101010101" pitchFamily="2" charset="-122"/>
              </a:rPr>
              <a:t>;</a:t>
            </a:r>
          </a:p>
        </p:txBody>
      </p:sp>
      <p:sp>
        <p:nvSpPr>
          <p:cNvPr id="5" name="Rectangle 1">
            <a:extLst>
              <a:ext uri="{FF2B5EF4-FFF2-40B4-BE49-F238E27FC236}">
                <a16:creationId xmlns:a16="http://schemas.microsoft.com/office/drawing/2014/main" id="{7AEF32DD-9ED5-C7E2-EA3D-BA5F371B0E3B}"/>
              </a:ext>
            </a:extLst>
          </p:cNvPr>
          <p:cNvSpPr>
            <a:spLocks noChangeArrowheads="1"/>
          </p:cNvSpPr>
          <p:nvPr/>
        </p:nvSpPr>
        <p:spPr bwMode="auto">
          <a:xfrm>
            <a:off x="414753" y="2464697"/>
            <a:ext cx="905728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void analyse_stmt() { </a:t>
            </a:r>
            <a:endParaRPr kumimoji="0" lang="en-US" altLang="zh-CN"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关键：前瞻符号决定走哪个分支！</a:t>
            </a:r>
            <a:endParaRPr kumimoji="0" lang="en-US" altLang="zh-CN"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endParaRPr>
          </a:p>
          <a:p>
            <a:pPr defTabSz="914400"/>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(match(WHILE)) { </a:t>
            </a:r>
            <a:r>
              <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dirty="0">
                <a:solidFill>
                  <a:srgbClr val="00B050"/>
                </a:solidFill>
                <a:latin typeface="Times New Roman" panose="02020603050405020304" pitchFamily="18" charset="0"/>
                <a:cs typeface="Times New Roman" panose="02020603050405020304" pitchFamily="18" charset="0"/>
              </a:rPr>
              <a:t>// </a:t>
            </a:r>
            <a:r>
              <a:rPr lang="zh-CN" altLang="en-US" dirty="0">
                <a:solidFill>
                  <a:srgbClr val="00B050"/>
                </a:solidFill>
                <a:latin typeface="Times New Roman" panose="02020603050405020304" pitchFamily="18" charset="0"/>
                <a:cs typeface="Times New Roman" panose="02020603050405020304" pitchFamily="18" charset="0"/>
              </a:rPr>
              <a:t>看</a:t>
            </a:r>
            <a:r>
              <a:rPr lang="zh-CN" altLang="zh-CN" dirty="0">
                <a:solidFill>
                  <a:srgbClr val="00B050"/>
                </a:solidFill>
                <a:latin typeface="Times New Roman" panose="02020603050405020304" pitchFamily="18" charset="0"/>
                <a:cs typeface="Times New Roman" panose="02020603050405020304" pitchFamily="18" charset="0"/>
              </a:rPr>
              <a:t>到下一个符号是 WHILE </a:t>
            </a:r>
            <a:endParaRPr lang="en-US" altLang="zh-CN" dirty="0">
              <a:solidFill>
                <a:srgbClr val="00B05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a:solidFill>
                  <a:schemeClr val="tx1"/>
                </a:solidFill>
                <a:latin typeface="Times New Roman" panose="02020603050405020304" pitchFamily="18" charset="0"/>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analyse_while_stmt(); </a:t>
            </a:r>
            <a:r>
              <a:rPr lang="zh-CN" altLang="zh-CN" dirty="0">
                <a:solidFill>
                  <a:srgbClr val="00B050"/>
                </a:solidFill>
                <a:latin typeface="Times New Roman" panose="02020603050405020304" pitchFamily="18" charset="0"/>
                <a:cs typeface="Times New Roman" panose="02020603050405020304" pitchFamily="18" charset="0"/>
              </a:rPr>
              <a:t>// 选择 while_stmt 分支 -&gt; 调用 while_stmt 的分析函数 </a:t>
            </a:r>
            <a:endParaRPr lang="en-US" altLang="zh-CN"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else if (match(ID)) { </a:t>
            </a:r>
            <a:r>
              <a:rPr lang="zh-CN" altLang="zh-CN" dirty="0">
                <a:solidFill>
                  <a:srgbClr val="00B050"/>
                </a:solidFill>
                <a:latin typeface="Times New Roman" panose="02020603050405020304" pitchFamily="18" charset="0"/>
                <a:cs typeface="Times New Roman" panose="02020603050405020304" pitchFamily="18" charset="0"/>
              </a:rPr>
              <a:t>// </a:t>
            </a:r>
            <a:r>
              <a:rPr lang="zh-CN" altLang="en-US" dirty="0">
                <a:solidFill>
                  <a:srgbClr val="00B050"/>
                </a:solidFill>
                <a:latin typeface="Times New Roman" panose="02020603050405020304" pitchFamily="18" charset="0"/>
                <a:cs typeface="Times New Roman" panose="02020603050405020304" pitchFamily="18" charset="0"/>
              </a:rPr>
              <a:t>看</a:t>
            </a:r>
            <a:r>
              <a:rPr lang="zh-CN" altLang="zh-CN" dirty="0">
                <a:solidFill>
                  <a:srgbClr val="00B050"/>
                </a:solidFill>
                <a:latin typeface="Times New Roman" panose="02020603050405020304" pitchFamily="18" charset="0"/>
                <a:cs typeface="Times New Roman" panose="02020603050405020304" pitchFamily="18" charset="0"/>
              </a:rPr>
              <a:t>到下一个符号是 ID (变量名) </a:t>
            </a:r>
            <a:endParaRPr lang="en-US" altLang="zh-CN" dirty="0">
              <a:solidFill>
                <a:srgbClr val="00B05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a:solidFill>
                  <a:schemeClr val="tx1"/>
                </a:solidFill>
                <a:latin typeface="Times New Roman" panose="02020603050405020304" pitchFamily="18" charset="0"/>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analyse_assign_stmt(); </a:t>
            </a:r>
            <a:r>
              <a:rPr lang="zh-CN" altLang="zh-CN" dirty="0">
                <a:solidFill>
                  <a:srgbClr val="00B050"/>
                </a:solidFill>
                <a:latin typeface="Times New Roman" panose="02020603050405020304" pitchFamily="18" charset="0"/>
                <a:cs typeface="Times New Roman" panose="02020603050405020304" pitchFamily="18" charset="0"/>
              </a:rPr>
              <a:t>// 选择 assign_stmt 分支 -&gt; 调用 assign_stmt 的分析函数 </a:t>
            </a:r>
            <a:endParaRPr lang="en-US" altLang="zh-CN" dirty="0">
              <a:solidFill>
                <a:srgbClr val="00B05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else { </a:t>
            </a:r>
            <a:endPar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a:r>
              <a:rPr lang="zh-CN" altLang="zh-CN" dirty="0">
                <a:solidFill>
                  <a:srgbClr val="00B050"/>
                </a:solidFill>
                <a:latin typeface="Times New Roman" panose="02020603050405020304" pitchFamily="18" charset="0"/>
                <a:cs typeface="Times New Roman" panose="02020603050405020304" pitchFamily="18" charset="0"/>
              </a:rPr>
              <a:t>// 错误处理：既不是 WHILE 也不是 ID，不符合 stmt 的任何规则！ </a:t>
            </a:r>
            <a:endParaRPr lang="en-US" altLang="zh-CN" dirty="0">
              <a:solidFill>
                <a:srgbClr val="00B05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a:solidFill>
                  <a:schemeClr val="tx1"/>
                </a:solidFill>
                <a:latin typeface="Times New Roman" panose="02020603050405020304" pitchFamily="18" charset="0"/>
                <a:cs typeface="Times New Roman" panose="02020603050405020304" pitchFamily="18" charset="0"/>
              </a:rPr>
              <a:t>  </a:t>
            </a: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report_syntax_error</a:t>
            </a:r>
            <a:endPar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'WHILE' or an identifier (ID) for a statement"); } </a:t>
            </a:r>
            <a:endParaRPr kumimoji="0" lang="en-US"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7" name="Slide Number Placeholder 7">
            <a:extLst>
              <a:ext uri="{FF2B5EF4-FFF2-40B4-BE49-F238E27FC236}">
                <a16:creationId xmlns:a16="http://schemas.microsoft.com/office/drawing/2014/main" id="{668B7CB8-54F4-8B54-2E80-9E614FDB0BD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9pPr>
          </a:lstStyle>
          <a:p>
            <a:pPr algn="r" eaLnBrk="1">
              <a:lnSpc>
                <a:spcPct val="116000"/>
              </a:lnSpc>
              <a:buSzPct val="100000"/>
              <a:buFont typeface="Times New Roman" panose="02020603050405020304" pitchFamily="18" charset="0"/>
              <a:buNone/>
            </a:pPr>
            <a:fld id="{1BC310D0-8399-47E0-B7D1-E300A1119C63}"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48</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91253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193778F-A44A-2C64-5817-9695781DEFF8}"/>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9p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语法分析</a:t>
            </a:r>
          </a:p>
        </p:txBody>
      </p:sp>
      <p:sp>
        <p:nvSpPr>
          <p:cNvPr id="6" name="文本框 5">
            <a:extLst>
              <a:ext uri="{FF2B5EF4-FFF2-40B4-BE49-F238E27FC236}">
                <a16:creationId xmlns:a16="http://schemas.microsoft.com/office/drawing/2014/main" id="{F5BDCFC8-0BA4-532D-54AC-8B549C9BE31C}"/>
              </a:ext>
            </a:extLst>
          </p:cNvPr>
          <p:cNvSpPr txBox="1"/>
          <p:nvPr/>
        </p:nvSpPr>
        <p:spPr>
          <a:xfrm>
            <a:off x="503238" y="1133618"/>
            <a:ext cx="5122113" cy="1034129"/>
          </a:xfrm>
          <a:prstGeom prst="rect">
            <a:avLst/>
          </a:prstGeom>
          <a:noFill/>
        </p:spPr>
        <p:txBody>
          <a:bodyPr wrap="square">
            <a:spAutoFit/>
          </a:bodyPr>
          <a:lstStyle/>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400" b="1" dirty="0" err="1">
                <a:solidFill>
                  <a:srgbClr val="C00000"/>
                </a:solidFill>
                <a:latin typeface="宋体" panose="02010600030101010101" pitchFamily="2" charset="-122"/>
                <a:ea typeface="宋体" panose="02010600030101010101" pitchFamily="2" charset="-122"/>
              </a:rPr>
              <a:t>bool_expr</a:t>
            </a:r>
            <a:r>
              <a:rPr lang="en-US" altLang="zh-CN" sz="2400" b="1" dirty="0">
                <a:solidFill>
                  <a:srgbClr val="C00000"/>
                </a:solidFill>
                <a:latin typeface="宋体" panose="02010600030101010101" pitchFamily="2" charset="-122"/>
                <a:ea typeface="宋体" panose="02010600030101010101" pitchFamily="2" charset="-122"/>
              </a:rPr>
              <a:t>  → expr &gt;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400" b="1" dirty="0">
                <a:solidFill>
                  <a:srgbClr val="C00000"/>
                </a:solidFill>
                <a:latin typeface="宋体" panose="02010600030101010101" pitchFamily="2" charset="-122"/>
                <a:ea typeface="宋体" panose="02010600030101010101" pitchFamily="2" charset="-122"/>
              </a:rPr>
              <a:t>           |  expr &lt; expr  </a:t>
            </a:r>
          </a:p>
          <a:p>
            <a:pPr marL="431800" indent="-323850" eaLnBrk="1">
              <a:lnSpc>
                <a:spcPct val="85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400" b="1" dirty="0">
                <a:solidFill>
                  <a:srgbClr val="C00000"/>
                </a:solidFill>
                <a:latin typeface="宋体" panose="02010600030101010101" pitchFamily="2" charset="-122"/>
                <a:ea typeface="宋体" panose="02010600030101010101" pitchFamily="2" charset="-122"/>
              </a:rPr>
              <a:t>           |  expr == expr</a:t>
            </a:r>
          </a:p>
        </p:txBody>
      </p:sp>
      <p:sp>
        <p:nvSpPr>
          <p:cNvPr id="8" name="Rectangle 2">
            <a:extLst>
              <a:ext uri="{FF2B5EF4-FFF2-40B4-BE49-F238E27FC236}">
                <a16:creationId xmlns:a16="http://schemas.microsoft.com/office/drawing/2014/main" id="{25BD8AAC-8814-C1AB-DF7E-AD8E7342A1A2}"/>
              </a:ext>
            </a:extLst>
          </p:cNvPr>
          <p:cNvSpPr>
            <a:spLocks noChangeArrowheads="1"/>
          </p:cNvSpPr>
          <p:nvPr/>
        </p:nvSpPr>
        <p:spPr bwMode="auto">
          <a:xfrm>
            <a:off x="557717" y="2101075"/>
            <a:ext cx="7223452"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void analyse_bool_expr() { </a:t>
            </a:r>
            <a:endPar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analyse_expr(); </a:t>
            </a:r>
            <a:r>
              <a:rPr kumimoji="0" lang="zh-CN" altLang="zh-CN" sz="20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rPr>
              <a:t>// 首先分析第一个 expr (关系运算符左边部分) </a:t>
            </a:r>
            <a:endParaRPr kumimoji="0" lang="en-US" altLang="zh-CN" sz="2000" b="0" i="0" u="none" strike="noStrike" cap="none" normalizeH="0" baseline="0" dirty="0">
              <a:ln>
                <a:noFill/>
              </a:ln>
              <a:solidFill>
                <a:srgbClr val="00B050"/>
              </a:solidFill>
              <a:effectLst/>
              <a:latin typeface="Times New Roman" panose="02020603050405020304" pitchFamily="18" charset="0"/>
              <a:cs typeface="Times New Roman" panose="02020603050405020304" pitchFamily="18" charset="0"/>
            </a:endParaRPr>
          </a:p>
          <a:p>
            <a:pPr defTabSz="914400"/>
            <a:r>
              <a:rPr lang="zh-CN" altLang="zh-CN" sz="2000" dirty="0">
                <a:solidFill>
                  <a:srgbClr val="00B050"/>
                </a:solidFill>
                <a:latin typeface="Times New Roman" panose="02020603050405020304" pitchFamily="18" charset="0"/>
                <a:cs typeface="Times New Roman" panose="02020603050405020304" pitchFamily="18" charset="0"/>
              </a:rPr>
              <a:t>// 关键：前瞻符号决定走哪个分支！(关系运算符本身) </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(match(“&gt;”)) {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sz="2000" dirty="0">
                <a:solidFill>
                  <a:srgbClr val="00B050"/>
                </a:solidFill>
                <a:latin typeface="Times New Roman" panose="02020603050405020304" pitchFamily="18" charset="0"/>
                <a:cs typeface="Times New Roman" panose="02020603050405020304" pitchFamily="18" charset="0"/>
              </a:rPr>
              <a:t>// </a:t>
            </a:r>
            <a:r>
              <a:rPr lang="zh-CN" altLang="en-US" sz="2000" dirty="0">
                <a:solidFill>
                  <a:srgbClr val="00B050"/>
                </a:solidFill>
                <a:latin typeface="Times New Roman" panose="02020603050405020304" pitchFamily="18" charset="0"/>
                <a:cs typeface="Times New Roman" panose="02020603050405020304" pitchFamily="18" charset="0"/>
              </a:rPr>
              <a:t>看</a:t>
            </a:r>
            <a:r>
              <a:rPr lang="zh-CN" altLang="zh-CN" sz="2000" dirty="0">
                <a:solidFill>
                  <a:srgbClr val="00B050"/>
                </a:solidFill>
                <a:latin typeface="Times New Roman" panose="02020603050405020304" pitchFamily="18" charset="0"/>
                <a:cs typeface="Times New Roman" panose="02020603050405020304" pitchFamily="18" charset="0"/>
              </a:rPr>
              <a:t>到下一个符号是 &gt;</a:t>
            </a:r>
            <a:endParaRPr lang="en-US" altLang="zh-CN" sz="2000" dirty="0">
              <a:solidFill>
                <a:srgbClr val="00B05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advance();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sz="2000" dirty="0">
                <a:solidFill>
                  <a:srgbClr val="00B050"/>
                </a:solidFill>
                <a:latin typeface="Times New Roman" panose="02020603050405020304" pitchFamily="18" charset="0"/>
                <a:cs typeface="Times New Roman" panose="02020603050405020304" pitchFamily="18" charset="0"/>
              </a:rPr>
              <a:t>// 消耗掉 '&gt;’ </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analyse_expr();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sz="2000" dirty="0">
                <a:solidFill>
                  <a:srgbClr val="00B050"/>
                </a:solidFill>
                <a:latin typeface="Times New Roman" panose="02020603050405020304" pitchFamily="18" charset="0"/>
                <a:cs typeface="Times New Roman" panose="02020603050405020304" pitchFamily="18" charset="0"/>
              </a:rPr>
              <a:t>// 分析第二个 expr (右边部分) </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else if (match(“&lt;”)) {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sz="2000" dirty="0">
                <a:solidFill>
                  <a:srgbClr val="00B050"/>
                </a:solidFill>
                <a:latin typeface="Times New Roman" panose="02020603050405020304" pitchFamily="18" charset="0"/>
                <a:cs typeface="Times New Roman" panose="02020603050405020304" pitchFamily="18" charset="0"/>
              </a:rPr>
              <a:t>// </a:t>
            </a:r>
            <a:r>
              <a:rPr lang="zh-CN" altLang="en-US" sz="2000" dirty="0">
                <a:solidFill>
                  <a:srgbClr val="00B050"/>
                </a:solidFill>
                <a:latin typeface="Times New Roman" panose="02020603050405020304" pitchFamily="18" charset="0"/>
                <a:cs typeface="Times New Roman" panose="02020603050405020304" pitchFamily="18" charset="0"/>
              </a:rPr>
              <a:t>看</a:t>
            </a:r>
            <a:r>
              <a:rPr lang="zh-CN" altLang="zh-CN" sz="2000" dirty="0">
                <a:solidFill>
                  <a:srgbClr val="00B050"/>
                </a:solidFill>
                <a:latin typeface="Times New Roman" panose="02020603050405020304" pitchFamily="18" charset="0"/>
                <a:cs typeface="Times New Roman" panose="02020603050405020304" pitchFamily="18" charset="0"/>
              </a:rPr>
              <a:t>到下一个符号是 &lt;</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sz="2000" dirty="0">
                <a:solidFill>
                  <a:srgbClr val="00B050"/>
                </a:solidFill>
                <a:latin typeface="Times New Roman" panose="02020603050405020304" pitchFamily="18" charset="0"/>
                <a:cs typeface="Times New Roman" panose="02020603050405020304" pitchFamily="18" charset="0"/>
              </a:rPr>
              <a:t>// 消耗掉 '&lt;‘ </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analyse_expr();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sz="2000" dirty="0">
                <a:solidFill>
                  <a:srgbClr val="00B050"/>
                </a:solidFill>
                <a:latin typeface="Times New Roman" panose="02020603050405020304" pitchFamily="18" charset="0"/>
                <a:cs typeface="Times New Roman" panose="02020603050405020304" pitchFamily="18" charset="0"/>
              </a:rPr>
              <a:t>// 分析第二个 expr (右边部分) </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else if (match(“==”)) {</a:t>
            </a:r>
            <a:r>
              <a:rPr lang="en-US" altLang="zh-CN" sz="2000" dirty="0">
                <a:solidFill>
                  <a:schemeClr val="tx1"/>
                </a:solidFill>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zh-CN" altLang="zh-CN" sz="2000" dirty="0">
                <a:solidFill>
                  <a:srgbClr val="00B050"/>
                </a:solidFill>
                <a:latin typeface="Times New Roman" panose="02020603050405020304" pitchFamily="18" charset="0"/>
                <a:cs typeface="Times New Roman" panose="02020603050405020304" pitchFamily="18" charset="0"/>
              </a:rPr>
              <a:t>// </a:t>
            </a:r>
            <a:r>
              <a:rPr lang="zh-CN" altLang="en-US" sz="2000" dirty="0">
                <a:solidFill>
                  <a:srgbClr val="00B050"/>
                </a:solidFill>
                <a:latin typeface="Times New Roman" panose="02020603050405020304" pitchFamily="18" charset="0"/>
                <a:cs typeface="Times New Roman" panose="02020603050405020304" pitchFamily="18" charset="0"/>
              </a:rPr>
              <a:t>看</a:t>
            </a:r>
            <a:r>
              <a:rPr lang="zh-CN" altLang="zh-CN" sz="2000" dirty="0">
                <a:solidFill>
                  <a:srgbClr val="00B050"/>
                </a:solidFill>
                <a:latin typeface="Times New Roman" panose="02020603050405020304" pitchFamily="18" charset="0"/>
                <a:cs typeface="Times New Roman" panose="02020603050405020304" pitchFamily="18" charset="0"/>
              </a:rPr>
              <a:t>到下一个符号是 == </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 </a:t>
            </a:r>
            <a:r>
              <a:rPr lang="zh-CN" altLang="zh-CN" sz="2000" dirty="0">
                <a:solidFill>
                  <a:srgbClr val="00B050"/>
                </a:solidFill>
                <a:latin typeface="Times New Roman" panose="02020603050405020304" pitchFamily="18" charset="0"/>
                <a:cs typeface="Times New Roman" panose="02020603050405020304" pitchFamily="18" charset="0"/>
              </a:rPr>
              <a:t>// 消耗掉 '==‘ </a:t>
            </a:r>
            <a:endParaRPr lang="en-US" altLang="zh-CN" sz="2000" dirty="0">
              <a:solidFill>
                <a:srgbClr val="00B050"/>
              </a:solidFill>
              <a:latin typeface="Times New Roman" panose="02020603050405020304" pitchFamily="18" charset="0"/>
              <a:cs typeface="Times New Roman" panose="02020603050405020304" pitchFamily="18" charset="0"/>
            </a:endParaRPr>
          </a:p>
          <a:p>
            <a:pPr defTabSz="914400"/>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analyse_expr(); </a:t>
            </a:r>
            <a:r>
              <a:rPr lang="zh-CN" altLang="zh-CN" sz="2000" dirty="0">
                <a:solidFill>
                  <a:srgbClr val="00B050"/>
                </a:solidFill>
                <a:latin typeface="Times New Roman" panose="02020603050405020304" pitchFamily="18" charset="0"/>
                <a:cs typeface="Times New Roman" panose="02020603050405020304" pitchFamily="18" charset="0"/>
              </a:rPr>
              <a:t>// 分析第二个 expr (右边部分) </a:t>
            </a:r>
            <a:endParaRPr lang="en-US" altLang="zh-CN" sz="2000" dirty="0">
              <a:solidFill>
                <a:srgbClr val="00B05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else { </a:t>
            </a:r>
            <a:endPar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a:r>
              <a:rPr lang="zh-CN" altLang="zh-CN" sz="2000" dirty="0">
                <a:solidFill>
                  <a:srgbClr val="00B050"/>
                </a:solidFill>
                <a:latin typeface="Times New Roman" panose="02020603050405020304" pitchFamily="18" charset="0"/>
                <a:cs typeface="Times New Roman" panose="02020603050405020304" pitchFamily="18" charset="0"/>
              </a:rPr>
              <a:t>// 错误处理：在 bool_expr 里，expr 后面必须跟着 &gt;, &lt; 或 == </a:t>
            </a:r>
            <a:endParaRPr lang="en-US" altLang="zh-CN" sz="2000" dirty="0">
              <a:solidFill>
                <a:srgbClr val="00B05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report_syntax_error("Expected relational operator ('&gt;', '&lt;', or '==‘) </a:t>
            </a:r>
            <a:endPar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expression in boolean expression"); } </a:t>
            </a:r>
            <a:endPar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9" name="Slide Number Placeholder 7">
            <a:extLst>
              <a:ext uri="{FF2B5EF4-FFF2-40B4-BE49-F238E27FC236}">
                <a16:creationId xmlns:a16="http://schemas.microsoft.com/office/drawing/2014/main" id="{D2DCF8D1-4D28-C4AF-EEC4-73888294C8E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9pPr>
          </a:lstStyle>
          <a:p>
            <a:pPr algn="r" eaLnBrk="1">
              <a:lnSpc>
                <a:spcPct val="116000"/>
              </a:lnSpc>
              <a:buSzPct val="100000"/>
              <a:buFont typeface="Times New Roman" panose="02020603050405020304" pitchFamily="18" charset="0"/>
              <a:buNone/>
            </a:pPr>
            <a:fld id="{1BC310D0-8399-47E0-B7D1-E300A1119C63}"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49</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130427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9E87F1A-AC16-8EC6-EDB8-1CDA9770996C}"/>
              </a:ext>
            </a:extLst>
          </p:cNvPr>
          <p:cNvSpPr txBox="1">
            <a:spLocks noChangeArrowheads="1"/>
          </p:cNvSpPr>
          <p:nvPr/>
        </p:nvSpPr>
        <p:spPr bwMode="auto">
          <a:xfrm>
            <a:off x="503238" y="301625"/>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9p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测试</a:t>
            </a:r>
          </a:p>
        </p:txBody>
      </p:sp>
      <p:sp>
        <p:nvSpPr>
          <p:cNvPr id="3" name="Rectangle 2">
            <a:extLst>
              <a:ext uri="{FF2B5EF4-FFF2-40B4-BE49-F238E27FC236}">
                <a16:creationId xmlns:a16="http://schemas.microsoft.com/office/drawing/2014/main" id="{041A4809-478E-614F-77DB-9F07BD7E2C2C}"/>
              </a:ext>
            </a:extLst>
          </p:cNvPr>
          <p:cNvSpPr txBox="1">
            <a:spLocks noChangeArrowheads="1"/>
          </p:cNvSpPr>
          <p:nvPr/>
        </p:nvSpPr>
        <p:spPr bwMode="auto">
          <a:xfrm>
            <a:off x="503239" y="1807004"/>
            <a:ext cx="7848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anose="02010609030101010101" pitchFamily="1" charset="-122"/>
              </a:defRPr>
            </a:lvl9pPr>
          </a:lstStyle>
          <a:p>
            <a:pPr marL="565150" indent="-457200" eaLnBrk="1">
              <a:lnSpc>
                <a:spcPct val="85000"/>
              </a:lnSpc>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3200" b="1" dirty="0" err="1">
                <a:latin typeface="宋体" panose="02010600030101010101" pitchFamily="2" charset="-122"/>
                <a:ea typeface="宋体" panose="02010600030101010101" pitchFamily="2" charset="-122"/>
              </a:rPr>
              <a:t>primary_expr</a:t>
            </a:r>
            <a:r>
              <a:rPr lang="en-US" altLang="zh-CN" sz="3200" b="1" dirty="0">
                <a:latin typeface="宋体" panose="02010600030101010101" pitchFamily="2" charset="-122"/>
                <a:ea typeface="宋体" panose="02010600030101010101" pitchFamily="2" charset="-122"/>
              </a:rPr>
              <a:t>  → </a:t>
            </a:r>
            <a:r>
              <a:rPr lang="en-US" altLang="zh-CN" sz="3200" b="1" dirty="0">
                <a:solidFill>
                  <a:schemeClr val="accent2"/>
                </a:solidFill>
                <a:latin typeface="宋体" panose="02010600030101010101" pitchFamily="2" charset="-122"/>
                <a:ea typeface="宋体" panose="02010600030101010101" pitchFamily="2" charset="-122"/>
              </a:rPr>
              <a:t>ID</a:t>
            </a:r>
            <a:r>
              <a:rPr lang="en-US" altLang="zh-CN" sz="3200" b="1" dirty="0">
                <a:latin typeface="宋体" panose="02010600030101010101" pitchFamily="2" charset="-122"/>
                <a:ea typeface="宋体" panose="02010600030101010101" pitchFamily="2" charset="-122"/>
              </a:rPr>
              <a:t>  |  </a:t>
            </a:r>
            <a:r>
              <a:rPr lang="en-US" altLang="zh-CN" sz="3200" b="1" dirty="0">
                <a:solidFill>
                  <a:schemeClr val="accent2"/>
                </a:solidFill>
                <a:latin typeface="宋体" panose="02010600030101010101" pitchFamily="2" charset="-122"/>
                <a:ea typeface="宋体" panose="02010600030101010101" pitchFamily="2" charset="-122"/>
              </a:rPr>
              <a:t>NUMBER</a:t>
            </a:r>
          </a:p>
          <a:p>
            <a:pPr marL="565150" indent="-457200" eaLnBrk="1">
              <a:lnSpc>
                <a:spcPct val="85000"/>
              </a:lnSpc>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US" altLang="zh-CN" sz="3200" b="1" dirty="0">
              <a:solidFill>
                <a:schemeClr val="accent2"/>
              </a:solidFill>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67F44D8E-054C-6FD4-BF08-9A318324B1BA}"/>
              </a:ext>
            </a:extLst>
          </p:cNvPr>
          <p:cNvSpPr txBox="1"/>
          <p:nvPr/>
        </p:nvSpPr>
        <p:spPr>
          <a:xfrm>
            <a:off x="405003" y="2744768"/>
            <a:ext cx="8415561" cy="929485"/>
          </a:xfrm>
          <a:prstGeom prst="rect">
            <a:avLst/>
          </a:prstGeom>
          <a:noFill/>
        </p:spPr>
        <p:txBody>
          <a:bodyPr wrap="square">
            <a:spAutoFit/>
          </a:bodyPr>
          <a:lstStyle/>
          <a:p>
            <a:pPr marL="565150" indent="-457200" eaLnBrk="1">
              <a:lnSpc>
                <a:spcPct val="85000"/>
              </a:lnSpc>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3200" b="1" dirty="0">
                <a:latin typeface="宋体" panose="02010600030101010101" pitchFamily="2" charset="-122"/>
                <a:ea typeface="宋体" panose="02010600030101010101" pitchFamily="2" charset="-122"/>
              </a:rPr>
              <a:t>expr → </a:t>
            </a:r>
            <a:r>
              <a:rPr lang="en-US" altLang="zh-CN" sz="3200" b="1" dirty="0" err="1">
                <a:latin typeface="宋体" panose="02010600030101010101" pitchFamily="2" charset="-122"/>
                <a:ea typeface="宋体" panose="02010600030101010101" pitchFamily="2" charset="-122"/>
              </a:rPr>
              <a:t>primary_expr</a:t>
            </a:r>
            <a:r>
              <a:rPr lang="en-US" altLang="zh-CN" sz="3200" b="1" dirty="0">
                <a:latin typeface="宋体" panose="02010600030101010101" pitchFamily="2" charset="-122"/>
                <a:ea typeface="宋体" panose="02010600030101010101" pitchFamily="2" charset="-122"/>
              </a:rPr>
              <a:t> </a:t>
            </a:r>
            <a:r>
              <a:rPr lang="en-US" altLang="zh-CN" sz="3200" b="1" dirty="0">
                <a:solidFill>
                  <a:schemeClr val="accent2"/>
                </a:solidFill>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 expr | 		          		    </a:t>
            </a:r>
            <a:r>
              <a:rPr lang="en-US" altLang="zh-CN" sz="3200" b="1" dirty="0" err="1">
                <a:latin typeface="宋体" panose="02010600030101010101" pitchFamily="2" charset="-122"/>
                <a:ea typeface="宋体" panose="02010600030101010101" pitchFamily="2" charset="-122"/>
              </a:rPr>
              <a:t>primary_expr</a:t>
            </a:r>
            <a:r>
              <a:rPr lang="en-US" altLang="zh-CN" sz="3200" b="1" dirty="0">
                <a:latin typeface="宋体" panose="02010600030101010101" pitchFamily="2" charset="-122"/>
                <a:ea typeface="宋体" panose="02010600030101010101" pitchFamily="2" charset="-122"/>
              </a:rPr>
              <a:t> </a:t>
            </a:r>
            <a:r>
              <a:rPr lang="en-US" altLang="zh-CN" sz="3200" b="1" dirty="0">
                <a:solidFill>
                  <a:schemeClr val="accent2"/>
                </a:solidFill>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 expr</a:t>
            </a:r>
          </a:p>
        </p:txBody>
      </p:sp>
      <p:sp>
        <p:nvSpPr>
          <p:cNvPr id="7" name="文本框 6">
            <a:extLst>
              <a:ext uri="{FF2B5EF4-FFF2-40B4-BE49-F238E27FC236}">
                <a16:creationId xmlns:a16="http://schemas.microsoft.com/office/drawing/2014/main" id="{B9F84C15-67F4-2D45-ECFD-C5103F62B88A}"/>
              </a:ext>
            </a:extLst>
          </p:cNvPr>
          <p:cNvSpPr txBox="1"/>
          <p:nvPr/>
        </p:nvSpPr>
        <p:spPr>
          <a:xfrm>
            <a:off x="413643" y="4137195"/>
            <a:ext cx="7957302" cy="510909"/>
          </a:xfrm>
          <a:prstGeom prst="rect">
            <a:avLst/>
          </a:prstGeom>
          <a:noFill/>
        </p:spPr>
        <p:txBody>
          <a:bodyPr wrap="square">
            <a:spAutoFit/>
          </a:bodyPr>
          <a:lstStyle/>
          <a:p>
            <a:pPr marL="565150" indent="-457200" eaLnBrk="1">
              <a:lnSpc>
                <a:spcPct val="85000"/>
              </a:lnSpc>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3200" b="1" dirty="0">
                <a:solidFill>
                  <a:schemeClr val="tx1"/>
                </a:solidFill>
                <a:latin typeface="宋体" panose="02010600030101010101" pitchFamily="2" charset="-122"/>
                <a:ea typeface="宋体" panose="02010600030101010101" pitchFamily="2" charset="-122"/>
              </a:rPr>
              <a:t>program  →  </a:t>
            </a:r>
            <a:r>
              <a:rPr lang="en-US" altLang="zh-CN" sz="3200" b="1" dirty="0" err="1">
                <a:solidFill>
                  <a:schemeClr val="tx1"/>
                </a:solidFill>
                <a:latin typeface="宋体" panose="02010600030101010101" pitchFamily="2" charset="-122"/>
                <a:ea typeface="宋体" panose="02010600030101010101" pitchFamily="2" charset="-122"/>
              </a:rPr>
              <a:t>stmt</a:t>
            </a:r>
            <a:r>
              <a:rPr lang="en-US" altLang="zh-CN" sz="3200" b="1" dirty="0">
                <a:solidFill>
                  <a:schemeClr val="tx1"/>
                </a:solidFill>
                <a:latin typeface="宋体" panose="02010600030101010101" pitchFamily="2" charset="-122"/>
                <a:ea typeface="宋体" panose="02010600030101010101" pitchFamily="2" charset="-122"/>
              </a:rPr>
              <a:t> | program </a:t>
            </a:r>
            <a:r>
              <a:rPr lang="en-US" altLang="zh-CN" sz="3200" b="1" dirty="0" err="1">
                <a:solidFill>
                  <a:schemeClr val="tx1"/>
                </a:solidFill>
                <a:latin typeface="宋体" panose="02010600030101010101" pitchFamily="2" charset="-122"/>
                <a:ea typeface="宋体" panose="02010600030101010101" pitchFamily="2" charset="-122"/>
              </a:rPr>
              <a:t>stmt</a:t>
            </a:r>
            <a:endParaRPr lang="en-US" altLang="zh-CN" sz="3200" b="1" dirty="0">
              <a:solidFill>
                <a:schemeClr val="tx1"/>
              </a:solidFill>
              <a:latin typeface="宋体" panose="02010600030101010101" pitchFamily="2" charset="-122"/>
              <a:ea typeface="宋体" panose="02010600030101010101" pitchFamily="2" charset="-122"/>
            </a:endParaRPr>
          </a:p>
        </p:txBody>
      </p:sp>
      <p:sp>
        <p:nvSpPr>
          <p:cNvPr id="8" name="Slide Number Placeholder 7">
            <a:extLst>
              <a:ext uri="{FF2B5EF4-FFF2-40B4-BE49-F238E27FC236}">
                <a16:creationId xmlns:a16="http://schemas.microsoft.com/office/drawing/2014/main" id="{BD4F53CA-B3DD-8CC2-C9A6-709D3070B38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Lst>
              <a:defRPr>
                <a:solidFill>
                  <a:srgbClr val="000000"/>
                </a:solidFill>
                <a:latin typeface="Arial" panose="020B0604020202020204" pitchFamily="34" charset="0"/>
                <a:ea typeface="Droid Sans Fallback" charset="-122"/>
              </a:defRPr>
            </a:lvl9pPr>
          </a:lstStyle>
          <a:p>
            <a:pPr algn="r" eaLnBrk="1">
              <a:lnSpc>
                <a:spcPct val="116000"/>
              </a:lnSpc>
              <a:buSzPct val="100000"/>
              <a:buFont typeface="Times New Roman" panose="02020603050405020304" pitchFamily="18" charset="0"/>
              <a:buNone/>
            </a:pPr>
            <a:fld id="{1BC310D0-8399-47E0-B7D1-E300A1119C63}"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50</a:t>
            </a:fld>
            <a:endParaRPr lang="en-GB" altLang="en-US" sz="1200" dirty="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28068153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7532A8AF-0534-020B-E8DE-A1294460AD67}"/>
              </a:ext>
            </a:extLst>
          </p:cNvPr>
          <p:cNvSpPr>
            <a:spLocks noGrp="1" noChangeArrowheads="1"/>
          </p:cNvSpPr>
          <p:nvPr>
            <p:ph type="body" idx="4294967295"/>
          </p:nvPr>
        </p:nvSpPr>
        <p:spPr>
          <a:xfrm>
            <a:off x="503238" y="1397000"/>
            <a:ext cx="9069387" cy="5354638"/>
          </a:xfrm>
        </p:spPr>
        <p:txBody>
          <a:bodyPr/>
          <a:lstStyle/>
          <a:p>
            <a:pPr marL="0" indent="0" eaLnBrk="1" hangingPunct="1">
              <a:buFont typeface="Times New Roman" panose="02020603050405020304" pitchFamily="18" charset="0"/>
              <a:buNone/>
            </a:pPr>
            <a:r>
              <a:rPr lang="en-US" altLang="zh-CN" sz="3200" b="1">
                <a:latin typeface="宋体" panose="02010600030101010101" pitchFamily="2" charset="-122"/>
                <a:ea typeface="宋体" panose="02010600030101010101" pitchFamily="2" charset="-122"/>
              </a:rPr>
              <a:t>program  →  </a:t>
            </a:r>
            <a:r>
              <a:rPr lang="en-US" altLang="zh-CN" sz="3200" b="1">
                <a:solidFill>
                  <a:schemeClr val="folHlink"/>
                </a:solidFill>
                <a:latin typeface="宋体" panose="02010600030101010101" pitchFamily="2" charset="-122"/>
                <a:ea typeface="宋体" panose="02010600030101010101" pitchFamily="2" charset="-122"/>
              </a:rPr>
              <a:t>stmt |</a:t>
            </a:r>
            <a:r>
              <a:rPr lang="en-US" altLang="zh-CN" sz="3200" b="1">
                <a:latin typeface="宋体" panose="02010600030101010101" pitchFamily="2" charset="-122"/>
                <a:ea typeface="宋体" panose="02010600030101010101" pitchFamily="2" charset="-122"/>
              </a:rPr>
              <a:t> program stmt</a:t>
            </a:r>
          </a:p>
          <a:p>
            <a:pPr marL="0" indent="0" eaLnBrk="1">
              <a:buFont typeface="StarSymbol" charset="0"/>
              <a:buNone/>
            </a:pPr>
            <a:r>
              <a:rPr lang="zh-CN" altLang="en-US" sz="3200" b="1">
                <a:latin typeface="楷体_GB2312" panose="02010609030101010101" pitchFamily="1" charset="-122"/>
              </a:rPr>
              <a:t>按前述方法</a:t>
            </a:r>
          </a:p>
          <a:p>
            <a:pPr marL="0" indent="0" eaLnBrk="1">
              <a:buFont typeface="StarSymbol" charset="0"/>
              <a:buNone/>
            </a:pPr>
            <a:endParaRPr lang="zh-CN" altLang="en-US" sz="3200" b="1">
              <a:latin typeface="楷体_GB2312" panose="02010609030101010101" pitchFamily="1" charset="-122"/>
            </a:endParaRPr>
          </a:p>
        </p:txBody>
      </p:sp>
      <p:sp>
        <p:nvSpPr>
          <p:cNvPr id="63491" name="Rectangle 2">
            <a:extLst>
              <a:ext uri="{FF2B5EF4-FFF2-40B4-BE49-F238E27FC236}">
                <a16:creationId xmlns:a16="http://schemas.microsoft.com/office/drawing/2014/main" id="{AE160002-9F85-C6A3-9E74-A6DA9E08BE6C}"/>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63492" name="Date Placeholder 5">
            <a:extLst>
              <a:ext uri="{FF2B5EF4-FFF2-40B4-BE49-F238E27FC236}">
                <a16:creationId xmlns:a16="http://schemas.microsoft.com/office/drawing/2014/main" id="{AD4AFA21-5504-C001-5D71-A76DC449795E}"/>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3493" name="Slide Number Placeholder 6">
            <a:extLst>
              <a:ext uri="{FF2B5EF4-FFF2-40B4-BE49-F238E27FC236}">
                <a16:creationId xmlns:a16="http://schemas.microsoft.com/office/drawing/2014/main" id="{7805DD9C-4BDA-06FE-9271-224C7469EBBA}"/>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9B9CB798-EEA2-4440-B668-D78AB845E9FC}"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51</a:t>
            </a:fld>
            <a:endParaRPr lang="en-GB" altLang="en-US" sz="1200">
              <a:latin typeface="Comic Sans MS" panose="030F0702030302020204" pitchFamily="66" charset="0"/>
              <a:ea typeface="宋体" panose="02010600030101010101" pitchFamily="2" charset="-122"/>
            </a:endParaRPr>
          </a:p>
        </p:txBody>
      </p:sp>
      <p:sp>
        <p:nvSpPr>
          <p:cNvPr id="63494" name="Footer Placeholder 7">
            <a:extLst>
              <a:ext uri="{FF2B5EF4-FFF2-40B4-BE49-F238E27FC236}">
                <a16:creationId xmlns:a16="http://schemas.microsoft.com/office/drawing/2014/main" id="{8EF325C7-C889-0B89-8015-0FACD33DB6A3}"/>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3495" name="文本框 30726">
            <a:extLst>
              <a:ext uri="{FF2B5EF4-FFF2-40B4-BE49-F238E27FC236}">
                <a16:creationId xmlns:a16="http://schemas.microsoft.com/office/drawing/2014/main" id="{2F940DC4-85A1-487C-7769-F4CF77957DE8}"/>
              </a:ext>
            </a:extLst>
          </p:cNvPr>
          <p:cNvSpPr txBox="1">
            <a:spLocks noChangeArrowheads="1"/>
          </p:cNvSpPr>
          <p:nvPr/>
        </p:nvSpPr>
        <p:spPr bwMode="auto">
          <a:xfrm>
            <a:off x="455613" y="2768600"/>
            <a:ext cx="6859587"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a:lnSpc>
                <a:spcPct val="150000"/>
              </a:lnSpc>
              <a:buSzPct val="100000"/>
              <a:buFont typeface="Times New Roman" panose="02020603050405020304" pitchFamily="18" charset="0"/>
              <a:buNone/>
            </a:pPr>
            <a:r>
              <a:rPr lang="en-US" altLang="zh-CN" sz="2800" b="1">
                <a:solidFill>
                  <a:srgbClr val="3333CC"/>
                </a:solidFill>
                <a:latin typeface="宋体" panose="02010600030101010101" pitchFamily="2" charset="-122"/>
                <a:ea typeface="宋体" panose="02010600030101010101" pitchFamily="2" charset="-122"/>
                <a:sym typeface="Times New Roman" panose="02020603050405020304" pitchFamily="18" charset="0"/>
              </a:rPr>
              <a:t>void </a:t>
            </a:r>
            <a:r>
              <a:rPr lang="en-US" altLang="zh-CN" sz="2800" b="1">
                <a:latin typeface="宋体" panose="02010600030101010101" pitchFamily="2" charset="-122"/>
                <a:ea typeface="宋体" panose="02010600030101010101" pitchFamily="2" charset="-122"/>
                <a:sym typeface="Times New Roman" panose="02020603050405020304" pitchFamily="18" charset="0"/>
              </a:rPr>
              <a:t>analyse_program()</a:t>
            </a:r>
          </a:p>
          <a:p>
            <a:pPr eaLnBrk="1">
              <a:lnSpc>
                <a:spcPct val="150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sym typeface="Times New Roman" panose="02020603050405020304" pitchFamily="18" charset="0"/>
              </a:rPr>
              <a:t>{</a:t>
            </a:r>
          </a:p>
          <a:p>
            <a:pPr eaLnBrk="1">
              <a:lnSpc>
                <a:spcPct val="150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sym typeface="Times New Roman" panose="02020603050405020304" pitchFamily="18" charset="0"/>
              </a:rPr>
              <a:t>    analyse_program();</a:t>
            </a:r>
          </a:p>
          <a:p>
            <a:pPr eaLnBrk="1">
              <a:lnSpc>
                <a:spcPct val="150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sym typeface="Times New Roman" panose="02020603050405020304" pitchFamily="18" charset="0"/>
              </a:rPr>
              <a:t>    analyse_stmt();</a:t>
            </a:r>
            <a:endParaRPr lang="en-US" altLang="zh-CN" sz="3200" b="1">
              <a:latin typeface="宋体" panose="02010600030101010101" pitchFamily="2" charset="-122"/>
              <a:ea typeface="宋体" panose="02010600030101010101" pitchFamily="2" charset="-122"/>
              <a:sym typeface="Times New Roman" panose="02020603050405020304" pitchFamily="18" charset="0"/>
            </a:endParaRPr>
          </a:p>
          <a:p>
            <a:pPr eaLnBrk="1">
              <a:lnSpc>
                <a:spcPct val="150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sym typeface="Times New Roman" panose="02020603050405020304" pitchFamily="18" charset="0"/>
              </a:rPr>
              <a:t>}</a:t>
            </a:r>
          </a:p>
        </p:txBody>
      </p:sp>
      <p:sp>
        <p:nvSpPr>
          <p:cNvPr id="30728" name="右弧形箭头 30727">
            <a:extLst>
              <a:ext uri="{FF2B5EF4-FFF2-40B4-BE49-F238E27FC236}">
                <a16:creationId xmlns:a16="http://schemas.microsoft.com/office/drawing/2014/main" id="{57BCC319-74EB-BA85-535B-A97A3664B2AD}"/>
              </a:ext>
            </a:extLst>
          </p:cNvPr>
          <p:cNvSpPr>
            <a:spLocks noChangeArrowheads="1"/>
          </p:cNvSpPr>
          <p:nvPr/>
        </p:nvSpPr>
        <p:spPr bwMode="auto">
          <a:xfrm>
            <a:off x="4545013" y="3060700"/>
            <a:ext cx="1620837" cy="1754188"/>
          </a:xfrm>
          <a:prstGeom prst="curvedLeftArrow">
            <a:avLst>
              <a:gd name="adj1" fmla="val 21645"/>
              <a:gd name="adj2" fmla="val 43291"/>
              <a:gd name="adj3" fmla="val 17000"/>
            </a:avLst>
          </a:prstGeom>
          <a:solidFill>
            <a:srgbClr val="00B8FF"/>
          </a:solidFill>
          <a:ln w="9525">
            <a:solidFill>
              <a:schemeClr val="tx1"/>
            </a:solidFill>
            <a:miter lim="800000"/>
            <a:headEnd/>
            <a:tailEnd/>
          </a:ln>
        </p:spPr>
        <p:txBody>
          <a:bodyPr/>
          <a:lstStyle/>
          <a:p>
            <a:pPr eaLnBrk="1">
              <a:lnSpc>
                <a:spcPct val="93000"/>
              </a:lnSpc>
              <a:buSzPct val="100000"/>
              <a:buFont typeface="Times New Roman" panose="02020603050405020304" pitchFamily="18" charset="0"/>
              <a:buNone/>
            </a:pPr>
            <a:endParaRPr lang="zh-CN" altLang="en-US"/>
          </a:p>
        </p:txBody>
      </p:sp>
      <p:sp>
        <p:nvSpPr>
          <p:cNvPr id="30729" name="文本框 30728">
            <a:extLst>
              <a:ext uri="{FF2B5EF4-FFF2-40B4-BE49-F238E27FC236}">
                <a16:creationId xmlns:a16="http://schemas.microsoft.com/office/drawing/2014/main" id="{30E35C16-BEEA-F76E-02C1-574ACE8AEF74}"/>
              </a:ext>
            </a:extLst>
          </p:cNvPr>
          <p:cNvSpPr txBox="1">
            <a:spLocks noChangeArrowheads="1"/>
          </p:cNvSpPr>
          <p:nvPr/>
        </p:nvSpPr>
        <p:spPr bwMode="auto">
          <a:xfrm>
            <a:off x="6488113" y="3562350"/>
            <a:ext cx="3382962" cy="4873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递归调用，死循环！</a:t>
            </a:r>
            <a:endParaRPr lang="zh-CN" altLang="en-US"/>
          </a:p>
        </p:txBody>
      </p:sp>
      <p:sp>
        <p:nvSpPr>
          <p:cNvPr id="30730" name="文本框 30729">
            <a:extLst>
              <a:ext uri="{FF2B5EF4-FFF2-40B4-BE49-F238E27FC236}">
                <a16:creationId xmlns:a16="http://schemas.microsoft.com/office/drawing/2014/main" id="{9390ADB9-C8C4-B427-6E3E-EE7D3E4E5253}"/>
              </a:ext>
            </a:extLst>
          </p:cNvPr>
          <p:cNvSpPr txBox="1">
            <a:spLocks noChangeArrowheads="1"/>
          </p:cNvSpPr>
          <p:nvPr/>
        </p:nvSpPr>
        <p:spPr bwMode="auto">
          <a:xfrm>
            <a:off x="7015163" y="4267200"/>
            <a:ext cx="1960562" cy="4873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如何改进？</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8"/>
                                        </p:tgtEl>
                                        <p:attrNameLst>
                                          <p:attrName>style.visibility</p:attrName>
                                        </p:attrNameLst>
                                      </p:cBhvr>
                                      <p:to>
                                        <p:strVal val="visible"/>
                                      </p:to>
                                    </p:set>
                                    <p:animEffect transition="in" filter="blinds(horizontal)">
                                      <p:cBhvr>
                                        <p:cTn id="7" dur="500"/>
                                        <p:tgtEl>
                                          <p:spTgt spid="307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29"/>
                                        </p:tgtEl>
                                        <p:attrNameLst>
                                          <p:attrName>style.visibility</p:attrName>
                                        </p:attrNameLst>
                                      </p:cBhvr>
                                      <p:to>
                                        <p:strVal val="visible"/>
                                      </p:to>
                                    </p:set>
                                    <p:animEffect transition="in" filter="blinds(horizontal)">
                                      <p:cBhvr>
                                        <p:cTn id="12" dur="500"/>
                                        <p:tgtEl>
                                          <p:spTgt spid="307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730"/>
                                        </p:tgtEl>
                                        <p:attrNameLst>
                                          <p:attrName>style.visibility</p:attrName>
                                        </p:attrNameLst>
                                      </p:cBhvr>
                                      <p:to>
                                        <p:strVal val="visible"/>
                                      </p:to>
                                    </p:set>
                                    <p:animEffect transition="in" filter="blinds(horizontal)">
                                      <p:cBhvr>
                                        <p:cTn id="17" dur="500"/>
                                        <p:tgtEl>
                                          <p:spTgt spid="30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9" grpId="0" bldLvl="0"/>
      <p:bldP spid="30730" grpId="0" bldLvl="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B5D456D0-31A4-0977-78E3-459823639E0C}"/>
              </a:ext>
            </a:extLst>
          </p:cNvPr>
          <p:cNvSpPr>
            <a:spLocks noGrp="1" noChangeArrowheads="1"/>
          </p:cNvSpPr>
          <p:nvPr>
            <p:ph type="body" idx="4294967295"/>
          </p:nvPr>
        </p:nvSpPr>
        <p:spPr>
          <a:xfrm>
            <a:off x="503238" y="1397000"/>
            <a:ext cx="9069387" cy="5354638"/>
          </a:xfrm>
        </p:spPr>
        <p:txBody>
          <a:bodyPr/>
          <a:lstStyle/>
          <a:p>
            <a:pPr marL="0" indent="0" eaLnBrk="1" hangingPunct="1">
              <a:buFont typeface="Times New Roman" panose="02020603050405020304" pitchFamily="18" charset="0"/>
              <a:buNone/>
            </a:pPr>
            <a:r>
              <a:rPr lang="en-US" altLang="zh-CN" sz="3200" b="1" dirty="0">
                <a:latin typeface="宋体" panose="02010600030101010101" pitchFamily="2" charset="-122"/>
                <a:ea typeface="宋体" panose="02010600030101010101" pitchFamily="2" charset="-122"/>
              </a:rPr>
              <a:t>program  →  </a:t>
            </a:r>
            <a:r>
              <a:rPr lang="en-US" altLang="zh-CN" sz="3200" b="1" dirty="0" err="1">
                <a:latin typeface="宋体" panose="02010600030101010101" pitchFamily="2" charset="-122"/>
                <a:ea typeface="宋体" panose="02010600030101010101" pitchFamily="2" charset="-122"/>
              </a:rPr>
              <a:t>stmt</a:t>
            </a:r>
            <a:r>
              <a:rPr lang="en-US" altLang="zh-CN" sz="3200" b="1" dirty="0">
                <a:latin typeface="宋体" panose="02010600030101010101" pitchFamily="2" charset="-122"/>
                <a:ea typeface="宋体" panose="02010600030101010101" pitchFamily="2" charset="-122"/>
              </a:rPr>
              <a:t> | program </a:t>
            </a:r>
            <a:r>
              <a:rPr lang="en-US" altLang="zh-CN" sz="3200" b="1" dirty="0" err="1">
                <a:latin typeface="宋体" panose="02010600030101010101" pitchFamily="2" charset="-122"/>
                <a:ea typeface="宋体" panose="02010600030101010101" pitchFamily="2" charset="-122"/>
              </a:rPr>
              <a:t>stmt</a:t>
            </a:r>
            <a:endParaRPr lang="en-US" altLang="zh-CN" sz="3200" b="1" dirty="0">
              <a:latin typeface="宋体" panose="02010600030101010101" pitchFamily="2" charset="-122"/>
              <a:ea typeface="宋体" panose="02010600030101010101" pitchFamily="2" charset="-122"/>
            </a:endParaRPr>
          </a:p>
          <a:p>
            <a:pPr marL="0" indent="0" eaLnBrk="1">
              <a:buFont typeface="StarSymbol" charset="0"/>
              <a:buNone/>
            </a:pPr>
            <a:r>
              <a:rPr lang="zh-CN" altLang="en-US" sz="3200" b="1" dirty="0">
                <a:latin typeface="楷体_GB2312" panose="02010609030101010101" pitchFamily="1" charset="-122"/>
              </a:rPr>
              <a:t>该规则的含义</a:t>
            </a:r>
          </a:p>
          <a:p>
            <a:pPr marL="0" indent="0" eaLnBrk="1">
              <a:buFont typeface="StarSymbol" charset="0"/>
              <a:buNone/>
            </a:pPr>
            <a:r>
              <a:rPr lang="zh-CN" altLang="en-US" sz="3200" b="1" dirty="0">
                <a:latin typeface="楷体_GB2312" panose="02010609030101010101" pitchFamily="1" charset="-122"/>
              </a:rPr>
              <a:t>    </a:t>
            </a:r>
            <a:r>
              <a:rPr lang="en-US" altLang="zh-CN" sz="3200" b="1" dirty="0">
                <a:latin typeface="楷体_GB2312" panose="02010609030101010101" pitchFamily="1" charset="-122"/>
              </a:rPr>
              <a:t>program</a:t>
            </a:r>
            <a:r>
              <a:rPr lang="zh-CN" altLang="en-US" sz="3200" b="1" dirty="0">
                <a:latin typeface="楷体_GB2312" panose="02010609030101010101" pitchFamily="1" charset="-122"/>
              </a:rPr>
              <a:t>表示程序，</a:t>
            </a:r>
            <a:r>
              <a:rPr lang="en-US" altLang="zh-CN" sz="3200" b="1" dirty="0" err="1">
                <a:latin typeface="楷体_GB2312" panose="02010609030101010101" pitchFamily="1" charset="-122"/>
              </a:rPr>
              <a:t>stmt</a:t>
            </a:r>
            <a:r>
              <a:rPr lang="zh-CN" altLang="en-US" sz="3200" b="1" dirty="0">
                <a:latin typeface="楷体_GB2312" panose="02010609030101010101" pitchFamily="1" charset="-122"/>
              </a:rPr>
              <a:t>表示语句</a:t>
            </a:r>
          </a:p>
          <a:p>
            <a:pPr marL="0" indent="0" eaLnBrk="1">
              <a:buFont typeface="StarSymbol" charset="0"/>
              <a:buNone/>
            </a:pPr>
            <a:r>
              <a:rPr lang="zh-CN" altLang="en-US" sz="3200" b="1" dirty="0">
                <a:latin typeface="楷体_GB2312" panose="02010609030101010101" pitchFamily="1" charset="-122"/>
              </a:rPr>
              <a:t>    一条语句可组成一个程序</a:t>
            </a:r>
          </a:p>
          <a:p>
            <a:pPr marL="0" indent="0" eaLnBrk="1">
              <a:buFont typeface="StarSymbol" charset="0"/>
              <a:buNone/>
            </a:pPr>
            <a:r>
              <a:rPr lang="zh-CN" altLang="en-US" sz="3200" b="1" dirty="0">
                <a:latin typeface="楷体_GB2312" panose="02010609030101010101" pitchFamily="1" charset="-122"/>
              </a:rPr>
              <a:t>    一个程序之后再跟一条语句仍然是程序</a:t>
            </a:r>
          </a:p>
          <a:p>
            <a:pPr marL="0" indent="0" eaLnBrk="1">
              <a:buFont typeface="StarSymbol" charset="0"/>
              <a:buNone/>
            </a:pPr>
            <a:r>
              <a:rPr lang="zh-CN" altLang="en-US" sz="3200" b="1" dirty="0">
                <a:latin typeface="楷体_GB2312" panose="02010609030101010101" pitchFamily="1" charset="-122"/>
              </a:rPr>
              <a:t>    程序是由一个语句序列组成</a:t>
            </a:r>
          </a:p>
          <a:p>
            <a:pPr marL="0" indent="0" eaLnBrk="1">
              <a:buFont typeface="StarSymbol" charset="0"/>
              <a:buNone/>
            </a:pPr>
            <a:r>
              <a:rPr lang="zh-CN" altLang="en-US" sz="3200" b="1" dirty="0">
                <a:latin typeface="楷体_GB2312" panose="02010609030101010101" pitchFamily="1" charset="-122"/>
              </a:rPr>
              <a:t>规则改写</a:t>
            </a:r>
          </a:p>
          <a:p>
            <a:pPr marL="0" indent="0" eaLnBrk="1">
              <a:buFont typeface="StarSymbol" charset="0"/>
              <a:buNone/>
            </a:pPr>
            <a:r>
              <a:rPr lang="zh-CN" altLang="en-US" sz="3200" b="1" dirty="0">
                <a:latin typeface="楷体_GB2312" panose="02010609030101010101" pitchFamily="1" charset="-122"/>
              </a:rPr>
              <a:t>    </a:t>
            </a:r>
            <a:r>
              <a:rPr lang="en-US" altLang="zh-CN" sz="3200" b="1" dirty="0">
                <a:latin typeface="宋体" panose="02010600030101010101" pitchFamily="2" charset="-122"/>
                <a:ea typeface="宋体" panose="02010600030101010101" pitchFamily="2" charset="-122"/>
              </a:rPr>
              <a:t>program → </a:t>
            </a:r>
            <a:r>
              <a:rPr lang="en-US" altLang="zh-CN" sz="3200" b="1" dirty="0" err="1">
                <a:latin typeface="宋体" panose="02010600030101010101" pitchFamily="2" charset="-122"/>
                <a:ea typeface="宋体" panose="02010600030101010101" pitchFamily="2" charset="-122"/>
              </a:rPr>
              <a:t>stmt</a:t>
            </a:r>
            <a:r>
              <a:rPr lang="en-US" altLang="zh-CN" sz="3200" b="1" dirty="0">
                <a:latin typeface="宋体" panose="02010600030101010101" pitchFamily="2" charset="-122"/>
                <a:ea typeface="宋体" panose="02010600030101010101" pitchFamily="2" charset="-122"/>
              </a:rPr>
              <a:t> { </a:t>
            </a:r>
            <a:r>
              <a:rPr lang="en-US" altLang="zh-CN" sz="3200" b="1" dirty="0" err="1">
                <a:latin typeface="宋体" panose="02010600030101010101" pitchFamily="2" charset="-122"/>
                <a:ea typeface="宋体" panose="02010600030101010101" pitchFamily="2" charset="-122"/>
              </a:rPr>
              <a:t>stmt</a:t>
            </a:r>
            <a:r>
              <a:rPr lang="en-US" altLang="zh-CN" sz="3200" b="1" dirty="0">
                <a:latin typeface="宋体" panose="02010600030101010101" pitchFamily="2" charset="-122"/>
                <a:ea typeface="宋体" panose="02010600030101010101" pitchFamily="2" charset="-122"/>
              </a:rPr>
              <a:t> }</a:t>
            </a:r>
          </a:p>
          <a:p>
            <a:pPr marL="0" indent="0" eaLnBrk="1" hangingPunct="1">
              <a:buFont typeface="Times New Roman" panose="02020603050405020304" pitchFamily="18" charset="0"/>
              <a:buNone/>
            </a:pPr>
            <a:endParaRPr lang="en-US" altLang="zh-CN" sz="3200" b="1" dirty="0">
              <a:latin typeface="楷体_GB2312" panose="02010609030101010101" pitchFamily="1" charset="-122"/>
            </a:endParaRPr>
          </a:p>
        </p:txBody>
      </p:sp>
      <p:sp>
        <p:nvSpPr>
          <p:cNvPr id="64515" name="Rectangle 2">
            <a:extLst>
              <a:ext uri="{FF2B5EF4-FFF2-40B4-BE49-F238E27FC236}">
                <a16:creationId xmlns:a16="http://schemas.microsoft.com/office/drawing/2014/main" id="{6432C4E4-DE89-8814-A757-A4650BFFE8CB}"/>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64516" name="Date Placeholder 5">
            <a:extLst>
              <a:ext uri="{FF2B5EF4-FFF2-40B4-BE49-F238E27FC236}">
                <a16:creationId xmlns:a16="http://schemas.microsoft.com/office/drawing/2014/main" id="{C73EF362-9075-705A-5828-3E53023B022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4517" name="Slide Number Placeholder 6">
            <a:extLst>
              <a:ext uri="{FF2B5EF4-FFF2-40B4-BE49-F238E27FC236}">
                <a16:creationId xmlns:a16="http://schemas.microsoft.com/office/drawing/2014/main" id="{719AB4C3-C17C-4A3C-37FC-7C860ACEE0C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917CDF6A-7FBA-46F1-9CB5-6EB15A127EC9}"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52</a:t>
            </a:fld>
            <a:endParaRPr lang="en-GB" altLang="en-US" sz="1200">
              <a:latin typeface="Comic Sans MS" panose="030F0702030302020204" pitchFamily="66" charset="0"/>
              <a:ea typeface="宋体" panose="02010600030101010101" pitchFamily="2" charset="-122"/>
            </a:endParaRPr>
          </a:p>
        </p:txBody>
      </p:sp>
      <p:sp>
        <p:nvSpPr>
          <p:cNvPr id="64518" name="Footer Placeholder 7">
            <a:extLst>
              <a:ext uri="{FF2B5EF4-FFF2-40B4-BE49-F238E27FC236}">
                <a16:creationId xmlns:a16="http://schemas.microsoft.com/office/drawing/2014/main" id="{D3DFB42E-69C2-477A-24F8-C24D71025B75}"/>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1751" name="文本框 31750">
            <a:extLst>
              <a:ext uri="{FF2B5EF4-FFF2-40B4-BE49-F238E27FC236}">
                <a16:creationId xmlns:a16="http://schemas.microsoft.com/office/drawing/2014/main" id="{AF4A9AD8-A9C5-B2B1-C601-157E00B0496A}"/>
              </a:ext>
            </a:extLst>
          </p:cNvPr>
          <p:cNvSpPr txBox="1">
            <a:spLocks noChangeArrowheads="1"/>
          </p:cNvSpPr>
          <p:nvPr/>
        </p:nvSpPr>
        <p:spPr bwMode="auto">
          <a:xfrm>
            <a:off x="2532063" y="5340350"/>
            <a:ext cx="7493000" cy="4873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大括号表示其中的语法成份可以重复</a:t>
            </a:r>
            <a:r>
              <a:rPr lang="en-US" altLang="zh-CN" sz="2800" b="1">
                <a:ea typeface="楷体_GB2312" panose="02010609030101010101" pitchFamily="1" charset="-122"/>
              </a:rPr>
              <a:t>0</a:t>
            </a:r>
            <a:r>
              <a:rPr lang="zh-CN" altLang="en-US" sz="2800" b="1">
                <a:ea typeface="楷体_GB2312" panose="02010609030101010101" pitchFamily="1" charset="-122"/>
              </a:rPr>
              <a:t>次或多次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746">
                                            <p:txEl>
                                              <p:pRg st="2" end="2"/>
                                            </p:txEl>
                                          </p:spTgt>
                                        </p:tgtEl>
                                        <p:attrNameLst>
                                          <p:attrName>style.visibility</p:attrName>
                                        </p:attrNameLst>
                                      </p:cBhvr>
                                      <p:to>
                                        <p:strVal val="visible"/>
                                      </p:to>
                                    </p:set>
                                    <p:animEffect transition="in" filter="blinds(horizontal)">
                                      <p:cBhvr>
                                        <p:cTn id="7" dur="500"/>
                                        <p:tgtEl>
                                          <p:spTgt spid="31746">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1746">
                                            <p:txEl>
                                              <p:pRg st="3" end="3"/>
                                            </p:txEl>
                                          </p:spTgt>
                                        </p:tgtEl>
                                        <p:attrNameLst>
                                          <p:attrName>style.visibility</p:attrName>
                                        </p:attrNameLst>
                                      </p:cBhvr>
                                      <p:to>
                                        <p:strVal val="visible"/>
                                      </p:to>
                                    </p:set>
                                    <p:animEffect transition="in" filter="blinds(horizontal)">
                                      <p:cBhvr>
                                        <p:cTn id="10" dur="500"/>
                                        <p:tgtEl>
                                          <p:spTgt spid="31746">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1746">
                                            <p:txEl>
                                              <p:pRg st="4" end="4"/>
                                            </p:txEl>
                                          </p:spTgt>
                                        </p:tgtEl>
                                        <p:attrNameLst>
                                          <p:attrName>style.visibility</p:attrName>
                                        </p:attrNameLst>
                                      </p:cBhvr>
                                      <p:to>
                                        <p:strVal val="visible"/>
                                      </p:to>
                                    </p:set>
                                    <p:animEffect transition="in" filter="blinds(horizontal)">
                                      <p:cBhvr>
                                        <p:cTn id="13" dur="500"/>
                                        <p:tgtEl>
                                          <p:spTgt spid="31746">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1746">
                                            <p:txEl>
                                              <p:pRg st="5" end="5"/>
                                            </p:txEl>
                                          </p:spTgt>
                                        </p:tgtEl>
                                        <p:attrNameLst>
                                          <p:attrName>style.visibility</p:attrName>
                                        </p:attrNameLst>
                                      </p:cBhvr>
                                      <p:to>
                                        <p:strVal val="visible"/>
                                      </p:to>
                                    </p:set>
                                    <p:animEffect transition="in" filter="blinds(horizontal)">
                                      <p:cBhvr>
                                        <p:cTn id="18" dur="500"/>
                                        <p:tgtEl>
                                          <p:spTgt spid="3174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1746">
                                            <p:txEl>
                                              <p:pRg st="6" end="6"/>
                                            </p:txEl>
                                          </p:spTgt>
                                        </p:tgtEl>
                                        <p:attrNameLst>
                                          <p:attrName>style.visibility</p:attrName>
                                        </p:attrNameLst>
                                      </p:cBhvr>
                                      <p:to>
                                        <p:strVal val="visible"/>
                                      </p:to>
                                    </p:set>
                                    <p:animEffect transition="in" filter="blinds(horizontal)">
                                      <p:cBhvr>
                                        <p:cTn id="23" dur="500"/>
                                        <p:tgtEl>
                                          <p:spTgt spid="31746">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1746">
                                            <p:txEl>
                                              <p:pRg st="7" end="7"/>
                                            </p:txEl>
                                          </p:spTgt>
                                        </p:tgtEl>
                                        <p:attrNameLst>
                                          <p:attrName>style.visibility</p:attrName>
                                        </p:attrNameLst>
                                      </p:cBhvr>
                                      <p:to>
                                        <p:strVal val="visible"/>
                                      </p:to>
                                    </p:set>
                                    <p:animEffect transition="in" filter="blinds(horizontal)">
                                      <p:cBhvr>
                                        <p:cTn id="26" dur="500"/>
                                        <p:tgtEl>
                                          <p:spTgt spid="31746">
                                            <p:txEl>
                                              <p:pRg st="7" end="7"/>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1751"/>
                                        </p:tgtEl>
                                        <p:attrNameLst>
                                          <p:attrName>style.visibility</p:attrName>
                                        </p:attrNameLst>
                                      </p:cBhvr>
                                      <p:to>
                                        <p:strVal val="visible"/>
                                      </p:to>
                                    </p:set>
                                    <p:animEffect transition="in" filter="blinds(horizontal)">
                                      <p:cBhvr>
                                        <p:cTn id="31"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bldLvl="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B63C727A-B8B4-581D-A2FC-D3894C896864}"/>
              </a:ext>
            </a:extLst>
          </p:cNvPr>
          <p:cNvSpPr>
            <a:spLocks noGrp="1" noChangeArrowheads="1"/>
          </p:cNvSpPr>
          <p:nvPr>
            <p:ph type="body" idx="4294967295"/>
          </p:nvPr>
        </p:nvSpPr>
        <p:spPr>
          <a:xfrm>
            <a:off x="503238" y="1397000"/>
            <a:ext cx="9069387" cy="5354638"/>
          </a:xfrm>
        </p:spPr>
        <p:txBody>
          <a:bodyPr/>
          <a:lstStyle/>
          <a:p>
            <a:pPr marL="0" indent="0" eaLnBrk="1" hangingPunct="1">
              <a:buFont typeface="Times New Roman" panose="02020603050405020304" pitchFamily="18" charset="0"/>
              <a:buNone/>
            </a:pPr>
            <a:r>
              <a:rPr lang="en-US" altLang="zh-CN" sz="3200" b="1">
                <a:latin typeface="宋体" panose="02010600030101010101" pitchFamily="2" charset="-122"/>
                <a:ea typeface="宋体" panose="02010600030101010101" pitchFamily="2" charset="-122"/>
              </a:rPr>
              <a:t>program  → stmt { stmt }</a:t>
            </a:r>
          </a:p>
          <a:p>
            <a:pPr marL="0" indent="0" eaLnBrk="1">
              <a:buFont typeface="StarSymbol" charset="0"/>
              <a:buNone/>
            </a:pPr>
            <a:r>
              <a:rPr lang="zh-CN" altLang="en-US" sz="3200" b="1">
                <a:latin typeface="楷体_GB2312" panose="02010609030101010101" pitchFamily="1" charset="-122"/>
              </a:rPr>
              <a:t>改进后的方法</a:t>
            </a:r>
          </a:p>
          <a:p>
            <a:pPr marL="0" indent="0" eaLnBrk="1">
              <a:buFont typeface="StarSymbol" charset="0"/>
              <a:buNone/>
            </a:pPr>
            <a:r>
              <a:rPr lang="zh-CN" altLang="en-US" sz="3200" b="1">
                <a:latin typeface="楷体_GB2312" panose="02010609030101010101" pitchFamily="1" charset="-122"/>
              </a:rPr>
              <a:t>  大括号之前的符号</a:t>
            </a:r>
            <a:r>
              <a:rPr lang="en-US" altLang="zh-CN" sz="3200" b="1">
                <a:latin typeface="楷体_GB2312" panose="02010609030101010101" pitchFamily="1" charset="-122"/>
              </a:rPr>
              <a:t>: </a:t>
            </a:r>
            <a:r>
              <a:rPr lang="zh-CN" altLang="en-US" sz="3200" b="1">
                <a:latin typeface="楷体_GB2312" panose="02010609030101010101" pitchFamily="1" charset="-122"/>
              </a:rPr>
              <a:t>编写调用该符号对应的函数</a:t>
            </a:r>
          </a:p>
          <a:p>
            <a:pPr marL="0" indent="0" eaLnBrk="1">
              <a:buFont typeface="StarSymbol" charset="0"/>
              <a:buNone/>
            </a:pPr>
            <a:r>
              <a:rPr lang="zh-CN" altLang="en-US" sz="3200" b="1">
                <a:latin typeface="楷体_GB2312" panose="02010609030101010101" pitchFamily="1" charset="-122"/>
              </a:rPr>
              <a:t>  大括号内的重复部分</a:t>
            </a:r>
            <a:r>
              <a:rPr lang="en-US" altLang="zh-CN" sz="3200" b="1">
                <a:latin typeface="楷体_GB2312" panose="02010609030101010101" pitchFamily="1" charset="-122"/>
              </a:rPr>
              <a:t>: </a:t>
            </a:r>
            <a:r>
              <a:rPr lang="zh-CN" altLang="en-US" sz="3200" b="1">
                <a:latin typeface="楷体_GB2312" panose="02010609030101010101" pitchFamily="1" charset="-122"/>
              </a:rPr>
              <a:t>用</a:t>
            </a:r>
            <a:r>
              <a:rPr lang="en-US" altLang="zh-CN" sz="3200" b="1">
                <a:latin typeface="楷体_GB2312" panose="02010609030101010101" pitchFamily="1" charset="-122"/>
              </a:rPr>
              <a:t>while</a:t>
            </a:r>
            <a:r>
              <a:rPr lang="zh-CN" altLang="en-US" sz="3200" b="1">
                <a:latin typeface="楷体_GB2312" panose="02010609030101010101" pitchFamily="1" charset="-122"/>
              </a:rPr>
              <a:t>循环处理</a:t>
            </a:r>
          </a:p>
          <a:p>
            <a:pPr marL="0" indent="0" eaLnBrk="1">
              <a:buFont typeface="StarSymbol" charset="0"/>
              <a:buNone/>
            </a:pPr>
            <a:endParaRPr lang="zh-CN" altLang="en-US" sz="3200" b="1">
              <a:latin typeface="楷体_GB2312" panose="02010609030101010101" pitchFamily="1" charset="-122"/>
            </a:endParaRPr>
          </a:p>
        </p:txBody>
      </p:sp>
      <p:sp>
        <p:nvSpPr>
          <p:cNvPr id="65539" name="Rectangle 2">
            <a:extLst>
              <a:ext uri="{FF2B5EF4-FFF2-40B4-BE49-F238E27FC236}">
                <a16:creationId xmlns:a16="http://schemas.microsoft.com/office/drawing/2014/main" id="{67E4EE71-DF76-9FEB-07BE-0DDC4C1D1DAF}"/>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65540" name="Date Placeholder 5">
            <a:extLst>
              <a:ext uri="{FF2B5EF4-FFF2-40B4-BE49-F238E27FC236}">
                <a16:creationId xmlns:a16="http://schemas.microsoft.com/office/drawing/2014/main" id="{0EC08999-5CDC-3C18-6CBE-7A7B26060A4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5541" name="Slide Number Placeholder 6">
            <a:extLst>
              <a:ext uri="{FF2B5EF4-FFF2-40B4-BE49-F238E27FC236}">
                <a16:creationId xmlns:a16="http://schemas.microsoft.com/office/drawing/2014/main" id="{8DE18BE5-8428-761D-86B2-44A516592ED6}"/>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BC8C3A1A-A463-4283-920A-A2B628BFC01B}"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53</a:t>
            </a:fld>
            <a:endParaRPr lang="en-GB" altLang="en-US" sz="1200">
              <a:latin typeface="Comic Sans MS" panose="030F0702030302020204" pitchFamily="66" charset="0"/>
              <a:ea typeface="宋体" panose="02010600030101010101" pitchFamily="2" charset="-122"/>
            </a:endParaRPr>
          </a:p>
        </p:txBody>
      </p:sp>
      <p:sp>
        <p:nvSpPr>
          <p:cNvPr id="65542" name="Footer Placeholder 7">
            <a:extLst>
              <a:ext uri="{FF2B5EF4-FFF2-40B4-BE49-F238E27FC236}">
                <a16:creationId xmlns:a16="http://schemas.microsoft.com/office/drawing/2014/main" id="{52B79723-332F-6984-0821-8DE5D4F9E1C3}"/>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2775" name="文本框 32774">
            <a:extLst>
              <a:ext uri="{FF2B5EF4-FFF2-40B4-BE49-F238E27FC236}">
                <a16:creationId xmlns:a16="http://schemas.microsoft.com/office/drawing/2014/main" id="{6527FA1D-2DF6-A56D-8DE8-C9AB68C35A67}"/>
              </a:ext>
            </a:extLst>
          </p:cNvPr>
          <p:cNvSpPr txBox="1">
            <a:spLocks noChangeArrowheads="1"/>
          </p:cNvSpPr>
          <p:nvPr/>
        </p:nvSpPr>
        <p:spPr bwMode="auto">
          <a:xfrm>
            <a:off x="508000" y="4260850"/>
            <a:ext cx="6524625"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void analyse_program()  {</a:t>
            </a:r>
          </a:p>
          <a:p>
            <a:pPr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   analyse_stmt(); //</a:t>
            </a:r>
            <a:r>
              <a:rPr lang="zh-CN" altLang="en-US" sz="2000" b="1">
                <a:latin typeface="宋体" panose="02010600030101010101" pitchFamily="2" charset="-122"/>
                <a:ea typeface="宋体" panose="02010600030101010101" pitchFamily="2" charset="-122"/>
                <a:sym typeface="宋体" panose="02010600030101010101" pitchFamily="2" charset="-122"/>
              </a:rPr>
              <a:t>对语句进行分析</a:t>
            </a:r>
            <a:endParaRPr lang="zh-CN" altLang="en-US" sz="2400" b="1">
              <a:latin typeface="宋体" panose="02010600030101010101" pitchFamily="2" charset="-122"/>
              <a:ea typeface="宋体" panose="02010600030101010101" pitchFamily="2" charset="-122"/>
              <a:sym typeface="宋体" panose="02010600030101010101" pitchFamily="2" charset="-122"/>
            </a:endParaRPr>
          </a:p>
          <a:p>
            <a:pPr eaLnBrk="1">
              <a:lnSpc>
                <a:spcPct val="150000"/>
              </a:lnSpc>
              <a:buSzPct val="100000"/>
              <a:buFont typeface="Times New Roman" panose="02020603050405020304" pitchFamily="18" charset="0"/>
              <a:buNone/>
            </a:pPr>
            <a:r>
              <a:rPr lang="zh-CN" altLang="en-US" sz="2000" b="1">
                <a:latin typeface="Times New Roman" panose="02020603050405020304" pitchFamily="18" charset="0"/>
                <a:sym typeface="Times New Roman" panose="02020603050405020304" pitchFamily="18" charset="0"/>
              </a:rPr>
              <a:t>   </a:t>
            </a:r>
            <a:r>
              <a:rPr lang="en-US" altLang="zh-CN" sz="2000" b="1">
                <a:latin typeface="Times New Roman" panose="02020603050405020304" pitchFamily="18" charset="0"/>
                <a:sym typeface="Times New Roman" panose="02020603050405020304" pitchFamily="18" charset="0"/>
              </a:rPr>
              <a:t>while( </a:t>
            </a:r>
            <a:r>
              <a:rPr lang="en-US" altLang="zh-CN" sz="2000" b="1">
                <a:solidFill>
                  <a:srgbClr val="FF3300"/>
                </a:solidFill>
                <a:latin typeface="Times New Roman" panose="02020603050405020304" pitchFamily="18" charset="0"/>
                <a:sym typeface="Times New Roman" panose="02020603050405020304" pitchFamily="18" charset="0"/>
              </a:rPr>
              <a:t>nextToken != EOF</a:t>
            </a:r>
            <a:r>
              <a:rPr lang="en-US" altLang="zh-CN" sz="2000" b="1">
                <a:latin typeface="Times New Roman" panose="02020603050405020304" pitchFamily="18" charset="0"/>
                <a:sym typeface="Times New Roman" panose="02020603050405020304" pitchFamily="18" charset="0"/>
              </a:rPr>
              <a:t> ) {</a:t>
            </a:r>
          </a:p>
          <a:p>
            <a:pPr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        analyse_stmt();</a:t>
            </a:r>
          </a:p>
          <a:p>
            <a:pPr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  }</a:t>
            </a:r>
          </a:p>
          <a:p>
            <a:pPr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a:t>
            </a:r>
            <a:endParaRPr lang="en-US" altLang="zh-CN" sz="2000" b="1">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2778" name="文本框 32777">
            <a:extLst>
              <a:ext uri="{FF2B5EF4-FFF2-40B4-BE49-F238E27FC236}">
                <a16:creationId xmlns:a16="http://schemas.microsoft.com/office/drawing/2014/main" id="{FC6C0B59-53D8-5326-BC4B-247D125636B4}"/>
              </a:ext>
            </a:extLst>
          </p:cNvPr>
          <p:cNvSpPr txBox="1">
            <a:spLocks noChangeArrowheads="1"/>
          </p:cNvSpPr>
          <p:nvPr/>
        </p:nvSpPr>
        <p:spPr bwMode="auto">
          <a:xfrm>
            <a:off x="5726113" y="5245100"/>
            <a:ext cx="3073400" cy="8937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solidFill>
                  <a:srgbClr val="FF3300"/>
                </a:solidFill>
                <a:ea typeface="楷体_GB2312" panose="02010609030101010101" pitchFamily="1" charset="-122"/>
              </a:rPr>
              <a:t>思考：</a:t>
            </a:r>
          </a:p>
          <a:p>
            <a:pPr eaLnBrk="1">
              <a:lnSpc>
                <a:spcPct val="93000"/>
              </a:lnSpc>
              <a:buSzPct val="100000"/>
              <a:buFont typeface="Times New Roman" panose="02020603050405020304" pitchFamily="18" charset="0"/>
              <a:buNone/>
            </a:pPr>
            <a:r>
              <a:rPr lang="zh-CN" altLang="en-US" sz="2800" b="1">
                <a:solidFill>
                  <a:srgbClr val="FF3300"/>
                </a:solidFill>
                <a:ea typeface="楷体_GB2312" panose="02010609030101010101" pitchFamily="1" charset="-122"/>
              </a:rPr>
              <a:t>           如何终止？</a:t>
            </a:r>
            <a:endParaRPr lang="zh-CN" altLang="en-US">
              <a:solidFill>
                <a:srgbClr val="FF3300"/>
              </a:solidFill>
            </a:endParaRPr>
          </a:p>
        </p:txBody>
      </p:sp>
      <p:sp>
        <p:nvSpPr>
          <p:cNvPr id="2" name="文本框 1">
            <a:extLst>
              <a:ext uri="{FF2B5EF4-FFF2-40B4-BE49-F238E27FC236}">
                <a16:creationId xmlns:a16="http://schemas.microsoft.com/office/drawing/2014/main" id="{8A68F7F8-1436-E139-E29F-5716E8F557FF}"/>
              </a:ext>
            </a:extLst>
          </p:cNvPr>
          <p:cNvSpPr txBox="1">
            <a:spLocks noChangeArrowheads="1"/>
          </p:cNvSpPr>
          <p:nvPr/>
        </p:nvSpPr>
        <p:spPr bwMode="auto">
          <a:xfrm>
            <a:off x="5256213" y="6216650"/>
            <a:ext cx="4249737" cy="4921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zh-CN" altLang="en-US" sz="2800" b="1">
                <a:solidFill>
                  <a:srgbClr val="FF3300"/>
                </a:solidFill>
                <a:ea typeface="楷体_GB2312" panose="02010609030101010101" pitchFamily="1" charset="-122"/>
              </a:rPr>
              <a:t>利用分析函数的返回值？</a:t>
            </a:r>
            <a:endParaRPr lang="zh-CN" altLang="en-US">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5"/>
                                        </p:tgtEl>
                                        <p:attrNameLst>
                                          <p:attrName>style.visibility</p:attrName>
                                        </p:attrNameLst>
                                      </p:cBhvr>
                                      <p:to>
                                        <p:strVal val="visible"/>
                                      </p:to>
                                    </p:set>
                                    <p:animEffect transition="in" filter="blinds(horizontal)">
                                      <p:cBhvr>
                                        <p:cTn id="7" dur="500"/>
                                        <p:tgtEl>
                                          <p:spTgt spid="327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8"/>
                                        </p:tgtEl>
                                        <p:attrNameLst>
                                          <p:attrName>style.visibility</p:attrName>
                                        </p:attrNameLst>
                                      </p:cBhvr>
                                      <p:to>
                                        <p:strVal val="visible"/>
                                      </p:to>
                                    </p:set>
                                    <p:animEffect transition="in" filter="blinds(horizontal)">
                                      <p:cBhvr>
                                        <p:cTn id="12" dur="500"/>
                                        <p:tgtEl>
                                          <p:spTgt spid="327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bldLvl="0"/>
      <p:bldP spid="32778" grpId="0" bldLvl="0"/>
      <p:bldP spid="2"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B16C8B0B-A088-F95F-AB14-54D7A68A34C9}"/>
              </a:ext>
            </a:extLst>
          </p:cNvPr>
          <p:cNvSpPr>
            <a:spLocks noGrp="1" noChangeArrowheads="1"/>
          </p:cNvSpPr>
          <p:nvPr>
            <p:ph type="body" idx="4294967295"/>
          </p:nvPr>
        </p:nvSpPr>
        <p:spPr>
          <a:xfrm>
            <a:off x="503238" y="1397000"/>
            <a:ext cx="9069387" cy="5354638"/>
          </a:xfrm>
        </p:spPr>
        <p:txBody>
          <a:bodyPr/>
          <a:lstStyle/>
          <a:p>
            <a:pPr marL="0" indent="0" eaLnBrk="1">
              <a:buFont typeface="StarSymbol" charset="0"/>
              <a:buNone/>
            </a:pPr>
            <a:r>
              <a:rPr lang="en-US" altLang="zh-CN" sz="3200" b="1">
                <a:latin typeface="宋体" panose="02010600030101010101" pitchFamily="2" charset="-122"/>
                <a:ea typeface="宋体" panose="02010600030101010101" pitchFamily="2" charset="-122"/>
              </a:rPr>
              <a:t>stmt  →  while_stmt | assign_stmt</a:t>
            </a:r>
          </a:p>
          <a:p>
            <a:pPr marL="0" indent="0" eaLnBrk="1">
              <a:buFont typeface="StarSymbol" charset="0"/>
              <a:buNone/>
            </a:pPr>
            <a:r>
              <a:rPr lang="zh-CN" altLang="en-US" sz="2800" b="1">
                <a:solidFill>
                  <a:schemeClr val="tx1"/>
                </a:solidFill>
                <a:latin typeface="楷体_GB2312" panose="02010609030101010101" pitchFamily="1" charset="-122"/>
              </a:rPr>
              <a:t>语句有两种形式</a:t>
            </a:r>
          </a:p>
          <a:p>
            <a:pPr marL="0" indent="0" eaLnBrk="1">
              <a:buFont typeface="StarSymbol" charset="0"/>
              <a:buNone/>
            </a:pPr>
            <a:r>
              <a:rPr lang="zh-CN" altLang="en-US" sz="2800" b="1">
                <a:solidFill>
                  <a:schemeClr val="tx1"/>
                </a:solidFill>
                <a:latin typeface="楷体_GB2312" panose="02010609030101010101" pitchFamily="1" charset="-122"/>
              </a:rPr>
              <a:t>    要么是 </a:t>
            </a:r>
            <a:r>
              <a:rPr lang="zh-CN" altLang="en-US" sz="2800" b="1" i="1">
                <a:solidFill>
                  <a:schemeClr val="accent2"/>
                </a:solidFill>
                <a:latin typeface="宋体" panose="02010600030101010101" pitchFamily="2" charset="-122"/>
                <a:ea typeface="宋体" panose="02010600030101010101" pitchFamily="2" charset="-122"/>
              </a:rPr>
              <a:t>while_stmt</a:t>
            </a:r>
            <a:r>
              <a:rPr lang="zh-CN" altLang="en-US" sz="2800" b="1">
                <a:solidFill>
                  <a:schemeClr val="tx1"/>
                </a:solidFill>
                <a:latin typeface="宋体" panose="02010600030101010101" pitchFamily="2" charset="-122"/>
                <a:ea typeface="宋体" panose="02010600030101010101" pitchFamily="2" charset="-122"/>
              </a:rPr>
              <a:t> </a:t>
            </a:r>
          </a:p>
          <a:p>
            <a:pPr marL="0" indent="0" eaLnBrk="1">
              <a:buFont typeface="StarSymbol" charset="0"/>
              <a:buNone/>
            </a:pPr>
            <a:r>
              <a:rPr lang="zh-CN" altLang="en-US" sz="2800" b="1">
                <a:solidFill>
                  <a:schemeClr val="tx1"/>
                </a:solidFill>
                <a:latin typeface="楷体_GB2312" panose="02010609030101010101" pitchFamily="1" charset="-122"/>
                <a:sym typeface="Arial" panose="020B0604020202020204" pitchFamily="34" charset="0"/>
              </a:rPr>
              <a:t>    要么是</a:t>
            </a:r>
            <a:r>
              <a:rPr lang="zh-CN" altLang="en-US" sz="2800" b="1">
                <a:solidFill>
                  <a:schemeClr val="tx1"/>
                </a:solidFill>
                <a:latin typeface="宋体" panose="02010600030101010101" pitchFamily="2" charset="-122"/>
                <a:ea typeface="宋体" panose="02010600030101010101" pitchFamily="2" charset="-122"/>
              </a:rPr>
              <a:t> </a:t>
            </a:r>
            <a:r>
              <a:rPr lang="zh-CN" altLang="en-US" sz="2800" b="1" i="1">
                <a:solidFill>
                  <a:schemeClr val="accent2"/>
                </a:solidFill>
                <a:latin typeface="宋体" panose="02010600030101010101" pitchFamily="2" charset="-122"/>
                <a:ea typeface="宋体" panose="02010600030101010101" pitchFamily="2" charset="-122"/>
              </a:rPr>
              <a:t>assign_stmt</a:t>
            </a:r>
          </a:p>
          <a:p>
            <a:pPr marL="0" indent="0" eaLnBrk="1">
              <a:buFont typeface="StarSymbol" charset="0"/>
              <a:buNone/>
            </a:pPr>
            <a:r>
              <a:rPr lang="zh-CN" altLang="en-US" sz="2800" b="1">
                <a:solidFill>
                  <a:schemeClr val="tx1"/>
                </a:solidFill>
                <a:latin typeface="楷体_GB2312" panose="02010609030101010101" pitchFamily="1" charset="-122"/>
              </a:rPr>
              <a:t>不可能有其它，</a:t>
            </a:r>
          </a:p>
          <a:p>
            <a:pPr marL="0" indent="0" eaLnBrk="1">
              <a:buFont typeface="StarSymbol" charset="0"/>
              <a:buNone/>
            </a:pPr>
            <a:r>
              <a:rPr lang="zh-CN" altLang="en-US" sz="2800" b="1">
                <a:solidFill>
                  <a:schemeClr val="tx1"/>
                </a:solidFill>
                <a:latin typeface="楷体_GB2312" panose="02010609030101010101" pitchFamily="1" charset="-122"/>
              </a:rPr>
              <a:t>因此可以猜测是哪一种！</a:t>
            </a:r>
          </a:p>
          <a:p>
            <a:pPr marL="0" indent="0" eaLnBrk="1">
              <a:buFont typeface="StarSymbol" charset="0"/>
              <a:buNone/>
            </a:pPr>
            <a:r>
              <a:rPr lang="zh-CN" altLang="en-US" sz="2800" b="1">
                <a:solidFill>
                  <a:schemeClr val="tx1"/>
                </a:solidFill>
                <a:latin typeface="楷体_GB2312" panose="02010609030101010101" pitchFamily="1" charset="-122"/>
              </a:rPr>
              <a:t>如何使程序没有“回溯”？</a:t>
            </a:r>
          </a:p>
          <a:p>
            <a:pPr marL="0" indent="0" eaLnBrk="1">
              <a:buFont typeface="StarSymbol" charset="0"/>
              <a:buNone/>
            </a:pPr>
            <a:endParaRPr lang="zh-CN" altLang="en-US" sz="2400" b="1" i="1">
              <a:solidFill>
                <a:schemeClr val="accent2"/>
              </a:solidFill>
              <a:latin typeface="宋体" panose="02010600030101010101" pitchFamily="2" charset="-122"/>
              <a:ea typeface="宋体" panose="02010600030101010101" pitchFamily="2" charset="-122"/>
            </a:endParaRPr>
          </a:p>
        </p:txBody>
      </p:sp>
      <p:sp>
        <p:nvSpPr>
          <p:cNvPr id="66563" name="Rectangle 2">
            <a:extLst>
              <a:ext uri="{FF2B5EF4-FFF2-40B4-BE49-F238E27FC236}">
                <a16:creationId xmlns:a16="http://schemas.microsoft.com/office/drawing/2014/main" id="{BD1C2826-CFAE-3E61-F015-45228AF3300F}"/>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sym typeface="Arial" panose="020B0604020202020204" pitchFamily="34" charset="0"/>
              </a:rPr>
              <a:t>语法分析</a:t>
            </a:r>
            <a:endParaRPr lang="en-US" altLang="zh-CN" sz="4000">
              <a:latin typeface="微软雅黑" panose="020B0503020204020204" pitchFamily="34" charset="-122"/>
              <a:ea typeface="微软雅黑" panose="020B0503020204020204" pitchFamily="34" charset="-122"/>
            </a:endParaRPr>
          </a:p>
        </p:txBody>
      </p:sp>
      <p:sp>
        <p:nvSpPr>
          <p:cNvPr id="66564" name="Date Placeholder 5">
            <a:extLst>
              <a:ext uri="{FF2B5EF4-FFF2-40B4-BE49-F238E27FC236}">
                <a16:creationId xmlns:a16="http://schemas.microsoft.com/office/drawing/2014/main" id="{1D2A020B-B6A6-6360-D7E6-7D5927FCD9C2}"/>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6565" name="Slide Number Placeholder 6">
            <a:extLst>
              <a:ext uri="{FF2B5EF4-FFF2-40B4-BE49-F238E27FC236}">
                <a16:creationId xmlns:a16="http://schemas.microsoft.com/office/drawing/2014/main" id="{B5B4C149-FC4E-504E-430D-A811E7B55BF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7CAFD66A-4A04-4158-B686-536D671B97DE}"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54</a:t>
            </a:fld>
            <a:endParaRPr lang="en-GB" altLang="en-US" sz="1200">
              <a:latin typeface="Comic Sans MS" panose="030F0702030302020204" pitchFamily="66" charset="0"/>
              <a:ea typeface="宋体" panose="02010600030101010101" pitchFamily="2" charset="-122"/>
            </a:endParaRPr>
          </a:p>
        </p:txBody>
      </p:sp>
      <p:sp>
        <p:nvSpPr>
          <p:cNvPr id="66566" name="Footer Placeholder 7">
            <a:extLst>
              <a:ext uri="{FF2B5EF4-FFF2-40B4-BE49-F238E27FC236}">
                <a16:creationId xmlns:a16="http://schemas.microsoft.com/office/drawing/2014/main" id="{5A0C0839-5F3E-4CCA-EEAF-C9320E3719A1}"/>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 name="文本框 1">
            <a:extLst>
              <a:ext uri="{FF2B5EF4-FFF2-40B4-BE49-F238E27FC236}">
                <a16:creationId xmlns:a16="http://schemas.microsoft.com/office/drawing/2014/main" id="{A6B2B6C0-1DB5-167F-FF02-7D07421E0B31}"/>
              </a:ext>
            </a:extLst>
          </p:cNvPr>
          <p:cNvSpPr txBox="1">
            <a:spLocks noChangeArrowheads="1"/>
          </p:cNvSpPr>
          <p:nvPr/>
        </p:nvSpPr>
        <p:spPr bwMode="auto">
          <a:xfrm>
            <a:off x="5294313" y="2660650"/>
            <a:ext cx="4632325"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defRPr>
                <a:solidFill>
                  <a:srgbClr val="000000"/>
                </a:solidFill>
                <a:latin typeface="Arial" panose="020B0604020202020204" pitchFamily="34" charset="0"/>
                <a:ea typeface="Droid Sans Fallback" charset="-122"/>
              </a:defRPr>
            </a:lvl1pPr>
            <a:lvl2pPr marL="723900" indent="-266700">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a:lnSpc>
                <a:spcPct val="150000"/>
              </a:lnSpc>
              <a:buSzPct val="100000"/>
              <a:buFont typeface="Times New Roman" panose="02020603050405020304" pitchFamily="18" charset="0"/>
              <a:buNone/>
            </a:pPr>
            <a:r>
              <a:rPr lang="zh-CN" altLang="en-US" sz="2000" b="1">
                <a:latin typeface="Times New Roman" panose="02020603050405020304" pitchFamily="18" charset="0"/>
                <a:sym typeface="Times New Roman" panose="02020603050405020304" pitchFamily="18" charset="0"/>
              </a:rPr>
              <a:t>int</a:t>
            </a:r>
            <a:r>
              <a:rPr lang="en-US" altLang="zh-CN" sz="2000" b="1">
                <a:latin typeface="Times New Roman" panose="02020603050405020304" pitchFamily="18" charset="0"/>
                <a:sym typeface="Times New Roman" panose="02020603050405020304" pitchFamily="18" charset="0"/>
              </a:rPr>
              <a:t> analyse_stmt()  {</a:t>
            </a:r>
          </a:p>
          <a:p>
            <a:pPr lvl="1"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if (  analyse_while_stmt()   ) </a:t>
            </a:r>
          </a:p>
          <a:p>
            <a:pPr lvl="1"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       </a:t>
            </a:r>
            <a:r>
              <a:rPr lang="zh-CN" altLang="en-US" sz="2000" b="1">
                <a:latin typeface="Times New Roman" panose="02020603050405020304" pitchFamily="18" charset="0"/>
                <a:sym typeface="Times New Roman" panose="02020603050405020304" pitchFamily="18" charset="0"/>
              </a:rPr>
              <a:t>return 1;</a:t>
            </a:r>
          </a:p>
          <a:p>
            <a:pPr lvl="1"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else if (  analyse_assign_stmt() )        </a:t>
            </a:r>
            <a:r>
              <a:rPr lang="zh-CN" altLang="en-US" sz="2000" b="1">
                <a:latin typeface="Times New Roman" panose="02020603050405020304" pitchFamily="18" charset="0"/>
                <a:sym typeface="Times New Roman" panose="02020603050405020304" pitchFamily="18" charset="0"/>
              </a:rPr>
              <a:t>return 1</a:t>
            </a:r>
            <a:r>
              <a:rPr lang="en-US" altLang="zh-CN" sz="2000" b="1">
                <a:latin typeface="Times New Roman" panose="02020603050405020304" pitchFamily="18" charset="0"/>
                <a:sym typeface="Times New Roman" panose="02020603050405020304" pitchFamily="18" charset="0"/>
              </a:rPr>
              <a:t>;</a:t>
            </a:r>
          </a:p>
          <a:p>
            <a:pPr lvl="1"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else</a:t>
            </a:r>
          </a:p>
          <a:p>
            <a:pPr lvl="1"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    error("....."); </a:t>
            </a:r>
            <a:r>
              <a:rPr lang="zh-CN" altLang="en-US" sz="2000" b="1">
                <a:latin typeface="Times New Roman" panose="02020603050405020304" pitchFamily="18" charset="0"/>
                <a:sym typeface="Times New Roman" panose="02020603050405020304" pitchFamily="18" charset="0"/>
              </a:rPr>
              <a:t>return 0;</a:t>
            </a:r>
          </a:p>
          <a:p>
            <a:pPr eaLnBrk="1">
              <a:lnSpc>
                <a:spcPct val="150000"/>
              </a:lnSpc>
              <a:buSzPct val="100000"/>
              <a:buFont typeface="Times New Roman" panose="02020603050405020304" pitchFamily="18" charset="0"/>
              <a:buNone/>
            </a:pPr>
            <a:r>
              <a:rPr lang="en-US" altLang="zh-CN" sz="2000" b="1">
                <a:latin typeface="Times New Roman" panose="02020603050405020304" pitchFamily="18" charset="0"/>
                <a:sym typeface="Times New Roman" panose="02020603050405020304" pitchFamily="18" charset="0"/>
              </a:rPr>
              <a:t>}</a:t>
            </a:r>
            <a:endParaRPr lang="en-US" altLang="zh-CN" sz="2000" b="1">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18">
                                            <p:txEl>
                                              <p:pRg st="1" end="1"/>
                                            </p:txEl>
                                          </p:spTgt>
                                        </p:tgtEl>
                                        <p:attrNameLst>
                                          <p:attrName>style.visibility</p:attrName>
                                        </p:attrNameLst>
                                      </p:cBhvr>
                                      <p:to>
                                        <p:strVal val="visible"/>
                                      </p:to>
                                    </p:set>
                                    <p:animEffect transition="in" filter="blinds(horizontal)">
                                      <p:cBhvr>
                                        <p:cTn id="7" dur="500"/>
                                        <p:tgtEl>
                                          <p:spTgt spid="34818">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4818">
                                            <p:txEl>
                                              <p:pRg st="2" end="2"/>
                                            </p:txEl>
                                          </p:spTgt>
                                        </p:tgtEl>
                                        <p:attrNameLst>
                                          <p:attrName>style.visibility</p:attrName>
                                        </p:attrNameLst>
                                      </p:cBhvr>
                                      <p:to>
                                        <p:strVal val="visible"/>
                                      </p:to>
                                    </p:set>
                                    <p:animEffect transition="in" filter="blinds(horizontal)">
                                      <p:cBhvr>
                                        <p:cTn id="10" dur="500"/>
                                        <p:tgtEl>
                                          <p:spTgt spid="34818">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4818">
                                            <p:txEl>
                                              <p:pRg st="3" end="3"/>
                                            </p:txEl>
                                          </p:spTgt>
                                        </p:tgtEl>
                                        <p:attrNameLst>
                                          <p:attrName>style.visibility</p:attrName>
                                        </p:attrNameLst>
                                      </p:cBhvr>
                                      <p:to>
                                        <p:strVal val="visible"/>
                                      </p:to>
                                    </p:set>
                                    <p:animEffect transition="in" filter="blinds(horizontal)">
                                      <p:cBhvr>
                                        <p:cTn id="13" dur="500"/>
                                        <p:tgtEl>
                                          <p:spTgt spid="34818">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4818">
                                            <p:txEl>
                                              <p:pRg st="4" end="4"/>
                                            </p:txEl>
                                          </p:spTgt>
                                        </p:tgtEl>
                                        <p:attrNameLst>
                                          <p:attrName>style.visibility</p:attrName>
                                        </p:attrNameLst>
                                      </p:cBhvr>
                                      <p:to>
                                        <p:strVal val="visible"/>
                                      </p:to>
                                    </p:set>
                                    <p:animEffect transition="in" filter="blinds(horizontal)">
                                      <p:cBhvr>
                                        <p:cTn id="16" dur="500"/>
                                        <p:tgtEl>
                                          <p:spTgt spid="34818">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34818">
                                            <p:txEl>
                                              <p:pRg st="5" end="5"/>
                                            </p:txEl>
                                          </p:spTgt>
                                        </p:tgtEl>
                                        <p:attrNameLst>
                                          <p:attrName>style.visibility</p:attrName>
                                        </p:attrNameLst>
                                      </p:cBhvr>
                                      <p:to>
                                        <p:strVal val="visible"/>
                                      </p:to>
                                    </p:set>
                                    <p:animEffect transition="in" filter="blinds(horizontal)">
                                      <p:cBhvr>
                                        <p:cTn id="21" dur="500"/>
                                        <p:tgtEl>
                                          <p:spTgt spid="34818">
                                            <p:txEl>
                                              <p:pRg st="5" end="5"/>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4818">
                                            <p:txEl>
                                              <p:pRg st="6" end="6"/>
                                            </p:txEl>
                                          </p:spTgt>
                                        </p:tgtEl>
                                        <p:attrNameLst>
                                          <p:attrName>style.visibility</p:attrName>
                                        </p:attrNameLst>
                                      </p:cBhvr>
                                      <p:to>
                                        <p:strVal val="visible"/>
                                      </p:to>
                                    </p:set>
                                    <p:animEffect transition="in" filter="blinds(horizontal)">
                                      <p:cBhvr>
                                        <p:cTn id="31" dur="500"/>
                                        <p:tgtEl>
                                          <p:spTgt spid="348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129D602A-3834-76C2-DC14-9D6A50305C2B}"/>
              </a:ext>
            </a:extLst>
          </p:cNvPr>
          <p:cNvSpPr>
            <a:spLocks noGrp="1" noChangeArrowheads="1"/>
          </p:cNvSpPr>
          <p:nvPr>
            <p:ph type="body" idx="4294967295"/>
          </p:nvPr>
        </p:nvSpPr>
        <p:spPr>
          <a:xfrm>
            <a:off x="503238" y="1397000"/>
            <a:ext cx="9069387" cy="5354638"/>
          </a:xfrm>
        </p:spPr>
        <p:txBody>
          <a:bodyPr/>
          <a:lstStyle/>
          <a:p>
            <a:pPr marL="0" indent="0" eaLnBrk="1">
              <a:buFont typeface="StarSymbol" charset="0"/>
              <a:buNone/>
            </a:pPr>
            <a:r>
              <a:rPr lang="en-US" altLang="zh-CN" sz="3200" b="1">
                <a:latin typeface="宋体" panose="02010600030101010101" pitchFamily="2" charset="-122"/>
                <a:ea typeface="宋体" panose="02010600030101010101" pitchFamily="2" charset="-122"/>
              </a:rPr>
              <a:t>stmt  →  while_stmt | assign_stmt</a:t>
            </a:r>
          </a:p>
          <a:p>
            <a:pPr marL="0" indent="0" eaLnBrk="1">
              <a:buFont typeface="StarSymbol" charset="0"/>
              <a:buNone/>
            </a:pPr>
            <a:r>
              <a:rPr lang="en-US" altLang="zh-CN" sz="3200" b="1">
                <a:latin typeface="宋体" panose="02010600030101010101" pitchFamily="2" charset="-122"/>
                <a:ea typeface="宋体" panose="02010600030101010101" pitchFamily="2" charset="-122"/>
              </a:rPr>
              <a:t>while_stmt → </a:t>
            </a:r>
            <a:r>
              <a:rPr lang="en-US" altLang="zh-CN" sz="3200" b="1">
                <a:solidFill>
                  <a:schemeClr val="accent2"/>
                </a:solidFill>
                <a:latin typeface="宋体" panose="02010600030101010101" pitchFamily="2" charset="-122"/>
                <a:ea typeface="宋体" panose="02010600030101010101" pitchFamily="2" charset="-122"/>
              </a:rPr>
              <a:t>WHILE (</a:t>
            </a:r>
            <a:r>
              <a:rPr lang="en-US" altLang="zh-CN" sz="3200" b="1">
                <a:latin typeface="宋体" panose="02010600030101010101" pitchFamily="2" charset="-122"/>
                <a:ea typeface="宋体" panose="02010600030101010101" pitchFamily="2" charset="-122"/>
              </a:rPr>
              <a:t> bool_expr </a:t>
            </a:r>
            <a:r>
              <a:rPr lang="en-US" altLang="zh-CN" sz="3200" b="1">
                <a:solidFill>
                  <a:schemeClr val="accent2"/>
                </a:solidFill>
                <a:latin typeface="宋体" panose="02010600030101010101" pitchFamily="2" charset="-122"/>
                <a:ea typeface="宋体" panose="02010600030101010101" pitchFamily="2" charset="-122"/>
              </a:rPr>
              <a:t>)</a:t>
            </a:r>
            <a:r>
              <a:rPr lang="en-US" altLang="zh-CN" sz="3200" b="1">
                <a:latin typeface="宋体" panose="02010600030101010101" pitchFamily="2" charset="-122"/>
                <a:ea typeface="宋体" panose="02010600030101010101" pitchFamily="2" charset="-122"/>
              </a:rPr>
              <a:t> stmt</a:t>
            </a:r>
          </a:p>
          <a:p>
            <a:pPr marL="0" indent="0" eaLnBrk="1">
              <a:buFont typeface="StarSymbol" charset="0"/>
              <a:buNone/>
            </a:pPr>
            <a:r>
              <a:rPr lang="en-US" altLang="zh-CN" sz="3200" b="1">
                <a:latin typeface="宋体" panose="02010600030101010101" pitchFamily="2" charset="-122"/>
                <a:ea typeface="宋体" panose="02010600030101010101" pitchFamily="2" charset="-122"/>
              </a:rPr>
              <a:t>assign_stmt  → </a:t>
            </a:r>
            <a:r>
              <a:rPr lang="en-US" altLang="zh-CN" sz="3200" b="1">
                <a:solidFill>
                  <a:schemeClr val="accent2"/>
                </a:solidFill>
                <a:latin typeface="宋体" panose="02010600030101010101" pitchFamily="2" charset="-122"/>
                <a:ea typeface="宋体" panose="02010600030101010101" pitchFamily="2" charset="-122"/>
              </a:rPr>
              <a:t>ID =</a:t>
            </a:r>
            <a:r>
              <a:rPr lang="en-US" altLang="zh-CN" sz="3200" b="1">
                <a:latin typeface="宋体" panose="02010600030101010101" pitchFamily="2" charset="-122"/>
                <a:ea typeface="宋体" panose="02010600030101010101" pitchFamily="2" charset="-122"/>
              </a:rPr>
              <a:t> expr </a:t>
            </a:r>
            <a:r>
              <a:rPr lang="en-US" altLang="zh-CN" sz="3200" b="1">
                <a:solidFill>
                  <a:schemeClr val="accent2"/>
                </a:solidFill>
                <a:latin typeface="宋体" panose="02010600030101010101" pitchFamily="2" charset="-122"/>
                <a:ea typeface="宋体" panose="02010600030101010101" pitchFamily="2" charset="-122"/>
              </a:rPr>
              <a:t>;</a:t>
            </a:r>
          </a:p>
        </p:txBody>
      </p:sp>
      <p:sp>
        <p:nvSpPr>
          <p:cNvPr id="67587" name="Rectangle 2">
            <a:extLst>
              <a:ext uri="{FF2B5EF4-FFF2-40B4-BE49-F238E27FC236}">
                <a16:creationId xmlns:a16="http://schemas.microsoft.com/office/drawing/2014/main" id="{0975C8D7-0897-9126-34E1-57E6027B8A35}"/>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语法分析</a:t>
            </a:r>
          </a:p>
        </p:txBody>
      </p:sp>
      <p:sp>
        <p:nvSpPr>
          <p:cNvPr id="67588" name="Date Placeholder 5">
            <a:extLst>
              <a:ext uri="{FF2B5EF4-FFF2-40B4-BE49-F238E27FC236}">
                <a16:creationId xmlns:a16="http://schemas.microsoft.com/office/drawing/2014/main" id="{061CA111-54C0-7E5E-B5A1-7E3D9E37487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7589" name="Slide Number Placeholder 6">
            <a:extLst>
              <a:ext uri="{FF2B5EF4-FFF2-40B4-BE49-F238E27FC236}">
                <a16:creationId xmlns:a16="http://schemas.microsoft.com/office/drawing/2014/main" id="{642A1602-84DC-EA87-780E-D747D298ECB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5DC92F14-B007-45B6-BE94-29835B0F58DF}"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55</a:t>
            </a:fld>
            <a:endParaRPr lang="en-GB" altLang="en-US" sz="1200">
              <a:latin typeface="Comic Sans MS" panose="030F0702030302020204" pitchFamily="66" charset="0"/>
              <a:ea typeface="宋体" panose="02010600030101010101" pitchFamily="2" charset="-122"/>
            </a:endParaRPr>
          </a:p>
        </p:txBody>
      </p:sp>
      <p:sp>
        <p:nvSpPr>
          <p:cNvPr id="67590" name="Footer Placeholder 7">
            <a:extLst>
              <a:ext uri="{FF2B5EF4-FFF2-40B4-BE49-F238E27FC236}">
                <a16:creationId xmlns:a16="http://schemas.microsoft.com/office/drawing/2014/main" id="{C05157C3-7EF5-0C55-A121-7C86C799B28E}"/>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3799" name="文本框 33798">
            <a:extLst>
              <a:ext uri="{FF2B5EF4-FFF2-40B4-BE49-F238E27FC236}">
                <a16:creationId xmlns:a16="http://schemas.microsoft.com/office/drawing/2014/main" id="{4A0A1DD0-C451-1A63-A307-486CC3B7BD7B}"/>
              </a:ext>
            </a:extLst>
          </p:cNvPr>
          <p:cNvSpPr txBox="1">
            <a:spLocks noChangeArrowheads="1"/>
          </p:cNvSpPr>
          <p:nvPr/>
        </p:nvSpPr>
        <p:spPr bwMode="auto">
          <a:xfrm>
            <a:off x="917575" y="3267075"/>
            <a:ext cx="4230688" cy="341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void analyse_stmt()  {</a:t>
            </a:r>
          </a:p>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    if (  </a:t>
            </a:r>
            <a:r>
              <a:rPr lang="en-US" altLang="zh-CN" b="1">
                <a:solidFill>
                  <a:srgbClr val="FF3300"/>
                </a:solidFill>
                <a:latin typeface="Times New Roman" panose="02020603050405020304" pitchFamily="18" charset="0"/>
                <a:sym typeface="Times New Roman" panose="02020603050405020304" pitchFamily="18" charset="0"/>
              </a:rPr>
              <a:t>match( xxxxxx )</a:t>
            </a:r>
            <a:r>
              <a:rPr lang="en-US" altLang="zh-CN" b="1">
                <a:latin typeface="Times New Roman" panose="02020603050405020304" pitchFamily="18" charset="0"/>
                <a:sym typeface="Times New Roman" panose="02020603050405020304" pitchFamily="18" charset="0"/>
              </a:rPr>
              <a:t>   ){</a:t>
            </a:r>
            <a:endParaRPr lang="en-US" altLang="zh-CN" sz="2000" b="1">
              <a:latin typeface="宋体" panose="02010600030101010101" pitchFamily="2" charset="-122"/>
              <a:ea typeface="宋体" panose="02010600030101010101" pitchFamily="2" charset="-122"/>
              <a:sym typeface="宋体" panose="02010600030101010101" pitchFamily="2" charset="-122"/>
            </a:endParaRPr>
          </a:p>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              analyse_while_stmt();</a:t>
            </a:r>
          </a:p>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    }else if ( </a:t>
            </a:r>
            <a:r>
              <a:rPr lang="en-US" altLang="zh-CN" b="1">
                <a:solidFill>
                  <a:srgbClr val="FF3300"/>
                </a:solidFill>
                <a:latin typeface="Times New Roman" panose="02020603050405020304" pitchFamily="18" charset="0"/>
                <a:sym typeface="Times New Roman" panose="02020603050405020304" pitchFamily="18" charset="0"/>
              </a:rPr>
              <a:t>match( xxxxxx )</a:t>
            </a:r>
            <a:r>
              <a:rPr lang="en-US" altLang="zh-CN" b="1">
                <a:latin typeface="Times New Roman" panose="02020603050405020304" pitchFamily="18" charset="0"/>
                <a:sym typeface="Times New Roman" panose="02020603050405020304" pitchFamily="18" charset="0"/>
              </a:rPr>
              <a:t> ) {</a:t>
            </a:r>
          </a:p>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             analyse_assign_stmt();</a:t>
            </a:r>
          </a:p>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    }else</a:t>
            </a:r>
          </a:p>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            error(".....");</a:t>
            </a:r>
          </a:p>
          <a:p>
            <a:pPr eaLnBrk="1">
              <a:lnSpc>
                <a:spcPct val="150000"/>
              </a:lnSpc>
              <a:buSzPct val="100000"/>
              <a:buFont typeface="Times New Roman" panose="02020603050405020304" pitchFamily="18" charset="0"/>
              <a:buNone/>
            </a:pPr>
            <a:r>
              <a:rPr lang="en-US" altLang="zh-CN" b="1">
                <a:latin typeface="Times New Roman" panose="02020603050405020304" pitchFamily="18" charset="0"/>
                <a:sym typeface="Times New Roman" panose="02020603050405020304" pitchFamily="18" charset="0"/>
              </a:rPr>
              <a:t>}</a:t>
            </a:r>
            <a:endParaRPr lang="en-US" altLang="zh-CN" b="1">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3800" name="矩形 33799">
            <a:extLst>
              <a:ext uri="{FF2B5EF4-FFF2-40B4-BE49-F238E27FC236}">
                <a16:creationId xmlns:a16="http://schemas.microsoft.com/office/drawing/2014/main" id="{16113FBD-1515-0EFF-A72B-A49365E62BE9}"/>
              </a:ext>
            </a:extLst>
          </p:cNvPr>
          <p:cNvSpPr>
            <a:spLocks noChangeArrowheads="1"/>
          </p:cNvSpPr>
          <p:nvPr/>
        </p:nvSpPr>
        <p:spPr bwMode="auto">
          <a:xfrm>
            <a:off x="2744788" y="3775075"/>
            <a:ext cx="906462" cy="404813"/>
          </a:xfrm>
          <a:prstGeom prst="rect">
            <a:avLst/>
          </a:prstGeom>
          <a:solidFill>
            <a:srgbClr val="FFFF99"/>
          </a:solidFill>
          <a:ln w="9525">
            <a:solidFill>
              <a:srgbClr val="FFFF99"/>
            </a:solidFill>
            <a:miter lim="800000"/>
            <a:headEnd/>
            <a:tailEnd/>
          </a:ln>
        </p:spPr>
        <p:txBody>
          <a:bodyPr wrap="none" anchor="ctr"/>
          <a:lstStyle/>
          <a:p>
            <a:pPr algn="ctr" eaLnBrk="1">
              <a:lnSpc>
                <a:spcPct val="93000"/>
              </a:lnSpc>
              <a:buSzPct val="100000"/>
              <a:buFont typeface="Times New Roman" panose="02020603050405020304" pitchFamily="18" charset="0"/>
              <a:buNone/>
            </a:pPr>
            <a:r>
              <a:rPr lang="en-US" altLang="zh-CN" sz="2400" b="1">
                <a:solidFill>
                  <a:srgbClr val="FF3300"/>
                </a:solidFill>
                <a:latin typeface="宋体" panose="02010600030101010101" pitchFamily="2" charset="-122"/>
                <a:ea typeface="宋体" panose="02010600030101010101" pitchFamily="2" charset="-122"/>
              </a:rPr>
              <a:t>WHILE</a:t>
            </a:r>
          </a:p>
        </p:txBody>
      </p:sp>
      <p:sp>
        <p:nvSpPr>
          <p:cNvPr id="33801" name="矩形 33800">
            <a:extLst>
              <a:ext uri="{FF2B5EF4-FFF2-40B4-BE49-F238E27FC236}">
                <a16:creationId xmlns:a16="http://schemas.microsoft.com/office/drawing/2014/main" id="{2FC305D6-CE03-1AB5-9EBB-5BF7C782C390}"/>
              </a:ext>
            </a:extLst>
          </p:cNvPr>
          <p:cNvSpPr>
            <a:spLocks noChangeArrowheads="1"/>
          </p:cNvSpPr>
          <p:nvPr/>
        </p:nvSpPr>
        <p:spPr bwMode="auto">
          <a:xfrm>
            <a:off x="3448050" y="4618038"/>
            <a:ext cx="933450" cy="404812"/>
          </a:xfrm>
          <a:prstGeom prst="rect">
            <a:avLst/>
          </a:prstGeom>
          <a:solidFill>
            <a:srgbClr val="FFFF99"/>
          </a:solidFill>
          <a:ln w="9525">
            <a:solidFill>
              <a:srgbClr val="FFFF99"/>
            </a:solidFill>
            <a:miter lim="800000"/>
            <a:headEnd/>
            <a:tailEnd/>
          </a:ln>
        </p:spPr>
        <p:txBody>
          <a:bodyPr wrap="none" anchor="ctr"/>
          <a:lstStyle/>
          <a:p>
            <a:pPr algn="ctr" eaLnBrk="1">
              <a:lnSpc>
                <a:spcPct val="93000"/>
              </a:lnSpc>
              <a:buSzPct val="100000"/>
              <a:buFont typeface="Times New Roman" panose="02020603050405020304" pitchFamily="18" charset="0"/>
              <a:buNone/>
            </a:pPr>
            <a:r>
              <a:rPr lang="en-US" altLang="zh-CN" sz="2400" b="1">
                <a:solidFill>
                  <a:srgbClr val="FF3300"/>
                </a:solidFill>
                <a:latin typeface="宋体" panose="02010600030101010101" pitchFamily="2" charset="-122"/>
                <a:ea typeface="宋体" panose="02010600030101010101" pitchFamily="2" charset="-122"/>
              </a:rPr>
              <a:t>ID</a:t>
            </a:r>
            <a:endParaRPr lang="en-US" altLang="zh-CN"/>
          </a:p>
        </p:txBody>
      </p:sp>
      <p:sp>
        <p:nvSpPr>
          <p:cNvPr id="33802" name="文本框 33801">
            <a:extLst>
              <a:ext uri="{FF2B5EF4-FFF2-40B4-BE49-F238E27FC236}">
                <a16:creationId xmlns:a16="http://schemas.microsoft.com/office/drawing/2014/main" id="{B4586CED-A2AF-B9EA-1089-138CD6CE0248}"/>
              </a:ext>
            </a:extLst>
          </p:cNvPr>
          <p:cNvSpPr txBox="1">
            <a:spLocks noChangeArrowheads="1"/>
          </p:cNvSpPr>
          <p:nvPr/>
        </p:nvSpPr>
        <p:spPr bwMode="auto">
          <a:xfrm>
            <a:off x="4710113" y="3295650"/>
            <a:ext cx="5019675" cy="8842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2800" b="1">
                <a:ea typeface="楷体_GB2312" panose="02010609030101010101" pitchFamily="1" charset="-122"/>
              </a:rPr>
              <a:t>while</a:t>
            </a:r>
            <a:r>
              <a:rPr lang="zh-CN" altLang="en-US" sz="2800" b="1">
                <a:ea typeface="楷体_GB2312" panose="02010609030101010101" pitchFamily="1" charset="-122"/>
              </a:rPr>
              <a:t>语句只接受</a:t>
            </a:r>
          </a:p>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    以 “</a:t>
            </a:r>
            <a:r>
              <a:rPr lang="en-US" altLang="zh-CN" sz="2800" b="1">
                <a:ea typeface="楷体_GB2312" panose="02010609030101010101" pitchFamily="1" charset="-122"/>
              </a:rPr>
              <a:t>WHILE”</a:t>
            </a:r>
            <a:r>
              <a:rPr lang="zh-CN" altLang="en-US" sz="2800" b="1">
                <a:ea typeface="楷体_GB2312" panose="02010609030101010101" pitchFamily="1" charset="-122"/>
              </a:rPr>
              <a:t>开始的单词序列</a:t>
            </a:r>
            <a:endParaRPr lang="zh-CN" altLang="en-US"/>
          </a:p>
        </p:txBody>
      </p:sp>
      <p:sp>
        <p:nvSpPr>
          <p:cNvPr id="33803" name="文本框 33802">
            <a:extLst>
              <a:ext uri="{FF2B5EF4-FFF2-40B4-BE49-F238E27FC236}">
                <a16:creationId xmlns:a16="http://schemas.microsoft.com/office/drawing/2014/main" id="{8C861280-DE8A-2873-5E3D-ECFB05B495CF}"/>
              </a:ext>
            </a:extLst>
          </p:cNvPr>
          <p:cNvSpPr txBox="1">
            <a:spLocks noChangeArrowheads="1"/>
          </p:cNvSpPr>
          <p:nvPr/>
        </p:nvSpPr>
        <p:spPr bwMode="auto">
          <a:xfrm>
            <a:off x="4703763" y="4489450"/>
            <a:ext cx="4230687" cy="8842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赋值语句只接受</a:t>
            </a:r>
          </a:p>
          <a:p>
            <a:pPr eaLnBrk="1">
              <a:lnSpc>
                <a:spcPct val="93000"/>
              </a:lnSpc>
              <a:buSzPct val="100000"/>
              <a:buFont typeface="Times New Roman" panose="02020603050405020304" pitchFamily="18" charset="0"/>
              <a:buNone/>
            </a:pPr>
            <a:r>
              <a:rPr lang="zh-CN" altLang="en-US" sz="2800" b="1">
                <a:ea typeface="楷体_GB2312" panose="02010609030101010101" pitchFamily="1" charset="-122"/>
              </a:rPr>
              <a:t>    以 “</a:t>
            </a:r>
            <a:r>
              <a:rPr lang="en-US" altLang="zh-CN" sz="2800" b="1">
                <a:ea typeface="楷体_GB2312" panose="02010609030101010101" pitchFamily="1" charset="-122"/>
              </a:rPr>
              <a:t>ID”</a:t>
            </a:r>
            <a:r>
              <a:rPr lang="zh-CN" altLang="en-US" sz="2800" b="1">
                <a:ea typeface="楷体_GB2312" panose="02010609030101010101" pitchFamily="1" charset="-122"/>
              </a:rPr>
              <a:t>开始的单词序列</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9"/>
                                        </p:tgtEl>
                                        <p:attrNameLst>
                                          <p:attrName>style.visibility</p:attrName>
                                        </p:attrNameLst>
                                      </p:cBhvr>
                                      <p:to>
                                        <p:strVal val="visible"/>
                                      </p:to>
                                    </p:set>
                                    <p:animEffect transition="in" filter="blinds(horizontal)">
                                      <p:cBhvr>
                                        <p:cTn id="7" dur="500"/>
                                        <p:tgtEl>
                                          <p:spTgt spid="337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4">
                                            <p:txEl>
                                              <p:pRg st="1" end="1"/>
                                            </p:txEl>
                                          </p:spTgt>
                                        </p:tgtEl>
                                        <p:attrNameLst>
                                          <p:attrName>style.visibility</p:attrName>
                                        </p:attrNameLst>
                                      </p:cBhvr>
                                      <p:to>
                                        <p:strVal val="visible"/>
                                      </p:to>
                                    </p:set>
                                    <p:animEffect transition="in" filter="blinds(horizontal)">
                                      <p:cBhvr>
                                        <p:cTn id="12" dur="500"/>
                                        <p:tgtEl>
                                          <p:spTgt spid="33794">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3794">
                                            <p:txEl>
                                              <p:pRg st="2" end="2"/>
                                            </p:txEl>
                                          </p:spTgt>
                                        </p:tgtEl>
                                        <p:attrNameLst>
                                          <p:attrName>style.visibility</p:attrName>
                                        </p:attrNameLst>
                                      </p:cBhvr>
                                      <p:to>
                                        <p:strVal val="visible"/>
                                      </p:to>
                                    </p:set>
                                    <p:animEffect transition="in" filter="blinds(horizontal)">
                                      <p:cBhvr>
                                        <p:cTn id="15" dur="500"/>
                                        <p:tgtEl>
                                          <p:spTgt spid="33794">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3802"/>
                                        </p:tgtEl>
                                        <p:attrNameLst>
                                          <p:attrName>style.visibility</p:attrName>
                                        </p:attrNameLst>
                                      </p:cBhvr>
                                      <p:to>
                                        <p:strVal val="visible"/>
                                      </p:to>
                                    </p:set>
                                    <p:animEffect transition="in" filter="blinds(horizontal)">
                                      <p:cBhvr>
                                        <p:cTn id="20" dur="500"/>
                                        <p:tgtEl>
                                          <p:spTgt spid="3380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3803"/>
                                        </p:tgtEl>
                                        <p:attrNameLst>
                                          <p:attrName>style.visibility</p:attrName>
                                        </p:attrNameLst>
                                      </p:cBhvr>
                                      <p:to>
                                        <p:strVal val="visible"/>
                                      </p:to>
                                    </p:set>
                                    <p:animEffect transition="in" filter="blinds(horizontal)">
                                      <p:cBhvr>
                                        <p:cTn id="25" dur="500"/>
                                        <p:tgtEl>
                                          <p:spTgt spid="3380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33800"/>
                                        </p:tgtEl>
                                        <p:attrNameLst>
                                          <p:attrName>style.visibility</p:attrName>
                                        </p:attrNameLst>
                                      </p:cBhvr>
                                      <p:to>
                                        <p:strVal val="visible"/>
                                      </p:to>
                                    </p:set>
                                    <p:animEffect transition="in" filter="blinds(horizontal)">
                                      <p:cBhvr>
                                        <p:cTn id="30" dur="500"/>
                                        <p:tgtEl>
                                          <p:spTgt spid="3380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33801"/>
                                        </p:tgtEl>
                                        <p:attrNameLst>
                                          <p:attrName>style.visibility</p:attrName>
                                        </p:attrNameLst>
                                      </p:cBhvr>
                                      <p:to>
                                        <p:strVal val="visible"/>
                                      </p:to>
                                    </p:set>
                                    <p:animEffect transition="in" filter="blinds(horizontal)">
                                      <p:cBhvr>
                                        <p:cTn id="35" dur="500"/>
                                        <p:tgtEl>
                                          <p:spTgt spid="33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bldLvl="0"/>
      <p:bldP spid="33800" grpId="0" bldLvl="0" animBg="1"/>
      <p:bldP spid="33801" grpId="0" bldLvl="0" animBg="1"/>
      <p:bldP spid="33802" grpId="0" bldLvl="0"/>
      <p:bldP spid="33803" grpId="0" bldLvl="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F9CB664A-5AC4-D3E2-43AF-8DAF90B36629}"/>
              </a:ext>
            </a:extLst>
          </p:cNvPr>
          <p:cNvSpPr>
            <a:spLocks noGrp="1" noChangeArrowheads="1"/>
          </p:cNvSpPr>
          <p:nvPr>
            <p:ph type="body" idx="4294967295"/>
          </p:nvPr>
        </p:nvSpPr>
        <p:spPr>
          <a:xfrm>
            <a:off x="503238" y="1395413"/>
            <a:ext cx="9069387" cy="4716462"/>
          </a:xfrm>
        </p:spPr>
        <p:txBody>
          <a:bodyPr/>
          <a:lstStyle/>
          <a:p>
            <a:pPr marL="0" indent="0" eaLnBrk="1" hangingPunct="1">
              <a:buFont typeface="Times New Roman" panose="02020603050405020304" pitchFamily="18" charset="0"/>
              <a:buNone/>
            </a:pPr>
            <a:r>
              <a:rPr lang="zh-CN" altLang="en-US" sz="4000" b="1">
                <a:latin typeface="楷体_GB2312" panose="02010609030101010101" pitchFamily="1" charset="-122"/>
              </a:rPr>
              <a:t>例：对下列文法构造分析程序</a:t>
            </a:r>
            <a:endParaRPr lang="en-US" altLang="zh-CN" sz="4000" b="1">
              <a:latin typeface="楷体_GB2312" panose="02010609030101010101" pitchFamily="1" charset="-122"/>
            </a:endParaRPr>
          </a:p>
        </p:txBody>
      </p:sp>
      <p:sp>
        <p:nvSpPr>
          <p:cNvPr id="68611" name="Rectangle 2">
            <a:extLst>
              <a:ext uri="{FF2B5EF4-FFF2-40B4-BE49-F238E27FC236}">
                <a16:creationId xmlns:a16="http://schemas.microsoft.com/office/drawing/2014/main" id="{329468A1-BBDC-2AE6-DA92-ECEFCFDFD201}"/>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递归下降分析法</a:t>
            </a:r>
          </a:p>
        </p:txBody>
      </p:sp>
      <p:sp>
        <p:nvSpPr>
          <p:cNvPr id="68612" name="Date Placeholder 5">
            <a:extLst>
              <a:ext uri="{FF2B5EF4-FFF2-40B4-BE49-F238E27FC236}">
                <a16:creationId xmlns:a16="http://schemas.microsoft.com/office/drawing/2014/main" id="{0C44FEC7-CAA9-359D-B94A-1D97C7D8ED4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8613" name="Slide Number Placeholder 6">
            <a:extLst>
              <a:ext uri="{FF2B5EF4-FFF2-40B4-BE49-F238E27FC236}">
                <a16:creationId xmlns:a16="http://schemas.microsoft.com/office/drawing/2014/main" id="{FECEE3ED-DD6C-1DBF-EDF4-D5051516977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10547A5F-303D-45C9-ABBF-D3B05D6995E9}"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56</a:t>
            </a:fld>
            <a:endParaRPr lang="en-GB" altLang="en-US" sz="1200">
              <a:latin typeface="Comic Sans MS" panose="030F0702030302020204" pitchFamily="66" charset="0"/>
              <a:ea typeface="宋体" panose="02010600030101010101" pitchFamily="2" charset="-122"/>
            </a:endParaRPr>
          </a:p>
        </p:txBody>
      </p:sp>
      <p:sp>
        <p:nvSpPr>
          <p:cNvPr id="68614" name="Footer Placeholder 7">
            <a:extLst>
              <a:ext uri="{FF2B5EF4-FFF2-40B4-BE49-F238E27FC236}">
                <a16:creationId xmlns:a16="http://schemas.microsoft.com/office/drawing/2014/main" id="{277EC7CD-3D9F-A333-C722-5596A5919120}"/>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5539" name="Rectangle 3">
            <a:extLst>
              <a:ext uri="{FF2B5EF4-FFF2-40B4-BE49-F238E27FC236}">
                <a16:creationId xmlns:a16="http://schemas.microsoft.com/office/drawing/2014/main" id="{0A88A486-AEA7-F9BB-06BE-07D871E190D1}"/>
              </a:ext>
            </a:extLst>
          </p:cNvPr>
          <p:cNvSpPr txBox="1">
            <a:spLocks noChangeArrowheads="1"/>
          </p:cNvSpPr>
          <p:nvPr/>
        </p:nvSpPr>
        <p:spPr bwMode="auto">
          <a:xfrm>
            <a:off x="1406525" y="2346325"/>
            <a:ext cx="5511800"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a:lnSpc>
                <a:spcPct val="113000"/>
              </a:lnSpc>
              <a:buSzPct val="100000"/>
              <a:buFont typeface="Times New Roman" panose="02020603050405020304" pitchFamily="18" charset="0"/>
              <a:buNone/>
            </a:pPr>
            <a:r>
              <a:rPr lang="en-US" altLang="zh-CN" sz="3200" b="1">
                <a:latin typeface="Times New Roman" panose="02020603050405020304" pitchFamily="18" charset="0"/>
                <a:ea typeface="宋体" panose="02010600030101010101" pitchFamily="2" charset="-122"/>
              </a:rPr>
              <a:t>E </a:t>
            </a:r>
            <a:r>
              <a:rPr lang="en-US" altLang="zh-CN" sz="3200" b="1">
                <a:latin typeface="Times New Roman" panose="02020603050405020304" pitchFamily="18" charset="0"/>
                <a:ea typeface="宋体" panose="02010600030101010101" pitchFamily="2" charset="-122"/>
                <a:sym typeface="Symbol" panose="05050102010706020507" pitchFamily="18" charset="2"/>
              </a:rPr>
              <a:t></a:t>
            </a:r>
            <a:r>
              <a:rPr lang="en-US" altLang="zh-CN" sz="3200" b="1">
                <a:latin typeface="Times New Roman" panose="02020603050405020304" pitchFamily="18" charset="0"/>
                <a:ea typeface="宋体" panose="02010600030101010101" pitchFamily="2" charset="-122"/>
              </a:rPr>
              <a:t> TE</a:t>
            </a:r>
            <a:r>
              <a:rPr lang="zh-CN" altLang="en-US" sz="3200" b="1" baseline="-25000">
                <a:latin typeface="Times New Roman" panose="02020603050405020304" pitchFamily="18" charset="0"/>
                <a:ea typeface="宋体" panose="02010600030101010101" pitchFamily="2" charset="-122"/>
              </a:rPr>
              <a:t>1</a:t>
            </a:r>
            <a:endParaRPr lang="zh-CN" altLang="en-US" sz="3600" b="1" baseline="-25000">
              <a:latin typeface="Times New Roman" panose="02020603050405020304" pitchFamily="18" charset="0"/>
              <a:ea typeface="宋体" panose="02010600030101010101" pitchFamily="2" charset="-122"/>
              <a:sym typeface="Symbol" panose="05050102010706020507" pitchFamily="18" charset="2"/>
            </a:endParaRPr>
          </a:p>
          <a:p>
            <a:pPr algn="just" eaLnBrk="1">
              <a:lnSpc>
                <a:spcPct val="113000"/>
              </a:lnSpc>
              <a:buSzPct val="100000"/>
              <a:buFont typeface="Times New Roman" panose="02020603050405020304" pitchFamily="18" charset="0"/>
              <a:buNone/>
            </a:pPr>
            <a:r>
              <a:rPr lang="en-US" altLang="zh-CN" sz="3200" b="1">
                <a:latin typeface="Times New Roman" panose="02020603050405020304" pitchFamily="18" charset="0"/>
                <a:ea typeface="宋体" panose="02010600030101010101" pitchFamily="2" charset="-122"/>
              </a:rPr>
              <a:t>E</a:t>
            </a:r>
            <a:r>
              <a:rPr lang="zh-CN" altLang="en-US" sz="3200" b="1" baseline="-25000">
                <a:latin typeface="Times New Roman" panose="02020603050405020304" pitchFamily="18" charset="0"/>
                <a:ea typeface="宋体" panose="02010600030101010101" pitchFamily="2" charset="-122"/>
              </a:rPr>
              <a:t>1</a:t>
            </a:r>
            <a:r>
              <a:rPr lang="zh-CN" altLang="en-US"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sym typeface="Symbol" panose="05050102010706020507" pitchFamily="18" charset="2"/>
              </a:rPr>
              <a:t></a:t>
            </a:r>
            <a:r>
              <a:rPr lang="en-US" altLang="zh-CN" sz="3200" b="1">
                <a:latin typeface="Times New Roman" panose="02020603050405020304" pitchFamily="18" charset="0"/>
                <a:ea typeface="宋体" panose="02010600030101010101" pitchFamily="2" charset="-122"/>
              </a:rPr>
              <a:t> + TE</a:t>
            </a:r>
            <a:r>
              <a:rPr lang="zh-CN" altLang="en-US" sz="3200" b="1" baseline="-25000">
                <a:latin typeface="Times New Roman" panose="02020603050405020304" pitchFamily="18" charset="0"/>
                <a:ea typeface="宋体" panose="02010600030101010101" pitchFamily="2" charset="-122"/>
              </a:rPr>
              <a:t>1</a:t>
            </a:r>
            <a:r>
              <a:rPr lang="zh-CN" altLang="en-US" sz="3200" b="1">
                <a:latin typeface="Times New Roman" panose="02020603050405020304" pitchFamily="18" charset="0"/>
                <a:ea typeface="宋体" panose="02010600030101010101" pitchFamily="2" charset="-122"/>
              </a:rPr>
              <a:t> </a:t>
            </a:r>
            <a:r>
              <a:rPr lang="en-US" altLang="zh-CN" sz="3200" b="1" baseline="30000">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rPr>
              <a:t>| </a:t>
            </a:r>
            <a:r>
              <a:rPr lang="en-US" altLang="zh-CN" sz="3600" b="1">
                <a:latin typeface="Times New Roman" panose="02020603050405020304" pitchFamily="18" charset="0"/>
                <a:ea typeface="宋体" panose="02010600030101010101" pitchFamily="2" charset="-122"/>
                <a:sym typeface="Symbol" panose="05050102010706020507" pitchFamily="18" charset="2"/>
              </a:rPr>
              <a:t></a:t>
            </a:r>
          </a:p>
          <a:p>
            <a:pPr algn="just" eaLnBrk="1">
              <a:lnSpc>
                <a:spcPct val="113000"/>
              </a:lnSpc>
              <a:buSzPct val="100000"/>
              <a:buFont typeface="Times New Roman" panose="02020603050405020304" pitchFamily="18" charset="0"/>
              <a:buNone/>
            </a:pPr>
            <a:r>
              <a:rPr lang="en-US" altLang="zh-CN" sz="3200" b="1">
                <a:latin typeface="Times New Roman" panose="02020603050405020304" pitchFamily="18" charset="0"/>
                <a:ea typeface="宋体" panose="02010600030101010101" pitchFamily="2" charset="-122"/>
              </a:rPr>
              <a:t>T </a:t>
            </a:r>
            <a:r>
              <a:rPr lang="en-US" altLang="zh-CN" sz="3200" b="1">
                <a:latin typeface="Times New Roman" panose="02020603050405020304" pitchFamily="18" charset="0"/>
                <a:ea typeface="宋体" panose="02010600030101010101" pitchFamily="2" charset="-122"/>
                <a:sym typeface="Symbol" panose="05050102010706020507" pitchFamily="18" charset="2"/>
              </a:rPr>
              <a:t></a:t>
            </a:r>
            <a:r>
              <a:rPr lang="en-US" altLang="zh-CN" sz="3200" b="1">
                <a:latin typeface="Times New Roman" panose="02020603050405020304" pitchFamily="18" charset="0"/>
                <a:ea typeface="宋体" panose="02010600030101010101" pitchFamily="2" charset="-122"/>
              </a:rPr>
              <a:t> FT</a:t>
            </a:r>
            <a:r>
              <a:rPr lang="zh-CN" altLang="en-US" sz="3200" b="1" baseline="-25000">
                <a:latin typeface="Times New Roman" panose="02020603050405020304" pitchFamily="18" charset="0"/>
                <a:ea typeface="宋体" panose="02010600030101010101" pitchFamily="2" charset="-122"/>
              </a:rPr>
              <a:t>1</a:t>
            </a:r>
            <a:r>
              <a:rPr lang="en-US" altLang="zh-CN" sz="3200" b="1" baseline="30000">
                <a:latin typeface="Times New Roman" panose="02020603050405020304" pitchFamily="18" charset="0"/>
                <a:ea typeface="宋体" panose="02010600030101010101" pitchFamily="2" charset="-122"/>
              </a:rPr>
              <a:t> 	</a:t>
            </a:r>
          </a:p>
          <a:p>
            <a:pPr algn="just" eaLnBrk="1">
              <a:lnSpc>
                <a:spcPct val="113000"/>
              </a:lnSpc>
              <a:buSzPct val="100000"/>
              <a:buFont typeface="Times New Roman" panose="02020603050405020304" pitchFamily="18" charset="0"/>
              <a:buNone/>
            </a:pPr>
            <a:r>
              <a:rPr lang="en-US" altLang="zh-CN" sz="3200" b="1">
                <a:latin typeface="Times New Roman" panose="02020603050405020304" pitchFamily="18" charset="0"/>
                <a:ea typeface="宋体" panose="02010600030101010101" pitchFamily="2" charset="-122"/>
              </a:rPr>
              <a:t>T</a:t>
            </a:r>
            <a:r>
              <a:rPr lang="zh-CN" altLang="en-US" sz="3200" b="1" baseline="-25000">
                <a:latin typeface="Times New Roman" panose="02020603050405020304" pitchFamily="18" charset="0"/>
                <a:ea typeface="宋体" panose="02010600030101010101" pitchFamily="2" charset="-122"/>
                <a:sym typeface="Symbol" panose="05050102010706020507" pitchFamily="18" charset="2"/>
              </a:rPr>
              <a:t>1</a:t>
            </a:r>
            <a:r>
              <a:rPr lang="en-US" altLang="zh-CN"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sym typeface="Symbol" panose="05050102010706020507" pitchFamily="18" charset="2"/>
              </a:rPr>
              <a:t></a:t>
            </a:r>
            <a:r>
              <a:rPr lang="en-US" altLang="zh-CN"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sym typeface="Symbol" panose="05050102010706020507" pitchFamily="18" charset="2"/>
              </a:rPr>
              <a:t></a:t>
            </a:r>
            <a:r>
              <a:rPr lang="en-US" altLang="zh-CN" sz="3200" b="1">
                <a:latin typeface="Times New Roman" panose="02020603050405020304" pitchFamily="18" charset="0"/>
                <a:ea typeface="宋体" panose="02010600030101010101" pitchFamily="2" charset="-122"/>
              </a:rPr>
              <a:t> F T</a:t>
            </a:r>
            <a:r>
              <a:rPr lang="zh-CN" altLang="en-US" sz="3200" b="1" baseline="-25000">
                <a:latin typeface="Times New Roman" panose="02020603050405020304" pitchFamily="18" charset="0"/>
                <a:ea typeface="宋体" panose="02010600030101010101" pitchFamily="2" charset="-122"/>
              </a:rPr>
              <a:t>1</a:t>
            </a:r>
            <a:r>
              <a:rPr lang="zh-CN" altLang="en-US"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rPr>
              <a:t> | </a:t>
            </a:r>
            <a:r>
              <a:rPr lang="en-US" altLang="zh-CN" sz="3200" b="1">
                <a:latin typeface="Times New Roman" panose="02020603050405020304" pitchFamily="18" charset="0"/>
                <a:ea typeface="宋体" panose="02010600030101010101" pitchFamily="2" charset="-122"/>
                <a:sym typeface="Symbol" panose="05050102010706020507" pitchFamily="18" charset="2"/>
              </a:rPr>
              <a:t></a:t>
            </a:r>
          </a:p>
          <a:p>
            <a:pPr algn="just" eaLnBrk="1">
              <a:lnSpc>
                <a:spcPct val="113000"/>
              </a:lnSpc>
              <a:buSzPct val="100000"/>
              <a:buFont typeface="Times New Roman" panose="02020603050405020304" pitchFamily="18" charset="0"/>
              <a:buNone/>
            </a:pPr>
            <a:r>
              <a:rPr lang="en-US" altLang="zh-CN" sz="3200" b="1">
                <a:latin typeface="Times New Roman" panose="02020603050405020304" pitchFamily="18" charset="0"/>
                <a:ea typeface="宋体" panose="02010600030101010101" pitchFamily="2" charset="-122"/>
              </a:rPr>
              <a:t>F </a:t>
            </a:r>
            <a:r>
              <a:rPr lang="en-US" altLang="zh-CN" sz="3200" b="1">
                <a:latin typeface="Times New Roman" panose="02020603050405020304" pitchFamily="18" charset="0"/>
                <a:ea typeface="宋体" panose="02010600030101010101" pitchFamily="2" charset="-122"/>
                <a:sym typeface="Symbol" panose="05050102010706020507" pitchFamily="18" charset="2"/>
              </a:rPr>
              <a:t></a:t>
            </a:r>
            <a:r>
              <a:rPr lang="en-US" altLang="zh-CN" sz="3200" b="1">
                <a:latin typeface="Times New Roman" panose="02020603050405020304" pitchFamily="18" charset="0"/>
                <a:ea typeface="宋体" panose="02010600030101010101" pitchFamily="2" charset="-122"/>
              </a:rPr>
              <a:t> ( E ) | i</a:t>
            </a:r>
          </a:p>
        </p:txBody>
      </p:sp>
      <p:pic>
        <p:nvPicPr>
          <p:cNvPr id="3" name="图片 2">
            <a:extLst>
              <a:ext uri="{FF2B5EF4-FFF2-40B4-BE49-F238E27FC236}">
                <a16:creationId xmlns:a16="http://schemas.microsoft.com/office/drawing/2014/main" id="{3EA277F8-F23D-2DA4-8D2F-18A7E178D06E}"/>
              </a:ext>
            </a:extLst>
          </p:cNvPr>
          <p:cNvPicPr>
            <a:picLocks noChangeAspect="1"/>
          </p:cNvPicPr>
          <p:nvPr/>
        </p:nvPicPr>
        <p:blipFill>
          <a:blip r:embed="rId2"/>
          <a:stretch>
            <a:fillRect/>
          </a:stretch>
        </p:blipFill>
        <p:spPr>
          <a:xfrm>
            <a:off x="749527" y="2594575"/>
            <a:ext cx="7600723" cy="2923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65539">
                                            <p:txEl>
                                              <p:charRg st="0" end="9"/>
                                            </p:txEl>
                                          </p:spTgt>
                                        </p:tgtEl>
                                        <p:attrNameLst>
                                          <p:attrName>style.color</p:attrName>
                                        </p:attrNameLst>
                                      </p:cBhvr>
                                      <p:to>
                                        <a:srgbClr val="FF33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500" fill="hold"/>
                                        <p:tgtEl>
                                          <p:spTgt spid="65539">
                                            <p:txEl>
                                              <p:charRg st="0" end="9"/>
                                            </p:txEl>
                                          </p:spTgt>
                                        </p:tgtEl>
                                        <p:attrNameLst>
                                          <p:attrName>style.color</p:attrName>
                                        </p:attrNameLst>
                                      </p:cBhvr>
                                      <p:to>
                                        <a:schemeClr val="tx1"/>
                                      </p:to>
                                    </p:animClr>
                                  </p:childTnLst>
                                </p:cTn>
                              </p:par>
                              <p:par>
                                <p:cTn id="11" presetID="3" presetClass="emph" presetSubtype="2" fill="hold" nodeType="withEffect">
                                  <p:stCondLst>
                                    <p:cond delay="0"/>
                                  </p:stCondLst>
                                  <p:childTnLst>
                                    <p:animClr clrSpc="rgb" dir="cw">
                                      <p:cBhvr override="childStyle">
                                        <p:cTn id="12" dur="500" fill="hold"/>
                                        <p:tgtEl>
                                          <p:spTgt spid="65539">
                                            <p:txEl>
                                              <p:charRg st="26" end="37"/>
                                            </p:txEl>
                                          </p:spTgt>
                                        </p:tgtEl>
                                        <p:attrNameLst>
                                          <p:attrName>style.color</p:attrName>
                                        </p:attrNameLst>
                                      </p:cBhvr>
                                      <p:to>
                                        <a:srgbClr val="FF3300"/>
                                      </p:to>
                                    </p:animClr>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ircle(in)">
                                      <p:cBhvr>
                                        <p:cTn id="1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a:extLst>
              <a:ext uri="{FF2B5EF4-FFF2-40B4-BE49-F238E27FC236}">
                <a16:creationId xmlns:a16="http://schemas.microsoft.com/office/drawing/2014/main" id="{EE8CFF0A-4F49-090D-BFA1-6D4894B73FC1}"/>
              </a:ext>
            </a:extLst>
          </p:cNvPr>
          <p:cNvSpPr txBox="1">
            <a:spLocks noChangeArrowheads="1"/>
          </p:cNvSpPr>
          <p:nvPr/>
        </p:nvSpPr>
        <p:spPr bwMode="auto">
          <a:xfrm>
            <a:off x="6796088" y="17463"/>
            <a:ext cx="3106737"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E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TE</a:t>
            </a:r>
            <a:r>
              <a:rPr lang="zh-CN" altLang="en-US" sz="2400" b="1" baseline="-25000">
                <a:latin typeface="Times New Roman" panose="02020603050405020304" pitchFamily="18" charset="0"/>
                <a:ea typeface="宋体" panose="02010600030101010101" pitchFamily="2" charset="-122"/>
              </a:rPr>
              <a:t>1</a:t>
            </a:r>
            <a:endParaRPr lang="zh-CN" altLang="en-US" sz="2400" b="1" baseline="-25000">
              <a:latin typeface="Times New Roman" panose="02020603050405020304" pitchFamily="18" charset="0"/>
              <a:ea typeface="宋体" panose="02010600030101010101" pitchFamily="2" charset="-122"/>
              <a:sym typeface="Symbol" panose="05050102010706020507" pitchFamily="18" charset="2"/>
            </a:endParaRP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E</a:t>
            </a:r>
            <a:r>
              <a:rPr lang="zh-CN" altLang="en-US" sz="2400" b="1" baseline="-25000">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 TE</a:t>
            </a:r>
            <a:r>
              <a:rPr lang="zh-CN" altLang="en-US" sz="2400" b="1" baseline="-25000">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 </a:t>
            </a:r>
            <a:r>
              <a:rPr lang="en-US" altLang="zh-CN" sz="2400" b="1" baseline="30000">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endParaRPr lang="en-US" altLang="zh-CN" sz="2000" b="1">
              <a:latin typeface="Times New Roman" panose="02020603050405020304" pitchFamily="18" charset="0"/>
              <a:ea typeface="宋体" panose="02010600030101010101" pitchFamily="2" charset="-122"/>
              <a:sym typeface="Symbol" panose="05050102010706020507" pitchFamily="18" charset="2"/>
            </a:endParaRP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FT</a:t>
            </a:r>
            <a:r>
              <a:rPr lang="zh-CN" altLang="en-US" sz="2400" b="1" baseline="-25000">
                <a:latin typeface="Times New Roman" panose="02020603050405020304" pitchFamily="18" charset="0"/>
                <a:ea typeface="宋体" panose="02010600030101010101" pitchFamily="2" charset="-122"/>
              </a:rPr>
              <a:t>1</a:t>
            </a:r>
            <a:r>
              <a:rPr lang="en-US" altLang="zh-CN" sz="2400" b="1" baseline="30000">
                <a:latin typeface="Times New Roman" panose="02020603050405020304" pitchFamily="18" charset="0"/>
                <a:ea typeface="宋体" panose="02010600030101010101" pitchFamily="2" charset="-122"/>
              </a:rPr>
              <a:t> 	</a:t>
            </a: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T</a:t>
            </a:r>
            <a:r>
              <a:rPr lang="zh-CN" altLang="en-US" sz="2400" b="1" baseline="-25000">
                <a:latin typeface="Times New Roman" panose="02020603050405020304" pitchFamily="18" charset="0"/>
                <a:ea typeface="宋体" panose="02010600030101010101" pitchFamily="2" charset="-122"/>
                <a:sym typeface="Symbol" panose="05050102010706020507" pitchFamily="18" charset="2"/>
              </a:rPr>
              <a:t>1</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F T</a:t>
            </a:r>
            <a:r>
              <a:rPr lang="zh-CN" altLang="en-US" sz="2400" b="1" baseline="-25000">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 |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F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 E ) | i</a:t>
            </a:r>
          </a:p>
        </p:txBody>
      </p:sp>
      <p:sp>
        <p:nvSpPr>
          <p:cNvPr id="65540" name="Rectangle 2">
            <a:extLst>
              <a:ext uri="{FF2B5EF4-FFF2-40B4-BE49-F238E27FC236}">
                <a16:creationId xmlns:a16="http://schemas.microsoft.com/office/drawing/2014/main" id="{63E26BE6-56EB-9AC4-9C32-E2643E08B450}"/>
              </a:ext>
            </a:extLst>
          </p:cNvPr>
          <p:cNvSpPr txBox="1">
            <a:spLocks noChangeArrowheads="1"/>
          </p:cNvSpPr>
          <p:nvPr/>
        </p:nvSpPr>
        <p:spPr bwMode="auto">
          <a:xfrm>
            <a:off x="458788" y="1439863"/>
            <a:ext cx="3941762"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342900" indent="-3429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a:lnSpc>
                <a:spcPct val="70000"/>
              </a:lnSpc>
              <a:spcAft>
                <a:spcPts val="1413"/>
              </a:spcAft>
              <a:buSzPct val="100000"/>
              <a:buFont typeface="Times New Roman" panose="02020603050405020304" pitchFamily="18" charset="0"/>
              <a:buNone/>
            </a:pPr>
            <a:r>
              <a:rPr lang="zh-CN" altLang="en-US" sz="3200">
                <a:latin typeface="Times New Roman" panose="02020603050405020304" pitchFamily="18" charset="0"/>
                <a:ea typeface="楷体" panose="02010609060101010101" pitchFamily="49" charset="-122"/>
              </a:rPr>
              <a:t>int</a:t>
            </a:r>
            <a:r>
              <a:rPr lang="en-US" altLang="zh-CN" sz="3200">
                <a:latin typeface="Times New Roman" panose="02020603050405020304" pitchFamily="18" charset="0"/>
                <a:ea typeface="楷体" panose="02010609060101010101" pitchFamily="49" charset="-122"/>
              </a:rPr>
              <a:t> E( )</a:t>
            </a:r>
          </a:p>
          <a:p>
            <a:pPr>
              <a:lnSpc>
                <a:spcPct val="70000"/>
              </a:lnSpc>
              <a:spcAft>
                <a:spcPts val="1413"/>
              </a:spcAft>
              <a:buSzPct val="100000"/>
              <a:buFont typeface="Times New Roman" panose="02020603050405020304" pitchFamily="18" charset="0"/>
              <a:buNone/>
            </a:pPr>
            <a:r>
              <a:rPr lang="en-US" altLang="zh-CN" sz="320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3200">
                <a:latin typeface="Times New Roman" panose="02020603050405020304" pitchFamily="18" charset="0"/>
                <a:ea typeface="楷体" panose="02010609060101010101" pitchFamily="49" charset="-122"/>
              </a:rPr>
              <a:t>	</a:t>
            </a:r>
            <a:r>
              <a:rPr lang="zh-CN" altLang="en-US" sz="3200">
                <a:latin typeface="Times New Roman" panose="02020603050405020304" pitchFamily="18" charset="0"/>
                <a:ea typeface="楷体" panose="02010609060101010101" pitchFamily="49" charset="-122"/>
              </a:rPr>
              <a:t>return </a:t>
            </a:r>
            <a:r>
              <a:rPr lang="en-US" altLang="zh-CN" sz="3200">
                <a:latin typeface="Times New Roman" panose="02020603050405020304" pitchFamily="18" charset="0"/>
                <a:ea typeface="楷体" panose="02010609060101010101" pitchFamily="49" charset="-122"/>
              </a:rPr>
              <a:t>T() </a:t>
            </a:r>
            <a:r>
              <a:rPr lang="zh-CN" altLang="zh-CN" sz="3200">
                <a:latin typeface="Times New Roman" panose="02020603050405020304" pitchFamily="18" charset="0"/>
                <a:ea typeface="楷体" panose="02010609060101010101" pitchFamily="49" charset="-122"/>
              </a:rPr>
              <a:t>&amp;&amp;</a:t>
            </a:r>
            <a:r>
              <a:rPr lang="zh-CN" altLang="en-US" sz="3200">
                <a:latin typeface="Times New Roman" panose="02020603050405020304" pitchFamily="18" charset="0"/>
                <a:ea typeface="楷体" panose="02010609060101010101" pitchFamily="49" charset="-122"/>
              </a:rPr>
              <a:t>	</a:t>
            </a:r>
            <a:r>
              <a:rPr lang="en-US" altLang="zh-CN" sz="3200">
                <a:latin typeface="Times New Roman" panose="02020603050405020304" pitchFamily="18" charset="0"/>
                <a:ea typeface="楷体" panose="02010609060101010101" pitchFamily="49" charset="-122"/>
              </a:rPr>
              <a:t>E</a:t>
            </a:r>
            <a:r>
              <a:rPr lang="en-US" altLang="zh-CN" sz="3200" baseline="-25000">
                <a:latin typeface="Times New Roman" panose="02020603050405020304" pitchFamily="18" charset="0"/>
                <a:ea typeface="楷体" panose="02010609060101010101" pitchFamily="49" charset="-122"/>
              </a:rPr>
              <a:t>1</a:t>
            </a:r>
            <a:r>
              <a:rPr lang="en-US" altLang="zh-CN" sz="3200">
                <a:latin typeface="Times New Roman" panose="02020603050405020304" pitchFamily="18" charset="0"/>
                <a:ea typeface="楷体" panose="02010609060101010101" pitchFamily="49" charset="-122"/>
              </a:rPr>
              <a:t>()</a:t>
            </a:r>
            <a:r>
              <a:rPr lang="zh-CN" altLang="en-US" sz="320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3200">
                <a:latin typeface="Times New Roman" panose="02020603050405020304" pitchFamily="18" charset="0"/>
                <a:ea typeface="楷体" panose="02010609060101010101" pitchFamily="49" charset="-122"/>
              </a:rPr>
              <a:t>}</a:t>
            </a:r>
          </a:p>
        </p:txBody>
      </p:sp>
      <p:sp>
        <p:nvSpPr>
          <p:cNvPr id="65541" name="Rectangle 9">
            <a:extLst>
              <a:ext uri="{FF2B5EF4-FFF2-40B4-BE49-F238E27FC236}">
                <a16:creationId xmlns:a16="http://schemas.microsoft.com/office/drawing/2014/main" id="{7927A383-26B3-7761-504B-2956391532E5}"/>
              </a:ext>
            </a:extLst>
          </p:cNvPr>
          <p:cNvSpPr txBox="1">
            <a:spLocks noChangeArrowheads="1"/>
          </p:cNvSpPr>
          <p:nvPr/>
        </p:nvSpPr>
        <p:spPr bwMode="auto">
          <a:xfrm>
            <a:off x="5338763" y="1971675"/>
            <a:ext cx="4471987" cy="55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a:lnSpc>
                <a:spcPct val="70000"/>
              </a:lnSpc>
              <a:spcAft>
                <a:spcPts val="1413"/>
              </a:spcAft>
              <a:buSzPct val="100000"/>
              <a:buFont typeface="Times New Roman" panose="02020603050405020304" pitchFamily="18" charset="0"/>
              <a:buNone/>
            </a:pPr>
            <a:r>
              <a:rPr lang="zh-CN" altLang="en-US" sz="3200" dirty="0">
                <a:latin typeface="Times New Roman" panose="02020603050405020304" pitchFamily="18" charset="0"/>
                <a:ea typeface="楷体" panose="02010609060101010101" pitchFamily="49" charset="-122"/>
              </a:rPr>
              <a:t>int</a:t>
            </a:r>
            <a:r>
              <a:rPr lang="en-US" altLang="zh-CN" sz="3200" dirty="0">
                <a:latin typeface="Times New Roman" panose="02020603050405020304" pitchFamily="18" charset="0"/>
                <a:ea typeface="楷体" panose="02010609060101010101" pitchFamily="49" charset="-122"/>
              </a:rPr>
              <a:t> E</a:t>
            </a:r>
            <a:r>
              <a:rPr lang="en-US" altLang="zh-CN" sz="3200" baseline="-25000" dirty="0">
                <a:latin typeface="Times New Roman" panose="02020603050405020304" pitchFamily="18" charset="0"/>
                <a:ea typeface="楷体" panose="02010609060101010101" pitchFamily="49" charset="-122"/>
              </a:rPr>
              <a:t>1</a:t>
            </a:r>
            <a:r>
              <a:rPr lang="en-US" altLang="zh-CN" sz="32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32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3200" dirty="0">
                <a:latin typeface="Times New Roman" panose="02020603050405020304" pitchFamily="18" charset="0"/>
                <a:ea typeface="楷体" panose="02010609060101010101" pitchFamily="49" charset="-122"/>
              </a:rPr>
              <a:t>	if( </a:t>
            </a:r>
            <a:r>
              <a:rPr lang="zh-CN" altLang="en-US" sz="3200" dirty="0">
                <a:latin typeface="Times New Roman" panose="02020603050405020304" pitchFamily="18" charset="0"/>
                <a:ea typeface="楷体" panose="02010609060101010101" pitchFamily="49" charset="-122"/>
              </a:rPr>
              <a:t>match(</a:t>
            </a:r>
            <a:r>
              <a:rPr lang="en-US" altLang="zh-CN" sz="3200" dirty="0">
                <a:latin typeface="Times New Roman" panose="02020603050405020304" pitchFamily="18" charset="0"/>
                <a:ea typeface="楷体" panose="02010609060101010101" pitchFamily="49" charset="-122"/>
              </a:rPr>
              <a:t> '+'</a:t>
            </a:r>
            <a:r>
              <a:rPr lang="zh-CN" altLang="en-US" sz="3200" dirty="0">
                <a:latin typeface="Times New Roman" panose="02020603050405020304" pitchFamily="18" charset="0"/>
                <a:ea typeface="楷体" panose="02010609060101010101" pitchFamily="49" charset="-122"/>
              </a:rPr>
              <a:t>)</a:t>
            </a:r>
            <a:r>
              <a:rPr lang="en-US" altLang="zh-CN" sz="32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32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3200" dirty="0">
                <a:latin typeface="Times New Roman" panose="02020603050405020304" pitchFamily="18" charset="0"/>
                <a:ea typeface="楷体" panose="02010609060101010101" pitchFamily="49" charset="-122"/>
              </a:rPr>
              <a:t>		    advance()</a:t>
            </a:r>
            <a:r>
              <a:rPr lang="zh-CN" altLang="en-US" sz="32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zh-CN" altLang="en-US" sz="3200" dirty="0">
                <a:latin typeface="Times New Roman" panose="02020603050405020304" pitchFamily="18" charset="0"/>
                <a:ea typeface="楷体" panose="02010609060101010101" pitchFamily="49" charset="-122"/>
              </a:rPr>
              <a:t>		    </a:t>
            </a:r>
            <a:r>
              <a:rPr lang="zh-CN" altLang="zh-CN" sz="3200" dirty="0">
                <a:latin typeface="Times New Roman" panose="02020603050405020304" pitchFamily="18" charset="0"/>
                <a:ea typeface="楷体" panose="02010609060101010101" pitchFamily="49" charset="-122"/>
              </a:rPr>
              <a:t>return </a:t>
            </a:r>
            <a:r>
              <a:rPr lang="en-US" altLang="zh-CN" sz="3200" dirty="0">
                <a:latin typeface="Times New Roman" panose="02020603050405020304" pitchFamily="18" charset="0"/>
                <a:ea typeface="楷体" panose="02010609060101010101" pitchFamily="49" charset="-122"/>
              </a:rPr>
              <a:t>T() </a:t>
            </a:r>
            <a:r>
              <a:rPr lang="zh-CN" altLang="en-US" sz="3200" dirty="0">
                <a:latin typeface="Times New Roman" panose="02020603050405020304" pitchFamily="18" charset="0"/>
                <a:ea typeface="楷体" panose="02010609060101010101" pitchFamily="49" charset="-122"/>
              </a:rPr>
              <a:t>&amp;&amp;</a:t>
            </a:r>
            <a:r>
              <a:rPr lang="en-US" altLang="zh-CN" sz="3200" dirty="0">
                <a:latin typeface="Times New Roman" panose="02020603050405020304" pitchFamily="18" charset="0"/>
                <a:ea typeface="楷体" panose="02010609060101010101" pitchFamily="49" charset="-122"/>
              </a:rPr>
              <a:t>E</a:t>
            </a:r>
            <a:r>
              <a:rPr lang="en-US" altLang="zh-CN" sz="3200" baseline="-25000" dirty="0">
                <a:latin typeface="Times New Roman" panose="02020603050405020304" pitchFamily="18" charset="0"/>
                <a:ea typeface="楷体" panose="02010609060101010101" pitchFamily="49" charset="-122"/>
              </a:rPr>
              <a:t>1</a:t>
            </a:r>
            <a:r>
              <a:rPr lang="en-US" altLang="zh-CN" sz="3200" dirty="0">
                <a:latin typeface="Times New Roman" panose="02020603050405020304" pitchFamily="18" charset="0"/>
                <a:ea typeface="楷体" panose="02010609060101010101" pitchFamily="49" charset="-122"/>
              </a:rPr>
              <a:t>()</a:t>
            </a:r>
            <a:r>
              <a:rPr lang="zh-CN" altLang="en-US" sz="32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zh-CN" altLang="en-US" sz="3200" dirty="0">
                <a:latin typeface="Times New Roman" panose="02020603050405020304" pitchFamily="18" charset="0"/>
                <a:ea typeface="楷体" panose="02010609060101010101" pitchFamily="49" charset="-122"/>
              </a:rPr>
              <a:t>	</a:t>
            </a:r>
            <a:r>
              <a:rPr lang="en-US" altLang="zh-CN" sz="32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3200" dirty="0">
                <a:latin typeface="Times New Roman" panose="02020603050405020304" pitchFamily="18" charset="0"/>
                <a:ea typeface="楷体" panose="02010609060101010101" pitchFamily="49" charset="-122"/>
              </a:rPr>
              <a:t>    </a:t>
            </a:r>
            <a:r>
              <a:rPr lang="zh-CN" altLang="en-US" sz="3200" dirty="0">
                <a:latin typeface="Times New Roman" panose="02020603050405020304" pitchFamily="18" charset="0"/>
                <a:ea typeface="楷体" panose="02010609060101010101" pitchFamily="49" charset="-122"/>
              </a:rPr>
              <a:t>return 1;</a:t>
            </a:r>
          </a:p>
          <a:p>
            <a:pPr>
              <a:lnSpc>
                <a:spcPct val="70000"/>
              </a:lnSpc>
              <a:spcAft>
                <a:spcPts val="1413"/>
              </a:spcAft>
              <a:buSzPct val="100000"/>
              <a:buFont typeface="Times New Roman" panose="02020603050405020304" pitchFamily="18" charset="0"/>
              <a:buNone/>
            </a:pPr>
            <a:r>
              <a:rPr lang="en-US" altLang="zh-CN" sz="3200" dirty="0">
                <a:latin typeface="Times New Roman" panose="02020603050405020304" pitchFamily="18" charset="0"/>
                <a:ea typeface="楷体" panose="02010609060101010101" pitchFamily="49" charset="-122"/>
              </a:rPr>
              <a:t>}</a:t>
            </a:r>
          </a:p>
        </p:txBody>
      </p:sp>
      <p:sp>
        <p:nvSpPr>
          <p:cNvPr id="69637" name="Date Placeholder 8">
            <a:extLst>
              <a:ext uri="{FF2B5EF4-FFF2-40B4-BE49-F238E27FC236}">
                <a16:creationId xmlns:a16="http://schemas.microsoft.com/office/drawing/2014/main" id="{BAECC1D9-5B09-46F7-6D3D-9BFDAC1185CD}"/>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9638" name="Slide Number Placeholder 9">
            <a:extLst>
              <a:ext uri="{FF2B5EF4-FFF2-40B4-BE49-F238E27FC236}">
                <a16:creationId xmlns:a16="http://schemas.microsoft.com/office/drawing/2014/main" id="{2BBA42F4-7DA7-364A-0A06-BCE9B184D15B}"/>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5015E6B0-4217-47D5-9486-251B20BCB836}"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57</a:t>
            </a:fld>
            <a:endParaRPr lang="en-GB" altLang="en-US" sz="1200">
              <a:latin typeface="Comic Sans MS" panose="030F0702030302020204" pitchFamily="66" charset="0"/>
              <a:ea typeface="宋体" panose="02010600030101010101" pitchFamily="2" charset="-122"/>
            </a:endParaRPr>
          </a:p>
        </p:txBody>
      </p:sp>
      <p:sp>
        <p:nvSpPr>
          <p:cNvPr id="69639" name="Footer Placeholder 10">
            <a:extLst>
              <a:ext uri="{FF2B5EF4-FFF2-40B4-BE49-F238E27FC236}">
                <a16:creationId xmlns:a16="http://schemas.microsoft.com/office/drawing/2014/main" id="{0DF3915F-5A4A-B00B-AE40-2BA44CE06CC6}"/>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5545" name="Rectangle 2">
            <a:extLst>
              <a:ext uri="{FF2B5EF4-FFF2-40B4-BE49-F238E27FC236}">
                <a16:creationId xmlns:a16="http://schemas.microsoft.com/office/drawing/2014/main" id="{F960E395-E596-2A72-16F2-743EF30D7651}"/>
              </a:ext>
            </a:extLst>
          </p:cNvPr>
          <p:cNvSpPr txBox="1">
            <a:spLocks noChangeArrowheads="1"/>
          </p:cNvSpPr>
          <p:nvPr/>
        </p:nvSpPr>
        <p:spPr bwMode="auto">
          <a:xfrm>
            <a:off x="450850" y="4094163"/>
            <a:ext cx="3941763" cy="261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342900" indent="-3429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a:lnSpc>
                <a:spcPct val="70000"/>
              </a:lnSpc>
              <a:spcAft>
                <a:spcPts val="1413"/>
              </a:spcAft>
              <a:buSzPct val="100000"/>
              <a:buFont typeface="Times New Roman" panose="02020603050405020304" pitchFamily="18" charset="0"/>
              <a:buNone/>
            </a:pPr>
            <a:r>
              <a:rPr lang="zh-CN" altLang="en-US" sz="3200">
                <a:latin typeface="Times New Roman" panose="02020603050405020304" pitchFamily="18" charset="0"/>
                <a:ea typeface="楷体" panose="02010609060101010101" pitchFamily="49" charset="-122"/>
              </a:rPr>
              <a:t>int</a:t>
            </a:r>
            <a:r>
              <a:rPr lang="en-US" altLang="zh-CN" sz="3200">
                <a:latin typeface="Times New Roman" panose="02020603050405020304" pitchFamily="18" charset="0"/>
                <a:ea typeface="楷体" panose="02010609060101010101" pitchFamily="49" charset="-122"/>
              </a:rPr>
              <a:t> T( )</a:t>
            </a:r>
          </a:p>
          <a:p>
            <a:pPr>
              <a:lnSpc>
                <a:spcPct val="70000"/>
              </a:lnSpc>
              <a:spcAft>
                <a:spcPts val="1413"/>
              </a:spcAft>
              <a:buSzPct val="100000"/>
              <a:buFont typeface="Times New Roman" panose="02020603050405020304" pitchFamily="18" charset="0"/>
              <a:buNone/>
            </a:pPr>
            <a:r>
              <a:rPr lang="en-US" altLang="zh-CN" sz="320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3200">
                <a:latin typeface="Times New Roman" panose="02020603050405020304" pitchFamily="18" charset="0"/>
                <a:ea typeface="楷体" panose="02010609060101010101" pitchFamily="49" charset="-122"/>
              </a:rPr>
              <a:t>	 </a:t>
            </a:r>
            <a:r>
              <a:rPr lang="zh-CN" altLang="en-US" sz="3200">
                <a:latin typeface="Times New Roman" panose="02020603050405020304" pitchFamily="18" charset="0"/>
                <a:ea typeface="楷体" panose="02010609060101010101" pitchFamily="49" charset="-122"/>
              </a:rPr>
              <a:t>return </a:t>
            </a:r>
            <a:r>
              <a:rPr lang="en-US" altLang="zh-CN" sz="3200">
                <a:latin typeface="Times New Roman" panose="02020603050405020304" pitchFamily="18" charset="0"/>
                <a:ea typeface="楷体" panose="02010609060101010101" pitchFamily="49" charset="-122"/>
              </a:rPr>
              <a:t>F()</a:t>
            </a:r>
            <a:r>
              <a:rPr lang="zh-CN" altLang="en-US" sz="3200">
                <a:latin typeface="Times New Roman" panose="02020603050405020304" pitchFamily="18" charset="0"/>
                <a:ea typeface="楷体" panose="02010609060101010101" pitchFamily="49" charset="-122"/>
              </a:rPr>
              <a:t> </a:t>
            </a:r>
            <a:r>
              <a:rPr lang="zh-CN" altLang="zh-CN" sz="3200">
                <a:latin typeface="Times New Roman" panose="02020603050405020304" pitchFamily="18" charset="0"/>
                <a:ea typeface="楷体" panose="02010609060101010101" pitchFamily="49" charset="-122"/>
              </a:rPr>
              <a:t>&amp;&amp; </a:t>
            </a:r>
            <a:r>
              <a:rPr lang="en-US" altLang="zh-CN" sz="3200">
                <a:latin typeface="Times New Roman" panose="02020603050405020304" pitchFamily="18" charset="0"/>
                <a:ea typeface="楷体" panose="02010609060101010101" pitchFamily="49" charset="-122"/>
              </a:rPr>
              <a:t>T</a:t>
            </a:r>
            <a:r>
              <a:rPr lang="en-US" altLang="zh-CN" sz="3200" baseline="-25000">
                <a:latin typeface="Times New Roman" panose="02020603050405020304" pitchFamily="18" charset="0"/>
                <a:ea typeface="楷体" panose="02010609060101010101" pitchFamily="49" charset="-122"/>
              </a:rPr>
              <a:t>1</a:t>
            </a:r>
            <a:r>
              <a:rPr lang="en-US" altLang="zh-CN" sz="3200">
                <a:latin typeface="Times New Roman" panose="02020603050405020304" pitchFamily="18" charset="0"/>
                <a:ea typeface="楷体" panose="02010609060101010101" pitchFamily="49" charset="-122"/>
              </a:rPr>
              <a:t>()</a:t>
            </a:r>
            <a:r>
              <a:rPr lang="zh-CN" altLang="en-US" sz="320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3200">
                <a:latin typeface="Times New Roman" panose="02020603050405020304" pitchFamily="18" charset="0"/>
                <a:ea typeface="楷体" panose="02010609060101010101" pitchFamily="49" charset="-122"/>
              </a:rPr>
              <a:t>}</a:t>
            </a:r>
          </a:p>
        </p:txBody>
      </p:sp>
      <p:sp>
        <p:nvSpPr>
          <p:cNvPr id="69641" name="Rectangle 2">
            <a:extLst>
              <a:ext uri="{FF2B5EF4-FFF2-40B4-BE49-F238E27FC236}">
                <a16:creationId xmlns:a16="http://schemas.microsoft.com/office/drawing/2014/main" id="{74877331-62AD-F129-5AA2-380001F63191}"/>
              </a:ext>
            </a:extLst>
          </p:cNvPr>
          <p:cNvSpPr>
            <a:spLocks noGrp="1" noChangeArrowheads="1"/>
          </p:cNvSpPr>
          <p:nvPr>
            <p:ph type="title" idx="4294967295"/>
          </p:nvPr>
        </p:nvSpPr>
        <p:spPr>
          <a:xfrm>
            <a:off x="503238" y="301625"/>
            <a:ext cx="7848600" cy="922338"/>
          </a:xfrm>
        </p:spPr>
        <p:txBody>
          <a:bodyPr/>
          <a:lstStyle/>
          <a:p>
            <a:r>
              <a:rPr lang="zh-CN" altLang="en-US">
                <a:latin typeface="微软雅黑" panose="020B0503020204020204" pitchFamily="34" charset="-122"/>
                <a:ea typeface="微软雅黑" panose="020B0503020204020204" pitchFamily="34" charset="-122"/>
                <a:sym typeface="Arial" panose="020B0604020202020204" pitchFamily="34" charset="0"/>
              </a:rPr>
              <a:t>递归下降分析法</a:t>
            </a:r>
            <a:endParaRPr lang="en-US" altLang="zh-CN">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500" fill="hold"/>
                                        <p:tgtEl>
                                          <p:spTgt spid="65539">
                                            <p:txEl>
                                              <p:charRg st="0" end="9"/>
                                            </p:txEl>
                                          </p:spTgt>
                                        </p:tgtEl>
                                        <p:attrNameLst>
                                          <p:attrName>style.color</p:attrName>
                                        </p:attrNameLst>
                                      </p:cBhvr>
                                      <p:to>
                                        <a:srgbClr val="FF3300"/>
                                      </p:to>
                                    </p:animClr>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65540"/>
                                        </p:tgtEl>
                                        <p:attrNameLst>
                                          <p:attrName>style.visibility</p:attrName>
                                        </p:attrNameLst>
                                      </p:cBhvr>
                                      <p:to>
                                        <p:strVal val="visible"/>
                                      </p:to>
                                    </p:set>
                                    <p:animEffect transition="in" filter="blinds(horizontal)">
                                      <p:cBhvr>
                                        <p:cTn id="11" dur="500"/>
                                        <p:tgtEl>
                                          <p:spTgt spid="6554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mph" presetSubtype="2" fill="hold" nodeType="clickEffect">
                                  <p:stCondLst>
                                    <p:cond delay="0"/>
                                  </p:stCondLst>
                                  <p:childTnLst>
                                    <p:animClr clrSpc="rgb" dir="cw">
                                      <p:cBhvr override="childStyle">
                                        <p:cTn id="15" dur="500" fill="hold"/>
                                        <p:tgtEl>
                                          <p:spTgt spid="65539">
                                            <p:txEl>
                                              <p:charRg st="0" end="9"/>
                                            </p:txEl>
                                          </p:spTgt>
                                        </p:tgtEl>
                                        <p:attrNameLst>
                                          <p:attrName>style.color</p:attrName>
                                        </p:attrNameLst>
                                      </p:cBhvr>
                                      <p:to>
                                        <a:schemeClr val="tx1"/>
                                      </p:to>
                                    </p:animClr>
                                  </p:childTnLst>
                                </p:cTn>
                              </p:par>
                              <p:par>
                                <p:cTn id="16" presetID="3" presetClass="emph" presetSubtype="2" fill="hold" nodeType="withEffect">
                                  <p:stCondLst>
                                    <p:cond delay="0"/>
                                  </p:stCondLst>
                                  <p:childTnLst>
                                    <p:animClr clrSpc="rgb" dir="cw">
                                      <p:cBhvr override="childStyle">
                                        <p:cTn id="17" dur="500" fill="hold"/>
                                        <p:tgtEl>
                                          <p:spTgt spid="65539">
                                            <p:txEl>
                                              <p:charRg st="26" end="37"/>
                                            </p:txEl>
                                          </p:spTgt>
                                        </p:tgtEl>
                                        <p:attrNameLst>
                                          <p:attrName>style.color</p:attrName>
                                        </p:attrNameLst>
                                      </p:cBhvr>
                                      <p:to>
                                        <a:srgbClr val="FF3300"/>
                                      </p:to>
                                    </p:animClr>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5545"/>
                                        </p:tgtEl>
                                        <p:attrNameLst>
                                          <p:attrName>style.visibility</p:attrName>
                                        </p:attrNameLst>
                                      </p:cBhvr>
                                      <p:to>
                                        <p:strVal val="visible"/>
                                      </p:to>
                                    </p:set>
                                    <p:animEffect transition="in" filter="blinds(horizontal)">
                                      <p:cBhvr>
                                        <p:cTn id="22" dur="500"/>
                                        <p:tgtEl>
                                          <p:spTgt spid="655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mph" presetSubtype="2" fill="hold" nodeType="clickEffect">
                                  <p:stCondLst>
                                    <p:cond delay="0"/>
                                  </p:stCondLst>
                                  <p:childTnLst>
                                    <p:animClr clrSpc="rgb" dir="cw">
                                      <p:cBhvr override="childStyle">
                                        <p:cTn id="26" dur="500" fill="hold"/>
                                        <p:tgtEl>
                                          <p:spTgt spid="65539">
                                            <p:txEl>
                                              <p:pRg st="2" end="2"/>
                                            </p:txEl>
                                          </p:spTgt>
                                        </p:tgtEl>
                                        <p:attrNameLst>
                                          <p:attrName>style.color</p:attrName>
                                        </p:attrNameLst>
                                      </p:cBhvr>
                                      <p:to>
                                        <a:schemeClr val="tx1"/>
                                      </p:to>
                                    </p:animClr>
                                  </p:childTnLst>
                                </p:cTn>
                              </p:par>
                              <p:par>
                                <p:cTn id="27" presetID="3" presetClass="emph" presetSubtype="2" fill="hold" nodeType="withEffect">
                                  <p:stCondLst>
                                    <p:cond delay="0"/>
                                  </p:stCondLst>
                                  <p:childTnLst>
                                    <p:animClr clrSpc="rgb" dir="cw">
                                      <p:cBhvr override="childStyle">
                                        <p:cTn id="28" dur="500" fill="hold"/>
                                        <p:tgtEl>
                                          <p:spTgt spid="65539">
                                            <p:txEl>
                                              <p:pRg st="1" end="1"/>
                                            </p:txEl>
                                          </p:spTgt>
                                        </p:tgtEl>
                                        <p:attrNameLst>
                                          <p:attrName>style.color</p:attrName>
                                        </p:attrNameLst>
                                      </p:cBhvr>
                                      <p:to>
                                        <a:srgbClr val="FF3300"/>
                                      </p:to>
                                    </p:animClr>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65541">
                                            <p:txEl>
                                              <p:pRg st="0" end="0"/>
                                            </p:txEl>
                                          </p:spTgt>
                                        </p:tgtEl>
                                        <p:attrNameLst>
                                          <p:attrName>style.visibility</p:attrName>
                                        </p:attrNameLst>
                                      </p:cBhvr>
                                      <p:to>
                                        <p:strVal val="visible"/>
                                      </p:to>
                                    </p:set>
                                    <p:animEffect transition="in" filter="blinds(horizontal)">
                                      <p:cBhvr>
                                        <p:cTn id="33" dur="500"/>
                                        <p:tgtEl>
                                          <p:spTgt spid="65541">
                                            <p:txEl>
                                              <p:pRg st="0" end="0"/>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65541">
                                            <p:txEl>
                                              <p:pRg st="1" end="1"/>
                                            </p:txEl>
                                          </p:spTgt>
                                        </p:tgtEl>
                                        <p:attrNameLst>
                                          <p:attrName>style.visibility</p:attrName>
                                        </p:attrNameLst>
                                      </p:cBhvr>
                                      <p:to>
                                        <p:strVal val="visible"/>
                                      </p:to>
                                    </p:set>
                                    <p:animEffect transition="in" filter="blinds(horizontal)">
                                      <p:cBhvr>
                                        <p:cTn id="36" dur="500"/>
                                        <p:tgtEl>
                                          <p:spTgt spid="65541">
                                            <p:txEl>
                                              <p:pRg st="1" end="1"/>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65541">
                                            <p:txEl>
                                              <p:pRg st="8" end="8"/>
                                            </p:txEl>
                                          </p:spTgt>
                                        </p:tgtEl>
                                        <p:attrNameLst>
                                          <p:attrName>style.visibility</p:attrName>
                                        </p:attrNameLst>
                                      </p:cBhvr>
                                      <p:to>
                                        <p:strVal val="visible"/>
                                      </p:to>
                                    </p:set>
                                    <p:animEffect transition="in" filter="blinds(horizontal)">
                                      <p:cBhvr>
                                        <p:cTn id="39" dur="500"/>
                                        <p:tgtEl>
                                          <p:spTgt spid="65541">
                                            <p:txEl>
                                              <p:pRg st="8" end="8"/>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65541">
                                            <p:txEl>
                                              <p:pRg st="2" end="2"/>
                                            </p:txEl>
                                          </p:spTgt>
                                        </p:tgtEl>
                                        <p:attrNameLst>
                                          <p:attrName>style.visibility</p:attrName>
                                        </p:attrNameLst>
                                      </p:cBhvr>
                                      <p:to>
                                        <p:strVal val="visible"/>
                                      </p:to>
                                    </p:set>
                                    <p:animEffect transition="in" filter="blinds(horizontal)">
                                      <p:cBhvr>
                                        <p:cTn id="44" dur="500"/>
                                        <p:tgtEl>
                                          <p:spTgt spid="65541">
                                            <p:txEl>
                                              <p:pRg st="2" end="2"/>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65541">
                                            <p:txEl>
                                              <p:pRg st="3" end="3"/>
                                            </p:txEl>
                                          </p:spTgt>
                                        </p:tgtEl>
                                        <p:attrNameLst>
                                          <p:attrName>style.visibility</p:attrName>
                                        </p:attrNameLst>
                                      </p:cBhvr>
                                      <p:to>
                                        <p:strVal val="visible"/>
                                      </p:to>
                                    </p:set>
                                    <p:animEffect transition="in" filter="blinds(horizontal)">
                                      <p:cBhvr>
                                        <p:cTn id="47" dur="500"/>
                                        <p:tgtEl>
                                          <p:spTgt spid="65541">
                                            <p:txEl>
                                              <p:pRg st="3" end="3"/>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65541">
                                            <p:txEl>
                                              <p:pRg st="6" end="6"/>
                                            </p:txEl>
                                          </p:spTgt>
                                        </p:tgtEl>
                                        <p:attrNameLst>
                                          <p:attrName>style.visibility</p:attrName>
                                        </p:attrNameLst>
                                      </p:cBhvr>
                                      <p:to>
                                        <p:strVal val="visible"/>
                                      </p:to>
                                    </p:set>
                                    <p:animEffect transition="in" filter="blinds(horizontal)">
                                      <p:cBhvr>
                                        <p:cTn id="50" dur="500"/>
                                        <p:tgtEl>
                                          <p:spTgt spid="65541">
                                            <p:txEl>
                                              <p:pRg st="6" end="6"/>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65541">
                                            <p:txEl>
                                              <p:pRg st="4" end="4"/>
                                            </p:txEl>
                                          </p:spTgt>
                                        </p:tgtEl>
                                        <p:attrNameLst>
                                          <p:attrName>style.visibility</p:attrName>
                                        </p:attrNameLst>
                                      </p:cBhvr>
                                      <p:to>
                                        <p:strVal val="visible"/>
                                      </p:to>
                                    </p:set>
                                    <p:animEffect transition="in" filter="blinds(horizontal)">
                                      <p:cBhvr>
                                        <p:cTn id="55" dur="500"/>
                                        <p:tgtEl>
                                          <p:spTgt spid="65541">
                                            <p:txEl>
                                              <p:pRg st="4" end="4"/>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65541">
                                            <p:txEl>
                                              <p:pRg st="5" end="5"/>
                                            </p:txEl>
                                          </p:spTgt>
                                        </p:tgtEl>
                                        <p:attrNameLst>
                                          <p:attrName>style.visibility</p:attrName>
                                        </p:attrNameLst>
                                      </p:cBhvr>
                                      <p:to>
                                        <p:strVal val="visible"/>
                                      </p:to>
                                    </p:set>
                                    <p:animEffect transition="in" filter="blinds(horizontal)">
                                      <p:cBhvr>
                                        <p:cTn id="58" dur="500"/>
                                        <p:tgtEl>
                                          <p:spTgt spid="65541">
                                            <p:txEl>
                                              <p:pRg st="5" end="5"/>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65541">
                                            <p:txEl>
                                              <p:pRg st="7" end="7"/>
                                            </p:txEl>
                                          </p:spTgt>
                                        </p:tgtEl>
                                        <p:attrNameLst>
                                          <p:attrName>style.visibility</p:attrName>
                                        </p:attrNameLst>
                                      </p:cBhvr>
                                      <p:to>
                                        <p:strVal val="visible"/>
                                      </p:to>
                                    </p:set>
                                    <p:animEffect transition="in" filter="blinds(horizontal)">
                                      <p:cBhvr>
                                        <p:cTn id="63" dur="500"/>
                                        <p:tgtEl>
                                          <p:spTgt spid="6554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P spid="6554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2">
            <a:extLst>
              <a:ext uri="{FF2B5EF4-FFF2-40B4-BE49-F238E27FC236}">
                <a16:creationId xmlns:a16="http://schemas.microsoft.com/office/drawing/2014/main" id="{499DE1E4-E418-8364-6B86-DBAEC9563B50}"/>
              </a:ext>
            </a:extLst>
          </p:cNvPr>
          <p:cNvSpPr txBox="1">
            <a:spLocks noChangeArrowheads="1"/>
          </p:cNvSpPr>
          <p:nvPr/>
        </p:nvSpPr>
        <p:spPr bwMode="auto">
          <a:xfrm>
            <a:off x="225424" y="1439863"/>
            <a:ext cx="373481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342900" indent="-3429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int</a:t>
            </a:r>
            <a:r>
              <a:rPr lang="en-US" altLang="zh-CN" sz="2800" dirty="0">
                <a:latin typeface="Times New Roman" panose="02020603050405020304" pitchFamily="18" charset="0"/>
                <a:ea typeface="楷体" panose="02010609060101010101" pitchFamily="49" charset="-122"/>
              </a:rPr>
              <a:t> T</a:t>
            </a:r>
            <a:r>
              <a:rPr lang="en-US" altLang="zh-CN" sz="2800" baseline="-25000" dirty="0">
                <a:latin typeface="Times New Roman" panose="02020603050405020304" pitchFamily="18" charset="0"/>
                <a:ea typeface="楷体" panose="02010609060101010101" pitchFamily="49" charset="-122"/>
              </a:rPr>
              <a:t>1</a:t>
            </a:r>
            <a:r>
              <a:rPr lang="en-US" altLang="zh-CN" sz="28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if( </a:t>
            </a:r>
            <a:r>
              <a:rPr lang="zh-CN" altLang="en-US" sz="2800" dirty="0">
                <a:latin typeface="Times New Roman" panose="02020603050405020304" pitchFamily="18" charset="0"/>
                <a:ea typeface="楷体" panose="02010609060101010101" pitchFamily="49" charset="-122"/>
              </a:rPr>
              <a:t>match(</a:t>
            </a: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rPr>
              <a:t>)</a:t>
            </a:r>
            <a:r>
              <a:rPr lang="en-US" altLang="zh-CN" sz="28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advance()</a:t>
            </a:r>
            <a:r>
              <a:rPr lang="zh-CN" altLang="en-US" sz="28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		  </a:t>
            </a:r>
            <a:r>
              <a:rPr lang="zh-CN" altLang="zh-CN" sz="2800" dirty="0">
                <a:latin typeface="Times New Roman" panose="02020603050405020304" pitchFamily="18" charset="0"/>
                <a:ea typeface="楷体" panose="02010609060101010101" pitchFamily="49" charset="-122"/>
              </a:rPr>
              <a:t>return </a:t>
            </a:r>
            <a:r>
              <a:rPr lang="en-US" altLang="zh-CN" sz="2800" dirty="0">
                <a:latin typeface="Times New Roman" panose="02020603050405020304" pitchFamily="18" charset="0"/>
                <a:ea typeface="楷体" panose="02010609060101010101" pitchFamily="49" charset="-122"/>
              </a:rPr>
              <a:t>F() </a:t>
            </a:r>
            <a:r>
              <a:rPr lang="zh-CN" altLang="en-US" sz="2800" dirty="0">
                <a:latin typeface="Times New Roman" panose="02020603050405020304" pitchFamily="18" charset="0"/>
                <a:ea typeface="楷体" panose="02010609060101010101" pitchFamily="49" charset="-122"/>
              </a:rPr>
              <a:t>&amp;&amp; </a:t>
            </a:r>
            <a:r>
              <a:rPr lang="en-US" altLang="zh-CN" sz="2800" dirty="0">
                <a:latin typeface="Times New Roman" panose="02020603050405020304" pitchFamily="18" charset="0"/>
                <a:ea typeface="楷体" panose="02010609060101010101" pitchFamily="49" charset="-122"/>
              </a:rPr>
              <a:t>T</a:t>
            </a:r>
            <a:r>
              <a:rPr lang="en-US" altLang="zh-CN" sz="2800" baseline="-25000" dirty="0">
                <a:latin typeface="Times New Roman" panose="02020603050405020304" pitchFamily="18" charset="0"/>
                <a:ea typeface="楷体" panose="02010609060101010101" pitchFamily="49" charset="-122"/>
              </a:rPr>
              <a:t>1</a:t>
            </a:r>
            <a:r>
              <a:rPr lang="en-US" altLang="zh-CN" sz="2800" dirty="0">
                <a:latin typeface="Times New Roman" panose="02020603050405020304" pitchFamily="18" charset="0"/>
                <a:ea typeface="楷体" panose="02010609060101010101" pitchFamily="49" charset="-122"/>
              </a:rPr>
              <a:t>()</a:t>
            </a:r>
            <a:r>
              <a:rPr lang="zh-CN" altLang="en-US" sz="28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	</a:t>
            </a:r>
            <a:r>
              <a:rPr lang="en-US" altLang="zh-CN" sz="28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a:t>
            </a:r>
          </a:p>
        </p:txBody>
      </p:sp>
      <p:sp>
        <p:nvSpPr>
          <p:cNvPr id="66565" name="Rectangle 9">
            <a:extLst>
              <a:ext uri="{FF2B5EF4-FFF2-40B4-BE49-F238E27FC236}">
                <a16:creationId xmlns:a16="http://schemas.microsoft.com/office/drawing/2014/main" id="{BC4B8AD9-935C-30F1-22D3-46FC95A1D6B2}"/>
              </a:ext>
            </a:extLst>
          </p:cNvPr>
          <p:cNvSpPr txBox="1">
            <a:spLocks noChangeArrowheads="1"/>
          </p:cNvSpPr>
          <p:nvPr/>
        </p:nvSpPr>
        <p:spPr bwMode="auto">
          <a:xfrm>
            <a:off x="3684588" y="1171575"/>
            <a:ext cx="6389687" cy="55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rgbClr val="000000"/>
                </a:solidFill>
                <a:latin typeface="Arial" panose="020B0604020202020204" pitchFamily="34" charset="0"/>
                <a:ea typeface="Droid Sans Fallback" charset="-122"/>
              </a:defRPr>
            </a:lvl1pPr>
            <a:lvl2pPr>
              <a:defRPr>
                <a:solidFill>
                  <a:srgbClr val="000000"/>
                </a:solidFill>
                <a:latin typeface="Arial" panose="020B0604020202020204" pitchFamily="34" charset="0"/>
                <a:ea typeface="Droid Sans Fallback" charset="-122"/>
              </a:defRPr>
            </a:lvl2pPr>
            <a:lvl3pPr>
              <a:defRPr>
                <a:solidFill>
                  <a:srgbClr val="000000"/>
                </a:solidFill>
                <a:latin typeface="Arial" panose="020B0604020202020204" pitchFamily="34" charset="0"/>
                <a:ea typeface="Droid Sans Fallback" charset="-122"/>
              </a:defRPr>
            </a:lvl3pPr>
            <a:lvl4pPr>
              <a:defRPr>
                <a:solidFill>
                  <a:srgbClr val="000000"/>
                </a:solidFill>
                <a:latin typeface="Arial" panose="020B0604020202020204" pitchFamily="34" charset="0"/>
                <a:ea typeface="Droid Sans Fallback" charset="-122"/>
              </a:defRPr>
            </a:lvl4pPr>
            <a:lvl5pPr>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int</a:t>
            </a:r>
            <a:r>
              <a:rPr lang="en-US" altLang="zh-CN" sz="2800" dirty="0">
                <a:latin typeface="Times New Roman" panose="02020603050405020304" pitchFamily="18" charset="0"/>
                <a:ea typeface="楷体" panose="02010609060101010101" pitchFamily="49" charset="-122"/>
              </a:rPr>
              <a:t> F() {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if ( </a:t>
            </a:r>
            <a:r>
              <a:rPr lang="zh-CN" altLang="en-US" sz="2800" dirty="0">
                <a:latin typeface="Times New Roman" panose="02020603050405020304" pitchFamily="18" charset="0"/>
                <a:ea typeface="楷体" panose="02010609060101010101" pitchFamily="49" charset="-122"/>
                <a:sym typeface="方正书宋_GBK" charset="-122"/>
              </a:rPr>
              <a:t>match( </a:t>
            </a: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rPr>
              <a:t>)</a:t>
            </a:r>
            <a:r>
              <a:rPr lang="en-US" altLang="zh-CN" sz="2800" dirty="0">
                <a:latin typeface="Times New Roman" panose="02020603050405020304" pitchFamily="18" charset="0"/>
                <a:ea typeface="楷体" panose="02010609060101010101" pitchFamily="49" charset="-122"/>
              </a:rPr>
              <a:t> )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advance()</a:t>
            </a:r>
            <a:r>
              <a:rPr lang="zh-CN" altLang="en-US" sz="28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		  </a:t>
            </a:r>
            <a:r>
              <a:rPr lang="en-US" altLang="zh-CN" sz="2800" dirty="0">
                <a:latin typeface="Times New Roman" panose="02020603050405020304" pitchFamily="18" charset="0"/>
                <a:ea typeface="楷体" panose="02010609060101010101" pitchFamily="49" charset="-122"/>
              </a:rPr>
              <a:t>if (</a:t>
            </a:r>
            <a:r>
              <a:rPr lang="en-US" altLang="zh-CN" sz="2800" dirty="0">
                <a:latin typeface="Times New Roman" panose="02020603050405020304" pitchFamily="18" charset="0"/>
                <a:ea typeface="楷体" panose="02010609060101010101" pitchFamily="49" charset="-122"/>
                <a:sym typeface="Arial" panose="020B0604020202020204" pitchFamily="34" charset="0"/>
              </a:rPr>
              <a:t>E() </a:t>
            </a:r>
            <a:r>
              <a:rPr lang="zh-CN" altLang="en-US" sz="2800" dirty="0">
                <a:latin typeface="Times New Roman" panose="02020603050405020304" pitchFamily="18" charset="0"/>
                <a:ea typeface="楷体" panose="02010609060101010101" pitchFamily="49" charset="-122"/>
                <a:sym typeface="Arial" panose="020B0604020202020204" pitchFamily="34" charset="0"/>
              </a:rPr>
              <a:t>&amp;&amp;</a:t>
            </a: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sym typeface="方正书宋_GBK" charset="-122"/>
              </a:rPr>
              <a:t>match(</a:t>
            </a:r>
            <a:r>
              <a:rPr lang="en-US" altLang="zh-CN" sz="2800" dirty="0">
                <a:latin typeface="Times New Roman" panose="02020603050405020304" pitchFamily="18" charset="0"/>
                <a:ea typeface="楷体" panose="02010609060101010101" pitchFamily="49" charset="-122"/>
              </a:rPr>
              <a:t> ')' </a:t>
            </a:r>
            <a:r>
              <a:rPr lang="zh-CN" altLang="en-US" sz="2800" dirty="0">
                <a:latin typeface="Times New Roman" panose="02020603050405020304" pitchFamily="18" charset="0"/>
                <a:ea typeface="楷体" panose="02010609060101010101" pitchFamily="49" charset="-122"/>
              </a:rPr>
              <a:t>)</a:t>
            </a:r>
            <a:r>
              <a:rPr lang="en-US" altLang="zh-CN" sz="28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rPr>
              <a:t>{</a:t>
            </a:r>
            <a:r>
              <a:rPr lang="en-US" altLang="zh-CN" sz="2800" dirty="0">
                <a:latin typeface="Times New Roman" panose="02020603050405020304" pitchFamily="18" charset="0"/>
                <a:ea typeface="楷体" panose="02010609060101010101" pitchFamily="49" charset="-122"/>
              </a:rPr>
              <a:t>    advance()</a:t>
            </a:r>
            <a:r>
              <a:rPr lang="zh-CN" altLang="en-US" sz="2800" dirty="0">
                <a:latin typeface="Times New Roman" panose="02020603050405020304" pitchFamily="18" charset="0"/>
                <a:ea typeface="楷体" panose="02010609060101010101" pitchFamily="49" charset="-122"/>
              </a:rPr>
              <a:t>;  </a:t>
            </a: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rPr>
              <a:t>return 1；</a:t>
            </a:r>
            <a:r>
              <a:rPr lang="zh-CN" altLang="zh-CN" sz="2800" dirty="0">
                <a:latin typeface="Times New Roman" panose="02020603050405020304" pitchFamily="18" charset="0"/>
                <a:ea typeface="楷体" panose="02010609060101010101" pitchFamily="49" charset="-122"/>
              </a:rPr>
              <a:t>}</a:t>
            </a:r>
          </a:p>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		  </a:t>
            </a:r>
            <a:r>
              <a:rPr lang="en-US" altLang="zh-CN" sz="2800" dirty="0">
                <a:latin typeface="Times New Roman" panose="02020603050405020304" pitchFamily="18" charset="0"/>
                <a:ea typeface="楷体" panose="02010609060101010101" pitchFamily="49" charset="-122"/>
              </a:rPr>
              <a:t>else </a:t>
            </a:r>
            <a:r>
              <a:rPr lang="zh-CN" altLang="en-US" sz="2800" dirty="0">
                <a:latin typeface="Times New Roman" panose="02020603050405020304" pitchFamily="18" charset="0"/>
                <a:ea typeface="楷体" panose="02010609060101010101" pitchFamily="49" charset="-122"/>
              </a:rPr>
              <a:t>return 0；</a:t>
            </a:r>
          </a:p>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	</a:t>
            </a:r>
            <a:r>
              <a:rPr lang="en-US" altLang="zh-CN" sz="28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else if ( </a:t>
            </a:r>
            <a:r>
              <a:rPr lang="zh-CN" altLang="en-US" sz="2800" dirty="0">
                <a:latin typeface="Times New Roman" panose="02020603050405020304" pitchFamily="18" charset="0"/>
                <a:ea typeface="楷体" panose="02010609060101010101" pitchFamily="49" charset="-122"/>
                <a:sym typeface="方正书宋_GBK" charset="-122"/>
              </a:rPr>
              <a:t>match(</a:t>
            </a:r>
            <a:r>
              <a:rPr lang="en-US" altLang="zh-CN" sz="2800" dirty="0">
                <a:latin typeface="Times New Roman" panose="02020603050405020304" pitchFamily="18" charset="0"/>
                <a:ea typeface="楷体" panose="02010609060101010101" pitchFamily="49" charset="-122"/>
              </a:rPr>
              <a:t> '</a:t>
            </a:r>
            <a:r>
              <a:rPr lang="en-US" altLang="zh-CN" sz="2800" dirty="0" err="1">
                <a:latin typeface="Times New Roman" panose="02020603050405020304" pitchFamily="18" charset="0"/>
                <a:ea typeface="楷体" panose="02010609060101010101" pitchFamily="49" charset="-122"/>
              </a:rPr>
              <a:t>i</a:t>
            </a: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rPr>
              <a:t>)</a:t>
            </a:r>
            <a:r>
              <a:rPr lang="en-US" altLang="zh-CN" sz="2800" dirty="0">
                <a:latin typeface="Times New Roman" panose="02020603050405020304" pitchFamily="18" charset="0"/>
                <a:ea typeface="楷体" panose="02010609060101010101" pitchFamily="49" charset="-122"/>
              </a:rPr>
              <a:t>) </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      </a:t>
            </a:r>
            <a:r>
              <a:rPr lang="zh-CN" altLang="en-US" sz="2800" dirty="0">
                <a:latin typeface="Times New Roman" panose="02020603050405020304" pitchFamily="18" charset="0"/>
                <a:ea typeface="楷体" panose="02010609060101010101" pitchFamily="49" charset="-122"/>
                <a:sym typeface="Arial" panose="020B0604020202020204" pitchFamily="34" charset="0"/>
              </a:rPr>
              <a:t>{</a:t>
            </a:r>
            <a:r>
              <a:rPr lang="en-US" altLang="zh-CN" sz="2800" dirty="0">
                <a:latin typeface="Times New Roman" panose="02020603050405020304" pitchFamily="18" charset="0"/>
                <a:ea typeface="楷体" panose="02010609060101010101" pitchFamily="49" charset="-122"/>
                <a:sym typeface="Arial" panose="020B0604020202020204" pitchFamily="34" charset="0"/>
              </a:rPr>
              <a:t>    advance()</a:t>
            </a:r>
            <a:r>
              <a:rPr lang="zh-CN" altLang="en-US" sz="2800" dirty="0">
                <a:latin typeface="Times New Roman" panose="02020603050405020304" pitchFamily="18" charset="0"/>
                <a:ea typeface="楷体" panose="02010609060101010101" pitchFamily="49" charset="-122"/>
                <a:sym typeface="Arial" panose="020B0604020202020204" pitchFamily="34" charset="0"/>
              </a:rPr>
              <a:t>;  </a:t>
            </a:r>
            <a:r>
              <a:rPr lang="en-US" altLang="zh-CN" sz="2800" dirty="0">
                <a:latin typeface="Times New Roman" panose="02020603050405020304" pitchFamily="18" charset="0"/>
                <a:ea typeface="楷体" panose="02010609060101010101" pitchFamily="49" charset="-122"/>
                <a:sym typeface="Arial" panose="020B0604020202020204" pitchFamily="34" charset="0"/>
              </a:rPr>
              <a:t> </a:t>
            </a:r>
            <a:r>
              <a:rPr lang="zh-CN" altLang="en-US" sz="2800" dirty="0">
                <a:latin typeface="Times New Roman" panose="02020603050405020304" pitchFamily="18" charset="0"/>
                <a:ea typeface="楷体" panose="02010609060101010101" pitchFamily="49" charset="-122"/>
                <a:sym typeface="Arial" panose="020B0604020202020204" pitchFamily="34" charset="0"/>
              </a:rPr>
              <a:t>return 1；</a:t>
            </a:r>
            <a:r>
              <a:rPr lang="zh-CN" altLang="zh-CN" sz="2800" dirty="0">
                <a:latin typeface="Times New Roman" panose="02020603050405020304" pitchFamily="18" charset="0"/>
                <a:ea typeface="楷体" panose="02010609060101010101" pitchFamily="49" charset="-122"/>
                <a:sym typeface="Arial" panose="020B0604020202020204" pitchFamily="34" charset="0"/>
              </a:rPr>
              <a:t>}</a:t>
            </a:r>
            <a:endParaRPr lang="zh-CN" altLang="en-US" sz="2800" dirty="0">
              <a:latin typeface="Times New Roman" panose="02020603050405020304" pitchFamily="18" charset="0"/>
              <a:ea typeface="楷体" panose="02010609060101010101" pitchFamily="49" charset="-122"/>
            </a:endParaRPr>
          </a:p>
          <a:p>
            <a:pPr>
              <a:lnSpc>
                <a:spcPct val="70000"/>
              </a:lnSpc>
              <a:spcAft>
                <a:spcPts val="1413"/>
              </a:spcAft>
              <a:buSzPct val="100000"/>
              <a:buFont typeface="Times New Roman" panose="02020603050405020304" pitchFamily="18" charset="0"/>
              <a:buNone/>
            </a:pPr>
            <a:r>
              <a:rPr lang="zh-CN" altLang="en-US" sz="2800" dirty="0">
                <a:latin typeface="Times New Roman" panose="02020603050405020304" pitchFamily="18" charset="0"/>
                <a:ea typeface="楷体" panose="02010609060101010101" pitchFamily="49" charset="-122"/>
              </a:rPr>
              <a:t>	</a:t>
            </a:r>
            <a:r>
              <a:rPr lang="en-US" altLang="zh-CN" sz="2800" dirty="0">
                <a:latin typeface="Times New Roman" panose="02020603050405020304" pitchFamily="18" charset="0"/>
                <a:ea typeface="楷体" panose="02010609060101010101" pitchFamily="49" charset="-122"/>
              </a:rPr>
              <a:t>else </a:t>
            </a:r>
            <a:r>
              <a:rPr lang="zh-CN" altLang="en-US" sz="2800" dirty="0">
                <a:latin typeface="Times New Roman" panose="02020603050405020304" pitchFamily="18" charset="0"/>
                <a:ea typeface="楷体" panose="02010609060101010101" pitchFamily="49" charset="-122"/>
              </a:rPr>
              <a:t>return 0；</a:t>
            </a:r>
          </a:p>
          <a:p>
            <a:pPr>
              <a:lnSpc>
                <a:spcPct val="70000"/>
              </a:lnSpc>
              <a:spcAft>
                <a:spcPts val="1413"/>
              </a:spcAft>
              <a:buSzPct val="100000"/>
              <a:buFont typeface="Times New Roman" panose="02020603050405020304" pitchFamily="18" charset="0"/>
              <a:buNone/>
            </a:pPr>
            <a:r>
              <a:rPr lang="en-US" altLang="zh-CN" sz="2800" dirty="0">
                <a:latin typeface="Times New Roman" panose="02020603050405020304" pitchFamily="18" charset="0"/>
                <a:ea typeface="楷体" panose="02010609060101010101" pitchFamily="49" charset="-122"/>
              </a:rPr>
              <a:t>}</a:t>
            </a:r>
          </a:p>
        </p:txBody>
      </p:sp>
      <p:sp>
        <p:nvSpPr>
          <p:cNvPr id="70660" name="Date Placeholder 8">
            <a:extLst>
              <a:ext uri="{FF2B5EF4-FFF2-40B4-BE49-F238E27FC236}">
                <a16:creationId xmlns:a16="http://schemas.microsoft.com/office/drawing/2014/main" id="{3C52F7C4-90F7-8916-5C28-B1A39478B630}"/>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0661" name="Slide Number Placeholder 9">
            <a:extLst>
              <a:ext uri="{FF2B5EF4-FFF2-40B4-BE49-F238E27FC236}">
                <a16:creationId xmlns:a16="http://schemas.microsoft.com/office/drawing/2014/main" id="{D7B183B0-CB5F-7A83-68AE-AADEF4184AE5}"/>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A472FF69-98BF-45BF-A8CF-B3B58C4E535F}"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58</a:t>
            </a:fld>
            <a:endParaRPr lang="en-GB" altLang="en-US" sz="1200">
              <a:latin typeface="Comic Sans MS" panose="030F0702030302020204" pitchFamily="66" charset="0"/>
              <a:ea typeface="宋体" panose="02010600030101010101" pitchFamily="2" charset="-122"/>
            </a:endParaRPr>
          </a:p>
        </p:txBody>
      </p:sp>
      <p:sp>
        <p:nvSpPr>
          <p:cNvPr id="70662" name="Footer Placeholder 10">
            <a:extLst>
              <a:ext uri="{FF2B5EF4-FFF2-40B4-BE49-F238E27FC236}">
                <a16:creationId xmlns:a16="http://schemas.microsoft.com/office/drawing/2014/main" id="{5EFF6248-30CE-83CB-EA41-E5E245C279C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charset="-122"/>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charset="-122"/>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0663" name="Rectangle 2">
            <a:extLst>
              <a:ext uri="{FF2B5EF4-FFF2-40B4-BE49-F238E27FC236}">
                <a16:creationId xmlns:a16="http://schemas.microsoft.com/office/drawing/2014/main" id="{05C9F8C8-5B00-3F44-5208-B42A339BAC5D}"/>
              </a:ext>
            </a:extLst>
          </p:cNvPr>
          <p:cNvSpPr>
            <a:spLocks noGrp="1" noChangeArrowheads="1"/>
          </p:cNvSpPr>
          <p:nvPr>
            <p:ph type="title" idx="4294967295"/>
          </p:nvPr>
        </p:nvSpPr>
        <p:spPr>
          <a:xfrm>
            <a:off x="503238" y="301625"/>
            <a:ext cx="7848600" cy="922338"/>
          </a:xfrm>
        </p:spPr>
        <p:txBody>
          <a:bodyPr/>
          <a:lstStyle/>
          <a:p>
            <a:r>
              <a:rPr lang="zh-CN" altLang="en-US">
                <a:latin typeface="微软雅黑" panose="020B0503020204020204" pitchFamily="34" charset="-122"/>
                <a:ea typeface="微软雅黑" panose="020B0503020204020204" pitchFamily="34" charset="-122"/>
                <a:sym typeface="Arial" panose="020B0604020202020204" pitchFamily="34" charset="0"/>
              </a:rPr>
              <a:t>递归下降分析法</a:t>
            </a:r>
            <a:endParaRPr lang="en-US" altLang="zh-CN">
              <a:latin typeface="微软雅黑" panose="020B0503020204020204" pitchFamily="34" charset="-122"/>
              <a:ea typeface="微软雅黑" panose="020B0503020204020204" pitchFamily="34" charset="-122"/>
            </a:endParaRPr>
          </a:p>
        </p:txBody>
      </p:sp>
      <p:sp>
        <p:nvSpPr>
          <p:cNvPr id="70664" name="Rectangle 3">
            <a:extLst>
              <a:ext uri="{FF2B5EF4-FFF2-40B4-BE49-F238E27FC236}">
                <a16:creationId xmlns:a16="http://schemas.microsoft.com/office/drawing/2014/main" id="{3EEB2883-7C7E-B26D-D57C-7AE54C8AE60C}"/>
              </a:ext>
            </a:extLst>
          </p:cNvPr>
          <p:cNvSpPr txBox="1">
            <a:spLocks noChangeArrowheads="1"/>
          </p:cNvSpPr>
          <p:nvPr/>
        </p:nvSpPr>
        <p:spPr bwMode="auto">
          <a:xfrm>
            <a:off x="6796088" y="17463"/>
            <a:ext cx="3106737"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E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TE</a:t>
            </a:r>
            <a:r>
              <a:rPr lang="zh-CN" altLang="en-US" sz="2400" b="1" baseline="-25000">
                <a:latin typeface="Times New Roman" panose="02020603050405020304" pitchFamily="18" charset="0"/>
                <a:ea typeface="宋体" panose="02010600030101010101" pitchFamily="2" charset="-122"/>
              </a:rPr>
              <a:t>1</a:t>
            </a:r>
            <a:endParaRPr lang="zh-CN" altLang="en-US" sz="2400" b="1" baseline="-25000">
              <a:latin typeface="Times New Roman" panose="02020603050405020304" pitchFamily="18" charset="0"/>
              <a:ea typeface="宋体" panose="02010600030101010101" pitchFamily="2" charset="-122"/>
              <a:sym typeface="Symbol" panose="05050102010706020507" pitchFamily="18" charset="2"/>
            </a:endParaRP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E</a:t>
            </a:r>
            <a:r>
              <a:rPr lang="zh-CN" altLang="en-US" sz="2400" b="1" baseline="-25000">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 TE</a:t>
            </a:r>
            <a:r>
              <a:rPr lang="zh-CN" altLang="en-US" sz="2400" b="1" baseline="-25000">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 </a:t>
            </a:r>
            <a:r>
              <a:rPr lang="en-US" altLang="zh-CN" sz="2400" b="1" baseline="30000">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endParaRPr lang="en-US" altLang="zh-CN" sz="2000" b="1">
              <a:latin typeface="Times New Roman" panose="02020603050405020304" pitchFamily="18" charset="0"/>
              <a:ea typeface="宋体" panose="02010600030101010101" pitchFamily="2" charset="-122"/>
              <a:sym typeface="Symbol" panose="05050102010706020507" pitchFamily="18" charset="2"/>
            </a:endParaRP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FT</a:t>
            </a:r>
            <a:r>
              <a:rPr lang="zh-CN" altLang="en-US" sz="2400" b="1" baseline="-25000">
                <a:latin typeface="Times New Roman" panose="02020603050405020304" pitchFamily="18" charset="0"/>
                <a:ea typeface="宋体" panose="02010600030101010101" pitchFamily="2" charset="-122"/>
              </a:rPr>
              <a:t>1</a:t>
            </a:r>
            <a:r>
              <a:rPr lang="en-US" altLang="zh-CN" sz="2400" b="1" baseline="30000">
                <a:latin typeface="Times New Roman" panose="02020603050405020304" pitchFamily="18" charset="0"/>
                <a:ea typeface="宋体" panose="02010600030101010101" pitchFamily="2" charset="-122"/>
              </a:rPr>
              <a:t> 	</a:t>
            </a: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T</a:t>
            </a:r>
            <a:r>
              <a:rPr lang="zh-CN" altLang="en-US" sz="2400" b="1" baseline="-25000">
                <a:latin typeface="Times New Roman" panose="02020603050405020304" pitchFamily="18" charset="0"/>
                <a:ea typeface="宋体" panose="02010600030101010101" pitchFamily="2" charset="-122"/>
                <a:sym typeface="Symbol" panose="05050102010706020507" pitchFamily="18" charset="2"/>
              </a:rPr>
              <a:t>1</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F T</a:t>
            </a:r>
            <a:r>
              <a:rPr lang="zh-CN" altLang="en-US" sz="2400" b="1" baseline="-25000">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 |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p>
          <a:p>
            <a:pPr algn="just"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宋体" panose="02010600030101010101" pitchFamily="2" charset="-122"/>
              </a:rPr>
              <a:t>F </a:t>
            </a:r>
            <a:r>
              <a:rPr lang="en-US" altLang="zh-CN"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rPr>
              <a:t> ( E ) | 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blinds(horizontal)">
                                      <p:cBhvr>
                                        <p:cTn id="7" dur="500"/>
                                        <p:tgtEl>
                                          <p:spTgt spid="665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6565">
                                            <p:txEl>
                                              <p:charRg st="0" end="12"/>
                                            </p:txEl>
                                          </p:spTgt>
                                        </p:tgtEl>
                                        <p:attrNameLst>
                                          <p:attrName>style.visibility</p:attrName>
                                        </p:attrNameLst>
                                      </p:cBhvr>
                                      <p:to>
                                        <p:strVal val="visible"/>
                                      </p:to>
                                    </p:set>
                                    <p:animEffect transition="in" filter="blinds(horizontal)">
                                      <p:cBhvr>
                                        <p:cTn id="12" dur="500"/>
                                        <p:tgtEl>
                                          <p:spTgt spid="66565">
                                            <p:txEl>
                                              <p:charRg st="0" end="1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6565">
                                            <p:txEl>
                                              <p:charRg st="12" end="32"/>
                                            </p:txEl>
                                          </p:spTgt>
                                        </p:tgtEl>
                                        <p:attrNameLst>
                                          <p:attrName>style.visibility</p:attrName>
                                        </p:attrNameLst>
                                      </p:cBhvr>
                                      <p:to>
                                        <p:strVal val="visible"/>
                                      </p:to>
                                    </p:set>
                                    <p:animEffect transition="in" filter="blinds(horizontal)">
                                      <p:cBhvr>
                                        <p:cTn id="15" dur="500"/>
                                        <p:tgtEl>
                                          <p:spTgt spid="66565">
                                            <p:txEl>
                                              <p:charRg st="12" end="3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6565">
                                            <p:txEl>
                                              <p:charRg st="32" end="38"/>
                                            </p:txEl>
                                          </p:spTgt>
                                        </p:tgtEl>
                                        <p:attrNameLst>
                                          <p:attrName>style.visibility</p:attrName>
                                        </p:attrNameLst>
                                      </p:cBhvr>
                                      <p:to>
                                        <p:strVal val="visible"/>
                                      </p:to>
                                    </p:set>
                                    <p:animEffect transition="in" filter="blinds(horizontal)">
                                      <p:cBhvr>
                                        <p:cTn id="18" dur="500"/>
                                        <p:tgtEl>
                                          <p:spTgt spid="66565">
                                            <p:txEl>
                                              <p:charRg st="32" end="38"/>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6565">
                                            <p:txEl>
                                              <p:charRg st="38" end="53"/>
                                            </p:txEl>
                                          </p:spTgt>
                                        </p:tgtEl>
                                        <p:attrNameLst>
                                          <p:attrName>style.visibility</p:attrName>
                                        </p:attrNameLst>
                                      </p:cBhvr>
                                      <p:to>
                                        <p:strVal val="visible"/>
                                      </p:to>
                                    </p:set>
                                    <p:animEffect transition="in" filter="blinds(horizontal)">
                                      <p:cBhvr>
                                        <p:cTn id="23" dur="500"/>
                                        <p:tgtEl>
                                          <p:spTgt spid="66565">
                                            <p:txEl>
                                              <p:charRg st="38" end="53"/>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6565">
                                            <p:txEl>
                                              <p:charRg st="53" end="62"/>
                                            </p:txEl>
                                          </p:spTgt>
                                        </p:tgtEl>
                                        <p:attrNameLst>
                                          <p:attrName>style.visibility</p:attrName>
                                        </p:attrNameLst>
                                      </p:cBhvr>
                                      <p:to>
                                        <p:strVal val="visible"/>
                                      </p:to>
                                    </p:set>
                                    <p:animEffect transition="in" filter="blinds(horizontal)">
                                      <p:cBhvr>
                                        <p:cTn id="26" dur="500"/>
                                        <p:tgtEl>
                                          <p:spTgt spid="66565">
                                            <p:txEl>
                                              <p:charRg st="53" end="6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6565">
                                            <p:txEl>
                                              <p:pRg st="4" end="4"/>
                                            </p:txEl>
                                          </p:spTgt>
                                        </p:tgtEl>
                                        <p:attrNameLst>
                                          <p:attrName>style.visibility</p:attrName>
                                        </p:attrNameLst>
                                      </p:cBhvr>
                                      <p:to>
                                        <p:strVal val="visible"/>
                                      </p:to>
                                    </p:set>
                                    <p:anim calcmode="lin" valueType="num">
                                      <p:cBhvr additive="base">
                                        <p:cTn id="31" dur="500" fill="hold"/>
                                        <p:tgtEl>
                                          <p:spTgt spid="6656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6565">
                                            <p:txEl>
                                              <p:pRg st="4" end="4"/>
                                            </p:txEl>
                                          </p:spTgt>
                                        </p:tgtEl>
                                        <p:attrNameLst>
                                          <p:attrName>ppt_y</p:attrName>
                                        </p:attrNameLst>
                                      </p:cBhvr>
                                      <p:tavLst>
                                        <p:tav tm="0">
                                          <p:val>
                                            <p:strVal val="1+#ppt_h/2"/>
                                          </p:val>
                                        </p:tav>
                                        <p:tav tm="100000">
                                          <p:val>
                                            <p:strVal val="#ppt_y"/>
                                          </p:val>
                                        </p:tav>
                                      </p:tavLst>
                                    </p:anim>
                                  </p:childTnLst>
                                </p:cTn>
                              </p:par>
                              <p:par>
                                <p:cTn id="33" presetID="3" presetClass="entr" presetSubtype="10" fill="hold" nodeType="withEffect">
                                  <p:stCondLst>
                                    <p:cond delay="0"/>
                                  </p:stCondLst>
                                  <p:childTnLst>
                                    <p:set>
                                      <p:cBhvr>
                                        <p:cTn id="34" dur="1" fill="hold">
                                          <p:stCondLst>
                                            <p:cond delay="0"/>
                                          </p:stCondLst>
                                        </p:cTn>
                                        <p:tgtEl>
                                          <p:spTgt spid="66565">
                                            <p:txEl>
                                              <p:pRg st="5" end="5"/>
                                            </p:txEl>
                                          </p:spTgt>
                                        </p:tgtEl>
                                        <p:attrNameLst>
                                          <p:attrName>style.visibility</p:attrName>
                                        </p:attrNameLst>
                                      </p:cBhvr>
                                      <p:to>
                                        <p:strVal val="visible"/>
                                      </p:to>
                                    </p:set>
                                    <p:animEffect transition="in" filter="blinds(horizontal)">
                                      <p:cBhvr>
                                        <p:cTn id="35" dur="500"/>
                                        <p:tgtEl>
                                          <p:spTgt spid="66565">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66565">
                                            <p:txEl>
                                              <p:pRg st="6" end="6"/>
                                            </p:txEl>
                                          </p:spTgt>
                                        </p:tgtEl>
                                        <p:attrNameLst>
                                          <p:attrName>style.visibility</p:attrName>
                                        </p:attrNameLst>
                                      </p:cBhvr>
                                      <p:to>
                                        <p:strVal val="visible"/>
                                      </p:to>
                                    </p:set>
                                    <p:animEffect transition="in" filter="blinds(horizontal)">
                                      <p:cBhvr>
                                        <p:cTn id="40" dur="500"/>
                                        <p:tgtEl>
                                          <p:spTgt spid="66565">
                                            <p:txEl>
                                              <p:pRg st="6" end="6"/>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66565">
                                            <p:txEl>
                                              <p:pRg st="7" end="7"/>
                                            </p:txEl>
                                          </p:spTgt>
                                        </p:tgtEl>
                                        <p:attrNameLst>
                                          <p:attrName>style.visibility</p:attrName>
                                        </p:attrNameLst>
                                      </p:cBhvr>
                                      <p:to>
                                        <p:strVal val="visible"/>
                                      </p:to>
                                    </p:set>
                                    <p:animEffect transition="in" filter="blinds(horizontal)">
                                      <p:cBhvr>
                                        <p:cTn id="43" dur="500"/>
                                        <p:tgtEl>
                                          <p:spTgt spid="66565">
                                            <p:txEl>
                                              <p:pRg st="7" end="7"/>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66565">
                                            <p:txEl>
                                              <p:pRg st="8" end="8"/>
                                            </p:txEl>
                                          </p:spTgt>
                                        </p:tgtEl>
                                        <p:attrNameLst>
                                          <p:attrName>style.visibility</p:attrName>
                                        </p:attrNameLst>
                                      </p:cBhvr>
                                      <p:to>
                                        <p:strVal val="visible"/>
                                      </p:to>
                                    </p:set>
                                    <p:animEffect transition="in" filter="blinds(horizontal)">
                                      <p:cBhvr>
                                        <p:cTn id="48" dur="500"/>
                                        <p:tgtEl>
                                          <p:spTgt spid="66565">
                                            <p:txEl>
                                              <p:pRg st="8" end="8"/>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66565">
                                            <p:txEl>
                                              <p:pRg st="9" end="9"/>
                                            </p:txEl>
                                          </p:spTgt>
                                        </p:tgtEl>
                                        <p:attrNameLst>
                                          <p:attrName>style.visibility</p:attrName>
                                        </p:attrNameLst>
                                      </p:cBhvr>
                                      <p:to>
                                        <p:strVal val="visible"/>
                                      </p:to>
                                    </p:set>
                                    <p:animEffect transition="in" filter="blinds(horizontal)">
                                      <p:cBhvr>
                                        <p:cTn id="51" dur="500"/>
                                        <p:tgtEl>
                                          <p:spTgt spid="66565">
                                            <p:txEl>
                                              <p:pRg st="9" end="9"/>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66565">
                                            <p:txEl>
                                              <p:pRg st="10" end="10"/>
                                            </p:txEl>
                                          </p:spTgt>
                                        </p:tgtEl>
                                        <p:attrNameLst>
                                          <p:attrName>style.visibility</p:attrName>
                                        </p:attrNameLst>
                                      </p:cBhvr>
                                      <p:to>
                                        <p:strVal val="visible"/>
                                      </p:to>
                                    </p:set>
                                    <p:animEffect transition="in" filter="blinds(horizontal)">
                                      <p:cBhvr>
                                        <p:cTn id="54" dur="500"/>
                                        <p:tgtEl>
                                          <p:spTgt spid="66565">
                                            <p:txEl>
                                              <p:pRg st="10" end="10"/>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66565">
                                            <p:txEl>
                                              <p:pRg st="11" end="11"/>
                                            </p:txEl>
                                          </p:spTgt>
                                        </p:tgtEl>
                                        <p:attrNameLst>
                                          <p:attrName>style.visibility</p:attrName>
                                        </p:attrNameLst>
                                      </p:cBhvr>
                                      <p:to>
                                        <p:strVal val="visible"/>
                                      </p:to>
                                    </p:set>
                                    <p:animEffect transition="in" filter="blinds(horizontal)">
                                      <p:cBhvr>
                                        <p:cTn id="57" dur="500"/>
                                        <p:tgtEl>
                                          <p:spTgt spid="6656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A6282994-BEE8-98FF-9C59-CB733FB4E830}"/>
              </a:ext>
            </a:extLst>
          </p:cNvPr>
          <p:cNvSpPr>
            <a:spLocks noGrp="1" noChangeArrowheads="1"/>
          </p:cNvSpPr>
          <p:nvPr>
            <p:ph type="body" idx="4294967295"/>
          </p:nvPr>
        </p:nvSpPr>
        <p:spPr>
          <a:xfrm>
            <a:off x="503238" y="1397000"/>
            <a:ext cx="9069387" cy="5354638"/>
          </a:xfrm>
        </p:spPr>
        <p:txBody>
          <a:bodyPr/>
          <a:lstStyle/>
          <a:p>
            <a:pPr marL="0" indent="0" eaLnBrk="1" hangingPunct="1">
              <a:buFont typeface="Times New Roman" panose="02020603050405020304" pitchFamily="18" charset="0"/>
              <a:buNone/>
            </a:pPr>
            <a:r>
              <a:rPr lang="zh-CN" altLang="en-US" sz="3200" b="1">
                <a:latin typeface="楷体_GB2312" panose="02010609030101010101" pitchFamily="1" charset="-122"/>
              </a:rPr>
              <a:t>抽象语法树</a:t>
            </a:r>
          </a:p>
          <a:p>
            <a:pPr marL="0" indent="0" eaLnBrk="1" hangingPunct="1">
              <a:buFont typeface="Times New Roman" panose="02020603050405020304" pitchFamily="18" charset="0"/>
              <a:buNone/>
            </a:pPr>
            <a:r>
              <a:rPr lang="zh-CN" altLang="en-US" sz="3200" b="1">
                <a:latin typeface="楷体_GB2312" panose="02010609030101010101" pitchFamily="1" charset="-122"/>
              </a:rPr>
              <a:t>  是源代码的</a:t>
            </a:r>
            <a:r>
              <a:rPr lang="zh-CN" altLang="en-US" sz="3200" b="1">
                <a:solidFill>
                  <a:schemeClr val="accent2"/>
                </a:solidFill>
                <a:latin typeface="楷体_GB2312" panose="02010609030101010101" pitchFamily="1" charset="-122"/>
              </a:rPr>
              <a:t>抽象语法结构</a:t>
            </a:r>
            <a:r>
              <a:rPr lang="zh-CN" altLang="en-US" sz="3200" b="1">
                <a:latin typeface="楷体_GB2312" panose="02010609030101010101" pitchFamily="1" charset="-122"/>
              </a:rPr>
              <a:t>的</a:t>
            </a:r>
            <a:r>
              <a:rPr lang="zh-CN" altLang="en-US" sz="3200" b="1">
                <a:solidFill>
                  <a:schemeClr val="accent2"/>
                </a:solidFill>
                <a:latin typeface="楷体_GB2312" panose="02010609030101010101" pitchFamily="1" charset="-122"/>
              </a:rPr>
              <a:t>树状表现</a:t>
            </a:r>
          </a:p>
          <a:p>
            <a:pPr marL="0" indent="0" eaLnBrk="1" hangingPunct="1">
              <a:buFont typeface="Times New Roman" panose="02020603050405020304" pitchFamily="18" charset="0"/>
              <a:buNone/>
            </a:pPr>
            <a:endParaRPr lang="en-US" altLang="zh-CN" sz="3200" b="1">
              <a:solidFill>
                <a:schemeClr val="accent2"/>
              </a:solidFill>
              <a:latin typeface="楷体_GB2312" panose="02010609030101010101" pitchFamily="1" charset="-122"/>
            </a:endParaRPr>
          </a:p>
          <a:p>
            <a:pPr marL="0" indent="0" eaLnBrk="1">
              <a:buFont typeface="StarSymbol" charset="0"/>
              <a:buNone/>
            </a:pPr>
            <a:r>
              <a:rPr lang="zh-CN" altLang="en-US" sz="3200" b="1">
                <a:latin typeface="楷体_GB2312" panose="02010609030101010101" pitchFamily="1" charset="-122"/>
              </a:rPr>
              <a:t>  与具体语法树相对应</a:t>
            </a:r>
          </a:p>
          <a:p>
            <a:pPr marL="0" indent="0" eaLnBrk="1">
              <a:buFont typeface="StarSymbol" charset="0"/>
              <a:buNone/>
            </a:pPr>
            <a:r>
              <a:rPr lang="zh-CN" altLang="en-US" sz="3200" b="1">
                <a:latin typeface="楷体_GB2312" panose="02010609030101010101" pitchFamily="1" charset="-122"/>
              </a:rPr>
              <a:t>      包括语法规则中的各种符号</a:t>
            </a:r>
          </a:p>
          <a:p>
            <a:pPr marL="0" indent="0" eaLnBrk="1">
              <a:buFont typeface="StarSymbol" charset="0"/>
              <a:buNone/>
            </a:pPr>
            <a:endParaRPr lang="zh-CN" altLang="en-US" sz="3200" b="1">
              <a:latin typeface="楷体_GB2312" panose="02010609030101010101" pitchFamily="1" charset="-122"/>
            </a:endParaRPr>
          </a:p>
        </p:txBody>
      </p:sp>
      <p:sp>
        <p:nvSpPr>
          <p:cNvPr id="71683" name="Rectangle 2">
            <a:extLst>
              <a:ext uri="{FF2B5EF4-FFF2-40B4-BE49-F238E27FC236}">
                <a16:creationId xmlns:a16="http://schemas.microsoft.com/office/drawing/2014/main" id="{750A2521-A93E-A5A0-C116-5AECF0CC2486}"/>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建立抽象语法树</a:t>
            </a:r>
          </a:p>
        </p:txBody>
      </p:sp>
      <p:sp>
        <p:nvSpPr>
          <p:cNvPr id="71684" name="Date Placeholder 5">
            <a:extLst>
              <a:ext uri="{FF2B5EF4-FFF2-40B4-BE49-F238E27FC236}">
                <a16:creationId xmlns:a16="http://schemas.microsoft.com/office/drawing/2014/main" id="{A91DA512-92E3-ABD8-FE2B-D84A80DA06F2}"/>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1685" name="Slide Number Placeholder 6">
            <a:extLst>
              <a:ext uri="{FF2B5EF4-FFF2-40B4-BE49-F238E27FC236}">
                <a16:creationId xmlns:a16="http://schemas.microsoft.com/office/drawing/2014/main" id="{280B3632-4497-4D06-600C-C779F3425F1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FF732A42-9BBA-4670-9183-3C53238039F2}"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59</a:t>
            </a:fld>
            <a:endParaRPr lang="en-GB" altLang="en-US" sz="1200">
              <a:latin typeface="Comic Sans MS" panose="030F0702030302020204" pitchFamily="66" charset="0"/>
              <a:ea typeface="宋体" panose="02010600030101010101" pitchFamily="2" charset="-122"/>
            </a:endParaRPr>
          </a:p>
        </p:txBody>
      </p:sp>
      <p:sp>
        <p:nvSpPr>
          <p:cNvPr id="71686" name="Footer Placeholder 7">
            <a:extLst>
              <a:ext uri="{FF2B5EF4-FFF2-40B4-BE49-F238E27FC236}">
                <a16:creationId xmlns:a16="http://schemas.microsoft.com/office/drawing/2014/main" id="{90C5C3BB-2968-C71B-D746-3F422580EA02}"/>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1D0C4B5-7FED-24D5-05FA-70C706743E57}"/>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建立抽象语法树</a:t>
            </a:r>
            <a:endParaRPr lang="zh-CN" altLang="en-US"/>
          </a:p>
        </p:txBody>
      </p:sp>
      <p:sp>
        <p:nvSpPr>
          <p:cNvPr id="72707" name="Date Placeholder 5">
            <a:extLst>
              <a:ext uri="{FF2B5EF4-FFF2-40B4-BE49-F238E27FC236}">
                <a16:creationId xmlns:a16="http://schemas.microsoft.com/office/drawing/2014/main" id="{DD0FFA9B-722C-5CFE-1487-5C25233829D8}"/>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2708" name="Slide Number Placeholder 6">
            <a:extLst>
              <a:ext uri="{FF2B5EF4-FFF2-40B4-BE49-F238E27FC236}">
                <a16:creationId xmlns:a16="http://schemas.microsoft.com/office/drawing/2014/main" id="{6C1223DE-16BB-AC85-66C4-04832A021DF8}"/>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133BC36F-2412-4861-A85F-541D713F6634}"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60</a:t>
            </a:fld>
            <a:endParaRPr lang="en-GB" altLang="en-US" sz="1200">
              <a:latin typeface="Comic Sans MS" panose="030F0702030302020204" pitchFamily="66" charset="0"/>
              <a:ea typeface="宋体" panose="02010600030101010101" pitchFamily="2" charset="-122"/>
            </a:endParaRPr>
          </a:p>
        </p:txBody>
      </p:sp>
      <p:sp>
        <p:nvSpPr>
          <p:cNvPr id="72709" name="Footer Placeholder 7">
            <a:extLst>
              <a:ext uri="{FF2B5EF4-FFF2-40B4-BE49-F238E27FC236}">
                <a16:creationId xmlns:a16="http://schemas.microsoft.com/office/drawing/2014/main" id="{497536EA-70AB-AFE6-AB14-FFFACC7A09BA}"/>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 name="Rectangle 3">
            <a:extLst>
              <a:ext uri="{FF2B5EF4-FFF2-40B4-BE49-F238E27FC236}">
                <a16:creationId xmlns:a16="http://schemas.microsoft.com/office/drawing/2014/main" id="{E617384B-AD0C-D5D0-3EDB-9942C8CED42C}"/>
              </a:ext>
            </a:extLst>
          </p:cNvPr>
          <p:cNvSpPr txBox="1">
            <a:spLocks noChangeArrowheads="1"/>
          </p:cNvSpPr>
          <p:nvPr/>
        </p:nvSpPr>
        <p:spPr bwMode="auto">
          <a:xfrm>
            <a:off x="454025" y="1574800"/>
            <a:ext cx="8696325" cy="4797425"/>
          </a:xfrm>
          <a:prstGeom prst="rect">
            <a:avLst/>
          </a:prstGeom>
          <a:noFill/>
          <a:ln>
            <a:noFill/>
          </a:ln>
        </p:spPr>
        <p:txBody>
          <a:bodyPr>
            <a:normAutofit/>
          </a:bodyPr>
          <a:lst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a:lstStyle>
          <a:p>
            <a:pPr marL="377979" indent="-377979" defTabSz="503972" eaLnBrk="1" fontAlgn="auto" hangingPunct="1">
              <a:spcBef>
                <a:spcPts val="1102"/>
              </a:spcBef>
              <a:spcAft>
                <a:spcPts val="0"/>
              </a:spcAft>
              <a:buClr>
                <a:srgbClr val="4F81BD"/>
              </a:buClr>
              <a:buFont typeface="Wingdings 3" charset="2"/>
              <a:buChar char=""/>
              <a:defRPr/>
            </a:pPr>
            <a:r>
              <a:rPr lang="zh-CN" altLang="en-US" sz="3086">
                <a:solidFill>
                  <a:srgbClr val="CC0000"/>
                </a:solidFill>
              </a:rPr>
              <a:t>抽象语法树</a:t>
            </a:r>
            <a:r>
              <a:rPr lang="zh-CN" altLang="en-US" sz="3086">
                <a:solidFill>
                  <a:sysClr val="windowText" lastClr="000000">
                    <a:lumMod val="75000"/>
                    <a:lumOff val="25000"/>
                  </a:sysClr>
                </a:solidFill>
              </a:rPr>
              <a:t>(</a:t>
            </a:r>
            <a:r>
              <a:rPr lang="en-US" altLang="zh-CN" sz="3086">
                <a:solidFill>
                  <a:sysClr val="windowText" lastClr="000000">
                    <a:lumMod val="75000"/>
                    <a:lumOff val="25000"/>
                  </a:sysClr>
                </a:solidFill>
              </a:rPr>
              <a:t>Abstract Syntax Tree</a:t>
            </a:r>
            <a:r>
              <a:rPr lang="zh-CN" altLang="en-US" sz="3086">
                <a:solidFill>
                  <a:sysClr val="windowText" lastClr="000000">
                    <a:lumMod val="75000"/>
                    <a:lumOff val="25000"/>
                  </a:sysClr>
                </a:solidFill>
              </a:rPr>
              <a:t>，</a:t>
            </a:r>
            <a:r>
              <a:rPr lang="en-US" altLang="zh-CN" sz="3086">
                <a:solidFill>
                  <a:sysClr val="windowText" lastClr="000000">
                    <a:lumMod val="75000"/>
                    <a:lumOff val="25000"/>
                  </a:sysClr>
                </a:solidFill>
              </a:rPr>
              <a:t>AST)</a:t>
            </a:r>
            <a:r>
              <a:rPr lang="zh-CN" altLang="en-US" sz="3086">
                <a:solidFill>
                  <a:sysClr val="windowText" lastClr="000000">
                    <a:lumMod val="75000"/>
                    <a:lumOff val="25000"/>
                  </a:sysClr>
                </a:solidFill>
              </a:rPr>
              <a:t>，在语法树中去掉那些对翻译不必要的信息，从而获得更有效的源程序中间表示</a:t>
            </a:r>
            <a:endParaRPr lang="zh-CN" altLang="en-US" sz="3086" dirty="0">
              <a:solidFill>
                <a:sysClr val="windowText" lastClr="000000">
                  <a:lumMod val="75000"/>
                  <a:lumOff val="25000"/>
                </a:sysClr>
              </a:solidFill>
            </a:endParaRPr>
          </a:p>
        </p:txBody>
      </p:sp>
      <p:grpSp>
        <p:nvGrpSpPr>
          <p:cNvPr id="4" name="Group 11">
            <a:extLst>
              <a:ext uri="{FF2B5EF4-FFF2-40B4-BE49-F238E27FC236}">
                <a16:creationId xmlns:a16="http://schemas.microsoft.com/office/drawing/2014/main" id="{0DD4F0DF-66BC-15A0-34E9-08F56182D5F3}"/>
              </a:ext>
            </a:extLst>
          </p:cNvPr>
          <p:cNvGrpSpPr>
            <a:grpSpLocks/>
          </p:cNvGrpSpPr>
          <p:nvPr/>
        </p:nvGrpSpPr>
        <p:grpSpPr bwMode="auto">
          <a:xfrm>
            <a:off x="4662488" y="4297363"/>
            <a:ext cx="4872037" cy="2100262"/>
            <a:chOff x="1440" y="3024"/>
            <a:chExt cx="2784" cy="1200"/>
          </a:xfrm>
        </p:grpSpPr>
        <p:sp>
          <p:nvSpPr>
            <p:cNvPr id="5" name="Line 4">
              <a:extLst>
                <a:ext uri="{FF2B5EF4-FFF2-40B4-BE49-F238E27FC236}">
                  <a16:creationId xmlns:a16="http://schemas.microsoft.com/office/drawing/2014/main" id="{F1342FB2-5272-5383-90A2-749AF53C481A}"/>
                </a:ext>
              </a:extLst>
            </p:cNvPr>
            <p:cNvSpPr>
              <a:spLocks noChangeShapeType="1"/>
            </p:cNvSpPr>
            <p:nvPr/>
          </p:nvSpPr>
          <p:spPr bwMode="auto">
            <a:xfrm flipH="1">
              <a:off x="1728" y="3360"/>
              <a:ext cx="1010" cy="482"/>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6" name="Line 5">
              <a:extLst>
                <a:ext uri="{FF2B5EF4-FFF2-40B4-BE49-F238E27FC236}">
                  <a16:creationId xmlns:a16="http://schemas.microsoft.com/office/drawing/2014/main" id="{9C0DA579-7901-07B6-9F0F-224DDF9A9989}"/>
                </a:ext>
              </a:extLst>
            </p:cNvPr>
            <p:cNvSpPr>
              <a:spLocks noChangeShapeType="1"/>
            </p:cNvSpPr>
            <p:nvPr/>
          </p:nvSpPr>
          <p:spPr bwMode="auto">
            <a:xfrm>
              <a:off x="2784" y="3408"/>
              <a:ext cx="0" cy="482"/>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7" name="Line 6">
              <a:extLst>
                <a:ext uri="{FF2B5EF4-FFF2-40B4-BE49-F238E27FC236}">
                  <a16:creationId xmlns:a16="http://schemas.microsoft.com/office/drawing/2014/main" id="{A22F7CB1-DC69-3B1F-8133-7E1D2BB91474}"/>
                </a:ext>
              </a:extLst>
            </p:cNvPr>
            <p:cNvSpPr>
              <a:spLocks noChangeShapeType="1"/>
            </p:cNvSpPr>
            <p:nvPr/>
          </p:nvSpPr>
          <p:spPr bwMode="auto">
            <a:xfrm>
              <a:off x="2832" y="3371"/>
              <a:ext cx="1056" cy="469"/>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8" name="Rectangle 7">
              <a:extLst>
                <a:ext uri="{FF2B5EF4-FFF2-40B4-BE49-F238E27FC236}">
                  <a16:creationId xmlns:a16="http://schemas.microsoft.com/office/drawing/2014/main" id="{14F21880-913E-0FCE-3F15-55DFB249C464}"/>
                </a:ext>
              </a:extLst>
            </p:cNvPr>
            <p:cNvSpPr>
              <a:spLocks noChangeArrowheads="1"/>
            </p:cNvSpPr>
            <p:nvPr/>
          </p:nvSpPr>
          <p:spPr bwMode="auto">
            <a:xfrm>
              <a:off x="1440" y="3888"/>
              <a:ext cx="576"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B</a:t>
              </a:r>
            </a:p>
          </p:txBody>
        </p:sp>
        <p:sp>
          <p:nvSpPr>
            <p:cNvPr id="9" name="Rectangle 8">
              <a:extLst>
                <a:ext uri="{FF2B5EF4-FFF2-40B4-BE49-F238E27FC236}">
                  <a16:creationId xmlns:a16="http://schemas.microsoft.com/office/drawing/2014/main" id="{A9399727-BA65-957A-8E79-8AED2E1534ED}"/>
                </a:ext>
              </a:extLst>
            </p:cNvPr>
            <p:cNvSpPr>
              <a:spLocks noChangeArrowheads="1"/>
            </p:cNvSpPr>
            <p:nvPr/>
          </p:nvSpPr>
          <p:spPr bwMode="auto">
            <a:xfrm>
              <a:off x="2480" y="3888"/>
              <a:ext cx="64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S</a:t>
              </a:r>
              <a:r>
                <a:rPr lang="en-US" altLang="zh-CN" sz="3086" kern="0" baseline="-30000" dirty="0">
                  <a:solidFill>
                    <a:prstClr val="black"/>
                  </a:solidFill>
                  <a:latin typeface="微软雅黑" panose="020B0503020204020204" pitchFamily="34" charset="-122"/>
                </a:rPr>
                <a:t>1</a:t>
              </a:r>
            </a:p>
          </p:txBody>
        </p:sp>
        <p:sp>
          <p:nvSpPr>
            <p:cNvPr id="10" name="Rectangle 9">
              <a:extLst>
                <a:ext uri="{FF2B5EF4-FFF2-40B4-BE49-F238E27FC236}">
                  <a16:creationId xmlns:a16="http://schemas.microsoft.com/office/drawing/2014/main" id="{5F7C9454-6FB0-AD76-C724-05691918F191}"/>
                </a:ext>
              </a:extLst>
            </p:cNvPr>
            <p:cNvSpPr>
              <a:spLocks noChangeArrowheads="1"/>
            </p:cNvSpPr>
            <p:nvPr/>
          </p:nvSpPr>
          <p:spPr bwMode="auto">
            <a:xfrm>
              <a:off x="3728" y="3888"/>
              <a:ext cx="496"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S</a:t>
              </a:r>
              <a:r>
                <a:rPr lang="en-US" altLang="zh-CN" sz="3086" kern="0" baseline="-30000" dirty="0">
                  <a:solidFill>
                    <a:prstClr val="black"/>
                  </a:solidFill>
                  <a:latin typeface="微软雅黑" panose="020B0503020204020204" pitchFamily="34" charset="-122"/>
                </a:rPr>
                <a:t>2</a:t>
              </a:r>
            </a:p>
          </p:txBody>
        </p:sp>
        <p:sp>
          <p:nvSpPr>
            <p:cNvPr id="11" name="Rectangle 10">
              <a:extLst>
                <a:ext uri="{FF2B5EF4-FFF2-40B4-BE49-F238E27FC236}">
                  <a16:creationId xmlns:a16="http://schemas.microsoft.com/office/drawing/2014/main" id="{8C8041B5-66D3-E10C-53A1-8D316B1B2A5D}"/>
                </a:ext>
              </a:extLst>
            </p:cNvPr>
            <p:cNvSpPr>
              <a:spLocks noChangeArrowheads="1"/>
            </p:cNvSpPr>
            <p:nvPr/>
          </p:nvSpPr>
          <p:spPr bwMode="auto">
            <a:xfrm>
              <a:off x="2112" y="3024"/>
              <a:ext cx="1536"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err="1">
                  <a:solidFill>
                    <a:prstClr val="black"/>
                  </a:solidFill>
                  <a:latin typeface="微软雅黑" panose="020B0503020204020204" pitchFamily="34" charset="-122"/>
                </a:rPr>
                <a:t>if_then_else</a:t>
              </a:r>
              <a:endParaRPr lang="en-US" altLang="zh-CN" sz="3086" kern="0" baseline="-30000" dirty="0">
                <a:solidFill>
                  <a:prstClr val="black"/>
                </a:solidFill>
                <a:latin typeface="微软雅黑" panose="020B0503020204020204" pitchFamily="34" charset="-122"/>
              </a:endParaRPr>
            </a:p>
          </p:txBody>
        </p:sp>
      </p:grpSp>
      <p:sp>
        <p:nvSpPr>
          <p:cNvPr id="12" name="Text Box 12">
            <a:extLst>
              <a:ext uri="{FF2B5EF4-FFF2-40B4-BE49-F238E27FC236}">
                <a16:creationId xmlns:a16="http://schemas.microsoft.com/office/drawing/2014/main" id="{8A66B748-D5A1-0701-FB08-04C17029BC59}"/>
              </a:ext>
            </a:extLst>
          </p:cNvPr>
          <p:cNvSpPr txBox="1">
            <a:spLocks noChangeArrowheads="1"/>
          </p:cNvSpPr>
          <p:nvPr/>
        </p:nvSpPr>
        <p:spPr bwMode="auto">
          <a:xfrm>
            <a:off x="5203825" y="3487738"/>
            <a:ext cx="4208463" cy="566737"/>
          </a:xfrm>
          <a:prstGeom prst="rect">
            <a:avLst/>
          </a:prstGeom>
          <a:no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
                <a:srgbClr val="C0504D"/>
              </a:buClr>
              <a:buSzTx/>
              <a:buFont typeface="Wingdings" panose="05000000000000000000" pitchFamily="2" charset="2"/>
              <a:buNone/>
              <a:defRPr/>
            </a:pPr>
            <a:r>
              <a:rPr lang="en-US" altLang="zh-CN" sz="3086" dirty="0">
                <a:solidFill>
                  <a:prstClr val="black"/>
                </a:solidFill>
                <a:latin typeface="微软雅黑" panose="020B0503020204020204" pitchFamily="34" charset="-122"/>
              </a:rPr>
              <a:t>if  B  then  S</a:t>
            </a:r>
            <a:r>
              <a:rPr lang="en-US" altLang="zh-CN" sz="3086" baseline="-30000" dirty="0">
                <a:solidFill>
                  <a:prstClr val="black"/>
                </a:solidFill>
                <a:latin typeface="微软雅黑" panose="020B0503020204020204" pitchFamily="34" charset="-122"/>
              </a:rPr>
              <a:t>1</a:t>
            </a:r>
            <a:r>
              <a:rPr lang="en-US" altLang="zh-CN" sz="3086" dirty="0">
                <a:solidFill>
                  <a:prstClr val="black"/>
                </a:solidFill>
                <a:latin typeface="微软雅黑" panose="020B0503020204020204" pitchFamily="34" charset="-122"/>
              </a:rPr>
              <a:t>  else  S</a:t>
            </a:r>
            <a:r>
              <a:rPr lang="en-US" altLang="zh-CN" sz="3086" baseline="-30000" dirty="0">
                <a:solidFill>
                  <a:prstClr val="black"/>
                </a:solidFill>
                <a:latin typeface="微软雅黑" panose="020B0503020204020204" pitchFamily="34" charset="-122"/>
              </a:rPr>
              <a:t>2</a:t>
            </a:r>
          </a:p>
        </p:txBody>
      </p:sp>
      <p:sp>
        <p:nvSpPr>
          <p:cNvPr id="13" name="Text Box 13">
            <a:extLst>
              <a:ext uri="{FF2B5EF4-FFF2-40B4-BE49-F238E27FC236}">
                <a16:creationId xmlns:a16="http://schemas.microsoft.com/office/drawing/2014/main" id="{443111D3-67FD-672C-3BB8-72CDF05B5FA0}"/>
              </a:ext>
            </a:extLst>
          </p:cNvPr>
          <p:cNvSpPr txBox="1">
            <a:spLocks noChangeArrowheads="1"/>
          </p:cNvSpPr>
          <p:nvPr/>
        </p:nvSpPr>
        <p:spPr bwMode="auto">
          <a:xfrm>
            <a:off x="1343025" y="3484563"/>
            <a:ext cx="1382713" cy="566737"/>
          </a:xfrm>
          <a:prstGeom prst="rect">
            <a:avLst/>
          </a:prstGeom>
          <a:no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
                <a:srgbClr val="C0504D"/>
              </a:buClr>
              <a:buFont typeface="Wingdings" panose="05000000000000000000" pitchFamily="2" charset="2"/>
              <a:buNone/>
              <a:defRPr/>
            </a:pPr>
            <a:r>
              <a:rPr kumimoji="1" lang="zh-CN" altLang="en-US" sz="2205" dirty="0">
                <a:solidFill>
                  <a:prstClr val="black"/>
                </a:solidFill>
                <a:latin typeface="微软雅黑" panose="020B0503020204020204" pitchFamily="34" charset="-122"/>
              </a:rPr>
              <a:t> </a:t>
            </a:r>
            <a:r>
              <a:rPr lang="en-US" altLang="zh-CN" sz="3086" dirty="0">
                <a:solidFill>
                  <a:prstClr val="black"/>
                </a:solidFill>
                <a:latin typeface="微软雅黑" panose="020B0503020204020204" pitchFamily="34" charset="-122"/>
              </a:rPr>
              <a:t>a-4+c</a:t>
            </a:r>
            <a:endParaRPr lang="en-US" altLang="zh-CN" sz="3086" baseline="-30000" dirty="0">
              <a:solidFill>
                <a:prstClr val="black"/>
              </a:solidFill>
              <a:latin typeface="微软雅黑" panose="020B0503020204020204" pitchFamily="34" charset="-122"/>
            </a:endParaRPr>
          </a:p>
        </p:txBody>
      </p:sp>
      <p:grpSp>
        <p:nvGrpSpPr>
          <p:cNvPr id="14" name="Group 24">
            <a:extLst>
              <a:ext uri="{FF2B5EF4-FFF2-40B4-BE49-F238E27FC236}">
                <a16:creationId xmlns:a16="http://schemas.microsoft.com/office/drawing/2014/main" id="{BB22C40A-8FDF-D96F-4C64-7F48024BE125}"/>
              </a:ext>
            </a:extLst>
          </p:cNvPr>
          <p:cNvGrpSpPr>
            <a:grpSpLocks/>
          </p:cNvGrpSpPr>
          <p:nvPr/>
        </p:nvGrpSpPr>
        <p:grpSpPr bwMode="auto">
          <a:xfrm>
            <a:off x="-79375" y="4013200"/>
            <a:ext cx="4284663" cy="2520950"/>
            <a:chOff x="3072" y="2592"/>
            <a:chExt cx="2448" cy="1440"/>
          </a:xfrm>
        </p:grpSpPr>
        <p:sp>
          <p:nvSpPr>
            <p:cNvPr id="15" name="Line 15">
              <a:extLst>
                <a:ext uri="{FF2B5EF4-FFF2-40B4-BE49-F238E27FC236}">
                  <a16:creationId xmlns:a16="http://schemas.microsoft.com/office/drawing/2014/main" id="{96F9144C-7FE0-DC26-7E42-6AD568AE9509}"/>
                </a:ext>
              </a:extLst>
            </p:cNvPr>
            <p:cNvSpPr>
              <a:spLocks noChangeShapeType="1"/>
            </p:cNvSpPr>
            <p:nvPr/>
          </p:nvSpPr>
          <p:spPr bwMode="auto">
            <a:xfrm flipH="1">
              <a:off x="3936" y="2928"/>
              <a:ext cx="480" cy="336"/>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16" name="Line 16">
              <a:extLst>
                <a:ext uri="{FF2B5EF4-FFF2-40B4-BE49-F238E27FC236}">
                  <a16:creationId xmlns:a16="http://schemas.microsoft.com/office/drawing/2014/main" id="{66F0DCE3-8840-1B23-2881-AA2C8B9FF26D}"/>
                </a:ext>
              </a:extLst>
            </p:cNvPr>
            <p:cNvSpPr>
              <a:spLocks noChangeShapeType="1"/>
            </p:cNvSpPr>
            <p:nvPr/>
          </p:nvSpPr>
          <p:spPr bwMode="auto">
            <a:xfrm flipH="1">
              <a:off x="3408" y="3408"/>
              <a:ext cx="434" cy="336"/>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17" name="Line 17">
              <a:extLst>
                <a:ext uri="{FF2B5EF4-FFF2-40B4-BE49-F238E27FC236}">
                  <a16:creationId xmlns:a16="http://schemas.microsoft.com/office/drawing/2014/main" id="{A68410FD-3FB3-BCBC-85F4-698132E35DAB}"/>
                </a:ext>
              </a:extLst>
            </p:cNvPr>
            <p:cNvSpPr>
              <a:spLocks noChangeShapeType="1"/>
            </p:cNvSpPr>
            <p:nvPr/>
          </p:nvSpPr>
          <p:spPr bwMode="auto">
            <a:xfrm>
              <a:off x="4608" y="2928"/>
              <a:ext cx="482" cy="287"/>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18" name="Rectangle 18">
              <a:extLst>
                <a:ext uri="{FF2B5EF4-FFF2-40B4-BE49-F238E27FC236}">
                  <a16:creationId xmlns:a16="http://schemas.microsoft.com/office/drawing/2014/main" id="{2E98BF7E-C23C-16C9-AECB-CD5FF08E4ABE}"/>
                </a:ext>
              </a:extLst>
            </p:cNvPr>
            <p:cNvSpPr>
              <a:spLocks noChangeArrowheads="1"/>
            </p:cNvSpPr>
            <p:nvPr/>
          </p:nvSpPr>
          <p:spPr bwMode="auto">
            <a:xfrm>
              <a:off x="3552" y="321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a:t>
              </a:r>
            </a:p>
          </p:txBody>
        </p:sp>
        <p:sp>
          <p:nvSpPr>
            <p:cNvPr id="19" name="Rectangle 19">
              <a:extLst>
                <a:ext uri="{FF2B5EF4-FFF2-40B4-BE49-F238E27FC236}">
                  <a16:creationId xmlns:a16="http://schemas.microsoft.com/office/drawing/2014/main" id="{F7174DEC-2F31-8C2E-76BD-1520085E1F97}"/>
                </a:ext>
              </a:extLst>
            </p:cNvPr>
            <p:cNvSpPr>
              <a:spLocks noChangeArrowheads="1"/>
            </p:cNvSpPr>
            <p:nvPr/>
          </p:nvSpPr>
          <p:spPr bwMode="auto">
            <a:xfrm>
              <a:off x="4080" y="369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4</a:t>
              </a:r>
              <a:endParaRPr lang="en-US" altLang="zh-CN" sz="3086" kern="0" baseline="-30000" dirty="0">
                <a:solidFill>
                  <a:prstClr val="black"/>
                </a:solidFill>
                <a:latin typeface="微软雅黑" panose="020B0503020204020204" pitchFamily="34" charset="-122"/>
              </a:endParaRPr>
            </a:p>
          </p:txBody>
        </p:sp>
        <p:sp>
          <p:nvSpPr>
            <p:cNvPr id="20" name="Rectangle 20">
              <a:extLst>
                <a:ext uri="{FF2B5EF4-FFF2-40B4-BE49-F238E27FC236}">
                  <a16:creationId xmlns:a16="http://schemas.microsoft.com/office/drawing/2014/main" id="{F8F1CFD0-0D40-504C-DD22-A0A04F035EB4}"/>
                </a:ext>
              </a:extLst>
            </p:cNvPr>
            <p:cNvSpPr>
              <a:spLocks noChangeArrowheads="1"/>
            </p:cNvSpPr>
            <p:nvPr/>
          </p:nvSpPr>
          <p:spPr bwMode="auto">
            <a:xfrm>
              <a:off x="4800" y="321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c</a:t>
              </a:r>
              <a:endParaRPr lang="en-US" altLang="zh-CN" sz="3086" kern="0" baseline="-30000" dirty="0">
                <a:solidFill>
                  <a:prstClr val="black"/>
                </a:solidFill>
                <a:latin typeface="微软雅黑" panose="020B0503020204020204" pitchFamily="34" charset="-122"/>
              </a:endParaRPr>
            </a:p>
          </p:txBody>
        </p:sp>
        <p:sp>
          <p:nvSpPr>
            <p:cNvPr id="21" name="Rectangle 21">
              <a:extLst>
                <a:ext uri="{FF2B5EF4-FFF2-40B4-BE49-F238E27FC236}">
                  <a16:creationId xmlns:a16="http://schemas.microsoft.com/office/drawing/2014/main" id="{439C9B7A-E5D4-4BAB-FEF2-89917CC57C9B}"/>
                </a:ext>
              </a:extLst>
            </p:cNvPr>
            <p:cNvSpPr>
              <a:spLocks noChangeArrowheads="1"/>
            </p:cNvSpPr>
            <p:nvPr/>
          </p:nvSpPr>
          <p:spPr bwMode="auto">
            <a:xfrm>
              <a:off x="3792" y="2592"/>
              <a:ext cx="1536"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a:t>
              </a:r>
              <a:endParaRPr lang="en-US" altLang="zh-CN" sz="3086" kern="0" baseline="-30000" dirty="0">
                <a:solidFill>
                  <a:prstClr val="black"/>
                </a:solidFill>
                <a:latin typeface="微软雅黑" panose="020B0503020204020204" pitchFamily="34" charset="-122"/>
              </a:endParaRPr>
            </a:p>
          </p:txBody>
        </p:sp>
        <p:sp>
          <p:nvSpPr>
            <p:cNvPr id="22" name="Line 22">
              <a:extLst>
                <a:ext uri="{FF2B5EF4-FFF2-40B4-BE49-F238E27FC236}">
                  <a16:creationId xmlns:a16="http://schemas.microsoft.com/office/drawing/2014/main" id="{1AF2BC33-C09B-9217-6282-00773AA8E497}"/>
                </a:ext>
              </a:extLst>
            </p:cNvPr>
            <p:cNvSpPr>
              <a:spLocks noChangeShapeType="1"/>
            </p:cNvSpPr>
            <p:nvPr/>
          </p:nvSpPr>
          <p:spPr bwMode="auto">
            <a:xfrm>
              <a:off x="3984" y="3408"/>
              <a:ext cx="432" cy="336"/>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23" name="Rectangle 23">
              <a:extLst>
                <a:ext uri="{FF2B5EF4-FFF2-40B4-BE49-F238E27FC236}">
                  <a16:creationId xmlns:a16="http://schemas.microsoft.com/office/drawing/2014/main" id="{15753942-7697-2246-7773-683903AAAE3E}"/>
                </a:ext>
              </a:extLst>
            </p:cNvPr>
            <p:cNvSpPr>
              <a:spLocks noChangeArrowheads="1"/>
            </p:cNvSpPr>
            <p:nvPr/>
          </p:nvSpPr>
          <p:spPr bwMode="auto">
            <a:xfrm>
              <a:off x="3072" y="369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a</a:t>
              </a:r>
              <a:endParaRPr lang="en-US" altLang="zh-CN" sz="3086" kern="0" baseline="-30000" dirty="0">
                <a:solidFill>
                  <a:prstClr val="black"/>
                </a:solidFill>
                <a:latin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4C6BE4DF-905A-A1DE-79AC-9894F6355CE6}"/>
              </a:ext>
            </a:extLst>
          </p:cNvPr>
          <p:cNvSpPr>
            <a:spLocks noGrp="1" noChangeArrowheads="1"/>
          </p:cNvSpPr>
          <p:nvPr>
            <p:ph type="body" idx="4294967295"/>
          </p:nvPr>
        </p:nvSpPr>
        <p:spPr>
          <a:xfrm>
            <a:off x="490538" y="1511300"/>
            <a:ext cx="9396412" cy="5356225"/>
          </a:xfrm>
        </p:spPr>
        <p:txBody>
          <a:bodyPr/>
          <a:lstStyle/>
          <a:p>
            <a:pPr marL="0" indent="0" eaLnBrk="1" hangingPunct="1">
              <a:buFont typeface="Times New Roman" panose="02020603050405020304" pitchFamily="18" charset="0"/>
              <a:buNone/>
            </a:pPr>
            <a:r>
              <a:rPr lang="zh-CN" altLang="en-US" sz="2400" b="1">
                <a:latin typeface="楷体_GB2312" panose="02010609030101010101" pitchFamily="1" charset="-122"/>
              </a:rPr>
              <a:t>符号表的作用</a:t>
            </a:r>
            <a:endParaRPr lang="en-US" altLang="zh-CN" sz="2400" b="1">
              <a:latin typeface="楷体_GB2312" panose="02010609030101010101" pitchFamily="1" charset="-122"/>
            </a:endParaRPr>
          </a:p>
          <a:p>
            <a:pPr marL="0" indent="0" eaLnBrk="1" hangingPunct="1">
              <a:buFont typeface="Times New Roman" panose="02020603050405020304" pitchFamily="18" charset="0"/>
              <a:buNone/>
            </a:pPr>
            <a:r>
              <a:rPr lang="en-US" altLang="zh-CN" sz="2400" b="1">
                <a:latin typeface="楷体_GB2312" panose="02010609030101010101" pitchFamily="1" charset="-122"/>
              </a:rPr>
              <a:t>    </a:t>
            </a:r>
            <a:r>
              <a:rPr lang="zh-CN" altLang="en-US" sz="2400" b="1">
                <a:latin typeface="楷体_GB2312" panose="02010609030101010101" pitchFamily="1" charset="-122"/>
              </a:rPr>
              <a:t>登记各类名字（符号）的信息</a:t>
            </a:r>
          </a:p>
          <a:p>
            <a:pPr marL="0" indent="0" eaLnBrk="1" hangingPunct="1">
              <a:buFont typeface="Times New Roman" panose="02020603050405020304" pitchFamily="18" charset="0"/>
              <a:buNone/>
            </a:pPr>
            <a:r>
              <a:rPr lang="zh-CN" altLang="en-US" sz="2400" b="1">
                <a:latin typeface="楷体_GB2312" panose="02010609030101010101" pitchFamily="1" charset="-122"/>
              </a:rPr>
              <a:t>    登记符号</a:t>
            </a:r>
            <a:r>
              <a:rPr lang="zh-CN" altLang="en-US" sz="2400" b="1">
                <a:solidFill>
                  <a:srgbClr val="C00000"/>
                </a:solidFill>
                <a:latin typeface="楷体_GB2312" panose="02010609030101010101" pitchFamily="1" charset="-122"/>
              </a:rPr>
              <a:t>属性值</a:t>
            </a:r>
          </a:p>
          <a:p>
            <a:pPr marL="0" indent="0" eaLnBrk="1" hangingPunct="1">
              <a:buFont typeface="Times New Roman" panose="02020603050405020304" pitchFamily="18" charset="0"/>
              <a:buNone/>
            </a:pPr>
            <a:r>
              <a:rPr lang="zh-CN" altLang="en-US" sz="2400" b="1">
                <a:latin typeface="楷体_GB2312" panose="02010609030101010101" pitchFamily="1" charset="-122"/>
              </a:rPr>
              <a:t>    查找符号的属性、检查其合法性：查询操作数的类型和值，检查类型是否正确，变量是否初始化</a:t>
            </a:r>
          </a:p>
          <a:p>
            <a:pPr marL="0" indent="0" eaLnBrk="1" hangingPunct="1">
              <a:buFont typeface="Times New Roman" panose="02020603050405020304" pitchFamily="18" charset="0"/>
              <a:buNone/>
            </a:pPr>
            <a:r>
              <a:rPr lang="zh-CN" altLang="en-US" sz="2400" b="1">
                <a:solidFill>
                  <a:schemeClr val="tx1"/>
                </a:solidFill>
                <a:latin typeface="楷体_GB2312" panose="02010609030101010101" pitchFamily="1" charset="-122"/>
              </a:rPr>
              <a:t>    作为目标代码生成阶段地址分配的依据</a:t>
            </a:r>
          </a:p>
          <a:p>
            <a:pPr marL="0" indent="0" eaLnBrk="1" hangingPunct="1">
              <a:buFont typeface="Times New Roman" panose="02020603050405020304" pitchFamily="18" charset="0"/>
              <a:buNone/>
            </a:pPr>
            <a:r>
              <a:rPr lang="zh-CN" altLang="en-US" sz="2400" b="1">
                <a:solidFill>
                  <a:schemeClr val="tx1"/>
                </a:solidFill>
                <a:latin typeface="楷体_GB2312" panose="02010609030101010101" pitchFamily="1" charset="-122"/>
              </a:rPr>
              <a:t>符号（标识符）有哪些属性</a:t>
            </a:r>
          </a:p>
          <a:p>
            <a:pPr marL="0" indent="0" eaLnBrk="1" hangingPunct="1">
              <a:buFont typeface="Times New Roman" panose="02020603050405020304" pitchFamily="18" charset="0"/>
              <a:buNone/>
            </a:pPr>
            <a:r>
              <a:rPr lang="zh-CN" altLang="en-US" sz="2400" b="1">
                <a:solidFill>
                  <a:schemeClr val="tx1"/>
                </a:solidFill>
                <a:latin typeface="楷体_GB2312" panose="02010609030101010101" pitchFamily="1" charset="-122"/>
              </a:rPr>
              <a:t>    变量：变量名、</a:t>
            </a:r>
            <a:r>
              <a:rPr lang="zh-CN" altLang="en-US" sz="2400" b="1">
                <a:solidFill>
                  <a:srgbClr val="FF3300"/>
                </a:solidFill>
                <a:latin typeface="楷体_GB2312" panose="02010609030101010101" pitchFamily="1" charset="-122"/>
              </a:rPr>
              <a:t>类型</a:t>
            </a:r>
            <a:r>
              <a:rPr lang="zh-CN" altLang="en-US" sz="2400" b="1">
                <a:solidFill>
                  <a:schemeClr val="tx1"/>
                </a:solidFill>
                <a:latin typeface="楷体_GB2312" panose="02010609030101010101" pitchFamily="1" charset="-122"/>
              </a:rPr>
              <a:t>、值</a:t>
            </a:r>
          </a:p>
          <a:p>
            <a:pPr marL="0" indent="0" eaLnBrk="1" hangingPunct="1">
              <a:buFont typeface="Times New Roman" panose="02020603050405020304" pitchFamily="18" charset="0"/>
              <a:buNone/>
            </a:pPr>
            <a:r>
              <a:rPr lang="zh-CN" altLang="en-US" sz="2400" b="1">
                <a:solidFill>
                  <a:schemeClr val="tx1"/>
                </a:solidFill>
                <a:latin typeface="楷体_GB2312" panose="02010609030101010101" pitchFamily="1" charset="-122"/>
              </a:rPr>
              <a:t>    函数：函数名、参数个数、参数</a:t>
            </a:r>
            <a:r>
              <a:rPr lang="zh-CN" altLang="en-US" sz="2400" b="1">
                <a:solidFill>
                  <a:srgbClr val="FF3300"/>
                </a:solidFill>
                <a:latin typeface="楷体_GB2312" panose="02010609030101010101" pitchFamily="1" charset="-122"/>
              </a:rPr>
              <a:t>类型</a:t>
            </a:r>
            <a:r>
              <a:rPr lang="zh-CN" altLang="en-US" sz="2400" b="1">
                <a:solidFill>
                  <a:schemeClr val="tx1"/>
                </a:solidFill>
                <a:latin typeface="楷体_GB2312" panose="02010609030101010101" pitchFamily="1" charset="-122"/>
              </a:rPr>
              <a:t>，返回</a:t>
            </a:r>
            <a:r>
              <a:rPr lang="zh-CN" altLang="en-US" sz="2400" b="1">
                <a:solidFill>
                  <a:srgbClr val="FF3300"/>
                </a:solidFill>
                <a:latin typeface="楷体_GB2312" panose="02010609030101010101" pitchFamily="1" charset="-122"/>
              </a:rPr>
              <a:t>类型</a:t>
            </a:r>
          </a:p>
          <a:p>
            <a:pPr marL="0" indent="0" eaLnBrk="1" hangingPunct="1">
              <a:buFont typeface="Times New Roman" panose="02020603050405020304" pitchFamily="18" charset="0"/>
              <a:buNone/>
            </a:pPr>
            <a:r>
              <a:rPr lang="zh-CN" altLang="en-US" sz="2400" b="1">
                <a:solidFill>
                  <a:srgbClr val="FF3300"/>
                </a:solidFill>
                <a:latin typeface="楷体_GB2312" panose="02010609030101010101" pitchFamily="1" charset="-122"/>
              </a:rPr>
              <a:t>   “数据类型”对程序设计语言至关重要</a:t>
            </a:r>
          </a:p>
        </p:txBody>
      </p:sp>
      <p:sp>
        <p:nvSpPr>
          <p:cNvPr id="73731" name="Rectangle 2">
            <a:extLst>
              <a:ext uri="{FF2B5EF4-FFF2-40B4-BE49-F238E27FC236}">
                <a16:creationId xmlns:a16="http://schemas.microsoft.com/office/drawing/2014/main" id="{92AF7E37-3AFC-3ED0-0A30-AE2023C1AF32}"/>
              </a:ext>
            </a:extLst>
          </p:cNvPr>
          <p:cNvSpPr txBox="1">
            <a:spLocks noChangeArrowheads="1"/>
          </p:cNvSpPr>
          <p:nvPr/>
        </p:nvSpPr>
        <p:spPr bwMode="auto">
          <a:xfrm>
            <a:off x="504825" y="293688"/>
            <a:ext cx="7847013"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语义分析</a:t>
            </a:r>
            <a:r>
              <a:rPr lang="en-US" altLang="zh-CN" sz="4000">
                <a:latin typeface="微软雅黑" panose="020B0503020204020204" pitchFamily="34" charset="-122"/>
                <a:ea typeface="微软雅黑" panose="020B0503020204020204" pitchFamily="34" charset="-122"/>
              </a:rPr>
              <a:t>——</a:t>
            </a:r>
            <a:r>
              <a:rPr lang="zh-CN" altLang="en-US" sz="4000">
                <a:latin typeface="微软雅黑" panose="020B0503020204020204" pitchFamily="34" charset="-122"/>
                <a:ea typeface="微软雅黑" panose="020B0503020204020204" pitchFamily="34" charset="-122"/>
              </a:rPr>
              <a:t>符号表</a:t>
            </a:r>
            <a:endParaRPr lang="zh-CN" altLang="en-US"/>
          </a:p>
        </p:txBody>
      </p:sp>
      <p:sp>
        <p:nvSpPr>
          <p:cNvPr id="73732" name="Date Placeholder 5">
            <a:extLst>
              <a:ext uri="{FF2B5EF4-FFF2-40B4-BE49-F238E27FC236}">
                <a16:creationId xmlns:a16="http://schemas.microsoft.com/office/drawing/2014/main" id="{9DE2C070-5ACA-83B9-E547-A01A3FAFBB49}"/>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3733" name="Slide Number Placeholder 6">
            <a:extLst>
              <a:ext uri="{FF2B5EF4-FFF2-40B4-BE49-F238E27FC236}">
                <a16:creationId xmlns:a16="http://schemas.microsoft.com/office/drawing/2014/main" id="{8E40CEE0-5D51-5130-036A-DF13D0A8C1AA}"/>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CD4B2C22-EBE0-4466-9E20-16C4C56A6D12}"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61</a:t>
            </a:fld>
            <a:endParaRPr lang="en-GB" altLang="en-US" sz="1200">
              <a:latin typeface="Comic Sans MS" panose="030F0702030302020204" pitchFamily="66" charset="0"/>
              <a:ea typeface="宋体" panose="02010600030101010101" pitchFamily="2" charset="-122"/>
            </a:endParaRPr>
          </a:p>
        </p:txBody>
      </p:sp>
      <p:sp>
        <p:nvSpPr>
          <p:cNvPr id="73734" name="Footer Placeholder 7">
            <a:extLst>
              <a:ext uri="{FF2B5EF4-FFF2-40B4-BE49-F238E27FC236}">
                <a16:creationId xmlns:a16="http://schemas.microsoft.com/office/drawing/2014/main" id="{C5E7CB8F-4AD5-27C5-9475-E88A59A428C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62">
                                            <p:txEl>
                                              <p:pRg st="5" end="5"/>
                                            </p:txEl>
                                          </p:spTgt>
                                        </p:tgtEl>
                                        <p:attrNameLst>
                                          <p:attrName>style.visibility</p:attrName>
                                        </p:attrNameLst>
                                      </p:cBhvr>
                                      <p:to>
                                        <p:strVal val="visible"/>
                                      </p:to>
                                    </p:set>
                                    <p:animEffect transition="in" filter="blinds(horizontal)">
                                      <p:cBhvr>
                                        <p:cTn id="7" dur="500"/>
                                        <p:tgtEl>
                                          <p:spTgt spid="40962">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962">
                                            <p:txEl>
                                              <p:pRg st="6" end="6"/>
                                            </p:txEl>
                                          </p:spTgt>
                                        </p:tgtEl>
                                        <p:attrNameLst>
                                          <p:attrName>style.visibility</p:attrName>
                                        </p:attrNameLst>
                                      </p:cBhvr>
                                      <p:to>
                                        <p:strVal val="visible"/>
                                      </p:to>
                                    </p:set>
                                    <p:animEffect transition="in" filter="blinds(horizontal)">
                                      <p:cBhvr>
                                        <p:cTn id="12" dur="500"/>
                                        <p:tgtEl>
                                          <p:spTgt spid="40962">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0962">
                                            <p:txEl>
                                              <p:pRg st="7" end="7"/>
                                            </p:txEl>
                                          </p:spTgt>
                                        </p:tgtEl>
                                        <p:attrNameLst>
                                          <p:attrName>style.visibility</p:attrName>
                                        </p:attrNameLst>
                                      </p:cBhvr>
                                      <p:to>
                                        <p:strVal val="visible"/>
                                      </p:to>
                                    </p:set>
                                    <p:animEffect transition="in" filter="blinds(horizontal)">
                                      <p:cBhvr>
                                        <p:cTn id="17" dur="500"/>
                                        <p:tgtEl>
                                          <p:spTgt spid="40962">
                                            <p:txEl>
                                              <p:pRg st="7" end="7"/>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0962">
                                            <p:txEl>
                                              <p:pRg st="8" end="8"/>
                                            </p:txEl>
                                          </p:spTgt>
                                        </p:tgtEl>
                                        <p:attrNameLst>
                                          <p:attrName>style.visibility</p:attrName>
                                        </p:attrNameLst>
                                      </p:cBhvr>
                                      <p:to>
                                        <p:strVal val="visible"/>
                                      </p:to>
                                    </p:set>
                                    <p:animEffect transition="in" filter="blinds(horizontal)">
                                      <p:cBhvr>
                                        <p:cTn id="22" dur="500"/>
                                        <p:tgtEl>
                                          <p:spTgt spid="4096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093A97E-6612-372B-D772-284A095F6109}"/>
              </a:ext>
            </a:extLst>
          </p:cNvPr>
          <p:cNvSpPr txBox="1">
            <a:spLocks noChangeArrowheads="1"/>
          </p:cNvSpPr>
          <p:nvPr/>
        </p:nvSpPr>
        <p:spPr bwMode="auto">
          <a:xfrm>
            <a:off x="504825" y="293688"/>
            <a:ext cx="7847013"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语义分析</a:t>
            </a:r>
            <a:r>
              <a:rPr lang="en-US" altLang="zh-CN" sz="4000">
                <a:latin typeface="微软雅黑" panose="020B0503020204020204" pitchFamily="34" charset="-122"/>
                <a:ea typeface="微软雅黑" panose="020B0503020204020204" pitchFamily="34" charset="-122"/>
              </a:rPr>
              <a:t>——</a:t>
            </a:r>
            <a:r>
              <a:rPr lang="zh-CN" altLang="en-US" sz="4000">
                <a:latin typeface="微软雅黑" panose="020B0503020204020204" pitchFamily="34" charset="-122"/>
                <a:ea typeface="微软雅黑" panose="020B0503020204020204" pitchFamily="34" charset="-122"/>
              </a:rPr>
              <a:t>符号表</a:t>
            </a:r>
            <a:endParaRPr lang="zh-CN" altLang="en-US"/>
          </a:p>
        </p:txBody>
      </p:sp>
      <p:sp>
        <p:nvSpPr>
          <p:cNvPr id="75779" name="Date Placeholder 5">
            <a:extLst>
              <a:ext uri="{FF2B5EF4-FFF2-40B4-BE49-F238E27FC236}">
                <a16:creationId xmlns:a16="http://schemas.microsoft.com/office/drawing/2014/main" id="{67CB6E19-9C79-E745-ACF4-39B744B5BBB4}"/>
              </a:ext>
            </a:extLst>
          </p:cNvPr>
          <p:cNvSpPr txBox="1">
            <a:spLocks noGrp="1" noChangeArrowheads="1"/>
          </p:cNvSpPr>
          <p:nvPr/>
        </p:nvSpPr>
        <p:spPr bwMode="auto">
          <a:xfrm>
            <a:off x="144463" y="6662738"/>
            <a:ext cx="30940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75780" name="Slide Number Placeholder 6">
            <a:extLst>
              <a:ext uri="{FF2B5EF4-FFF2-40B4-BE49-F238E27FC236}">
                <a16:creationId xmlns:a16="http://schemas.microsoft.com/office/drawing/2014/main" id="{5046C0C9-2F0B-935D-8BA4-1BA7BC50857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A3F93F36-6B5E-499C-B563-7D08026C3B11}"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62</a:t>
            </a:fld>
            <a:endParaRPr lang="en-GB" altLang="en-US" sz="1200">
              <a:latin typeface="Comic Sans MS" panose="030F0702030302020204" pitchFamily="66" charset="0"/>
              <a:ea typeface="宋体" panose="02010600030101010101" pitchFamily="2" charset="-122"/>
            </a:endParaRPr>
          </a:p>
        </p:txBody>
      </p:sp>
      <p:sp>
        <p:nvSpPr>
          <p:cNvPr id="75781" name="Footer Placeholder 7">
            <a:extLst>
              <a:ext uri="{FF2B5EF4-FFF2-40B4-BE49-F238E27FC236}">
                <a16:creationId xmlns:a16="http://schemas.microsoft.com/office/drawing/2014/main" id="{3AC59C0B-5F77-4519-60E8-8718A0B3F684}"/>
              </a:ext>
            </a:extLst>
          </p:cNvPr>
          <p:cNvSpPr txBox="1">
            <a:spLocks noGrp="1" noChangeArrowheads="1"/>
          </p:cNvSpPr>
          <p:nvPr/>
        </p:nvSpPr>
        <p:spPr bwMode="auto">
          <a:xfrm>
            <a:off x="3444875" y="6496050"/>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2" name="Rectangle 3">
            <a:extLst>
              <a:ext uri="{FF2B5EF4-FFF2-40B4-BE49-F238E27FC236}">
                <a16:creationId xmlns:a16="http://schemas.microsoft.com/office/drawing/2014/main" id="{ED77FD97-A158-50AA-821B-8994EC537EFF}"/>
              </a:ext>
            </a:extLst>
          </p:cNvPr>
          <p:cNvSpPr txBox="1">
            <a:spLocks noChangeArrowheads="1"/>
          </p:cNvSpPr>
          <p:nvPr/>
        </p:nvSpPr>
        <p:spPr bwMode="auto">
          <a:xfrm>
            <a:off x="627063" y="1304925"/>
            <a:ext cx="7886700"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800" noProof="1">
                <a:solidFill>
                  <a:srgbClr val="404040"/>
                </a:solidFill>
                <a:latin typeface="微软雅黑" panose="020B0503020204020204" pitchFamily="34" charset="-122"/>
                <a:ea typeface="微软雅黑" panose="020B0503020204020204" pitchFamily="34" charset="-122"/>
              </a:rPr>
              <a:t>对符号表进行操作的时机</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noProof="1">
                <a:solidFill>
                  <a:srgbClr val="404040"/>
                </a:solidFill>
                <a:latin typeface="微软雅黑" panose="020B0503020204020204" pitchFamily="34" charset="-122"/>
                <a:ea typeface="微软雅黑" panose="020B0503020204020204" pitchFamily="34" charset="-122"/>
              </a:rPr>
              <a:t>定义性出现</a:t>
            </a:r>
            <a:endParaRPr lang="en-US" altLang="zh-CN" sz="2400">
              <a:solidFill>
                <a:srgbClr val="404040"/>
              </a:solidFill>
              <a:latin typeface="微软雅黑" panose="020B0503020204020204" pitchFamily="34" charset="-122"/>
              <a:ea typeface="微软雅黑" panose="020B0503020204020204" pitchFamily="34" charset="-122"/>
            </a:endParaRPr>
          </a:p>
          <a:p>
            <a:pPr lvl="2" eaLnBrk="1" hangingPunct="1">
              <a:lnSpc>
                <a:spcPct val="100000"/>
              </a:lnSpc>
              <a:spcBef>
                <a:spcPts val="1000"/>
              </a:spcBef>
              <a:spcAft>
                <a:spcPct val="0"/>
              </a:spcAft>
              <a:buClr>
                <a:srgbClr val="4F81BD"/>
              </a:buClr>
              <a:buSzPct val="80000"/>
              <a:buFont typeface="Wingdings 3" panose="05040102010807070707" pitchFamily="18" charset="2"/>
              <a:buChar char=""/>
            </a:pPr>
            <a:r>
              <a:rPr lang="en-US" altLang="zh-CN">
                <a:solidFill>
                  <a:srgbClr val="C00000"/>
                </a:solidFill>
                <a:latin typeface="微软雅黑" panose="020B0503020204020204" pitchFamily="34" charset="-122"/>
                <a:ea typeface="微软雅黑" panose="020B0503020204020204" pitchFamily="34" charset="-122"/>
              </a:rPr>
              <a:t>int index</a:t>
            </a:r>
            <a:endParaRPr lang="en-US" altLang="zh-CN" noProof="1">
              <a:solidFill>
                <a:srgbClr val="C00000"/>
              </a:solidFill>
              <a:latin typeface="微软雅黑" panose="020B0503020204020204" pitchFamily="34" charset="-122"/>
              <a:ea typeface="微软雅黑" panose="020B0503020204020204" pitchFamily="34" charset="-122"/>
            </a:endParaRP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noProof="1">
                <a:solidFill>
                  <a:srgbClr val="404040"/>
                </a:solidFill>
                <a:latin typeface="微软雅黑" panose="020B0503020204020204" pitchFamily="34" charset="-122"/>
                <a:ea typeface="微软雅黑" panose="020B0503020204020204" pitchFamily="34" charset="-122"/>
              </a:rPr>
              <a:t>使用性出现</a:t>
            </a:r>
            <a:endParaRPr lang="en-US" altLang="zh-CN" sz="2400">
              <a:solidFill>
                <a:srgbClr val="404040"/>
              </a:solidFill>
              <a:latin typeface="微软雅黑" panose="020B0503020204020204" pitchFamily="34" charset="-122"/>
              <a:ea typeface="微软雅黑" panose="020B0503020204020204" pitchFamily="34" charset="-122"/>
            </a:endParaRPr>
          </a:p>
          <a:p>
            <a:pPr lvl="2" eaLnBrk="1" hangingPunct="1">
              <a:lnSpc>
                <a:spcPct val="100000"/>
              </a:lnSpc>
              <a:spcBef>
                <a:spcPts val="1000"/>
              </a:spcBef>
              <a:spcAft>
                <a:spcPct val="0"/>
              </a:spcAft>
              <a:buClr>
                <a:srgbClr val="4F81BD"/>
              </a:buClr>
              <a:buSzPct val="80000"/>
              <a:buFont typeface="Wingdings 3" panose="05040102010807070707" pitchFamily="18" charset="2"/>
              <a:buChar char=""/>
            </a:pPr>
            <a:r>
              <a:rPr lang="en-US" altLang="zh-CN">
                <a:solidFill>
                  <a:srgbClr val="404040"/>
                </a:solidFill>
                <a:latin typeface="微软雅黑" panose="020B0503020204020204" pitchFamily="34" charset="-122"/>
                <a:ea typeface="微软雅黑" panose="020B0503020204020204" pitchFamily="34" charset="-122"/>
              </a:rPr>
              <a:t>if  </a:t>
            </a:r>
            <a:r>
              <a:rPr lang="en-US" altLang="zh-CN">
                <a:solidFill>
                  <a:srgbClr val="C00000"/>
                </a:solidFill>
                <a:latin typeface="微软雅黑" panose="020B0503020204020204" pitchFamily="34" charset="-122"/>
                <a:ea typeface="微软雅黑" panose="020B0503020204020204" pitchFamily="34" charset="-122"/>
              </a:rPr>
              <a:t>index &lt; 100 </a:t>
            </a:r>
            <a:r>
              <a:rPr lang="en-US" altLang="zh-CN">
                <a:solidFill>
                  <a:srgbClr val="404040"/>
                </a:solidFill>
                <a:latin typeface="微软雅黑" panose="020B0503020204020204" pitchFamily="34" charset="-122"/>
                <a:ea typeface="微软雅黑" panose="020B0503020204020204" pitchFamily="34" charset="-122"/>
              </a:rPr>
              <a:t>...</a:t>
            </a:r>
            <a:r>
              <a:rPr lang="zh-CN" altLang="en-US">
                <a:solidFill>
                  <a:srgbClr val="404040"/>
                </a:solidFill>
                <a:latin typeface="微软雅黑" panose="020B0503020204020204" pitchFamily="34" charset="-122"/>
                <a:ea typeface="微软雅黑" panose="020B0503020204020204" pitchFamily="34" charset="-122"/>
              </a:rPr>
              <a:t> </a:t>
            </a:r>
            <a:endParaRPr lang="en-US" altLang="zh-CN">
              <a:solidFill>
                <a:srgbClr val="404040"/>
              </a:solidFill>
              <a:latin typeface="微软雅黑" panose="020B0503020204020204" pitchFamily="34" charset="-122"/>
              <a:ea typeface="微软雅黑" panose="020B0503020204020204" pitchFamily="34" charset="-122"/>
            </a:endParaRPr>
          </a:p>
        </p:txBody>
      </p:sp>
      <p:sp>
        <p:nvSpPr>
          <p:cNvPr id="3" name="Rectangle 2">
            <a:extLst>
              <a:ext uri="{FF2B5EF4-FFF2-40B4-BE49-F238E27FC236}">
                <a16:creationId xmlns:a16="http://schemas.microsoft.com/office/drawing/2014/main" id="{596382B7-FC20-58AA-2DD1-C7849A101E69}"/>
              </a:ext>
            </a:extLst>
          </p:cNvPr>
          <p:cNvSpPr txBox="1">
            <a:spLocks noChangeArrowheads="1"/>
          </p:cNvSpPr>
          <p:nvPr/>
        </p:nvSpPr>
        <p:spPr bwMode="auto">
          <a:xfrm>
            <a:off x="627063" y="3748088"/>
            <a:ext cx="78867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800" noProof="1">
                <a:solidFill>
                  <a:srgbClr val="404040"/>
                </a:solidFill>
                <a:latin typeface="微软雅黑" panose="020B0503020204020204" pitchFamily="34" charset="-122"/>
                <a:ea typeface="微软雅黑" panose="020B0503020204020204" pitchFamily="34" charset="-122"/>
              </a:rPr>
              <a:t>栏目的长度</a:t>
            </a:r>
            <a:endParaRPr lang="zh-CN" altLang="zh-CN" sz="2800" noProof="1">
              <a:solidFill>
                <a:srgbClr val="404040"/>
              </a:solidFill>
              <a:latin typeface="微软雅黑" panose="020B0503020204020204" pitchFamily="34" charset="-122"/>
              <a:ea typeface="微软雅黑" panose="020B0503020204020204" pitchFamily="34" charset="-122"/>
            </a:endParaRP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noProof="1">
                <a:solidFill>
                  <a:srgbClr val="404040"/>
                </a:solidFill>
                <a:latin typeface="微软雅黑" panose="020B0503020204020204" pitchFamily="34" charset="-122"/>
                <a:ea typeface="微软雅黑" panose="020B0503020204020204" pitchFamily="34" charset="-122"/>
              </a:rPr>
              <a:t>安排各项各栏的存储单元为固定长度</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US" sz="2400" noProof="1">
                <a:solidFill>
                  <a:srgbClr val="404040"/>
                </a:solidFill>
                <a:latin typeface="微软雅黑" panose="020B0503020204020204" pitchFamily="34" charset="-122"/>
                <a:ea typeface="微软雅黑" panose="020B0503020204020204" pitchFamily="34" charset="-122"/>
              </a:rPr>
              <a:t>用间接方式安排各栏存储单元</a:t>
            </a:r>
            <a:endParaRPr lang="zh-CN" altLang="en-US" sz="2400">
              <a:solidFill>
                <a:srgbClr val="404040"/>
              </a:solidFill>
              <a:latin typeface="微软雅黑" panose="020B0503020204020204" pitchFamily="34" charset="-122"/>
              <a:ea typeface="微软雅黑" panose="020B0503020204020204" pitchFamily="34" charset="-122"/>
            </a:endParaRPr>
          </a:p>
        </p:txBody>
      </p:sp>
      <p:graphicFrame>
        <p:nvGraphicFramePr>
          <p:cNvPr id="4" name="Group 37">
            <a:extLst>
              <a:ext uri="{FF2B5EF4-FFF2-40B4-BE49-F238E27FC236}">
                <a16:creationId xmlns:a16="http://schemas.microsoft.com/office/drawing/2014/main" id="{5B7A9C2F-F3DA-9328-347C-90C19BE0BC03}"/>
              </a:ext>
            </a:extLst>
          </p:cNvPr>
          <p:cNvGraphicFramePr>
            <a:graphicFrameLocks noGrp="1"/>
          </p:cNvGraphicFramePr>
          <p:nvPr/>
        </p:nvGraphicFramePr>
        <p:xfrm>
          <a:off x="3267075" y="5354638"/>
          <a:ext cx="3463926" cy="1828800"/>
        </p:xfrm>
        <a:graphic>
          <a:graphicData uri="http://schemas.openxmlformats.org/drawingml/2006/table">
            <a:tbl>
              <a:tblPr firstRow="1" bandRow="1"/>
              <a:tblGrid>
                <a:gridCol w="1077703">
                  <a:extLst>
                    <a:ext uri="{9D8B030D-6E8A-4147-A177-3AD203B41FA5}">
                      <a16:colId xmlns:a16="http://schemas.microsoft.com/office/drawing/2014/main" val="20000"/>
                    </a:ext>
                  </a:extLst>
                </a:gridCol>
                <a:gridCol w="846889">
                  <a:extLst>
                    <a:ext uri="{9D8B030D-6E8A-4147-A177-3AD203B41FA5}">
                      <a16:colId xmlns:a16="http://schemas.microsoft.com/office/drawing/2014/main" val="20001"/>
                    </a:ext>
                  </a:extLst>
                </a:gridCol>
                <a:gridCol w="846889">
                  <a:extLst>
                    <a:ext uri="{9D8B030D-6E8A-4147-A177-3AD203B41FA5}">
                      <a16:colId xmlns:a16="http://schemas.microsoft.com/office/drawing/2014/main" val="20002"/>
                    </a:ext>
                  </a:extLst>
                </a:gridCol>
                <a:gridCol w="692445">
                  <a:extLst>
                    <a:ext uri="{9D8B030D-6E8A-4147-A177-3AD203B41FA5}">
                      <a16:colId xmlns:a16="http://schemas.microsoft.com/office/drawing/2014/main" val="20003"/>
                    </a:ext>
                  </a:extLst>
                </a:gridCol>
              </a:tblGrid>
              <a:tr h="293688">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u="none" strike="noStrike" cap="none" normalizeH="0" baseline="0" dirty="0">
                          <a:ln>
                            <a:noFill/>
                          </a:ln>
                          <a:effectLst/>
                        </a:rPr>
                        <a:t>name</a:t>
                      </a:r>
                      <a:endParaRPr kumimoji="0" lang="en-GB" altLang="zh-CN"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u="none" strike="noStrike" cap="none" normalizeH="0" baseline="0">
                          <a:ln>
                            <a:noFill/>
                          </a:ln>
                          <a:effectLst/>
                        </a:rPr>
                        <a:t>type</a:t>
                      </a: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u="none" strike="noStrike" cap="none" normalizeH="0" baseline="0" dirty="0">
                          <a:ln>
                            <a:noFill/>
                          </a:ln>
                          <a:effectLst/>
                        </a:rPr>
                        <a:t>size</a:t>
                      </a:r>
                      <a:endParaRPr kumimoji="0" lang="en-GB"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1" i="0" u="none" kern="1200" baseline="0">
                          <a:solidFill>
                            <a:schemeClr val="lt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u="none" strike="noStrike" cap="none" normalizeH="0" baseline="0" dirty="0">
                          <a:ln>
                            <a:noFill/>
                          </a:ln>
                          <a:effectLst/>
                        </a:rPr>
                        <a:t>...</a:t>
                      </a:r>
                      <a:endParaRPr kumimoji="0" lang="en-GB" altLang="zh-CN"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409575">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293688">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293688">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1pPr>
                      <a:lvl2pPr marL="742950"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2pPr>
                      <a:lvl3pPr marL="1143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3pPr>
                      <a:lvl4pPr marL="1600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4pPr>
                      <a:lvl5pPr marL="2057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5pPr>
                      <a:lvl6pPr marL="22860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6pPr>
                      <a:lvl7pPr marL="27432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7pPr>
                      <a:lvl8pPr marL="32004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8pPr>
                      <a:lvl9pPr marL="3657600"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chemeClr val="dk1"/>
                          </a:solidFill>
                          <a:latin typeface="Arial" panose="020B0604020202020204"/>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dirty="0">
                        <a:ln>
                          <a:noFill/>
                        </a:ln>
                        <a:solidFill>
                          <a:schemeClr val="tx1"/>
                        </a:solidFill>
                        <a:effectLst/>
                        <a:latin typeface="Arial" charset="0"/>
                        <a:ea typeface="微软雅黑" pitchFamily="34" charset="-122"/>
                      </a:endParaRPr>
                    </a:p>
                  </a:txBody>
                  <a:tcPr marL="91438" marR="91438"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bl>
          </a:graphicData>
        </a:graphic>
      </p:graphicFrame>
      <p:sp>
        <p:nvSpPr>
          <p:cNvPr id="5" name="Line 67">
            <a:extLst>
              <a:ext uri="{FF2B5EF4-FFF2-40B4-BE49-F238E27FC236}">
                <a16:creationId xmlns:a16="http://schemas.microsoft.com/office/drawing/2014/main" id="{9DF55E1A-3771-9D8C-0207-43A2991356C7}"/>
              </a:ext>
            </a:extLst>
          </p:cNvPr>
          <p:cNvSpPr>
            <a:spLocks noChangeShapeType="1"/>
          </p:cNvSpPr>
          <p:nvPr/>
        </p:nvSpPr>
        <p:spPr bwMode="auto">
          <a:xfrm flipH="1">
            <a:off x="2913063" y="6061075"/>
            <a:ext cx="865187" cy="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Rectangle 68">
            <a:extLst>
              <a:ext uri="{FF2B5EF4-FFF2-40B4-BE49-F238E27FC236}">
                <a16:creationId xmlns:a16="http://schemas.microsoft.com/office/drawing/2014/main" id="{04A79B11-2F23-4C9A-28E6-28E4DDD473D0}"/>
              </a:ext>
            </a:extLst>
          </p:cNvPr>
          <p:cNvSpPr>
            <a:spLocks noChangeArrowheads="1"/>
          </p:cNvSpPr>
          <p:nvPr/>
        </p:nvSpPr>
        <p:spPr bwMode="auto">
          <a:xfrm>
            <a:off x="1257300" y="5916613"/>
            <a:ext cx="1655763" cy="360362"/>
          </a:xfrm>
          <a:prstGeom prst="rect">
            <a:avLst/>
          </a:prstGeom>
          <a:solidFill>
            <a:srgbClr val="4F81BD"/>
          </a:solidFill>
          <a:ln w="12700">
            <a:solidFill>
              <a:sysClr val="windowText" lastClr="0000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57200" eaLnBrk="1" fontAlgn="auto" hangingPunct="1">
              <a:spcBef>
                <a:spcPct val="0"/>
              </a:spcBef>
              <a:spcAft>
                <a:spcPts val="0"/>
              </a:spcAft>
              <a:buClrTx/>
              <a:buSzTx/>
              <a:buFontTx/>
              <a:buNone/>
              <a:defRPr/>
            </a:pPr>
            <a:r>
              <a:rPr lang="en-US" altLang="zh-CN" sz="2400" kern="0">
                <a:solidFill>
                  <a:prstClr val="black"/>
                </a:solidFill>
                <a:ea typeface="宋体" panose="02010600030101010101" pitchFamily="2" charset="-122"/>
              </a:rPr>
              <a:t>......</a:t>
            </a:r>
            <a:endParaRPr lang="en-GB" altLang="zh-CN" sz="2400" kern="0">
              <a:solidFill>
                <a:prstClr val="black"/>
              </a:solidFill>
              <a:ea typeface="宋体" panose="02010600030101010101" pitchFamily="2" charset="-122"/>
            </a:endParaRPr>
          </a:p>
        </p:txBody>
      </p:sp>
      <p:sp>
        <p:nvSpPr>
          <p:cNvPr id="7" name="Line 69">
            <a:extLst>
              <a:ext uri="{FF2B5EF4-FFF2-40B4-BE49-F238E27FC236}">
                <a16:creationId xmlns:a16="http://schemas.microsoft.com/office/drawing/2014/main" id="{4F71396F-560C-6329-63D2-480A8AA15B75}"/>
              </a:ext>
            </a:extLst>
          </p:cNvPr>
          <p:cNvSpPr>
            <a:spLocks noChangeShapeType="1"/>
          </p:cNvSpPr>
          <p:nvPr/>
        </p:nvSpPr>
        <p:spPr bwMode="auto">
          <a:xfrm flipH="1">
            <a:off x="2913063" y="6492875"/>
            <a:ext cx="865187" cy="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Rectangle 70">
            <a:extLst>
              <a:ext uri="{FF2B5EF4-FFF2-40B4-BE49-F238E27FC236}">
                <a16:creationId xmlns:a16="http://schemas.microsoft.com/office/drawing/2014/main" id="{D6807336-A4DD-B64E-14EF-99787EDF7BB9}"/>
              </a:ext>
            </a:extLst>
          </p:cNvPr>
          <p:cNvSpPr>
            <a:spLocks noChangeArrowheads="1"/>
          </p:cNvSpPr>
          <p:nvPr/>
        </p:nvSpPr>
        <p:spPr bwMode="auto">
          <a:xfrm>
            <a:off x="1905000" y="6348413"/>
            <a:ext cx="1008063" cy="360362"/>
          </a:xfrm>
          <a:prstGeom prst="rect">
            <a:avLst/>
          </a:prstGeom>
          <a:solidFill>
            <a:srgbClr val="4F81BD"/>
          </a:solidFill>
          <a:ln w="12700">
            <a:solidFill>
              <a:sysClr val="windowText" lastClr="0000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57200" eaLnBrk="1" fontAlgn="auto" hangingPunct="1">
              <a:spcBef>
                <a:spcPct val="0"/>
              </a:spcBef>
              <a:spcAft>
                <a:spcPts val="0"/>
              </a:spcAft>
              <a:buClrTx/>
              <a:buSzTx/>
              <a:buFontTx/>
              <a:buNone/>
              <a:defRPr/>
            </a:pPr>
            <a:r>
              <a:rPr lang="en-US" altLang="zh-CN" sz="2400" kern="0">
                <a:solidFill>
                  <a:prstClr val="black"/>
                </a:solidFill>
                <a:ea typeface="宋体" panose="02010600030101010101" pitchFamily="2" charset="-122"/>
              </a:rPr>
              <a:t>......</a:t>
            </a:r>
            <a:endParaRPr lang="en-GB" altLang="zh-CN" sz="2400" kern="0">
              <a:solidFill>
                <a:prstClr val="black"/>
              </a:solidFill>
              <a:ea typeface="宋体" panose="02010600030101010101" pitchFamily="2" charset="-122"/>
            </a:endParaRPr>
          </a:p>
        </p:txBody>
      </p:sp>
      <p:sp>
        <p:nvSpPr>
          <p:cNvPr id="9" name="Line 71">
            <a:extLst>
              <a:ext uri="{FF2B5EF4-FFF2-40B4-BE49-F238E27FC236}">
                <a16:creationId xmlns:a16="http://schemas.microsoft.com/office/drawing/2014/main" id="{B0BAC6EA-54E1-43DF-6B2B-5439E980C556}"/>
              </a:ext>
            </a:extLst>
          </p:cNvPr>
          <p:cNvSpPr>
            <a:spLocks noChangeShapeType="1"/>
          </p:cNvSpPr>
          <p:nvPr/>
        </p:nvSpPr>
        <p:spPr bwMode="auto">
          <a:xfrm flipH="1">
            <a:off x="2913063" y="6924675"/>
            <a:ext cx="865187" cy="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Rectangle 72">
            <a:extLst>
              <a:ext uri="{FF2B5EF4-FFF2-40B4-BE49-F238E27FC236}">
                <a16:creationId xmlns:a16="http://schemas.microsoft.com/office/drawing/2014/main" id="{4D35EC52-16A4-E5A3-C066-7B09A7A6A676}"/>
              </a:ext>
            </a:extLst>
          </p:cNvPr>
          <p:cNvSpPr>
            <a:spLocks noChangeArrowheads="1"/>
          </p:cNvSpPr>
          <p:nvPr/>
        </p:nvSpPr>
        <p:spPr bwMode="auto">
          <a:xfrm>
            <a:off x="1617663" y="6780213"/>
            <a:ext cx="1295400" cy="360362"/>
          </a:xfrm>
          <a:prstGeom prst="rect">
            <a:avLst/>
          </a:prstGeom>
          <a:solidFill>
            <a:srgbClr val="4F81BD"/>
          </a:solidFill>
          <a:ln w="12700">
            <a:solidFill>
              <a:sysClr val="windowText" lastClr="0000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57200" eaLnBrk="1" fontAlgn="auto" hangingPunct="1">
              <a:spcBef>
                <a:spcPct val="0"/>
              </a:spcBef>
              <a:spcAft>
                <a:spcPts val="0"/>
              </a:spcAft>
              <a:buClrTx/>
              <a:buSzTx/>
              <a:buFontTx/>
              <a:buNone/>
              <a:defRPr/>
            </a:pPr>
            <a:r>
              <a:rPr lang="en-US" altLang="zh-CN" sz="2400" kern="0">
                <a:solidFill>
                  <a:prstClr val="black"/>
                </a:solidFill>
                <a:ea typeface="宋体" panose="02010600030101010101" pitchFamily="2" charset="-122"/>
              </a:rPr>
              <a:t>......</a:t>
            </a:r>
            <a:endParaRPr lang="en-GB" altLang="zh-CN" sz="2400" kern="0">
              <a:solidFill>
                <a:prstClr val="blac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wipe(left)">
                                      <p:cBhvr>
                                        <p:cTn id="32" dur="500"/>
                                        <p:tgtEl>
                                          <p:spTgt spid="3">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wipe(left)">
                                      <p:cBhvr>
                                        <p:cTn id="37" dur="500"/>
                                        <p:tgtEl>
                                          <p:spTgt spid="3">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left)">
                                      <p:cBhvr>
                                        <p:cTn id="46" dur="500"/>
                                        <p:tgtEl>
                                          <p:spTgt spid="3">
                                            <p:txEl>
                                              <p:pRg st="2" end="2"/>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2"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right)">
                                      <p:cBhvr>
                                        <p:cTn id="51" dur="500"/>
                                        <p:tgtEl>
                                          <p:spTgt spid="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2"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wipe(right)">
                                      <p:cBhvr>
                                        <p:cTn id="56" dur="500"/>
                                        <p:tgtEl>
                                          <p:spTgt spid="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2"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right)">
                                      <p:cBhvr>
                                        <p:cTn id="61" dur="500"/>
                                        <p:tgtEl>
                                          <p:spTgt spid="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2" fill="hold" nodeType="click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wipe(right)">
                                      <p:cBhvr>
                                        <p:cTn id="66" dur="500"/>
                                        <p:tgtEl>
                                          <p:spTgt spid="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2"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wipe(right)">
                                      <p:cBhvr>
                                        <p:cTn id="71" dur="500"/>
                                        <p:tgtEl>
                                          <p:spTgt spid="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2"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right)">
                                      <p:cBhvr>
                                        <p:cTn id="7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uiExpand="1" build="p"/>
      <p:bldP spid="6" grpId="0" animBg="1"/>
      <p:bldP spid="8" grpId="0" animBg="1"/>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55CF820E-070E-D79A-DD8A-E823A293B499}"/>
              </a:ext>
            </a:extLst>
          </p:cNvPr>
          <p:cNvSpPr txBox="1">
            <a:spLocks noChangeArrowheads="1"/>
          </p:cNvSpPr>
          <p:nvPr/>
        </p:nvSpPr>
        <p:spPr bwMode="auto">
          <a:xfrm>
            <a:off x="504825" y="293688"/>
            <a:ext cx="7847013"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语义分析</a:t>
            </a:r>
            <a:r>
              <a:rPr lang="en-US" altLang="zh-CN" sz="4000">
                <a:latin typeface="微软雅黑" panose="020B0503020204020204" pitchFamily="34" charset="-122"/>
                <a:ea typeface="微软雅黑" panose="020B0503020204020204" pitchFamily="34" charset="-122"/>
              </a:rPr>
              <a:t>——</a:t>
            </a:r>
            <a:r>
              <a:rPr lang="zh-CN" altLang="en-US" sz="4000">
                <a:latin typeface="微软雅黑" panose="020B0503020204020204" pitchFamily="34" charset="-122"/>
                <a:ea typeface="微软雅黑" panose="020B0503020204020204" pitchFamily="34" charset="-122"/>
              </a:rPr>
              <a:t>符号表内容</a:t>
            </a:r>
            <a:endParaRPr lang="zh-CN" altLang="en-US"/>
          </a:p>
        </p:txBody>
      </p:sp>
      <p:sp>
        <p:nvSpPr>
          <p:cNvPr id="11" name="Rectangle 8">
            <a:extLst>
              <a:ext uri="{FF2B5EF4-FFF2-40B4-BE49-F238E27FC236}">
                <a16:creationId xmlns:a16="http://schemas.microsoft.com/office/drawing/2014/main" id="{691651F3-E41F-D377-9C6B-FE7E994AA5AC}"/>
              </a:ext>
            </a:extLst>
          </p:cNvPr>
          <p:cNvSpPr txBox="1">
            <a:spLocks noChangeArrowheads="1"/>
          </p:cNvSpPr>
          <p:nvPr/>
        </p:nvSpPr>
        <p:spPr bwMode="auto">
          <a:xfrm>
            <a:off x="630238" y="1824038"/>
            <a:ext cx="82804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457200">
              <a:lnSpc>
                <a:spcPct val="95000"/>
              </a:lnSpc>
              <a:spcAft>
                <a:spcPts val="1413"/>
              </a:spcAft>
              <a:buSzPct val="100000"/>
              <a:buFont typeface="Times New Roman" panose="02020603050405020304" pitchFamily="18" charset="0"/>
              <a:buChar char="•"/>
              <a:defRPr sz="3600">
                <a:solidFill>
                  <a:srgbClr val="000000"/>
                </a:solidFill>
                <a:latin typeface="Arial" panose="020B0604020202020204" pitchFamily="34" charset="0"/>
                <a:ea typeface="楷体_GB2312" panose="02010609030101010101" pitchFamily="1" charset="-122"/>
              </a:defRPr>
            </a:lvl1pPr>
            <a:lvl2pPr defTabSz="457200">
              <a:lnSpc>
                <a:spcPct val="95000"/>
              </a:lnSpc>
              <a:spcAft>
                <a:spcPts val="1138"/>
              </a:spcAft>
              <a:buSzPct val="100000"/>
              <a:buFont typeface="Times New Roman" panose="02020603050405020304" pitchFamily="18" charset="0"/>
              <a:buChar char="–"/>
              <a:defRPr sz="2800">
                <a:solidFill>
                  <a:srgbClr val="000000"/>
                </a:solidFill>
                <a:latin typeface="Arial" panose="020B0604020202020204" pitchFamily="34" charset="0"/>
                <a:ea typeface="楷体_GB2312" panose="02010609030101010101" pitchFamily="1" charset="-122"/>
              </a:defRPr>
            </a:lvl2pPr>
            <a:lvl3pPr defTabSz="457200">
              <a:lnSpc>
                <a:spcPct val="95000"/>
              </a:lnSpc>
              <a:spcAft>
                <a:spcPts val="850"/>
              </a:spcAft>
              <a:buSzPct val="100000"/>
              <a:buFont typeface="Times New Roman" panose="02020603050405020304" pitchFamily="18" charset="0"/>
              <a:buChar char="•"/>
              <a:defRPr sz="2400">
                <a:solidFill>
                  <a:srgbClr val="000000"/>
                </a:solidFill>
                <a:latin typeface="Arial" panose="020B0604020202020204" pitchFamily="34" charset="0"/>
                <a:ea typeface="楷体_GB2312" panose="02010609030101010101" pitchFamily="1" charset="-122"/>
              </a:defRPr>
            </a:lvl3pPr>
            <a:lvl4pPr defTabSz="457200">
              <a:lnSpc>
                <a:spcPct val="95000"/>
              </a:lnSpc>
              <a:spcAft>
                <a:spcPts val="575"/>
              </a:spcAft>
              <a:buSzPct val="100000"/>
              <a:buFont typeface="Times New Roman" panose="02020603050405020304" pitchFamily="18" charset="0"/>
              <a:buChar char="–"/>
              <a:defRPr sz="2000">
                <a:solidFill>
                  <a:srgbClr val="000000"/>
                </a:solidFill>
                <a:latin typeface="Arial" panose="020B0604020202020204" pitchFamily="34" charset="0"/>
                <a:ea typeface="楷体_GB2312" panose="02010609030101010101" pitchFamily="1" charset="-122"/>
              </a:defRPr>
            </a:lvl4pPr>
            <a:lvl5pPr defTabSz="457200">
              <a:lnSpc>
                <a:spcPct val="95000"/>
              </a:lnSpc>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5pPr>
            <a:lvl6pPr marL="25146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6pPr>
            <a:lvl7pPr marL="29718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7pPr>
            <a:lvl8pPr marL="34290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8pPr>
            <a:lvl9pPr marL="3886200" indent="-228600" defTabSz="457200" eaLnBrk="0" fontAlgn="base" hangingPunct="0">
              <a:lnSpc>
                <a:spcPct val="95000"/>
              </a:lnSpc>
              <a:spcBef>
                <a:spcPct val="0"/>
              </a:spcBef>
              <a:spcAft>
                <a:spcPts val="288"/>
              </a:spcAft>
              <a:buSzPct val="100000"/>
              <a:buFont typeface="Times New Roman" panose="02020603050405020304" pitchFamily="18" charset="0"/>
              <a:buChar char="»"/>
              <a:defRPr sz="1400">
                <a:solidFill>
                  <a:srgbClr val="000000"/>
                </a:solidFill>
                <a:latin typeface="Arial" panose="020B0604020202020204" pitchFamily="34" charset="0"/>
                <a:ea typeface="楷体_GB2312" panose="02010609030101010101" pitchFamily="1" charset="-122"/>
              </a:defRPr>
            </a:lvl9pPr>
          </a:lstStyle>
          <a:p>
            <a:pPr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GB" sz="2800">
                <a:solidFill>
                  <a:srgbClr val="404040"/>
                </a:solidFill>
                <a:latin typeface="微软雅黑" panose="020B0503020204020204" pitchFamily="34" charset="-122"/>
                <a:ea typeface="微软雅黑" panose="020B0503020204020204" pitchFamily="34" charset="-122"/>
              </a:rPr>
              <a:t>符号表的信息栏中登记了每个名字的有关性质 </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GB" sz="2400">
                <a:solidFill>
                  <a:srgbClr val="404040"/>
                </a:solidFill>
                <a:latin typeface="微软雅黑" panose="020B0503020204020204" pitchFamily="34" charset="-122"/>
                <a:ea typeface="微软雅黑" panose="020B0503020204020204" pitchFamily="34" charset="-122"/>
              </a:rPr>
              <a:t>类型：整、实或布尔等</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GB" sz="2400">
                <a:solidFill>
                  <a:srgbClr val="404040"/>
                </a:solidFill>
                <a:latin typeface="微软雅黑" panose="020B0503020204020204" pitchFamily="34" charset="-122"/>
                <a:ea typeface="微软雅黑" panose="020B0503020204020204" pitchFamily="34" charset="-122"/>
              </a:rPr>
              <a:t>种属：简单变量、数组、过程</a:t>
            </a:r>
            <a:r>
              <a:rPr lang="zh-CN" altLang="en-US" sz="2400">
                <a:solidFill>
                  <a:srgbClr val="404040"/>
                </a:solidFill>
                <a:latin typeface="微软雅黑" panose="020B0503020204020204" pitchFamily="34" charset="-122"/>
                <a:ea typeface="微软雅黑" panose="020B0503020204020204" pitchFamily="34" charset="-122"/>
              </a:rPr>
              <a:t>、函数</a:t>
            </a:r>
            <a:r>
              <a:rPr lang="zh-CN" altLang="en-GB" sz="2400">
                <a:solidFill>
                  <a:srgbClr val="404040"/>
                </a:solidFill>
                <a:latin typeface="微软雅黑" panose="020B0503020204020204" pitchFamily="34" charset="-122"/>
                <a:ea typeface="微软雅黑" panose="020B0503020204020204" pitchFamily="34" charset="-122"/>
              </a:rPr>
              <a:t>等</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GB" sz="2400">
                <a:solidFill>
                  <a:srgbClr val="404040"/>
                </a:solidFill>
                <a:latin typeface="微软雅黑" panose="020B0503020204020204" pitchFamily="34" charset="-122"/>
                <a:ea typeface="微软雅黑" panose="020B0503020204020204" pitchFamily="34" charset="-122"/>
              </a:rPr>
              <a:t>大小：长度，即所需的存储单元字数</a:t>
            </a:r>
          </a:p>
          <a:p>
            <a:pPr lvl="1" eaLnBrk="1" hangingPunct="1">
              <a:lnSpc>
                <a:spcPct val="100000"/>
              </a:lnSpc>
              <a:spcBef>
                <a:spcPts val="1000"/>
              </a:spcBef>
              <a:spcAft>
                <a:spcPct val="0"/>
              </a:spcAft>
              <a:buClr>
                <a:srgbClr val="4F81BD"/>
              </a:buClr>
              <a:buSzPct val="80000"/>
              <a:buFont typeface="Wingdings 3" panose="05040102010807070707" pitchFamily="18" charset="2"/>
              <a:buChar char=""/>
            </a:pPr>
            <a:r>
              <a:rPr lang="zh-CN" altLang="en-GB" sz="2400">
                <a:solidFill>
                  <a:srgbClr val="404040"/>
                </a:solidFill>
                <a:latin typeface="微软雅黑" panose="020B0503020204020204" pitchFamily="34" charset="-122"/>
                <a:ea typeface="微软雅黑" panose="020B0503020204020204" pitchFamily="34" charset="-122"/>
              </a:rPr>
              <a:t>相对数：指分配给该名字的存储单元的相对地址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wipe(left)">
                                      <p:cBhvr>
                                        <p:cTn id="2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FB0E6BD-7B51-562D-0DC5-596D512425CE}"/>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a:latin typeface="微软雅黑" panose="020B0503020204020204" pitchFamily="34" charset="-122"/>
                <a:ea typeface="微软雅黑" panose="020B0503020204020204" pitchFamily="34" charset="-122"/>
              </a:rPr>
              <a:t>语义分析</a:t>
            </a:r>
            <a:endParaRPr lang="zh-CN" altLang="en-US"/>
          </a:p>
        </p:txBody>
      </p:sp>
      <p:sp>
        <p:nvSpPr>
          <p:cNvPr id="6" name="Rectangle 5">
            <a:extLst>
              <a:ext uri="{FF2B5EF4-FFF2-40B4-BE49-F238E27FC236}">
                <a16:creationId xmlns:a16="http://schemas.microsoft.com/office/drawing/2014/main" id="{10E39729-251C-114B-C60F-01186C56839E}"/>
              </a:ext>
            </a:extLst>
          </p:cNvPr>
          <p:cNvSpPr>
            <a:spLocks noChangeArrowheads="1"/>
          </p:cNvSpPr>
          <p:nvPr/>
        </p:nvSpPr>
        <p:spPr bwMode="auto">
          <a:xfrm>
            <a:off x="503238" y="1574800"/>
            <a:ext cx="8669337" cy="58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791" tIns="47895" rIns="95791" bIns="47895">
            <a:spAutoFit/>
          </a:bodyPr>
          <a:lstStyle>
            <a:lvl1pPr defTabSz="958850">
              <a:defRPr>
                <a:solidFill>
                  <a:srgbClr val="000000"/>
                </a:solidFill>
                <a:latin typeface="Arial" panose="020B0604020202020204" pitchFamily="34" charset="0"/>
                <a:ea typeface="Droid Sans Fallback" charset="-122"/>
              </a:defRPr>
            </a:lvl1pPr>
            <a:lvl2pPr marL="479425" defTabSz="958850">
              <a:defRPr>
                <a:solidFill>
                  <a:srgbClr val="000000"/>
                </a:solidFill>
                <a:latin typeface="Arial" panose="020B0604020202020204" pitchFamily="34" charset="0"/>
                <a:ea typeface="Droid Sans Fallback" charset="-122"/>
              </a:defRPr>
            </a:lvl2pPr>
            <a:lvl3pPr marL="958850" defTabSz="958850">
              <a:defRPr>
                <a:solidFill>
                  <a:srgbClr val="000000"/>
                </a:solidFill>
                <a:latin typeface="Arial" panose="020B0604020202020204" pitchFamily="34" charset="0"/>
                <a:ea typeface="Droid Sans Fallback" charset="-122"/>
              </a:defRPr>
            </a:lvl3pPr>
            <a:lvl4pPr marL="1436688" defTabSz="958850">
              <a:defRPr>
                <a:solidFill>
                  <a:srgbClr val="000000"/>
                </a:solidFill>
                <a:latin typeface="Arial" panose="020B0604020202020204" pitchFamily="34" charset="0"/>
                <a:ea typeface="Droid Sans Fallback" charset="-122"/>
              </a:defRPr>
            </a:lvl4pPr>
            <a:lvl5pPr marL="1916113" defTabSz="958850">
              <a:defRPr>
                <a:solidFill>
                  <a:srgbClr val="000000"/>
                </a:solidFill>
                <a:latin typeface="Arial" panose="020B0604020202020204" pitchFamily="34" charset="0"/>
                <a:ea typeface="Droid Sans Fallback" charset="-122"/>
              </a:defRPr>
            </a:lvl5pPr>
            <a:lvl6pPr marL="23733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8305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2877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7449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fontAlgn="b" hangingPunct="1">
              <a:spcBef>
                <a:spcPct val="50000"/>
              </a:spcBef>
            </a:pPr>
            <a:r>
              <a:rPr lang="zh-CN" altLang="en-US" sz="3200" b="1" dirty="0">
                <a:latin typeface="楷体_GB2312" panose="02010609030101010101" pitchFamily="1" charset="-122"/>
                <a:ea typeface="楷体_GB2312" panose="02010609030101010101" pitchFamily="1" charset="-122"/>
              </a:rPr>
              <a:t>符号表上的操作：</a:t>
            </a:r>
          </a:p>
        </p:txBody>
      </p:sp>
      <p:sp>
        <p:nvSpPr>
          <p:cNvPr id="7" name="Rectangle 6">
            <a:extLst>
              <a:ext uri="{FF2B5EF4-FFF2-40B4-BE49-F238E27FC236}">
                <a16:creationId xmlns:a16="http://schemas.microsoft.com/office/drawing/2014/main" id="{86DDBE51-0261-C231-FFDC-3E445F9050C3}"/>
              </a:ext>
            </a:extLst>
          </p:cNvPr>
          <p:cNvSpPr>
            <a:spLocks noChangeArrowheads="1"/>
          </p:cNvSpPr>
          <p:nvPr/>
        </p:nvSpPr>
        <p:spPr bwMode="auto">
          <a:xfrm>
            <a:off x="1080048" y="2384744"/>
            <a:ext cx="8667750" cy="1081610"/>
          </a:xfrm>
          <a:prstGeom prst="rect">
            <a:avLst/>
          </a:prstGeom>
          <a:noFill/>
          <a:ln>
            <a:noFill/>
          </a:ln>
          <a:effectLst/>
        </p:spPr>
        <p:txBody>
          <a:bodyPr lIns="95791" tIns="47895" rIns="95791" bIns="47895">
            <a:spAutoFit/>
          </a:bodyPr>
          <a:lstStyle>
            <a:lvl1pPr defTabSz="958850">
              <a:defRPr>
                <a:solidFill>
                  <a:srgbClr val="000000"/>
                </a:solidFill>
                <a:latin typeface="Arial" panose="020B0604020202020204" pitchFamily="34" charset="0"/>
                <a:ea typeface="Droid Sans Fallback" charset="-122"/>
              </a:defRPr>
            </a:lvl1pPr>
            <a:lvl2pPr marL="479425" defTabSz="958850">
              <a:defRPr>
                <a:solidFill>
                  <a:srgbClr val="000000"/>
                </a:solidFill>
                <a:latin typeface="Arial" panose="020B0604020202020204" pitchFamily="34" charset="0"/>
                <a:ea typeface="Droid Sans Fallback" charset="-122"/>
              </a:defRPr>
            </a:lvl2pPr>
            <a:lvl3pPr marL="958850" defTabSz="958850">
              <a:defRPr>
                <a:solidFill>
                  <a:srgbClr val="000000"/>
                </a:solidFill>
                <a:latin typeface="Arial" panose="020B0604020202020204" pitchFamily="34" charset="0"/>
                <a:ea typeface="Droid Sans Fallback" charset="-122"/>
              </a:defRPr>
            </a:lvl3pPr>
            <a:lvl4pPr marL="1436688" defTabSz="958850">
              <a:defRPr>
                <a:solidFill>
                  <a:srgbClr val="000000"/>
                </a:solidFill>
                <a:latin typeface="Arial" panose="020B0604020202020204" pitchFamily="34" charset="0"/>
                <a:ea typeface="Droid Sans Fallback" charset="-122"/>
              </a:defRPr>
            </a:lvl4pPr>
            <a:lvl5pPr marL="1916113" defTabSz="958850">
              <a:defRPr>
                <a:solidFill>
                  <a:srgbClr val="000000"/>
                </a:solidFill>
                <a:latin typeface="Arial" panose="020B0604020202020204" pitchFamily="34" charset="0"/>
                <a:ea typeface="Droid Sans Fallback" charset="-122"/>
              </a:defRPr>
            </a:lvl5pPr>
            <a:lvl6pPr marL="23733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8305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2877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7449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fontAlgn="b" hangingPunct="1">
              <a:spcBef>
                <a:spcPct val="50000"/>
              </a:spcBef>
              <a:defRPr/>
            </a:pPr>
            <a:r>
              <a:rPr kumimoji="1" lang="en-US" altLang="zh-CN" sz="3200" b="1" dirty="0">
                <a:solidFill>
                  <a:srgbClr val="5B5249"/>
                </a:solidFill>
                <a:latin typeface="+mj-ea"/>
                <a:ea typeface="+mj-ea"/>
              </a:rPr>
              <a:t>Insert(</a:t>
            </a:r>
            <a:r>
              <a:rPr kumimoji="1" lang="en-US" altLang="zh-CN" sz="3200" b="1" dirty="0" err="1">
                <a:solidFill>
                  <a:srgbClr val="5B5249"/>
                </a:solidFill>
                <a:latin typeface="+mj-ea"/>
                <a:ea typeface="+mj-ea"/>
              </a:rPr>
              <a:t>s,t</a:t>
            </a:r>
            <a:r>
              <a:rPr kumimoji="1" lang="en-US" altLang="zh-CN" sz="3200" b="1" dirty="0">
                <a:solidFill>
                  <a:srgbClr val="5B5249"/>
                </a:solidFill>
                <a:latin typeface="+mj-ea"/>
                <a:ea typeface="+mj-ea"/>
              </a:rPr>
              <a:t>):</a:t>
            </a:r>
            <a:r>
              <a:rPr kumimoji="1" lang="zh-CN" altLang="en-US" sz="3200" b="1" dirty="0">
                <a:solidFill>
                  <a:srgbClr val="5B5249"/>
                </a:solidFill>
                <a:latin typeface="+mj-ea"/>
                <a:ea typeface="+mj-ea"/>
              </a:rPr>
              <a:t>将符号串</a:t>
            </a:r>
            <a:r>
              <a:rPr kumimoji="1" lang="en-US" altLang="zh-CN" sz="3200" b="1" dirty="0">
                <a:solidFill>
                  <a:srgbClr val="5B5249"/>
                </a:solidFill>
                <a:latin typeface="+mj-ea"/>
                <a:ea typeface="+mj-ea"/>
              </a:rPr>
              <a:t>s</a:t>
            </a:r>
            <a:r>
              <a:rPr kumimoji="1" lang="zh-CN" altLang="en-US" sz="3200" b="1" dirty="0">
                <a:solidFill>
                  <a:srgbClr val="5B5249"/>
                </a:solidFill>
                <a:latin typeface="+mj-ea"/>
                <a:ea typeface="+mj-ea"/>
              </a:rPr>
              <a:t>和记号</a:t>
            </a:r>
            <a:r>
              <a:rPr kumimoji="1" lang="en-US" altLang="zh-CN" sz="3200" b="1" dirty="0">
                <a:solidFill>
                  <a:srgbClr val="5B5249"/>
                </a:solidFill>
                <a:latin typeface="+mj-ea"/>
                <a:ea typeface="+mj-ea"/>
              </a:rPr>
              <a:t>t</a:t>
            </a:r>
            <a:r>
              <a:rPr kumimoji="1" lang="zh-CN" altLang="en-US" sz="3200" b="1" dirty="0">
                <a:solidFill>
                  <a:srgbClr val="5B5249"/>
                </a:solidFill>
                <a:latin typeface="+mj-ea"/>
                <a:ea typeface="+mj-ea"/>
              </a:rPr>
              <a:t>插入符号表，返回相应表项的指针</a:t>
            </a:r>
          </a:p>
        </p:txBody>
      </p:sp>
      <p:sp>
        <p:nvSpPr>
          <p:cNvPr id="8" name="Rectangle 7">
            <a:extLst>
              <a:ext uri="{FF2B5EF4-FFF2-40B4-BE49-F238E27FC236}">
                <a16:creationId xmlns:a16="http://schemas.microsoft.com/office/drawing/2014/main" id="{B3569E81-3FF4-9831-06FB-3AAD4379903E}"/>
              </a:ext>
            </a:extLst>
          </p:cNvPr>
          <p:cNvSpPr>
            <a:spLocks noChangeArrowheads="1"/>
          </p:cNvSpPr>
          <p:nvPr/>
        </p:nvSpPr>
        <p:spPr bwMode="auto">
          <a:xfrm>
            <a:off x="1099381" y="3779837"/>
            <a:ext cx="8323262" cy="1081610"/>
          </a:xfrm>
          <a:prstGeom prst="rect">
            <a:avLst/>
          </a:prstGeom>
          <a:noFill/>
          <a:ln>
            <a:noFill/>
          </a:ln>
          <a:effectLst/>
        </p:spPr>
        <p:txBody>
          <a:bodyPr lIns="95791" tIns="47895" rIns="95791" bIns="47895">
            <a:spAutoFit/>
          </a:bodyPr>
          <a:lstStyle>
            <a:lvl1pPr defTabSz="958850">
              <a:defRPr>
                <a:solidFill>
                  <a:srgbClr val="000000"/>
                </a:solidFill>
                <a:latin typeface="Arial" panose="020B0604020202020204" pitchFamily="34" charset="0"/>
                <a:ea typeface="Droid Sans Fallback" charset="-122"/>
              </a:defRPr>
            </a:lvl1pPr>
            <a:lvl2pPr marL="479425" defTabSz="958850">
              <a:defRPr>
                <a:solidFill>
                  <a:srgbClr val="000000"/>
                </a:solidFill>
                <a:latin typeface="Arial" panose="020B0604020202020204" pitchFamily="34" charset="0"/>
                <a:ea typeface="Droid Sans Fallback" charset="-122"/>
              </a:defRPr>
            </a:lvl2pPr>
            <a:lvl3pPr marL="958850" defTabSz="958850">
              <a:defRPr>
                <a:solidFill>
                  <a:srgbClr val="000000"/>
                </a:solidFill>
                <a:latin typeface="Arial" panose="020B0604020202020204" pitchFamily="34" charset="0"/>
                <a:ea typeface="Droid Sans Fallback" charset="-122"/>
              </a:defRPr>
            </a:lvl3pPr>
            <a:lvl4pPr marL="1436688" defTabSz="958850">
              <a:defRPr>
                <a:solidFill>
                  <a:srgbClr val="000000"/>
                </a:solidFill>
                <a:latin typeface="Arial" panose="020B0604020202020204" pitchFamily="34" charset="0"/>
                <a:ea typeface="Droid Sans Fallback" charset="-122"/>
              </a:defRPr>
            </a:lvl4pPr>
            <a:lvl5pPr marL="1916113" defTabSz="958850">
              <a:defRPr>
                <a:solidFill>
                  <a:srgbClr val="000000"/>
                </a:solidFill>
                <a:latin typeface="Arial" panose="020B0604020202020204" pitchFamily="34" charset="0"/>
                <a:ea typeface="Droid Sans Fallback" charset="-122"/>
              </a:defRPr>
            </a:lvl5pPr>
            <a:lvl6pPr marL="23733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8305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2877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7449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fontAlgn="b" hangingPunct="1">
              <a:spcBef>
                <a:spcPct val="50000"/>
              </a:spcBef>
              <a:defRPr/>
            </a:pPr>
            <a:r>
              <a:rPr kumimoji="1" lang="en-US" altLang="zh-CN" sz="3200" b="1" dirty="0">
                <a:solidFill>
                  <a:srgbClr val="5B5249"/>
                </a:solidFill>
                <a:latin typeface="+mj-ea"/>
                <a:ea typeface="+mj-ea"/>
              </a:rPr>
              <a:t>Lookup(s):</a:t>
            </a:r>
            <a:r>
              <a:rPr kumimoji="1" lang="zh-CN" altLang="en-US" sz="3200" b="1" dirty="0">
                <a:solidFill>
                  <a:srgbClr val="5B5249"/>
                </a:solidFill>
                <a:latin typeface="+mj-ea"/>
                <a:ea typeface="+mj-ea"/>
              </a:rPr>
              <a:t>在符号表中查找字符串</a:t>
            </a:r>
            <a:r>
              <a:rPr kumimoji="1" lang="en-US" altLang="zh-CN" sz="3200" b="1" dirty="0">
                <a:solidFill>
                  <a:srgbClr val="5B5249"/>
                </a:solidFill>
                <a:latin typeface="+mj-ea"/>
                <a:ea typeface="+mj-ea"/>
              </a:rPr>
              <a:t>s</a:t>
            </a:r>
            <a:r>
              <a:rPr kumimoji="1" lang="zh-CN" altLang="en-US" sz="3200" b="1" dirty="0">
                <a:solidFill>
                  <a:srgbClr val="5B5249"/>
                </a:solidFill>
                <a:latin typeface="+mj-ea"/>
                <a:ea typeface="+mj-ea"/>
              </a:rPr>
              <a:t>，查找成功返回相应指针，否则返回</a:t>
            </a:r>
            <a:r>
              <a:rPr kumimoji="1" lang="en-US" altLang="zh-CN" sz="3200" b="1" dirty="0">
                <a:solidFill>
                  <a:srgbClr val="5B5249"/>
                </a:solidFill>
                <a:latin typeface="+mj-ea"/>
                <a:ea typeface="+mj-ea"/>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subTnLst>
                                    <p:animClr clrSpc="rgb" dir="cw">
                                      <p:cBhvr override="childStyle">
                                        <p:cTn dur="1" fill="hold" display="0" masterRel="nextClick" afterEffect="1"/>
                                        <p:tgtEl>
                                          <p:spTgt spid="7"/>
                                        </p:tgtEl>
                                        <p:attrNameLst>
                                          <p:attrName>ppt_c</p:attrName>
                                        </p:attrNameLst>
                                      </p:cBhvr>
                                      <p:to>
                                        <a:srgbClr val="0066CC"/>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C7AABA3D-7EDB-9260-2967-0AE133BCE3F4}"/>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buSzPct val="100000"/>
              <a:buFont typeface="Times New Roman" panose="02020603050405020304" pitchFamily="18" charset="0"/>
              <a:buNone/>
            </a:pPr>
            <a:r>
              <a:rPr lang="zh-CN" altLang="en-US" sz="4000" dirty="0">
                <a:latin typeface="微软雅黑" panose="020B0503020204020204" pitchFamily="34" charset="-122"/>
                <a:ea typeface="微软雅黑" panose="020B0503020204020204" pitchFamily="34" charset="-122"/>
              </a:rPr>
              <a:t>语义分析</a:t>
            </a:r>
            <a:endParaRPr lang="zh-CN" altLang="en-US" dirty="0"/>
          </a:p>
        </p:txBody>
      </p:sp>
      <p:sp>
        <p:nvSpPr>
          <p:cNvPr id="80899" name="Text Box 2">
            <a:extLst>
              <a:ext uri="{FF2B5EF4-FFF2-40B4-BE49-F238E27FC236}">
                <a16:creationId xmlns:a16="http://schemas.microsoft.com/office/drawing/2014/main" id="{642B40FE-FFE9-D0C8-9A94-D6890DD6A77F}"/>
              </a:ext>
            </a:extLst>
          </p:cNvPr>
          <p:cNvSpPr txBox="1">
            <a:spLocks noChangeArrowheads="1"/>
          </p:cNvSpPr>
          <p:nvPr/>
        </p:nvSpPr>
        <p:spPr bwMode="auto">
          <a:xfrm>
            <a:off x="487363" y="1530350"/>
            <a:ext cx="5284787" cy="58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791" tIns="47895" rIns="95791" bIns="47895">
            <a:spAutoFit/>
          </a:bodyPr>
          <a:lstStyle>
            <a:lvl1pPr defTabSz="958850">
              <a:defRPr>
                <a:solidFill>
                  <a:srgbClr val="000000"/>
                </a:solidFill>
                <a:latin typeface="Arial" panose="020B0604020202020204" pitchFamily="34" charset="0"/>
                <a:ea typeface="Droid Sans Fallback" charset="-122"/>
              </a:defRPr>
            </a:lvl1pPr>
            <a:lvl2pPr marL="479425" defTabSz="958850">
              <a:defRPr>
                <a:solidFill>
                  <a:srgbClr val="000000"/>
                </a:solidFill>
                <a:latin typeface="Arial" panose="020B0604020202020204" pitchFamily="34" charset="0"/>
                <a:ea typeface="Droid Sans Fallback" charset="-122"/>
              </a:defRPr>
            </a:lvl2pPr>
            <a:lvl3pPr marL="958850" defTabSz="958850">
              <a:defRPr>
                <a:solidFill>
                  <a:srgbClr val="000000"/>
                </a:solidFill>
                <a:latin typeface="Arial" panose="020B0604020202020204" pitchFamily="34" charset="0"/>
                <a:ea typeface="Droid Sans Fallback" charset="-122"/>
              </a:defRPr>
            </a:lvl3pPr>
            <a:lvl4pPr marL="1436688" defTabSz="958850">
              <a:defRPr>
                <a:solidFill>
                  <a:srgbClr val="000000"/>
                </a:solidFill>
                <a:latin typeface="Arial" panose="020B0604020202020204" pitchFamily="34" charset="0"/>
                <a:ea typeface="Droid Sans Fallback" charset="-122"/>
              </a:defRPr>
            </a:lvl4pPr>
            <a:lvl5pPr marL="1916113" defTabSz="958850">
              <a:defRPr>
                <a:solidFill>
                  <a:srgbClr val="000000"/>
                </a:solidFill>
                <a:latin typeface="Arial" panose="020B0604020202020204" pitchFamily="34" charset="0"/>
                <a:ea typeface="Droid Sans Fallback" charset="-122"/>
              </a:defRPr>
            </a:lvl5pPr>
            <a:lvl6pPr marL="23733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8305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2877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7449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fontAlgn="b" hangingPunct="1">
              <a:spcBef>
                <a:spcPct val="50000"/>
              </a:spcBef>
            </a:pPr>
            <a:r>
              <a:rPr lang="zh-CN" altLang="en-US" sz="3200" b="1" dirty="0">
                <a:ea typeface="楷体_GB2312" panose="02010609030101010101" pitchFamily="1" charset="-122"/>
              </a:rPr>
              <a:t>关键字的处理</a:t>
            </a:r>
          </a:p>
        </p:txBody>
      </p:sp>
      <p:sp>
        <p:nvSpPr>
          <p:cNvPr id="10" name="Text Box 3">
            <a:extLst>
              <a:ext uri="{FF2B5EF4-FFF2-40B4-BE49-F238E27FC236}">
                <a16:creationId xmlns:a16="http://schemas.microsoft.com/office/drawing/2014/main" id="{D2E910CC-9E8A-4E5C-235F-D1B35FFCCECD}"/>
              </a:ext>
            </a:extLst>
          </p:cNvPr>
          <p:cNvSpPr txBox="1">
            <a:spLocks noChangeArrowheads="1"/>
          </p:cNvSpPr>
          <p:nvPr/>
        </p:nvSpPr>
        <p:spPr bwMode="auto">
          <a:xfrm>
            <a:off x="1035044" y="2365375"/>
            <a:ext cx="8121656" cy="1081610"/>
          </a:xfrm>
          <a:prstGeom prst="rect">
            <a:avLst/>
          </a:prstGeom>
          <a:noFill/>
          <a:ln>
            <a:noFill/>
          </a:ln>
          <a:effectLst/>
        </p:spPr>
        <p:txBody>
          <a:bodyPr wrap="square" lIns="95791" tIns="47895" rIns="95791" bIns="47895">
            <a:spAutoFit/>
          </a:bodyPr>
          <a:lstStyle>
            <a:lvl1pPr defTabSz="958850">
              <a:defRPr>
                <a:solidFill>
                  <a:srgbClr val="000000"/>
                </a:solidFill>
                <a:latin typeface="Arial" panose="020B0604020202020204" pitchFamily="34" charset="0"/>
                <a:ea typeface="Droid Sans Fallback" charset="-122"/>
              </a:defRPr>
            </a:lvl1pPr>
            <a:lvl2pPr marL="479425" defTabSz="958850">
              <a:defRPr>
                <a:solidFill>
                  <a:srgbClr val="000000"/>
                </a:solidFill>
                <a:latin typeface="Arial" panose="020B0604020202020204" pitchFamily="34" charset="0"/>
                <a:ea typeface="Droid Sans Fallback" charset="-122"/>
              </a:defRPr>
            </a:lvl2pPr>
            <a:lvl3pPr marL="958850" defTabSz="958850">
              <a:defRPr>
                <a:solidFill>
                  <a:srgbClr val="000000"/>
                </a:solidFill>
                <a:latin typeface="Arial" panose="020B0604020202020204" pitchFamily="34" charset="0"/>
                <a:ea typeface="Droid Sans Fallback" charset="-122"/>
              </a:defRPr>
            </a:lvl3pPr>
            <a:lvl4pPr marL="1436688" defTabSz="958850">
              <a:defRPr>
                <a:solidFill>
                  <a:srgbClr val="000000"/>
                </a:solidFill>
                <a:latin typeface="Arial" panose="020B0604020202020204" pitchFamily="34" charset="0"/>
                <a:ea typeface="Droid Sans Fallback" charset="-122"/>
              </a:defRPr>
            </a:lvl4pPr>
            <a:lvl5pPr marL="1916113" defTabSz="958850">
              <a:defRPr>
                <a:solidFill>
                  <a:srgbClr val="000000"/>
                </a:solidFill>
                <a:latin typeface="Arial" panose="020B0604020202020204" pitchFamily="34" charset="0"/>
                <a:ea typeface="Droid Sans Fallback" charset="-122"/>
              </a:defRPr>
            </a:lvl5pPr>
            <a:lvl6pPr marL="23733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8305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2877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7449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fontAlgn="b" hangingPunct="1">
              <a:spcBef>
                <a:spcPct val="50000"/>
              </a:spcBef>
              <a:defRPr/>
            </a:pPr>
            <a:r>
              <a:rPr kumimoji="1" lang="zh-CN" altLang="en-US" sz="3200" b="1" dirty="0">
                <a:solidFill>
                  <a:srgbClr val="5B5249"/>
                </a:solidFill>
                <a:latin typeface="+mj-ea"/>
                <a:ea typeface="+mj-ea"/>
              </a:rPr>
              <a:t>通常情况下，将关键字存在符号表中，作为符号表的初值。</a:t>
            </a:r>
          </a:p>
        </p:txBody>
      </p:sp>
      <p:sp>
        <p:nvSpPr>
          <p:cNvPr id="11" name="Text Box 4">
            <a:extLst>
              <a:ext uri="{FF2B5EF4-FFF2-40B4-BE49-F238E27FC236}">
                <a16:creationId xmlns:a16="http://schemas.microsoft.com/office/drawing/2014/main" id="{6CDCE3BE-A49F-EB27-801B-67B80E90DDF8}"/>
              </a:ext>
            </a:extLst>
          </p:cNvPr>
          <p:cNvSpPr txBox="1">
            <a:spLocks noChangeArrowheads="1"/>
          </p:cNvSpPr>
          <p:nvPr/>
        </p:nvSpPr>
        <p:spPr bwMode="auto">
          <a:xfrm>
            <a:off x="1035044" y="3816350"/>
            <a:ext cx="8121655" cy="1574053"/>
          </a:xfrm>
          <a:prstGeom prst="rect">
            <a:avLst/>
          </a:prstGeom>
          <a:noFill/>
          <a:ln>
            <a:noFill/>
          </a:ln>
          <a:effectLst/>
        </p:spPr>
        <p:txBody>
          <a:bodyPr wrap="square" lIns="95791" tIns="47895" rIns="95791" bIns="47895">
            <a:spAutoFit/>
          </a:bodyPr>
          <a:lstStyle>
            <a:lvl1pPr defTabSz="958850">
              <a:defRPr>
                <a:solidFill>
                  <a:srgbClr val="000000"/>
                </a:solidFill>
                <a:latin typeface="Arial" panose="020B0604020202020204" pitchFamily="34" charset="0"/>
                <a:ea typeface="Droid Sans Fallback" charset="-122"/>
              </a:defRPr>
            </a:lvl1pPr>
            <a:lvl2pPr marL="479425" defTabSz="958850">
              <a:defRPr>
                <a:solidFill>
                  <a:srgbClr val="000000"/>
                </a:solidFill>
                <a:latin typeface="Arial" panose="020B0604020202020204" pitchFamily="34" charset="0"/>
                <a:ea typeface="Droid Sans Fallback" charset="-122"/>
              </a:defRPr>
            </a:lvl2pPr>
            <a:lvl3pPr marL="958850" defTabSz="958850">
              <a:defRPr>
                <a:solidFill>
                  <a:srgbClr val="000000"/>
                </a:solidFill>
                <a:latin typeface="Arial" panose="020B0604020202020204" pitchFamily="34" charset="0"/>
                <a:ea typeface="Droid Sans Fallback" charset="-122"/>
              </a:defRPr>
            </a:lvl3pPr>
            <a:lvl4pPr marL="1436688" defTabSz="958850">
              <a:defRPr>
                <a:solidFill>
                  <a:srgbClr val="000000"/>
                </a:solidFill>
                <a:latin typeface="Arial" panose="020B0604020202020204" pitchFamily="34" charset="0"/>
                <a:ea typeface="Droid Sans Fallback" charset="-122"/>
              </a:defRPr>
            </a:lvl4pPr>
            <a:lvl5pPr marL="1916113" defTabSz="958850">
              <a:defRPr>
                <a:solidFill>
                  <a:srgbClr val="000000"/>
                </a:solidFill>
                <a:latin typeface="Arial" panose="020B0604020202020204" pitchFamily="34" charset="0"/>
                <a:ea typeface="Droid Sans Fallback" charset="-122"/>
              </a:defRPr>
            </a:lvl5pPr>
            <a:lvl6pPr marL="23733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6pPr>
            <a:lvl7pPr marL="28305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7pPr>
            <a:lvl8pPr marL="32877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8pPr>
            <a:lvl9pPr marL="3744913" indent="-228600" defTabSz="958850" eaLnBrk="0" fontAlgn="base" hangingPunct="0">
              <a:spcBef>
                <a:spcPct val="0"/>
              </a:spcBef>
              <a:spcAft>
                <a:spcPct val="0"/>
              </a:spcAft>
              <a:defRPr>
                <a:solidFill>
                  <a:srgbClr val="000000"/>
                </a:solidFill>
                <a:latin typeface="Arial" panose="020B0604020202020204" pitchFamily="34" charset="0"/>
                <a:ea typeface="Droid Sans Fallback" charset="-122"/>
              </a:defRPr>
            </a:lvl9pPr>
          </a:lstStyle>
          <a:p>
            <a:pPr eaLnBrk="1" fontAlgn="b" hangingPunct="1">
              <a:spcBef>
                <a:spcPct val="50000"/>
              </a:spcBef>
              <a:defRPr/>
            </a:pPr>
            <a:r>
              <a:rPr kumimoji="1" lang="zh-CN" altLang="en-US" sz="3200" b="1" dirty="0">
                <a:solidFill>
                  <a:srgbClr val="5B5249"/>
                </a:solidFill>
                <a:latin typeface="+mj-ea"/>
                <a:ea typeface="+mj-ea"/>
              </a:rPr>
              <a:t>当词法分析程序识别出一个标识符</a:t>
            </a:r>
            <a:r>
              <a:rPr kumimoji="1" lang="en-US" altLang="zh-CN" sz="3200" b="1" dirty="0">
                <a:solidFill>
                  <a:srgbClr val="5B5249"/>
                </a:solidFill>
                <a:latin typeface="+mj-ea"/>
                <a:ea typeface="+mj-ea"/>
              </a:rPr>
              <a:t>s</a:t>
            </a:r>
            <a:r>
              <a:rPr kumimoji="1" lang="zh-CN" altLang="en-US" sz="3200" b="1" dirty="0">
                <a:solidFill>
                  <a:srgbClr val="5B5249"/>
                </a:solidFill>
                <a:latin typeface="+mj-ea"/>
                <a:ea typeface="+mj-ea"/>
              </a:rPr>
              <a:t>后，用</a:t>
            </a:r>
            <a:r>
              <a:rPr kumimoji="1" lang="en-US" altLang="zh-CN" sz="3200" b="1" dirty="0">
                <a:solidFill>
                  <a:srgbClr val="5B5249"/>
                </a:solidFill>
                <a:latin typeface="+mj-ea"/>
                <a:ea typeface="+mj-ea"/>
              </a:rPr>
              <a:t>lookup(s)</a:t>
            </a:r>
            <a:r>
              <a:rPr kumimoji="1" lang="zh-CN" altLang="en-US" sz="3200" b="1" dirty="0">
                <a:solidFill>
                  <a:srgbClr val="5B5249"/>
                </a:solidFill>
                <a:latin typeface="+mj-ea"/>
                <a:ea typeface="+mj-ea"/>
              </a:rPr>
              <a:t>查找符号表，如果是关键字，返回相应的记号；如果是变量名，返回记号</a:t>
            </a:r>
            <a:r>
              <a:rPr kumimoji="1" lang="en-US" altLang="zh-CN" sz="3200" b="1" dirty="0">
                <a:solidFill>
                  <a:srgbClr val="5B5249"/>
                </a:solidFill>
                <a:latin typeface="+mj-ea"/>
                <a:ea typeface="+mj-ea"/>
              </a:rPr>
              <a:t>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D3D06AD-B587-85A1-17FE-B24168159482}"/>
              </a:ext>
            </a:extLst>
          </p:cNvPr>
          <p:cNvSpPr>
            <a:spLocks noGrp="1" noChangeArrowheads="1"/>
          </p:cNvSpPr>
          <p:nvPr>
            <p:ph type="title" idx="4294967295"/>
          </p:nvPr>
        </p:nvSpPr>
        <p:spPr/>
        <p:txBody>
          <a:bodyPr/>
          <a:lstStyle/>
          <a:p>
            <a:pPr eaLnBrk="1" hangingPunct="1"/>
            <a:r>
              <a:rPr lang="zh-CN" altLang="en-US">
                <a:solidFill>
                  <a:schemeClr val="tx1"/>
                </a:solidFill>
                <a:latin typeface="宋体" panose="02010600030101010101" pitchFamily="2" charset="-122"/>
              </a:rPr>
              <a:t>语义分析 之 基本类型</a:t>
            </a:r>
          </a:p>
        </p:txBody>
      </p:sp>
      <p:sp>
        <p:nvSpPr>
          <p:cNvPr id="81923" name="日期占位符 3">
            <a:extLst>
              <a:ext uri="{FF2B5EF4-FFF2-40B4-BE49-F238E27FC236}">
                <a16:creationId xmlns:a16="http://schemas.microsoft.com/office/drawing/2014/main" id="{60D905CD-63DC-7EEB-DDF2-5E4660F782F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1924" name="页脚占位符 5">
            <a:extLst>
              <a:ext uri="{FF2B5EF4-FFF2-40B4-BE49-F238E27FC236}">
                <a16:creationId xmlns:a16="http://schemas.microsoft.com/office/drawing/2014/main" id="{35E4F86B-ACC8-95C5-FA3E-F64690C8DD9D}"/>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1925" name="灯片编号占位符 6">
            <a:extLst>
              <a:ext uri="{FF2B5EF4-FFF2-40B4-BE49-F238E27FC236}">
                <a16:creationId xmlns:a16="http://schemas.microsoft.com/office/drawing/2014/main" id="{F948433B-4935-7B99-C99B-45EFE833CCFD}"/>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AF55B7E5-B030-4917-ACAB-DFB4EA4AA1D6}"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66</a:t>
            </a:fld>
            <a:endParaRPr lang="en-GB" altLang="en-US" sz="1200">
              <a:latin typeface="Comic Sans MS" panose="030F0702030302020204" pitchFamily="66" charset="0"/>
              <a:ea typeface="宋体" panose="02010600030101010101" pitchFamily="2" charset="-122"/>
            </a:endParaRPr>
          </a:p>
        </p:txBody>
      </p:sp>
      <p:sp>
        <p:nvSpPr>
          <p:cNvPr id="43014" name="Rectangle 3">
            <a:extLst>
              <a:ext uri="{FF2B5EF4-FFF2-40B4-BE49-F238E27FC236}">
                <a16:creationId xmlns:a16="http://schemas.microsoft.com/office/drawing/2014/main" id="{CD6FB9A3-2D77-CD80-989E-E51FC27DCF4E}"/>
              </a:ext>
            </a:extLst>
          </p:cNvPr>
          <p:cNvSpPr>
            <a:spLocks noGrp="1" noChangeArrowheads="1"/>
          </p:cNvSpPr>
          <p:nvPr/>
        </p:nvSpPr>
        <p:spPr bwMode="auto">
          <a:xfrm>
            <a:off x="503238" y="1393825"/>
            <a:ext cx="9069387" cy="43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p>
            <a:pPr eaLnBrk="1" hangingPunct="1">
              <a:lnSpc>
                <a:spcPct val="110000"/>
              </a:lnSpc>
              <a:spcAft>
                <a:spcPts val="1413"/>
              </a:spcAft>
              <a:buSzPct val="100000"/>
              <a:buFont typeface="Times New Roman" panose="02020603050405020304" pitchFamily="18" charset="0"/>
              <a:buNone/>
            </a:pPr>
            <a:r>
              <a:rPr lang="zh-CN" altLang="en-US" sz="3200" b="1">
                <a:latin typeface="楷体_GB2312" panose="02010609030101010101" pitchFamily="1" charset="-122"/>
                <a:ea typeface="楷体_GB2312" panose="02010609030101010101" pitchFamily="1" charset="-122"/>
              </a:rPr>
              <a:t>基本数据类型</a:t>
            </a:r>
          </a:p>
          <a:p>
            <a:pPr eaLnBrk="1" hangingPunct="1">
              <a:lnSpc>
                <a:spcPct val="110000"/>
              </a:lnSpc>
              <a:spcAft>
                <a:spcPts val="1413"/>
              </a:spcAft>
              <a:buSzPct val="100000"/>
              <a:buFont typeface="Times New Roman" panose="02020603050405020304" pitchFamily="18" charset="0"/>
              <a:buNone/>
            </a:pPr>
            <a:r>
              <a:rPr lang="zh-CN" altLang="en-US" sz="3200" b="1">
                <a:latin typeface="楷体_GB2312" panose="02010609030101010101" pitchFamily="1" charset="-122"/>
                <a:ea typeface="楷体_GB2312" panose="02010609030101010101" pitchFamily="1" charset="-122"/>
              </a:rPr>
              <a:t>    不用其它类型来定义的数据类型</a:t>
            </a:r>
            <a:r>
              <a:rPr lang="en-US" altLang="zh-CN" sz="3200" b="1">
                <a:latin typeface="楷体_GB2312" panose="02010609030101010101" pitchFamily="1" charset="-122"/>
                <a:ea typeface="楷体_GB2312" panose="02010609030101010101" pitchFamily="1" charset="-122"/>
              </a:rPr>
              <a:t>(</a:t>
            </a:r>
            <a:r>
              <a:rPr lang="zh-CN" altLang="en-US" sz="3200" b="1">
                <a:latin typeface="楷体_GB2312" panose="02010609030101010101" pitchFamily="1" charset="-122"/>
                <a:ea typeface="楷体_GB2312" panose="02010609030101010101" pitchFamily="1" charset="-122"/>
              </a:rPr>
              <a:t>内部类型</a:t>
            </a:r>
            <a:r>
              <a:rPr lang="en-US" altLang="zh-CN" sz="3200" b="1">
                <a:latin typeface="楷体_GB2312" panose="02010609030101010101" pitchFamily="1" charset="-122"/>
                <a:ea typeface="楷体_GB2312" panose="02010609030101010101" pitchFamily="1" charset="-122"/>
              </a:rPr>
              <a:t>)</a:t>
            </a:r>
            <a:endParaRPr lang="zh-CN" altLang="en-US" sz="3200" b="1">
              <a:latin typeface="楷体_GB2312" panose="02010609030101010101" pitchFamily="1" charset="-122"/>
              <a:ea typeface="楷体_GB2312" panose="02010609030101010101" pitchFamily="1" charset="-122"/>
            </a:endParaRPr>
          </a:p>
          <a:p>
            <a:pPr eaLnBrk="1" hangingPunct="1">
              <a:lnSpc>
                <a:spcPct val="110000"/>
              </a:lnSpc>
              <a:spcAft>
                <a:spcPts val="1413"/>
              </a:spcAft>
              <a:buSzPct val="100000"/>
              <a:buFont typeface="Times New Roman" panose="02020603050405020304" pitchFamily="18" charset="0"/>
              <a:buNone/>
            </a:pPr>
            <a:r>
              <a:rPr lang="zh-CN" altLang="en-US" sz="3200" b="1">
                <a:latin typeface="楷体_GB2312" panose="02010609030101010101" pitchFamily="1" charset="-122"/>
                <a:ea typeface="楷体_GB2312" panose="02010609030101010101" pitchFamily="1" charset="-122"/>
              </a:rPr>
              <a:t>    int, float, char, </a:t>
            </a:r>
            <a:r>
              <a:rPr lang="zh-CN" altLang="en-US" sz="3200" b="1">
                <a:solidFill>
                  <a:srgbClr val="FF0000"/>
                </a:solidFill>
                <a:latin typeface="楷体_GB2312" panose="02010609030101010101" pitchFamily="1" charset="-122"/>
                <a:ea typeface="楷体_GB2312" panose="02010609030101010101" pitchFamily="1" charset="-122"/>
              </a:rPr>
              <a:t>string, bool</a:t>
            </a:r>
          </a:p>
          <a:p>
            <a:pPr eaLnBrk="1" hangingPunct="1">
              <a:lnSpc>
                <a:spcPct val="110000"/>
              </a:lnSpc>
              <a:spcAft>
                <a:spcPts val="1413"/>
              </a:spcAft>
              <a:buSzPct val="100000"/>
              <a:buFont typeface="Times New Roman" panose="02020603050405020304" pitchFamily="18" charset="0"/>
              <a:buNone/>
            </a:pPr>
            <a:r>
              <a:rPr lang="zh-CN" altLang="en-US" sz="3200" b="1">
                <a:solidFill>
                  <a:schemeClr val="tx1"/>
                </a:solidFill>
                <a:latin typeface="楷体_GB2312" panose="02010609030101010101" pitchFamily="1" charset="-122"/>
                <a:ea typeface="楷体_GB2312" panose="02010609030101010101" pitchFamily="1" charset="-122"/>
              </a:rPr>
              <a:t>整数</a:t>
            </a:r>
          </a:p>
          <a:p>
            <a:pPr eaLnBrk="1" hangingPunct="1">
              <a:lnSpc>
                <a:spcPct val="110000"/>
              </a:lnSpc>
              <a:spcAft>
                <a:spcPts val="1413"/>
              </a:spcAft>
              <a:buSzPct val="100000"/>
              <a:buFont typeface="Times New Roman" panose="02020603050405020304" pitchFamily="18" charset="0"/>
              <a:buNone/>
            </a:pPr>
            <a:r>
              <a:rPr lang="zh-CN" altLang="en-US" sz="3200" b="1">
                <a:solidFill>
                  <a:schemeClr val="tx1"/>
                </a:solidFill>
                <a:latin typeface="楷体_GB2312" panose="02010609030101010101" pitchFamily="1" charset="-122"/>
                <a:ea typeface="楷体_GB2312" panose="02010609030101010101" pitchFamily="1" charset="-122"/>
              </a:rPr>
              <a:t>    支持</a:t>
            </a:r>
            <a:r>
              <a:rPr lang="zh-CN" altLang="en-US" sz="3200" b="1">
                <a:solidFill>
                  <a:srgbClr val="FF0000"/>
                </a:solidFill>
                <a:latin typeface="楷体_GB2312" panose="02010609030101010101" pitchFamily="1" charset="-122"/>
                <a:ea typeface="楷体_GB2312" panose="02010609030101010101" pitchFamily="1" charset="-122"/>
              </a:rPr>
              <a:t>不同长度</a:t>
            </a:r>
            <a:r>
              <a:rPr lang="zh-CN" altLang="en-US" sz="3200" b="1">
                <a:solidFill>
                  <a:schemeClr val="tx1"/>
                </a:solidFill>
                <a:latin typeface="楷体_GB2312" panose="02010609030101010101" pitchFamily="1" charset="-122"/>
                <a:ea typeface="楷体_GB2312" panose="02010609030101010101" pitchFamily="1" charset="-122"/>
              </a:rPr>
              <a:t>的整数类型</a:t>
            </a:r>
          </a:p>
          <a:p>
            <a:pPr eaLnBrk="1" hangingPunct="1">
              <a:lnSpc>
                <a:spcPct val="110000"/>
              </a:lnSpc>
              <a:spcAft>
                <a:spcPts val="1413"/>
              </a:spcAft>
              <a:buSzPct val="100000"/>
              <a:buFont typeface="Times New Roman" panose="02020603050405020304" pitchFamily="18" charset="0"/>
              <a:buNone/>
            </a:pPr>
            <a:r>
              <a:rPr lang="zh-CN" altLang="en-US" sz="3200" b="1">
                <a:solidFill>
                  <a:schemeClr val="tx1"/>
                </a:solidFill>
                <a:latin typeface="楷体_GB2312" panose="02010609030101010101" pitchFamily="1" charset="-122"/>
                <a:ea typeface="楷体_GB2312" panose="02010609030101010101" pitchFamily="1" charset="-122"/>
              </a:rPr>
              <a:t>    java中4种</a:t>
            </a:r>
            <a:r>
              <a:rPr lang="zh-CN" altLang="en-US" sz="3200" b="1">
                <a:solidFill>
                  <a:srgbClr val="FF0000"/>
                </a:solidFill>
                <a:latin typeface="楷体_GB2312" panose="02010609030101010101" pitchFamily="1" charset="-122"/>
                <a:ea typeface="楷体_GB2312" panose="02010609030101010101" pitchFamily="1" charset="-122"/>
              </a:rPr>
              <a:t>有符号</a:t>
            </a:r>
            <a:r>
              <a:rPr lang="zh-CN" altLang="en-US" sz="3200" b="1">
                <a:solidFill>
                  <a:schemeClr val="tx1"/>
                </a:solidFill>
                <a:latin typeface="楷体_GB2312" panose="02010609030101010101" pitchFamily="1" charset="-122"/>
                <a:ea typeface="楷体_GB2312" panose="02010609030101010101" pitchFamily="1" charset="-122"/>
              </a:rPr>
              <a:t>整数</a:t>
            </a:r>
          </a:p>
          <a:p>
            <a:pPr eaLnBrk="1" hangingPunct="1">
              <a:lnSpc>
                <a:spcPct val="110000"/>
              </a:lnSpc>
              <a:spcAft>
                <a:spcPts val="1413"/>
              </a:spcAft>
              <a:buSzPct val="100000"/>
              <a:buFont typeface="Times New Roman" panose="02020603050405020304" pitchFamily="18" charset="0"/>
              <a:buNone/>
            </a:pPr>
            <a:r>
              <a:rPr lang="zh-CN" altLang="en-US" sz="3200" b="1">
                <a:solidFill>
                  <a:schemeClr val="tx1"/>
                </a:solidFill>
                <a:latin typeface="楷体_GB2312" panose="02010609030101010101" pitchFamily="1" charset="-122"/>
                <a:ea typeface="楷体_GB2312" panose="02010609030101010101" pitchFamily="1" charset="-122"/>
              </a:rPr>
              <a:t>        byte, short, int, long</a:t>
            </a:r>
            <a:endParaRPr lang="zh-CN" altLang="en-US" sz="3200" b="1">
              <a:latin typeface="楷体_GB2312" panose="02010609030101010101" pitchFamily="1" charset="-122"/>
              <a:ea typeface="楷体_GB2312" panose="02010609030101010101" pitchFamily="1"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014">
                                            <p:txEl>
                                              <p:pRg st="1" end="1"/>
                                            </p:txEl>
                                          </p:spTgt>
                                        </p:tgtEl>
                                        <p:attrNameLst>
                                          <p:attrName>style.visibility</p:attrName>
                                        </p:attrNameLst>
                                      </p:cBhvr>
                                      <p:to>
                                        <p:strVal val="visible"/>
                                      </p:to>
                                    </p:set>
                                    <p:animEffect transition="in" filter="blinds(horizontal)">
                                      <p:cBhvr>
                                        <p:cTn id="7" dur="500"/>
                                        <p:tgtEl>
                                          <p:spTgt spid="4301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3014">
                                            <p:txEl>
                                              <p:pRg st="2" end="2"/>
                                            </p:txEl>
                                          </p:spTgt>
                                        </p:tgtEl>
                                        <p:attrNameLst>
                                          <p:attrName>style.visibility</p:attrName>
                                        </p:attrNameLst>
                                      </p:cBhvr>
                                      <p:to>
                                        <p:strVal val="visible"/>
                                      </p:to>
                                    </p:set>
                                    <p:animEffect transition="in" filter="blinds(horizontal)">
                                      <p:cBhvr>
                                        <p:cTn id="12" dur="500"/>
                                        <p:tgtEl>
                                          <p:spTgt spid="4301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3014">
                                            <p:txEl>
                                              <p:pRg st="3" end="3"/>
                                            </p:txEl>
                                          </p:spTgt>
                                        </p:tgtEl>
                                        <p:attrNameLst>
                                          <p:attrName>style.visibility</p:attrName>
                                        </p:attrNameLst>
                                      </p:cBhvr>
                                      <p:to>
                                        <p:strVal val="visible"/>
                                      </p:to>
                                    </p:set>
                                    <p:animEffect transition="in" filter="blinds(horizontal)">
                                      <p:cBhvr>
                                        <p:cTn id="17" dur="500"/>
                                        <p:tgtEl>
                                          <p:spTgt spid="43014">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3014">
                                            <p:txEl>
                                              <p:pRg st="4" end="4"/>
                                            </p:txEl>
                                          </p:spTgt>
                                        </p:tgtEl>
                                        <p:attrNameLst>
                                          <p:attrName>style.visibility</p:attrName>
                                        </p:attrNameLst>
                                      </p:cBhvr>
                                      <p:to>
                                        <p:strVal val="visible"/>
                                      </p:to>
                                    </p:set>
                                    <p:animEffect transition="in" filter="blinds(horizontal)">
                                      <p:cBhvr>
                                        <p:cTn id="22" dur="500"/>
                                        <p:tgtEl>
                                          <p:spTgt spid="43014">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3014">
                                            <p:txEl>
                                              <p:pRg st="5" end="5"/>
                                            </p:txEl>
                                          </p:spTgt>
                                        </p:tgtEl>
                                        <p:attrNameLst>
                                          <p:attrName>style.visibility</p:attrName>
                                        </p:attrNameLst>
                                      </p:cBhvr>
                                      <p:to>
                                        <p:strVal val="visible"/>
                                      </p:to>
                                    </p:set>
                                    <p:animEffect transition="in" filter="blinds(horizontal)">
                                      <p:cBhvr>
                                        <p:cTn id="27" dur="500"/>
                                        <p:tgtEl>
                                          <p:spTgt spid="43014">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3014">
                                            <p:txEl>
                                              <p:pRg st="6" end="6"/>
                                            </p:txEl>
                                          </p:spTgt>
                                        </p:tgtEl>
                                        <p:attrNameLst>
                                          <p:attrName>style.visibility</p:attrName>
                                        </p:attrNameLst>
                                      </p:cBhvr>
                                      <p:to>
                                        <p:strVal val="visible"/>
                                      </p:to>
                                    </p:set>
                                    <p:animEffect transition="in" filter="blinds(horizontal)">
                                      <p:cBhvr>
                                        <p:cTn id="32" dur="500"/>
                                        <p:tgtEl>
                                          <p:spTgt spid="430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7EE31FE2-2D9B-C172-3CFE-69CF28F9495F}"/>
              </a:ext>
            </a:extLst>
          </p:cNvPr>
          <p:cNvSpPr>
            <a:spLocks noGrp="1" noChangeArrowheads="1"/>
          </p:cNvSpPr>
          <p:nvPr>
            <p:ph type="body" idx="4294967295"/>
          </p:nvPr>
        </p:nvSpPr>
        <p:spPr>
          <a:xfrm>
            <a:off x="503238" y="1377950"/>
            <a:ext cx="9069387" cy="4381500"/>
          </a:xfrm>
        </p:spPr>
        <p:txBody>
          <a:bodyPr/>
          <a:lstStyle/>
          <a:p>
            <a:pPr marL="0" indent="0" algn="just" eaLnBrk="1" hangingPunct="1">
              <a:lnSpc>
                <a:spcPct val="110000"/>
              </a:lnSpc>
              <a:buFont typeface="Times New Roman" panose="02020603050405020304" pitchFamily="18" charset="0"/>
              <a:buNone/>
            </a:pPr>
            <a:r>
              <a:rPr lang="zh-CN" altLang="en-US" b="1">
                <a:latin typeface="楷体_GB2312" panose="02010609030101010101" pitchFamily="1" charset="-122"/>
              </a:rPr>
              <a:t>对数据对象</a:t>
            </a:r>
            <a:endParaRPr lang="en-US" altLang="zh-CN" b="1">
              <a:latin typeface="楷体_GB2312" panose="02010609030101010101" pitchFamily="1" charset="-122"/>
            </a:endParaRPr>
          </a:p>
          <a:p>
            <a:pPr marL="0" indent="0" algn="just" eaLnBrk="1" hangingPunct="1">
              <a:lnSpc>
                <a:spcPct val="110000"/>
              </a:lnSpc>
              <a:buFont typeface="Times New Roman" panose="02020603050405020304" pitchFamily="18" charset="0"/>
              <a:buNone/>
            </a:pPr>
            <a:r>
              <a:rPr lang="en-US" altLang="zh-CN" b="1">
                <a:latin typeface="楷体_GB2312" panose="02010609030101010101" pitchFamily="1" charset="-122"/>
              </a:rPr>
              <a:t>  </a:t>
            </a:r>
            <a:r>
              <a:rPr lang="zh-CN" altLang="en-US" b="1">
                <a:solidFill>
                  <a:schemeClr val="accent2"/>
                </a:solidFill>
                <a:latin typeface="楷体_GB2312" panose="02010609030101010101" pitchFamily="1" charset="-122"/>
              </a:rPr>
              <a:t>类型</a:t>
            </a:r>
            <a:r>
              <a:rPr lang="zh-CN" altLang="en-US" b="1">
                <a:latin typeface="楷体_GB2312" panose="02010609030101010101" pitchFamily="1" charset="-122"/>
              </a:rPr>
              <a:t>和使用的</a:t>
            </a:r>
            <a:r>
              <a:rPr lang="zh-CN" altLang="en-US" b="1">
                <a:solidFill>
                  <a:schemeClr val="accent2"/>
                </a:solidFill>
                <a:latin typeface="楷体_GB2312" panose="02010609030101010101" pitchFamily="1" charset="-122"/>
              </a:rPr>
              <a:t>操作</a:t>
            </a:r>
            <a:endParaRPr lang="en-US" altLang="zh-CN" b="1">
              <a:solidFill>
                <a:schemeClr val="accent2"/>
              </a:solidFill>
              <a:latin typeface="楷体_GB2312" panose="02010609030101010101" pitchFamily="1" charset="-122"/>
            </a:endParaRPr>
          </a:p>
          <a:p>
            <a:pPr marL="0" indent="0" algn="just" eaLnBrk="1" hangingPunct="1">
              <a:lnSpc>
                <a:spcPct val="110000"/>
              </a:lnSpc>
              <a:buFont typeface="Times New Roman" panose="02020603050405020304" pitchFamily="18" charset="0"/>
              <a:buNone/>
            </a:pPr>
            <a:r>
              <a:rPr lang="en-US" altLang="zh-CN" b="1">
                <a:latin typeface="楷体_GB2312" panose="02010609030101010101" pitchFamily="1" charset="-122"/>
              </a:rPr>
              <a:t>  </a:t>
            </a:r>
            <a:r>
              <a:rPr lang="zh-CN" altLang="en-US" b="1">
                <a:latin typeface="楷体_GB2312" panose="02010609030101010101" pitchFamily="1" charset="-122"/>
              </a:rPr>
              <a:t>是否匹配的</a:t>
            </a:r>
            <a:r>
              <a:rPr lang="zh-CN" altLang="en-US" b="1">
                <a:solidFill>
                  <a:schemeClr val="accent2"/>
                </a:solidFill>
                <a:latin typeface="楷体_GB2312" panose="02010609030101010101" pitchFamily="1" charset="-122"/>
              </a:rPr>
              <a:t>一致性检查</a:t>
            </a:r>
          </a:p>
          <a:p>
            <a:pPr marL="0" indent="0" algn="just" eaLnBrk="1" hangingPunct="1">
              <a:lnSpc>
                <a:spcPct val="110000"/>
              </a:lnSpc>
              <a:buFont typeface="Wingdings" panose="05000000000000000000" pitchFamily="2" charset="2"/>
              <a:buNone/>
            </a:pPr>
            <a:r>
              <a:rPr lang="zh-CN" altLang="en-US" b="1">
                <a:latin typeface="楷体_GB2312" panose="02010609030101010101" pitchFamily="1" charset="-122"/>
              </a:rPr>
              <a:t>静态检查和动态检查</a:t>
            </a:r>
          </a:p>
          <a:p>
            <a:pPr marL="0" indent="0" algn="just" eaLnBrk="1" hangingPunct="1">
              <a:lnSpc>
                <a:spcPct val="110000"/>
              </a:lnSpc>
              <a:buFont typeface="Wingdings" panose="05000000000000000000" pitchFamily="2" charset="2"/>
              <a:buNone/>
            </a:pPr>
            <a:r>
              <a:rPr lang="zh-CN" altLang="en-US" b="1">
                <a:latin typeface="楷体_GB2312" panose="02010609030101010101" pitchFamily="1" charset="-122"/>
              </a:rPr>
              <a:t> ①静态：编译时；使程序正确、有效</a:t>
            </a:r>
            <a:endParaRPr lang="en-US" altLang="zh-CN" b="1">
              <a:latin typeface="楷体_GB2312" panose="02010609030101010101" pitchFamily="1" charset="-122"/>
            </a:endParaRPr>
          </a:p>
          <a:p>
            <a:pPr marL="0" indent="0" algn="just" eaLnBrk="1" hangingPunct="1">
              <a:lnSpc>
                <a:spcPct val="110000"/>
              </a:lnSpc>
              <a:buFont typeface="Wingdings" panose="05000000000000000000" pitchFamily="2" charset="2"/>
              <a:buNone/>
            </a:pPr>
            <a:r>
              <a:rPr lang="en-US" altLang="zh-CN" sz="2400" b="1">
                <a:latin typeface="楷体_GB2312" panose="02010609030101010101" pitchFamily="1" charset="-122"/>
              </a:rPr>
              <a:t>		</a:t>
            </a:r>
            <a:r>
              <a:rPr lang="zh-CN" altLang="en-US" sz="2400" b="1">
                <a:latin typeface="楷体_GB2312" panose="02010609030101010101" pitchFamily="1" charset="-122"/>
              </a:rPr>
              <a:t>编译过程中完成的一致性检查，包括语法检查，类型检查</a:t>
            </a:r>
          </a:p>
          <a:p>
            <a:pPr marL="0" indent="0" algn="just" eaLnBrk="1" hangingPunct="1">
              <a:lnSpc>
                <a:spcPct val="110000"/>
              </a:lnSpc>
              <a:buFont typeface="Wingdings" panose="05000000000000000000" pitchFamily="2" charset="2"/>
              <a:buNone/>
            </a:pPr>
            <a:r>
              <a:rPr lang="zh-CN" altLang="en-US" b="1">
                <a:latin typeface="楷体_GB2312" panose="02010609030101010101" pitchFamily="1" charset="-122"/>
              </a:rPr>
              <a:t> ②动态：运行时；影响可靠性、效率低</a:t>
            </a:r>
          </a:p>
          <a:p>
            <a:pPr marL="0" indent="0" algn="just" eaLnBrk="1" hangingPunct="1">
              <a:lnSpc>
                <a:spcPct val="110000"/>
              </a:lnSpc>
              <a:buFont typeface="Wingdings" panose="05000000000000000000" pitchFamily="2" charset="2"/>
              <a:buNone/>
            </a:pPr>
            <a:r>
              <a:rPr lang="en-US" altLang="zh-CN" b="1">
                <a:latin typeface="楷体_GB2312" panose="02010609030101010101" pitchFamily="1" charset="-122"/>
              </a:rPr>
              <a:t>    </a:t>
            </a:r>
            <a:r>
              <a:rPr lang="zh-CN" altLang="en-US" b="1">
                <a:latin typeface="楷体_GB2312" panose="02010609030101010101" pitchFamily="1" charset="-122"/>
              </a:rPr>
              <a:t>     </a:t>
            </a:r>
            <a:endParaRPr lang="zh-CN" altLang="en-US" b="1">
              <a:solidFill>
                <a:schemeClr val="accent2"/>
              </a:solidFill>
              <a:latin typeface="楷体_GB2312" panose="02010609030101010101" pitchFamily="1" charset="-122"/>
            </a:endParaRPr>
          </a:p>
        </p:txBody>
      </p:sp>
      <p:sp>
        <p:nvSpPr>
          <p:cNvPr id="82947" name="日期占位符 3">
            <a:extLst>
              <a:ext uri="{FF2B5EF4-FFF2-40B4-BE49-F238E27FC236}">
                <a16:creationId xmlns:a16="http://schemas.microsoft.com/office/drawing/2014/main" id="{2AEB6F89-D3E1-426B-F99A-02D8D2204601}"/>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2948" name="页脚占位符 5">
            <a:extLst>
              <a:ext uri="{FF2B5EF4-FFF2-40B4-BE49-F238E27FC236}">
                <a16:creationId xmlns:a16="http://schemas.microsoft.com/office/drawing/2014/main" id="{6AA2F5F4-6BE2-F21B-AF04-44246823DEDD}"/>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2949" name="灯片编号占位符 6">
            <a:extLst>
              <a:ext uri="{FF2B5EF4-FFF2-40B4-BE49-F238E27FC236}">
                <a16:creationId xmlns:a16="http://schemas.microsoft.com/office/drawing/2014/main" id="{E4995F08-CF56-4116-574A-0B525E5F1EC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EE29F0A9-012B-426A-BDD0-FD2145842ABB}"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67</a:t>
            </a:fld>
            <a:endParaRPr lang="en-GB" altLang="en-US" sz="1200">
              <a:latin typeface="Comic Sans MS" panose="030F0702030302020204" pitchFamily="66" charset="0"/>
              <a:ea typeface="宋体" panose="02010600030101010101" pitchFamily="2" charset="-122"/>
            </a:endParaRPr>
          </a:p>
        </p:txBody>
      </p:sp>
      <p:sp>
        <p:nvSpPr>
          <p:cNvPr id="82950" name="Rectangle 2">
            <a:extLst>
              <a:ext uri="{FF2B5EF4-FFF2-40B4-BE49-F238E27FC236}">
                <a16:creationId xmlns:a16="http://schemas.microsoft.com/office/drawing/2014/main" id="{8B7B13B3-4B49-2415-9AE1-70E278FD0A11}"/>
              </a:ext>
            </a:extLst>
          </p:cNvPr>
          <p:cNvSpPr>
            <a:spLocks noGrp="1"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hangingPunct="1">
              <a:lnSpc>
                <a:spcPct val="110000"/>
              </a:lnSpc>
              <a:buSzPct val="100000"/>
              <a:buFont typeface="Times New Roman" panose="02020603050405020304" pitchFamily="18" charset="0"/>
              <a:buNone/>
            </a:pPr>
            <a:r>
              <a:rPr lang="zh-CN" altLang="en-US" sz="4000">
                <a:solidFill>
                  <a:schemeClr val="tx1"/>
                </a:solidFill>
                <a:latin typeface="宋体" panose="02010600030101010101" pitchFamily="2" charset="-122"/>
                <a:ea typeface="微软雅黑" panose="020B0503020204020204" pitchFamily="34" charset="-122"/>
              </a:rPr>
              <a:t>语义分析 之 </a:t>
            </a:r>
            <a:r>
              <a:rPr lang="zh-CN" altLang="en-US" sz="4000">
                <a:latin typeface="宋体" panose="02010600030101010101" pitchFamily="2" charset="-122"/>
                <a:ea typeface="微软雅黑" panose="020B0503020204020204" pitchFamily="34" charset="-122"/>
              </a:rPr>
              <a:t>类型检查</a:t>
            </a:r>
            <a:endParaRPr lang="zh-CN" altLang="en-US" sz="4000">
              <a:ea typeface="微软雅黑" panose="020B0503020204020204" pitchFamily="34"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106">
                                            <p:txEl>
                                              <p:pRg st="3" end="3"/>
                                            </p:txEl>
                                          </p:spTgt>
                                        </p:tgtEl>
                                        <p:attrNameLst>
                                          <p:attrName>style.visibility</p:attrName>
                                        </p:attrNameLst>
                                      </p:cBhvr>
                                      <p:to>
                                        <p:strVal val="visible"/>
                                      </p:to>
                                    </p:set>
                                    <p:animEffect transition="in" filter="blinds(horizontal)">
                                      <p:cBhvr>
                                        <p:cTn id="7" dur="500"/>
                                        <p:tgtEl>
                                          <p:spTgt spid="47106">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7106">
                                            <p:txEl>
                                              <p:pRg st="4" end="4"/>
                                            </p:txEl>
                                          </p:spTgt>
                                        </p:tgtEl>
                                        <p:attrNameLst>
                                          <p:attrName>style.visibility</p:attrName>
                                        </p:attrNameLst>
                                      </p:cBhvr>
                                      <p:to>
                                        <p:strVal val="visible"/>
                                      </p:to>
                                    </p:set>
                                    <p:animEffect transition="in" filter="blinds(horizontal)">
                                      <p:cBhvr>
                                        <p:cTn id="10" dur="500"/>
                                        <p:tgtEl>
                                          <p:spTgt spid="47106">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7106">
                                            <p:txEl>
                                              <p:pRg st="5" end="5"/>
                                            </p:txEl>
                                          </p:spTgt>
                                        </p:tgtEl>
                                        <p:attrNameLst>
                                          <p:attrName>style.visibility</p:attrName>
                                        </p:attrNameLst>
                                      </p:cBhvr>
                                      <p:to>
                                        <p:strVal val="visible"/>
                                      </p:to>
                                    </p:set>
                                    <p:animEffect transition="in" filter="blinds(horizontal)">
                                      <p:cBhvr>
                                        <p:cTn id="13" dur="500"/>
                                        <p:tgtEl>
                                          <p:spTgt spid="47106">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7106">
                                            <p:txEl>
                                              <p:pRg st="6" end="6"/>
                                            </p:txEl>
                                          </p:spTgt>
                                        </p:tgtEl>
                                        <p:attrNameLst>
                                          <p:attrName>style.visibility</p:attrName>
                                        </p:attrNameLst>
                                      </p:cBhvr>
                                      <p:to>
                                        <p:strVal val="visible"/>
                                      </p:to>
                                    </p:set>
                                    <p:animEffect transition="in" filter="blinds(horizontal)">
                                      <p:cBhvr>
                                        <p:cTn id="16" dur="500"/>
                                        <p:tgtEl>
                                          <p:spTgt spid="47106">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7106">
                                            <p:txEl>
                                              <p:pRg st="7" end="7"/>
                                            </p:txEl>
                                          </p:spTgt>
                                        </p:tgtEl>
                                        <p:attrNameLst>
                                          <p:attrName>style.visibility</p:attrName>
                                        </p:attrNameLst>
                                      </p:cBhvr>
                                      <p:to>
                                        <p:strVal val="visible"/>
                                      </p:to>
                                    </p:set>
                                    <p:animEffect transition="in" filter="blinds(horizontal)">
                                      <p:cBhvr>
                                        <p:cTn id="19" dur="500"/>
                                        <p:tgtEl>
                                          <p:spTgt spid="4710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4337BA4F-4F29-3C25-C335-5BA6AA25EDFE}"/>
              </a:ext>
            </a:extLst>
          </p:cNvPr>
          <p:cNvSpPr>
            <a:spLocks noGrp="1" noChangeArrowheads="1"/>
          </p:cNvSpPr>
          <p:nvPr>
            <p:ph type="body" idx="4294967295"/>
          </p:nvPr>
        </p:nvSpPr>
        <p:spPr>
          <a:xfrm>
            <a:off x="503238" y="1349375"/>
            <a:ext cx="9069387" cy="4383088"/>
          </a:xfrm>
        </p:spPr>
        <p:txBody>
          <a:bodyPr/>
          <a:lstStyle/>
          <a:p>
            <a:pPr marL="0" indent="0" algn="just" eaLnBrk="1" hangingPunct="1">
              <a:lnSpc>
                <a:spcPct val="120000"/>
              </a:lnSpc>
              <a:buFont typeface="Times New Roman" panose="02020603050405020304" pitchFamily="18" charset="0"/>
              <a:buNone/>
            </a:pPr>
            <a:r>
              <a:rPr lang="zh-CN" altLang="en-US" b="1">
                <a:latin typeface="楷体_GB2312" panose="02010609030101010101" pitchFamily="1" charset="-122"/>
              </a:rPr>
              <a:t>某种类型的值</a:t>
            </a:r>
            <a:r>
              <a:rPr lang="zh-CN" altLang="en-US" b="1">
                <a:solidFill>
                  <a:schemeClr val="accent2"/>
                </a:solidFill>
                <a:latin typeface="楷体_GB2312" panose="02010609030101010101" pitchFamily="1" charset="-122"/>
              </a:rPr>
              <a:t>转换为</a:t>
            </a:r>
            <a:r>
              <a:rPr lang="zh-CN" altLang="en-US" b="1">
                <a:latin typeface="楷体_GB2312" panose="02010609030101010101" pitchFamily="1" charset="-122"/>
              </a:rPr>
              <a:t>另一种类型的值</a:t>
            </a:r>
            <a:endParaRPr lang="en-US" altLang="zh-CN" b="1">
              <a:latin typeface="楷体_GB2312" panose="02010609030101010101" pitchFamily="1" charset="-122"/>
            </a:endParaRPr>
          </a:p>
          <a:p>
            <a:pPr marL="0" indent="0" algn="just" eaLnBrk="1" hangingPunct="1">
              <a:lnSpc>
                <a:spcPct val="120000"/>
              </a:lnSpc>
              <a:buFont typeface="Wingdings" panose="05000000000000000000" pitchFamily="2" charset="2"/>
              <a:buNone/>
            </a:pPr>
            <a:r>
              <a:rPr lang="zh-CN" altLang="en-US" b="1">
                <a:latin typeface="楷体_GB2312" panose="02010609030101010101" pitchFamily="1" charset="-122"/>
              </a:rPr>
              <a:t>语言应该提供类型转换机制</a:t>
            </a:r>
          </a:p>
          <a:p>
            <a:pPr marL="0" indent="0" algn="just" eaLnBrk="1" hangingPunct="1">
              <a:lnSpc>
                <a:spcPct val="120000"/>
              </a:lnSpc>
              <a:buFont typeface="Wingdings" panose="05000000000000000000" pitchFamily="2" charset="2"/>
              <a:buNone/>
            </a:pPr>
            <a:r>
              <a:rPr lang="zh-CN" altLang="en-US" b="1">
                <a:latin typeface="楷体_GB2312" panose="02010609030101010101" pitchFamily="1" charset="-122"/>
              </a:rPr>
              <a:t>   隐式</a:t>
            </a:r>
            <a:r>
              <a:rPr lang="en-US" altLang="zh-CN" b="1">
                <a:latin typeface="楷体_GB2312" panose="02010609030101010101" pitchFamily="1" charset="-122"/>
              </a:rPr>
              <a:t>(</a:t>
            </a:r>
            <a:r>
              <a:rPr lang="zh-CN" altLang="en-US" b="1">
                <a:latin typeface="楷体_GB2312" panose="02010609030101010101" pitchFamily="1" charset="-122"/>
              </a:rPr>
              <a:t>自动</a:t>
            </a:r>
            <a:r>
              <a:rPr lang="en-US" altLang="zh-CN" b="1">
                <a:latin typeface="楷体_GB2312" panose="02010609030101010101" pitchFamily="1" charset="-122"/>
              </a:rPr>
              <a:t>)</a:t>
            </a:r>
            <a:r>
              <a:rPr lang="zh-CN" altLang="en-US" b="1">
                <a:latin typeface="楷体_GB2312" panose="02010609030101010101" pitchFamily="1" charset="-122"/>
              </a:rPr>
              <a:t>转换</a:t>
            </a:r>
          </a:p>
          <a:p>
            <a:pPr marL="0" indent="0" algn="just" eaLnBrk="1" hangingPunct="1">
              <a:lnSpc>
                <a:spcPct val="120000"/>
              </a:lnSpc>
              <a:buFont typeface="Wingdings" panose="05000000000000000000" pitchFamily="2" charset="2"/>
              <a:buNone/>
            </a:pPr>
            <a:r>
              <a:rPr lang="zh-CN" altLang="en-US" b="1">
                <a:latin typeface="楷体_GB2312" panose="02010609030101010101" pitchFamily="1" charset="-122"/>
              </a:rPr>
              <a:t>   显式</a:t>
            </a:r>
            <a:r>
              <a:rPr lang="en-US" altLang="zh-CN" b="1">
                <a:latin typeface="楷体_GB2312" panose="02010609030101010101" pitchFamily="1" charset="-122"/>
              </a:rPr>
              <a:t>(</a:t>
            </a:r>
            <a:r>
              <a:rPr lang="zh-CN" altLang="en-US" b="1">
                <a:latin typeface="楷体_GB2312" panose="02010609030101010101" pitchFamily="1" charset="-122"/>
              </a:rPr>
              <a:t>强制</a:t>
            </a:r>
            <a:r>
              <a:rPr lang="en-US" altLang="zh-CN" b="1">
                <a:latin typeface="楷体_GB2312" panose="02010609030101010101" pitchFamily="1" charset="-122"/>
              </a:rPr>
              <a:t>)</a:t>
            </a:r>
            <a:r>
              <a:rPr lang="zh-CN" altLang="en-US" b="1">
                <a:latin typeface="楷体_GB2312" panose="02010609030101010101" pitchFamily="1" charset="-122"/>
              </a:rPr>
              <a:t>转换</a:t>
            </a:r>
          </a:p>
          <a:p>
            <a:pPr marL="0" indent="0" algn="just" eaLnBrk="1" hangingPunct="1">
              <a:lnSpc>
                <a:spcPct val="120000"/>
              </a:lnSpc>
              <a:buFont typeface="Times New Roman" panose="02020603050405020304" pitchFamily="18" charset="0"/>
              <a:buNone/>
            </a:pPr>
            <a:endParaRPr lang="zh-CN" altLang="en-US" sz="4400" b="1">
              <a:latin typeface="楷体_GB2312" panose="02010609030101010101" pitchFamily="1" charset="-122"/>
            </a:endParaRPr>
          </a:p>
        </p:txBody>
      </p:sp>
      <p:sp>
        <p:nvSpPr>
          <p:cNvPr id="84995" name="日期占位符 3">
            <a:extLst>
              <a:ext uri="{FF2B5EF4-FFF2-40B4-BE49-F238E27FC236}">
                <a16:creationId xmlns:a16="http://schemas.microsoft.com/office/drawing/2014/main" id="{C63E67B0-A610-ED06-714B-F9A963D64835}"/>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4996" name="页脚占位符 5">
            <a:extLst>
              <a:ext uri="{FF2B5EF4-FFF2-40B4-BE49-F238E27FC236}">
                <a16:creationId xmlns:a16="http://schemas.microsoft.com/office/drawing/2014/main" id="{7C2EBD3B-861A-518E-F79C-ED66A7290862}"/>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4997" name="灯片编号占位符 6">
            <a:extLst>
              <a:ext uri="{FF2B5EF4-FFF2-40B4-BE49-F238E27FC236}">
                <a16:creationId xmlns:a16="http://schemas.microsoft.com/office/drawing/2014/main" id="{00702D7F-3FEA-9A41-7A91-E7BDB5DE7FFA}"/>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49F7CD4C-1418-4EEE-B67B-EDB3FEAE4CE5}"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68</a:t>
            </a:fld>
            <a:endParaRPr lang="en-GB" altLang="en-US" sz="1200">
              <a:latin typeface="Comic Sans MS" panose="030F0702030302020204" pitchFamily="66" charset="0"/>
              <a:ea typeface="宋体" panose="02010600030101010101" pitchFamily="2" charset="-122"/>
            </a:endParaRPr>
          </a:p>
        </p:txBody>
      </p:sp>
      <p:sp>
        <p:nvSpPr>
          <p:cNvPr id="84998" name="Rectangle 2">
            <a:extLst>
              <a:ext uri="{FF2B5EF4-FFF2-40B4-BE49-F238E27FC236}">
                <a16:creationId xmlns:a16="http://schemas.microsoft.com/office/drawing/2014/main" id="{E0047221-CCB0-486D-4256-3F2FA0D0B449}"/>
              </a:ext>
            </a:extLst>
          </p:cNvPr>
          <p:cNvSpPr>
            <a:spLocks noGrp="1"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hangingPunct="1">
              <a:lnSpc>
                <a:spcPct val="110000"/>
              </a:lnSpc>
              <a:buSzPct val="100000"/>
              <a:buFont typeface="Times New Roman" panose="02020603050405020304" pitchFamily="18" charset="0"/>
              <a:buNone/>
            </a:pPr>
            <a:r>
              <a:rPr lang="zh-CN" altLang="en-US" sz="4000">
                <a:solidFill>
                  <a:schemeClr val="tx1"/>
                </a:solidFill>
                <a:latin typeface="宋体" panose="02010600030101010101" pitchFamily="2" charset="-122"/>
                <a:ea typeface="微软雅黑" panose="020B0503020204020204" pitchFamily="34" charset="-122"/>
              </a:rPr>
              <a:t>语义分析 之 </a:t>
            </a:r>
            <a:r>
              <a:rPr lang="zh-CN" altLang="en-US" sz="4000">
                <a:latin typeface="宋体" panose="02010600030101010101" pitchFamily="2" charset="-122"/>
                <a:ea typeface="微软雅黑" panose="020B0503020204020204" pitchFamily="34" charset="-122"/>
              </a:rPr>
              <a:t>类型转换</a:t>
            </a:r>
            <a:endParaRPr lang="zh-CN" altLang="en-US" sz="4000">
              <a:ea typeface="微软雅黑" panose="020B0503020204020204" pitchFamily="34" charset="-122"/>
            </a:endParaRPr>
          </a:p>
        </p:txBody>
      </p:sp>
      <p:sp>
        <p:nvSpPr>
          <p:cNvPr id="49159" name="文本框 49158">
            <a:extLst>
              <a:ext uri="{FF2B5EF4-FFF2-40B4-BE49-F238E27FC236}">
                <a16:creationId xmlns:a16="http://schemas.microsoft.com/office/drawing/2014/main" id="{2D9E0DBD-5E92-6227-53D6-DFD8341E99AA}"/>
              </a:ext>
            </a:extLst>
          </p:cNvPr>
          <p:cNvSpPr txBox="1">
            <a:spLocks noChangeArrowheads="1"/>
          </p:cNvSpPr>
          <p:nvPr/>
        </p:nvSpPr>
        <p:spPr bwMode="auto">
          <a:xfrm>
            <a:off x="5716588" y="3060700"/>
            <a:ext cx="3840162" cy="2625725"/>
          </a:xfrm>
          <a:prstGeom prst="rect">
            <a:avLst/>
          </a:prstGeom>
          <a:solidFill>
            <a:srgbClr val="FFFF99"/>
          </a:solidFill>
          <a:ln w="9525">
            <a:solidFill>
              <a:srgbClr val="FFFF99"/>
            </a:solidFill>
            <a:miter lim="800000"/>
            <a:headEnd/>
            <a:tailEnd/>
          </a:ln>
        </p:spPr>
        <p:txBody>
          <a:bodyPr wrap="none">
            <a:spAutoFit/>
          </a:bodyPr>
          <a:lstStyle/>
          <a:p>
            <a:pPr eaLnBrk="1" hangingPunct="1">
              <a:lnSpc>
                <a:spcPct val="130000"/>
              </a:lnSpc>
              <a:buSzPct val="100000"/>
              <a:buFont typeface="Times New Roman" panose="02020603050405020304" pitchFamily="18" charset="0"/>
              <a:buNone/>
            </a:pPr>
            <a:r>
              <a:rPr lang="zh-CN" altLang="en-US" sz="3200" b="1">
                <a:ea typeface="楷体_GB2312" panose="02010609030101010101" pitchFamily="1" charset="-122"/>
              </a:rPr>
              <a:t>混合运算</a:t>
            </a:r>
          </a:p>
          <a:p>
            <a:pPr eaLnBrk="1" hangingPunct="1">
              <a:lnSpc>
                <a:spcPct val="130000"/>
              </a:lnSpc>
              <a:buSzPct val="100000"/>
              <a:buFont typeface="Times New Roman" panose="02020603050405020304" pitchFamily="18" charset="0"/>
              <a:buNone/>
            </a:pPr>
            <a:r>
              <a:rPr lang="zh-CN" altLang="en-US" sz="3200" b="1">
                <a:ea typeface="楷体_GB2312" panose="02010609030101010101" pitchFamily="1" charset="-122"/>
              </a:rPr>
              <a:t>表达式给变量值赋</a:t>
            </a:r>
          </a:p>
          <a:p>
            <a:pPr eaLnBrk="1" hangingPunct="1">
              <a:lnSpc>
                <a:spcPct val="130000"/>
              </a:lnSpc>
              <a:buSzPct val="100000"/>
              <a:buFont typeface="Times New Roman" panose="02020603050405020304" pitchFamily="18" charset="0"/>
              <a:buNone/>
            </a:pPr>
            <a:r>
              <a:rPr lang="zh-CN" altLang="en-US" sz="3200" b="1">
                <a:ea typeface="楷体_GB2312" panose="02010609030101010101" pitchFamily="1" charset="-122"/>
              </a:rPr>
              <a:t>实参向函数形参传值</a:t>
            </a:r>
          </a:p>
          <a:p>
            <a:pPr eaLnBrk="1" hangingPunct="1">
              <a:lnSpc>
                <a:spcPct val="130000"/>
              </a:lnSpc>
              <a:buSzPct val="100000"/>
              <a:buFont typeface="Times New Roman" panose="02020603050405020304" pitchFamily="18" charset="0"/>
              <a:buNone/>
            </a:pPr>
            <a:r>
              <a:rPr lang="zh-CN" altLang="en-US" sz="3200" b="1">
                <a:ea typeface="楷体_GB2312" panose="02010609030101010101" pitchFamily="1" charset="-122"/>
              </a:rPr>
              <a:t>函数返回值</a:t>
            </a:r>
          </a:p>
        </p:txBody>
      </p:sp>
      <p:grpSp>
        <p:nvGrpSpPr>
          <p:cNvPr id="4" name="组合 3">
            <a:extLst>
              <a:ext uri="{FF2B5EF4-FFF2-40B4-BE49-F238E27FC236}">
                <a16:creationId xmlns:a16="http://schemas.microsoft.com/office/drawing/2014/main" id="{0D93308C-7C65-1975-5CBC-79E9180C891D}"/>
              </a:ext>
            </a:extLst>
          </p:cNvPr>
          <p:cNvGrpSpPr>
            <a:grpSpLocks/>
          </p:cNvGrpSpPr>
          <p:nvPr/>
        </p:nvGrpSpPr>
        <p:grpSpPr bwMode="auto">
          <a:xfrm>
            <a:off x="809625" y="4770438"/>
            <a:ext cx="3735388" cy="1254125"/>
            <a:chOff x="810029" y="4769903"/>
            <a:chExt cx="3735250" cy="1254947"/>
          </a:xfrm>
        </p:grpSpPr>
        <p:sp>
          <p:nvSpPr>
            <p:cNvPr id="85001" name="文本框 1">
              <a:extLst>
                <a:ext uri="{FF2B5EF4-FFF2-40B4-BE49-F238E27FC236}">
                  <a16:creationId xmlns:a16="http://schemas.microsoft.com/office/drawing/2014/main" id="{D12D3C31-BA73-92C2-06AB-011DF858FE39}"/>
                </a:ext>
              </a:extLst>
            </p:cNvPr>
            <p:cNvSpPr txBox="1">
              <a:spLocks noChangeArrowheads="1"/>
            </p:cNvSpPr>
            <p:nvPr/>
          </p:nvSpPr>
          <p:spPr bwMode="auto">
            <a:xfrm>
              <a:off x="810030" y="4769903"/>
              <a:ext cx="373524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t>3.14+5</a:t>
              </a:r>
              <a:endParaRPr lang="zh-CN" altLang="en-US" sz="3200" b="1"/>
            </a:p>
          </p:txBody>
        </p:sp>
        <p:sp>
          <p:nvSpPr>
            <p:cNvPr id="85002" name="文本框 2">
              <a:extLst>
                <a:ext uri="{FF2B5EF4-FFF2-40B4-BE49-F238E27FC236}">
                  <a16:creationId xmlns:a16="http://schemas.microsoft.com/office/drawing/2014/main" id="{3FF3026C-2CAF-7CA9-6722-0D3FE5943238}"/>
                </a:ext>
              </a:extLst>
            </p:cNvPr>
            <p:cNvSpPr txBox="1">
              <a:spLocks noChangeArrowheads="1"/>
            </p:cNvSpPr>
            <p:nvPr/>
          </p:nvSpPr>
          <p:spPr bwMode="auto">
            <a:xfrm>
              <a:off x="810029" y="5440075"/>
              <a:ext cx="373524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a:t>3.14+float(5)</a:t>
              </a:r>
              <a:endParaRPr lang="zh-CN" altLang="en-US" sz="3200" b="1"/>
            </a:p>
          </p:txBody>
        </p:sp>
      </p:gr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154">
                                            <p:txEl>
                                              <p:pRg st="1" end="1"/>
                                            </p:txEl>
                                          </p:spTgt>
                                        </p:tgtEl>
                                        <p:attrNameLst>
                                          <p:attrName>style.visibility</p:attrName>
                                        </p:attrNameLst>
                                      </p:cBhvr>
                                      <p:to>
                                        <p:strVal val="visible"/>
                                      </p:to>
                                    </p:set>
                                    <p:animEffect transition="in" filter="blinds(horizontal)">
                                      <p:cBhvr>
                                        <p:cTn id="7" dur="500"/>
                                        <p:tgtEl>
                                          <p:spTgt spid="4915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154">
                                            <p:txEl>
                                              <p:pRg st="2" end="2"/>
                                            </p:txEl>
                                          </p:spTgt>
                                        </p:tgtEl>
                                        <p:attrNameLst>
                                          <p:attrName>style.visibility</p:attrName>
                                        </p:attrNameLst>
                                      </p:cBhvr>
                                      <p:to>
                                        <p:strVal val="visible"/>
                                      </p:to>
                                    </p:set>
                                    <p:animEffect transition="in" filter="blinds(horizontal)">
                                      <p:cBhvr>
                                        <p:cTn id="10" dur="500"/>
                                        <p:tgtEl>
                                          <p:spTgt spid="4915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9154">
                                            <p:txEl>
                                              <p:pRg st="3" end="3"/>
                                            </p:txEl>
                                          </p:spTgt>
                                        </p:tgtEl>
                                        <p:attrNameLst>
                                          <p:attrName>style.visibility</p:attrName>
                                        </p:attrNameLst>
                                      </p:cBhvr>
                                      <p:to>
                                        <p:strVal val="visible"/>
                                      </p:to>
                                    </p:set>
                                    <p:animEffect transition="in" filter="blinds(horizontal)">
                                      <p:cBhvr>
                                        <p:cTn id="13" dur="500"/>
                                        <p:tgtEl>
                                          <p:spTgt spid="49154">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mph" presetSubtype="2" fill="hold" nodeType="clickEffect">
                                  <p:stCondLst>
                                    <p:cond delay="0"/>
                                  </p:stCondLst>
                                  <p:childTnLst>
                                    <p:animClr clrSpc="rgb" dir="cw">
                                      <p:cBhvr override="childStyle">
                                        <p:cTn id="17" dur="500" fill="hold"/>
                                        <p:tgtEl>
                                          <p:spTgt spid="49154">
                                            <p:txEl>
                                              <p:pRg st="2" end="2"/>
                                            </p:txEl>
                                          </p:spTgt>
                                        </p:tgtEl>
                                        <p:attrNameLst>
                                          <p:attrName>style.color</p:attrName>
                                        </p:attrNameLst>
                                      </p:cBhvr>
                                      <p:to>
                                        <a:srgbClr val="FF0000"/>
                                      </p:to>
                                    </p:animClr>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9159"/>
                                        </p:tgtEl>
                                        <p:attrNameLst>
                                          <p:attrName>style.visibility</p:attrName>
                                        </p:attrNameLst>
                                      </p:cBhvr>
                                      <p:to>
                                        <p:strVal val="visible"/>
                                      </p:to>
                                    </p:set>
                                    <p:animEffect transition="in" filter="blinds(horizontal)">
                                      <p:cBhvr>
                                        <p:cTn id="22" dur="500"/>
                                        <p:tgtEl>
                                          <p:spTgt spid="491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9"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438DF372-3140-EA48-B780-994919499CF8}"/>
              </a:ext>
            </a:extLst>
          </p:cNvPr>
          <p:cNvSpPr>
            <a:spLocks noGrp="1" noChangeArrowheads="1"/>
          </p:cNvSpPr>
          <p:nvPr>
            <p:ph type="title" idx="4294967295"/>
          </p:nvPr>
        </p:nvSpPr>
        <p:spPr/>
        <p:txBody>
          <a:bodyPr/>
          <a:lstStyle/>
          <a:p>
            <a:pPr eaLnBrk="1" hangingPunct="1"/>
            <a:r>
              <a:rPr lang="zh-CN" altLang="en-US">
                <a:solidFill>
                  <a:schemeClr val="tx1"/>
                </a:solidFill>
                <a:latin typeface="宋体" panose="02010600030101010101" pitchFamily="2" charset="-122"/>
              </a:rPr>
              <a:t>语义分析 之 </a:t>
            </a:r>
            <a:r>
              <a:rPr lang="zh-CN" altLang="en-US">
                <a:latin typeface="宋体" panose="02010600030101010101" pitchFamily="2" charset="-122"/>
              </a:rPr>
              <a:t>类型转换</a:t>
            </a:r>
          </a:p>
        </p:txBody>
      </p:sp>
      <p:sp>
        <p:nvSpPr>
          <p:cNvPr id="50179" name="Rectangle 3">
            <a:extLst>
              <a:ext uri="{FF2B5EF4-FFF2-40B4-BE49-F238E27FC236}">
                <a16:creationId xmlns:a16="http://schemas.microsoft.com/office/drawing/2014/main" id="{FA24E4FE-1107-998F-0AB8-B0076BA5B710}"/>
              </a:ext>
            </a:extLst>
          </p:cNvPr>
          <p:cNvSpPr>
            <a:spLocks noGrp="1" noChangeArrowheads="1"/>
          </p:cNvSpPr>
          <p:nvPr>
            <p:ph type="body" idx="4294967295"/>
          </p:nvPr>
        </p:nvSpPr>
        <p:spPr/>
        <p:txBody>
          <a:bodyPr/>
          <a:lstStyle/>
          <a:p>
            <a:pPr marL="0" indent="0" eaLnBrk="1" hangingPunct="1">
              <a:buFont typeface="Times New Roman" panose="02020603050405020304" pitchFamily="18" charset="0"/>
              <a:buNone/>
            </a:pPr>
            <a:r>
              <a:rPr lang="en-US" altLang="zh-CN" sz="4000" b="1">
                <a:solidFill>
                  <a:srgbClr val="FF0000"/>
                </a:solidFill>
                <a:latin typeface="Times New Roman" panose="02020603050405020304" pitchFamily="18" charset="0"/>
              </a:rPr>
              <a:t>FORTRAN</a:t>
            </a:r>
          </a:p>
          <a:p>
            <a:pPr marL="0" indent="0" eaLnBrk="1" hangingPunct="1">
              <a:buFont typeface="Times New Roman" panose="02020603050405020304" pitchFamily="18" charset="0"/>
              <a:buNone/>
            </a:pPr>
            <a:r>
              <a:rPr lang="zh-CN" altLang="en-US" sz="4000" b="1">
                <a:latin typeface="楷体_GB2312" panose="02010609030101010101" pitchFamily="1" charset="-122"/>
              </a:rPr>
              <a:t>  类型转换的要求和规则</a:t>
            </a:r>
            <a:r>
              <a:rPr lang="zh-CN" altLang="en-US" sz="4000" b="1">
                <a:solidFill>
                  <a:schemeClr val="accent2"/>
                </a:solidFill>
                <a:latin typeface="楷体_GB2312" panose="02010609030101010101" pitchFamily="1" charset="-122"/>
              </a:rPr>
              <a:t>都是隐式的</a:t>
            </a:r>
            <a:endParaRPr lang="en-US" altLang="zh-CN" sz="4000" b="1">
              <a:solidFill>
                <a:schemeClr val="accent2"/>
              </a:solidFill>
              <a:latin typeface="楷体_GB2312" panose="02010609030101010101" pitchFamily="1" charset="-122"/>
            </a:endParaRPr>
          </a:p>
          <a:p>
            <a:pPr marL="0" indent="0" eaLnBrk="1" hangingPunct="1">
              <a:buFont typeface="Times New Roman" panose="02020603050405020304" pitchFamily="18" charset="0"/>
              <a:buNone/>
            </a:pPr>
            <a:r>
              <a:rPr lang="en-US" altLang="zh-CN" sz="4000" b="1">
                <a:solidFill>
                  <a:srgbClr val="FF0000"/>
                </a:solidFill>
                <a:latin typeface="Times New Roman" panose="02020603050405020304" pitchFamily="18" charset="0"/>
              </a:rPr>
              <a:t>ADA</a:t>
            </a:r>
          </a:p>
          <a:p>
            <a:pPr marL="0" indent="0" eaLnBrk="1" hangingPunct="1">
              <a:buFont typeface="Times New Roman" panose="02020603050405020304" pitchFamily="18" charset="0"/>
              <a:buNone/>
            </a:pPr>
            <a:r>
              <a:rPr lang="zh-CN" altLang="en-US" sz="4000" b="1">
                <a:latin typeface="楷体_GB2312" panose="02010609030101010101" pitchFamily="1" charset="-122"/>
              </a:rPr>
              <a:t>  类型转换的要求和规则</a:t>
            </a:r>
            <a:r>
              <a:rPr lang="zh-CN" altLang="en-US" sz="4000" b="1">
                <a:solidFill>
                  <a:schemeClr val="accent2"/>
                </a:solidFill>
                <a:latin typeface="楷体_GB2312" panose="02010609030101010101" pitchFamily="1" charset="-122"/>
              </a:rPr>
              <a:t>都是显式的</a:t>
            </a:r>
            <a:endParaRPr lang="en-US" altLang="zh-CN" sz="4000" b="1">
              <a:solidFill>
                <a:schemeClr val="accent2"/>
              </a:solidFill>
              <a:latin typeface="楷体_GB2312" panose="02010609030101010101" pitchFamily="1" charset="-122"/>
            </a:endParaRPr>
          </a:p>
          <a:p>
            <a:pPr marL="0" indent="0" eaLnBrk="1" hangingPunct="1">
              <a:buFont typeface="Times New Roman" panose="02020603050405020304" pitchFamily="18" charset="0"/>
              <a:buNone/>
            </a:pPr>
            <a:r>
              <a:rPr lang="en-US" altLang="zh-CN" sz="4000" b="1">
                <a:solidFill>
                  <a:srgbClr val="FF0000"/>
                </a:solidFill>
                <a:latin typeface="Times New Roman" panose="02020603050405020304" pitchFamily="18" charset="0"/>
              </a:rPr>
              <a:t>C</a:t>
            </a:r>
          </a:p>
          <a:p>
            <a:pPr marL="0" indent="0" eaLnBrk="1" hangingPunct="1">
              <a:buFont typeface="Times New Roman" panose="02020603050405020304" pitchFamily="18" charset="0"/>
              <a:buNone/>
            </a:pPr>
            <a:r>
              <a:rPr lang="zh-CN" altLang="en-US" sz="4000" b="1">
                <a:latin typeface="楷体_GB2312" panose="02010609030101010101" pitchFamily="1" charset="-122"/>
              </a:rPr>
              <a:t>  类型转换的要求和规则</a:t>
            </a:r>
            <a:r>
              <a:rPr lang="zh-CN" altLang="en-US" sz="4000" b="1">
                <a:solidFill>
                  <a:schemeClr val="accent2"/>
                </a:solidFill>
                <a:latin typeface="楷体_GB2312" panose="02010609030101010101" pitchFamily="1" charset="-122"/>
              </a:rPr>
              <a:t>有隐式、显式</a:t>
            </a:r>
            <a:endParaRPr lang="en-US" altLang="zh-CN" sz="4000" b="1">
              <a:solidFill>
                <a:schemeClr val="accent2"/>
              </a:solidFill>
              <a:latin typeface="楷体_GB2312" panose="02010609030101010101" pitchFamily="1" charset="-122"/>
            </a:endParaRPr>
          </a:p>
        </p:txBody>
      </p:sp>
      <p:sp>
        <p:nvSpPr>
          <p:cNvPr id="86020" name="日期占位符 3">
            <a:extLst>
              <a:ext uri="{FF2B5EF4-FFF2-40B4-BE49-F238E27FC236}">
                <a16:creationId xmlns:a16="http://schemas.microsoft.com/office/drawing/2014/main" id="{DE69CEB5-D4A5-4E2B-CCDC-4CAD1C60B5C0}"/>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6021" name="页脚占位符 5">
            <a:extLst>
              <a:ext uri="{FF2B5EF4-FFF2-40B4-BE49-F238E27FC236}">
                <a16:creationId xmlns:a16="http://schemas.microsoft.com/office/drawing/2014/main" id="{53F61224-9C4F-9DB5-3467-76823222DED0}"/>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6022" name="灯片编号占位符 6">
            <a:extLst>
              <a:ext uri="{FF2B5EF4-FFF2-40B4-BE49-F238E27FC236}">
                <a16:creationId xmlns:a16="http://schemas.microsoft.com/office/drawing/2014/main" id="{D9483470-1338-B97C-F2B5-B0DE5180495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0F063743-55C5-4D0B-A368-ACD73E4870D4}"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69</a:t>
            </a:fld>
            <a:endParaRPr lang="en-GB" altLang="en-US" sz="1200">
              <a:latin typeface="Comic Sans MS" panose="030F0702030302020204" pitchFamily="66" charset="0"/>
              <a:ea typeface="宋体" panose="02010600030101010101" pitchFamily="2"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blinds(horizontal)">
                                      <p:cBhvr>
                                        <p:cTn id="7" dur="500"/>
                                        <p:tgtEl>
                                          <p:spTgt spid="5017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0179">
                                            <p:txEl>
                                              <p:pRg st="1" end="1"/>
                                            </p:txEl>
                                          </p:spTgt>
                                        </p:tgtEl>
                                        <p:attrNameLst>
                                          <p:attrName>style.visibility</p:attrName>
                                        </p:attrNameLst>
                                      </p:cBhvr>
                                      <p:to>
                                        <p:strVal val="visible"/>
                                      </p:to>
                                    </p:set>
                                    <p:animEffect transition="in" filter="blinds(horizontal)">
                                      <p:cBhvr>
                                        <p:cTn id="10" dur="500"/>
                                        <p:tgtEl>
                                          <p:spTgt spid="5017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animEffect transition="in" filter="blinds(horizontal)">
                                      <p:cBhvr>
                                        <p:cTn id="15" dur="500"/>
                                        <p:tgtEl>
                                          <p:spTgt spid="5017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0179">
                                            <p:txEl>
                                              <p:pRg st="3" end="3"/>
                                            </p:txEl>
                                          </p:spTgt>
                                        </p:tgtEl>
                                        <p:attrNameLst>
                                          <p:attrName>style.visibility</p:attrName>
                                        </p:attrNameLst>
                                      </p:cBhvr>
                                      <p:to>
                                        <p:strVal val="visible"/>
                                      </p:to>
                                    </p:set>
                                    <p:animEffect transition="in" filter="blinds(horizontal)">
                                      <p:cBhvr>
                                        <p:cTn id="18" dur="500"/>
                                        <p:tgtEl>
                                          <p:spTgt spid="5017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50179">
                                            <p:txEl>
                                              <p:pRg st="4" end="4"/>
                                            </p:txEl>
                                          </p:spTgt>
                                        </p:tgtEl>
                                        <p:attrNameLst>
                                          <p:attrName>style.visibility</p:attrName>
                                        </p:attrNameLst>
                                      </p:cBhvr>
                                      <p:to>
                                        <p:strVal val="visible"/>
                                      </p:to>
                                    </p:set>
                                    <p:animEffect transition="in" filter="blinds(horizontal)">
                                      <p:cBhvr>
                                        <p:cTn id="23" dur="500"/>
                                        <p:tgtEl>
                                          <p:spTgt spid="5017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0179">
                                            <p:txEl>
                                              <p:pRg st="5" end="5"/>
                                            </p:txEl>
                                          </p:spTgt>
                                        </p:tgtEl>
                                        <p:attrNameLst>
                                          <p:attrName>style.visibility</p:attrName>
                                        </p:attrNameLst>
                                      </p:cBhvr>
                                      <p:to>
                                        <p:strVal val="visible"/>
                                      </p:to>
                                    </p:set>
                                    <p:animEffect transition="in" filter="blinds(horizontal)">
                                      <p:cBhvr>
                                        <p:cTn id="26" dur="500"/>
                                        <p:tgtEl>
                                          <p:spTgt spid="501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9C2ABADA-2411-D029-DE3A-BCA0B7A590C3}"/>
              </a:ext>
            </a:extLst>
          </p:cNvPr>
          <p:cNvSpPr>
            <a:spLocks noGrp="1" noChangeArrowheads="1"/>
          </p:cNvSpPr>
          <p:nvPr>
            <p:ph type="body" idx="4294967295"/>
          </p:nvPr>
        </p:nvSpPr>
        <p:spPr>
          <a:xfrm>
            <a:off x="503238" y="1439863"/>
            <a:ext cx="9069387" cy="4383087"/>
          </a:xfrm>
        </p:spPr>
        <p:txBody>
          <a:bodyPr/>
          <a:lstStyle/>
          <a:p>
            <a:pPr algn="just" eaLnBrk="1" hangingPunct="1">
              <a:lnSpc>
                <a:spcPct val="120000"/>
              </a:lnSpc>
              <a:buFont typeface="Wingdings" panose="05000000000000000000" pitchFamily="2" charset="2"/>
              <a:buNone/>
            </a:pPr>
            <a:r>
              <a:rPr lang="zh-CN" altLang="en-US" sz="4000" b="1">
                <a:latin typeface="楷体_GB2312" panose="02010609030101010101" pitchFamily="1" charset="-122"/>
              </a:rPr>
              <a:t>两种转换方式</a:t>
            </a:r>
          </a:p>
          <a:p>
            <a:pPr algn="just" eaLnBrk="1" hangingPunct="1">
              <a:lnSpc>
                <a:spcPct val="120000"/>
              </a:lnSpc>
              <a:buFont typeface="Wingdings" panose="05000000000000000000" pitchFamily="2" charset="2"/>
              <a:buNone/>
            </a:pPr>
            <a:r>
              <a:rPr lang="zh-CN" altLang="en-US" b="1">
                <a:latin typeface="楷体_GB2312" panose="02010609030101010101" pitchFamily="1" charset="-122"/>
              </a:rPr>
              <a:t>①</a:t>
            </a:r>
            <a:r>
              <a:rPr lang="zh-CN" altLang="en-US" b="1">
                <a:solidFill>
                  <a:schemeClr val="accent2"/>
                </a:solidFill>
                <a:latin typeface="楷体_GB2312" panose="02010609030101010101" pitchFamily="1" charset="-122"/>
              </a:rPr>
              <a:t>拓展（扩大）</a:t>
            </a:r>
            <a:r>
              <a:rPr lang="en-US" altLang="zh-CN" b="1">
                <a:latin typeface="楷体_GB2312" panose="02010609030101010101" pitchFamily="1" charset="-122"/>
              </a:rPr>
              <a:t>:</a:t>
            </a:r>
            <a:r>
              <a:rPr lang="zh-CN" altLang="en-US" b="1">
                <a:latin typeface="楷体_GB2312" panose="02010609030101010101" pitchFamily="1" charset="-122"/>
              </a:rPr>
              <a:t>转换之后的类型值集合包含转换之前类型值集合（整型→实型）</a:t>
            </a:r>
            <a:endParaRPr lang="en-US" altLang="zh-CN" b="1">
              <a:latin typeface="楷体_GB2312" panose="02010609030101010101" pitchFamily="1" charset="-122"/>
            </a:endParaRPr>
          </a:p>
          <a:p>
            <a:pPr algn="just" eaLnBrk="1" hangingPunct="1">
              <a:lnSpc>
                <a:spcPct val="120000"/>
              </a:lnSpc>
              <a:buFont typeface="Wingdings" panose="05000000000000000000" pitchFamily="2" charset="2"/>
              <a:buNone/>
            </a:pPr>
            <a:endParaRPr lang="zh-CN" altLang="en-US" b="1">
              <a:latin typeface="楷体_GB2312" panose="02010609030101010101" pitchFamily="1" charset="-122"/>
            </a:endParaRPr>
          </a:p>
          <a:p>
            <a:pPr algn="just" eaLnBrk="1" hangingPunct="1">
              <a:lnSpc>
                <a:spcPct val="120000"/>
              </a:lnSpc>
              <a:buFont typeface="Wingdings" panose="05000000000000000000" pitchFamily="2" charset="2"/>
              <a:buNone/>
            </a:pPr>
            <a:r>
              <a:rPr lang="zh-CN" altLang="en-US" b="1">
                <a:latin typeface="楷体_GB2312" panose="02010609030101010101" pitchFamily="1" charset="-122"/>
              </a:rPr>
              <a:t>②</a:t>
            </a:r>
            <a:r>
              <a:rPr lang="zh-CN" altLang="en-US" b="1">
                <a:solidFill>
                  <a:schemeClr val="accent2"/>
                </a:solidFill>
                <a:latin typeface="楷体_GB2312" panose="02010609030101010101" pitchFamily="1" charset="-122"/>
              </a:rPr>
              <a:t>收缩（缩小）</a:t>
            </a:r>
            <a:r>
              <a:rPr lang="en-US" altLang="zh-CN" b="1">
                <a:latin typeface="楷体_GB2312" panose="02010609030101010101" pitchFamily="1" charset="-122"/>
              </a:rPr>
              <a:t>:</a:t>
            </a:r>
            <a:r>
              <a:rPr lang="zh-CN" altLang="en-US" b="1">
                <a:latin typeface="楷体_GB2312" panose="02010609030101010101" pitchFamily="1" charset="-122"/>
              </a:rPr>
              <a:t>若转换之前类型值集合包含转换之后类型值集合（实型→整型）      </a:t>
            </a:r>
          </a:p>
        </p:txBody>
      </p:sp>
      <p:sp>
        <p:nvSpPr>
          <p:cNvPr id="87043" name="日期占位符 3">
            <a:extLst>
              <a:ext uri="{FF2B5EF4-FFF2-40B4-BE49-F238E27FC236}">
                <a16:creationId xmlns:a16="http://schemas.microsoft.com/office/drawing/2014/main" id="{12576B2E-00B8-EA72-AA40-778926D2B692}"/>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7044" name="页脚占位符 5">
            <a:extLst>
              <a:ext uri="{FF2B5EF4-FFF2-40B4-BE49-F238E27FC236}">
                <a16:creationId xmlns:a16="http://schemas.microsoft.com/office/drawing/2014/main" id="{A20EBFF2-C9F1-9A06-2CA0-AFBFA21B5D0E}"/>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7045" name="灯片编号占位符 6">
            <a:extLst>
              <a:ext uri="{FF2B5EF4-FFF2-40B4-BE49-F238E27FC236}">
                <a16:creationId xmlns:a16="http://schemas.microsoft.com/office/drawing/2014/main" id="{E9F3F657-5547-00D2-1565-7B3C070AD9E0}"/>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A09E625F-4416-4839-A815-EAE1DC9E6D44}"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70</a:t>
            </a:fld>
            <a:endParaRPr lang="en-GB" altLang="en-US" sz="1200">
              <a:latin typeface="Comic Sans MS" panose="030F0702030302020204" pitchFamily="66" charset="0"/>
              <a:ea typeface="宋体" panose="02010600030101010101" pitchFamily="2" charset="-122"/>
            </a:endParaRPr>
          </a:p>
        </p:txBody>
      </p:sp>
      <p:sp>
        <p:nvSpPr>
          <p:cNvPr id="87046" name="Rectangle 2">
            <a:extLst>
              <a:ext uri="{FF2B5EF4-FFF2-40B4-BE49-F238E27FC236}">
                <a16:creationId xmlns:a16="http://schemas.microsoft.com/office/drawing/2014/main" id="{A68C2667-EB50-75C2-4E2A-3A72DF7914F0}"/>
              </a:ext>
            </a:extLst>
          </p:cNvPr>
          <p:cNvSpPr>
            <a:spLocks noGrp="1"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eaLnBrk="1" hangingPunct="1">
              <a:lnSpc>
                <a:spcPct val="110000"/>
              </a:lnSpc>
              <a:buSzPct val="100000"/>
              <a:buFont typeface="Times New Roman" panose="02020603050405020304" pitchFamily="18" charset="0"/>
              <a:buNone/>
            </a:pPr>
            <a:r>
              <a:rPr lang="zh-CN" altLang="en-US" sz="4000">
                <a:solidFill>
                  <a:schemeClr val="tx1"/>
                </a:solidFill>
                <a:latin typeface="宋体" panose="02010600030101010101" pitchFamily="2" charset="-122"/>
                <a:ea typeface="微软雅黑" panose="020B0503020204020204" pitchFamily="34" charset="-122"/>
              </a:rPr>
              <a:t>语义分析 之 </a:t>
            </a:r>
            <a:r>
              <a:rPr lang="zh-CN" altLang="en-US" sz="4000">
                <a:latin typeface="宋体" panose="02010600030101010101" pitchFamily="2" charset="-122"/>
                <a:ea typeface="微软雅黑" panose="020B0503020204020204" pitchFamily="34" charset="-122"/>
              </a:rPr>
              <a:t>类型转换</a:t>
            </a:r>
            <a:endParaRPr lang="zh-CN" altLang="en-US" sz="4000">
              <a:ea typeface="微软雅黑" panose="020B0503020204020204" pitchFamily="34"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2">
                                            <p:txEl>
                                              <p:pRg st="1" end="1"/>
                                            </p:txEl>
                                          </p:spTgt>
                                        </p:tgtEl>
                                        <p:attrNameLst>
                                          <p:attrName>style.visibility</p:attrName>
                                        </p:attrNameLst>
                                      </p:cBhvr>
                                      <p:to>
                                        <p:strVal val="visible"/>
                                      </p:to>
                                    </p:set>
                                    <p:animEffect transition="in" filter="blinds(horizontal)">
                                      <p:cBhvr>
                                        <p:cTn id="7" dur="500"/>
                                        <p:tgtEl>
                                          <p:spTgt spid="5120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202">
                                            <p:txEl>
                                              <p:pRg st="3" end="3"/>
                                            </p:txEl>
                                          </p:spTgt>
                                        </p:tgtEl>
                                        <p:attrNameLst>
                                          <p:attrName>style.visibility</p:attrName>
                                        </p:attrNameLst>
                                      </p:cBhvr>
                                      <p:to>
                                        <p:strVal val="visible"/>
                                      </p:to>
                                    </p:set>
                                    <p:animEffect transition="in" filter="blinds(horizontal)">
                                      <p:cBhvr>
                                        <p:cTn id="12" dur="500"/>
                                        <p:tgtEl>
                                          <p:spTgt spid="5120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BB807C75-6C47-AE20-5144-2E668090E5E9}"/>
              </a:ext>
            </a:extLst>
          </p:cNvPr>
          <p:cNvSpPr>
            <a:spLocks noGrp="1" noChangeArrowheads="1"/>
          </p:cNvSpPr>
          <p:nvPr>
            <p:ph type="title" idx="4294967295"/>
          </p:nvPr>
        </p:nvSpPr>
        <p:spPr/>
        <p:txBody>
          <a:bodyPr/>
          <a:lstStyle/>
          <a:p>
            <a:pPr eaLnBrk="1" hangingPunct="1"/>
            <a:r>
              <a:rPr lang="zh-CN" altLang="en-US"/>
              <a:t>中间代码（三地址码）</a:t>
            </a:r>
          </a:p>
        </p:txBody>
      </p:sp>
      <p:sp>
        <p:nvSpPr>
          <p:cNvPr id="88067" name="Footer Placeholder 5">
            <a:extLst>
              <a:ext uri="{FF2B5EF4-FFF2-40B4-BE49-F238E27FC236}">
                <a16:creationId xmlns:a16="http://schemas.microsoft.com/office/drawing/2014/main" id="{83D17C68-542A-B18A-C922-566666748F85}"/>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8068" name="Slide Number Placeholder 6">
            <a:extLst>
              <a:ext uri="{FF2B5EF4-FFF2-40B4-BE49-F238E27FC236}">
                <a16:creationId xmlns:a16="http://schemas.microsoft.com/office/drawing/2014/main" id="{B92BB9D7-9A1C-281A-D923-9BBDA7BD43B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B4375D73-F7B6-4B5F-AC2E-1FE3D0315000}"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71</a:t>
            </a:fld>
            <a:endParaRPr lang="en-GB" altLang="en-US" sz="1200">
              <a:latin typeface="Comic Sans MS" panose="030F0702030302020204" pitchFamily="66" charset="0"/>
              <a:ea typeface="宋体" panose="02010600030101010101" pitchFamily="2" charset="-122"/>
            </a:endParaRPr>
          </a:p>
        </p:txBody>
      </p:sp>
      <p:sp>
        <p:nvSpPr>
          <p:cNvPr id="88069" name="日期占位符 8">
            <a:extLst>
              <a:ext uri="{FF2B5EF4-FFF2-40B4-BE49-F238E27FC236}">
                <a16:creationId xmlns:a16="http://schemas.microsoft.com/office/drawing/2014/main" id="{70081F90-EA9E-2AEE-B24C-08AC5D653D4A}"/>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2230" name="Rectangle 3">
            <a:extLst>
              <a:ext uri="{FF2B5EF4-FFF2-40B4-BE49-F238E27FC236}">
                <a16:creationId xmlns:a16="http://schemas.microsoft.com/office/drawing/2014/main" id="{09119CAE-00C5-10FC-0567-AD41D942BFC8}"/>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4000" b="1">
                <a:latin typeface="楷体_GB2312" panose="02010609030101010101" pitchFamily="1" charset="-122"/>
              </a:rPr>
              <a:t>三地址代码</a:t>
            </a:r>
            <a:endParaRPr lang="en-US" altLang="zh-CN" sz="4000" b="1">
              <a:latin typeface="楷体_GB2312" panose="02010609030101010101" pitchFamily="1" charset="-122"/>
            </a:endParaRPr>
          </a:p>
          <a:p>
            <a:pPr eaLnBrk="1">
              <a:buFont typeface="Times New Roman" panose="02020603050405020304" pitchFamily="18" charset="0"/>
              <a:buNone/>
            </a:pPr>
            <a:r>
              <a:rPr lang="en-US" altLang="zh-CN" sz="4000" b="1">
                <a:latin typeface="楷体_GB2312" panose="02010609030101010101" pitchFamily="1" charset="-122"/>
              </a:rPr>
              <a:t>    </a:t>
            </a:r>
            <a:r>
              <a:rPr lang="zh-CN" altLang="en-US" sz="4000" b="1">
                <a:latin typeface="楷体_GB2312" panose="02010609030101010101" pitchFamily="1" charset="-122"/>
              </a:rPr>
              <a:t>一般形式为    </a:t>
            </a:r>
            <a:r>
              <a:rPr lang="en-US" altLang="zh-CN" sz="4000" b="1">
                <a:latin typeface="Times New Roman" panose="02020603050405020304" pitchFamily="18" charset="0"/>
              </a:rPr>
              <a:t>x = y </a:t>
            </a:r>
            <a:r>
              <a:rPr lang="en-US" altLang="zh-CN" sz="4000" b="1">
                <a:solidFill>
                  <a:schemeClr val="accent2"/>
                </a:solidFill>
                <a:latin typeface="Times New Roman" panose="02020603050405020304" pitchFamily="18" charset="0"/>
              </a:rPr>
              <a:t>op</a:t>
            </a:r>
            <a:r>
              <a:rPr lang="en-US" altLang="zh-CN" sz="4000" b="1">
                <a:latin typeface="Times New Roman" panose="02020603050405020304" pitchFamily="18" charset="0"/>
              </a:rPr>
              <a:t> z</a:t>
            </a:r>
          </a:p>
          <a:p>
            <a:pPr eaLnBrk="1">
              <a:buFont typeface="Times New Roman" panose="02020603050405020304" pitchFamily="18" charset="0"/>
              <a:buNone/>
            </a:pPr>
            <a:r>
              <a:rPr lang="zh-CN" altLang="en-US" sz="4000" b="1">
                <a:latin typeface="楷体_GB2312" panose="02010609030101010101" pitchFamily="1" charset="-122"/>
              </a:rPr>
              <a:t>    操作码</a:t>
            </a:r>
            <a:r>
              <a:rPr lang="en-US" altLang="zh-CN" sz="4000" b="1">
                <a:latin typeface="楷体_GB2312" panose="02010609030101010101" pitchFamily="1" charset="-122"/>
              </a:rPr>
              <a:t>: </a:t>
            </a:r>
            <a:r>
              <a:rPr lang="en-US" altLang="zh-CN" sz="4000" b="1">
                <a:latin typeface="Times New Roman" panose="02020603050405020304" pitchFamily="18" charset="0"/>
              </a:rPr>
              <a:t>op</a:t>
            </a:r>
          </a:p>
          <a:p>
            <a:pPr eaLnBrk="1">
              <a:buFont typeface="Times New Roman" panose="02020603050405020304" pitchFamily="18" charset="0"/>
              <a:buNone/>
            </a:pPr>
            <a:r>
              <a:rPr lang="zh-CN" altLang="en-US" sz="4000" b="1">
                <a:latin typeface="楷体_GB2312" panose="02010609030101010101" pitchFamily="1" charset="-122"/>
              </a:rPr>
              <a:t>    三个地址</a:t>
            </a:r>
            <a:r>
              <a:rPr lang="en-US" altLang="zh-CN" sz="4000" b="1">
                <a:latin typeface="楷体_GB2312" panose="02010609030101010101" pitchFamily="1" charset="-122"/>
              </a:rPr>
              <a:t>: </a:t>
            </a:r>
            <a:r>
              <a:rPr lang="en-US" altLang="zh-CN" sz="4000" b="1">
                <a:latin typeface="Times New Roman" panose="02020603050405020304" pitchFamily="18" charset="0"/>
              </a:rPr>
              <a:t>x, y</a:t>
            </a:r>
            <a:r>
              <a:rPr lang="zh-CN" altLang="en-US" sz="4000" b="1">
                <a:latin typeface="楷体_GB2312" panose="02010609030101010101" pitchFamily="1" charset="-122"/>
              </a:rPr>
              <a:t>和</a:t>
            </a:r>
            <a:r>
              <a:rPr lang="en-US" altLang="zh-CN" sz="4000" b="1">
                <a:latin typeface="Times New Roman" panose="02020603050405020304" pitchFamily="18" charset="0"/>
              </a:rPr>
              <a:t>z</a:t>
            </a:r>
          </a:p>
          <a:p>
            <a:pPr eaLnBrk="1">
              <a:buFont typeface="Times New Roman" panose="02020603050405020304" pitchFamily="18" charset="0"/>
              <a:buNone/>
            </a:pPr>
            <a:r>
              <a:rPr lang="zh-CN" altLang="en-US" sz="4000" b="1">
                <a:latin typeface="楷体_GB2312" panose="02010609030101010101" pitchFamily="1" charset="-122"/>
              </a:rPr>
              <a:t>对运算类操作</a:t>
            </a:r>
            <a:endParaRPr lang="en-US" altLang="zh-CN" sz="4000" b="1">
              <a:latin typeface="楷体_GB2312" panose="02010609030101010101" pitchFamily="1" charset="-122"/>
            </a:endParaRPr>
          </a:p>
          <a:p>
            <a:pPr eaLnBrk="1">
              <a:buFont typeface="Times New Roman" panose="02020603050405020304" pitchFamily="18" charset="0"/>
              <a:buNone/>
            </a:pPr>
            <a:r>
              <a:rPr lang="en-US" altLang="zh-CN" sz="4000" b="1">
                <a:latin typeface="楷体_GB2312" panose="02010609030101010101" pitchFamily="1" charset="-122"/>
              </a:rPr>
              <a:t>    </a:t>
            </a:r>
            <a:r>
              <a:rPr lang="zh-CN" altLang="en-US" sz="4000" b="1">
                <a:latin typeface="楷体_GB2312" panose="02010609030101010101" pitchFamily="1" charset="-122"/>
              </a:rPr>
              <a:t>地址 </a:t>
            </a:r>
            <a:r>
              <a:rPr lang="en-US" altLang="zh-CN" sz="4000" b="1">
                <a:latin typeface="Times New Roman" panose="02020603050405020304" pitchFamily="18" charset="0"/>
              </a:rPr>
              <a:t>y </a:t>
            </a:r>
            <a:r>
              <a:rPr lang="zh-CN" altLang="en-US" sz="4000" b="1">
                <a:latin typeface="楷体_GB2312" panose="02010609030101010101" pitchFamily="1" charset="-122"/>
              </a:rPr>
              <a:t>和 </a:t>
            </a:r>
            <a:r>
              <a:rPr lang="en-US" altLang="zh-CN" sz="4000" b="1">
                <a:latin typeface="Times New Roman" panose="02020603050405020304" pitchFamily="18" charset="0"/>
              </a:rPr>
              <a:t>z </a:t>
            </a:r>
            <a:r>
              <a:rPr lang="zh-CN" altLang="en-US" sz="4000" b="1">
                <a:latin typeface="楷体_GB2312" panose="02010609030101010101" pitchFamily="1" charset="-122"/>
              </a:rPr>
              <a:t>指出两个运算对象</a:t>
            </a:r>
            <a:endParaRPr lang="en-US" altLang="zh-CN" sz="4000" b="1">
              <a:latin typeface="楷体_GB2312" panose="02010609030101010101" pitchFamily="1" charset="-122"/>
            </a:endParaRPr>
          </a:p>
          <a:p>
            <a:pPr eaLnBrk="1">
              <a:buFont typeface="Times New Roman" panose="02020603050405020304" pitchFamily="18" charset="0"/>
              <a:buNone/>
            </a:pPr>
            <a:r>
              <a:rPr lang="en-US" altLang="zh-CN" sz="4000" b="1">
                <a:latin typeface="楷体_GB2312" panose="02010609030101010101" pitchFamily="1" charset="-122"/>
              </a:rPr>
              <a:t>    </a:t>
            </a:r>
            <a:r>
              <a:rPr lang="zh-CN" altLang="en-US" sz="4000" b="1">
                <a:latin typeface="楷体_GB2312" panose="02010609030101010101" pitchFamily="1" charset="-122"/>
              </a:rPr>
              <a:t>地址 </a:t>
            </a:r>
            <a:r>
              <a:rPr lang="en-US" altLang="zh-CN" sz="4000" b="1">
                <a:latin typeface="Times New Roman" panose="02020603050405020304" pitchFamily="18" charset="0"/>
              </a:rPr>
              <a:t>x </a:t>
            </a:r>
            <a:r>
              <a:rPr lang="zh-CN" altLang="en-US" sz="4000" b="1">
                <a:latin typeface="楷体_GB2312" panose="02010609030101010101" pitchFamily="1" charset="-122"/>
              </a:rPr>
              <a:t>用来存放运算结果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30">
                                            <p:txEl>
                                              <p:pRg st="2" end="2"/>
                                            </p:txEl>
                                          </p:spTgt>
                                        </p:tgtEl>
                                        <p:attrNameLst>
                                          <p:attrName>style.visibility</p:attrName>
                                        </p:attrNameLst>
                                      </p:cBhvr>
                                      <p:to>
                                        <p:strVal val="visible"/>
                                      </p:to>
                                    </p:set>
                                    <p:animEffect transition="in" filter="blinds(horizontal)">
                                      <p:cBhvr>
                                        <p:cTn id="7" dur="500"/>
                                        <p:tgtEl>
                                          <p:spTgt spid="52230">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230">
                                            <p:txEl>
                                              <p:pRg st="3" end="3"/>
                                            </p:txEl>
                                          </p:spTgt>
                                        </p:tgtEl>
                                        <p:attrNameLst>
                                          <p:attrName>style.visibility</p:attrName>
                                        </p:attrNameLst>
                                      </p:cBhvr>
                                      <p:to>
                                        <p:strVal val="visible"/>
                                      </p:to>
                                    </p:set>
                                    <p:animEffect transition="in" filter="blinds(horizontal)">
                                      <p:cBhvr>
                                        <p:cTn id="10" dur="500"/>
                                        <p:tgtEl>
                                          <p:spTgt spid="52230">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2230">
                                            <p:txEl>
                                              <p:pRg st="4" end="4"/>
                                            </p:txEl>
                                          </p:spTgt>
                                        </p:tgtEl>
                                        <p:attrNameLst>
                                          <p:attrName>style.visibility</p:attrName>
                                        </p:attrNameLst>
                                      </p:cBhvr>
                                      <p:to>
                                        <p:strVal val="visible"/>
                                      </p:to>
                                    </p:set>
                                    <p:animEffect transition="in" filter="blinds(horizontal)">
                                      <p:cBhvr>
                                        <p:cTn id="15" dur="500"/>
                                        <p:tgtEl>
                                          <p:spTgt spid="52230">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2230">
                                            <p:txEl>
                                              <p:pRg st="5" end="5"/>
                                            </p:txEl>
                                          </p:spTgt>
                                        </p:tgtEl>
                                        <p:attrNameLst>
                                          <p:attrName>style.visibility</p:attrName>
                                        </p:attrNameLst>
                                      </p:cBhvr>
                                      <p:to>
                                        <p:strVal val="visible"/>
                                      </p:to>
                                    </p:set>
                                    <p:animEffect transition="in" filter="blinds(horizontal)">
                                      <p:cBhvr>
                                        <p:cTn id="18" dur="500"/>
                                        <p:tgtEl>
                                          <p:spTgt spid="52230">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2230">
                                            <p:txEl>
                                              <p:pRg st="6" end="6"/>
                                            </p:txEl>
                                          </p:spTgt>
                                        </p:tgtEl>
                                        <p:attrNameLst>
                                          <p:attrName>style.visibility</p:attrName>
                                        </p:attrNameLst>
                                      </p:cBhvr>
                                      <p:to>
                                        <p:strVal val="visible"/>
                                      </p:to>
                                    </p:set>
                                    <p:animEffect transition="in" filter="blinds(horizontal)">
                                      <p:cBhvr>
                                        <p:cTn id="21" dur="500"/>
                                        <p:tgtEl>
                                          <p:spTgt spid="522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A447D10-9982-D4FD-FCA2-2AE6E94D13D3}"/>
              </a:ext>
            </a:extLst>
          </p:cNvPr>
          <p:cNvSpPr>
            <a:spLocks noGrp="1" noChangeArrowheads="1"/>
          </p:cNvSpPr>
          <p:nvPr>
            <p:ph type="title" idx="4294967295"/>
          </p:nvPr>
        </p:nvSpPr>
        <p:spPr/>
        <p:txBody>
          <a:bodyPr/>
          <a:lstStyle/>
          <a:p>
            <a:pPr eaLnBrk="1" hangingPunct="1"/>
            <a:r>
              <a:rPr lang="zh-CN" altLang="en-US"/>
              <a:t>三地址码的常见形式</a:t>
            </a:r>
            <a:endParaRPr lang="zh-CN" altLang="en-US">
              <a:solidFill>
                <a:schemeClr val="tx1"/>
              </a:solidFill>
              <a:latin typeface="仿宋_GB2312" pitchFamily="1" charset="-122"/>
              <a:ea typeface="仿宋_GB2312" pitchFamily="1" charset="-122"/>
            </a:endParaRPr>
          </a:p>
        </p:txBody>
      </p:sp>
      <p:sp>
        <p:nvSpPr>
          <p:cNvPr id="89091" name="Footer Placeholder 5">
            <a:extLst>
              <a:ext uri="{FF2B5EF4-FFF2-40B4-BE49-F238E27FC236}">
                <a16:creationId xmlns:a16="http://schemas.microsoft.com/office/drawing/2014/main" id="{DC353D01-88DC-8E2C-4BD1-DEFFE1B0F61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89092" name="Slide Number Placeholder 6">
            <a:extLst>
              <a:ext uri="{FF2B5EF4-FFF2-40B4-BE49-F238E27FC236}">
                <a16:creationId xmlns:a16="http://schemas.microsoft.com/office/drawing/2014/main" id="{D08AA5D7-6776-F4A4-0529-17811C9D8DE7}"/>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7642B6C0-3EF0-4EC0-BB4B-D5A1D9E52FE1}"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72</a:t>
            </a:fld>
            <a:endParaRPr lang="en-GB" altLang="en-US" sz="1200">
              <a:latin typeface="Comic Sans MS" panose="030F0702030302020204" pitchFamily="66" charset="0"/>
              <a:ea typeface="宋体" panose="02010600030101010101" pitchFamily="2" charset="-122"/>
            </a:endParaRPr>
          </a:p>
        </p:txBody>
      </p:sp>
      <p:sp>
        <p:nvSpPr>
          <p:cNvPr id="89093" name="日期占位符 8">
            <a:extLst>
              <a:ext uri="{FF2B5EF4-FFF2-40B4-BE49-F238E27FC236}">
                <a16:creationId xmlns:a16="http://schemas.microsoft.com/office/drawing/2014/main" id="{C42515FD-C639-D519-0435-DEE0758D7549}"/>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3254" name="Rectangle 3">
            <a:extLst>
              <a:ext uri="{FF2B5EF4-FFF2-40B4-BE49-F238E27FC236}">
                <a16:creationId xmlns:a16="http://schemas.microsoft.com/office/drawing/2014/main" id="{F771D7AC-7BCF-C34B-8579-6CC2448E4730}"/>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4000" b="1">
                <a:solidFill>
                  <a:schemeClr val="accent2"/>
                </a:solidFill>
                <a:latin typeface="楷体_GB2312" panose="02010609030101010101" pitchFamily="1" charset="-122"/>
              </a:rPr>
              <a:t>二元</a:t>
            </a:r>
            <a:r>
              <a:rPr lang="zh-CN" altLang="en-US" sz="4000" b="1">
                <a:latin typeface="楷体_GB2312" panose="02010609030101010101" pitchFamily="1" charset="-122"/>
              </a:rPr>
              <a:t>运算类赋值语句  </a:t>
            </a:r>
            <a:r>
              <a:rPr lang="en-US" altLang="zh-CN" sz="4000" b="1">
                <a:solidFill>
                  <a:schemeClr val="accent2"/>
                </a:solidFill>
                <a:latin typeface="Times New Roman" panose="02020603050405020304" pitchFamily="18" charset="0"/>
              </a:rPr>
              <a:t>x = y op z</a:t>
            </a:r>
          </a:p>
          <a:p>
            <a:pPr eaLnBrk="1">
              <a:buFont typeface="Times New Roman" panose="02020603050405020304" pitchFamily="18" charset="0"/>
              <a:buNone/>
            </a:pPr>
            <a:r>
              <a:rPr lang="en-US" altLang="zh-CN" sz="4000" b="1">
                <a:latin typeface="楷体_GB2312" panose="02010609030101010101" pitchFamily="1" charset="-122"/>
              </a:rPr>
              <a:t>    </a:t>
            </a:r>
            <a:r>
              <a:rPr lang="zh-CN" altLang="en-US" sz="4000" b="1">
                <a:latin typeface="楷体_GB2312" panose="02010609030101010101" pitchFamily="1" charset="-122"/>
              </a:rPr>
              <a:t>其中</a:t>
            </a:r>
            <a:r>
              <a:rPr lang="en-US" altLang="zh-CN" sz="4000" b="1">
                <a:latin typeface="楷体_GB2312" panose="02010609030101010101" pitchFamily="1" charset="-122"/>
              </a:rPr>
              <a:t>op</a:t>
            </a:r>
            <a:r>
              <a:rPr lang="zh-CN" altLang="en-US" sz="4000" b="1">
                <a:latin typeface="楷体_GB2312" panose="02010609030101010101" pitchFamily="1" charset="-122"/>
              </a:rPr>
              <a:t>为二元运算符或逻辑运算符</a:t>
            </a:r>
          </a:p>
          <a:p>
            <a:pPr eaLnBrk="1">
              <a:buFont typeface="Times New Roman" panose="02020603050405020304" pitchFamily="18" charset="0"/>
              <a:buNone/>
            </a:pPr>
            <a:r>
              <a:rPr lang="zh-CN" altLang="en-US" sz="4000" b="1">
                <a:solidFill>
                  <a:schemeClr val="accent2"/>
                </a:solidFill>
                <a:latin typeface="楷体_GB2312" panose="02010609030101010101" pitchFamily="1" charset="-122"/>
              </a:rPr>
              <a:t>一元</a:t>
            </a:r>
            <a:r>
              <a:rPr lang="zh-CN" altLang="en-US" sz="4000" b="1">
                <a:latin typeface="楷体_GB2312" panose="02010609030101010101" pitchFamily="1" charset="-122"/>
              </a:rPr>
              <a:t>运算类赋值语句  </a:t>
            </a:r>
            <a:r>
              <a:rPr lang="en-US" altLang="zh-CN" sz="4000" b="1">
                <a:solidFill>
                  <a:schemeClr val="accent2"/>
                </a:solidFill>
                <a:latin typeface="Times New Roman" panose="02020603050405020304" pitchFamily="18" charset="0"/>
              </a:rPr>
              <a:t>x = op z</a:t>
            </a:r>
          </a:p>
          <a:p>
            <a:pPr eaLnBrk="1">
              <a:buFont typeface="Times New Roman" panose="02020603050405020304" pitchFamily="18" charset="0"/>
              <a:buNone/>
            </a:pPr>
            <a:r>
              <a:rPr lang="zh-CN" altLang="en-US" sz="4000" b="1">
                <a:latin typeface="楷体_GB2312" panose="02010609030101010101" pitchFamily="1" charset="-122"/>
              </a:rPr>
              <a:t>    其中</a:t>
            </a:r>
            <a:r>
              <a:rPr lang="en-US" altLang="zh-CN" sz="4000" b="1">
                <a:latin typeface="楷体_GB2312" panose="02010609030101010101" pitchFamily="1" charset="-122"/>
              </a:rPr>
              <a:t>op</a:t>
            </a:r>
            <a:r>
              <a:rPr lang="zh-CN" altLang="en-US" sz="4000" b="1">
                <a:latin typeface="楷体_GB2312" panose="02010609030101010101" pitchFamily="1" charset="-122"/>
              </a:rPr>
              <a:t>为一元运算符</a:t>
            </a:r>
            <a:endParaRPr lang="en-US" altLang="zh-CN" sz="4000" b="1">
              <a:latin typeface="楷体_GB2312" panose="02010609030101010101" pitchFamily="1" charset="-122"/>
            </a:endParaRPr>
          </a:p>
          <a:p>
            <a:pPr eaLnBrk="1">
              <a:buFont typeface="Times New Roman" panose="02020603050405020304" pitchFamily="18" charset="0"/>
              <a:buNone/>
            </a:pPr>
            <a:r>
              <a:rPr lang="en-US" altLang="zh-CN" sz="4000" b="1">
                <a:latin typeface="楷体_GB2312" panose="02010609030101010101" pitchFamily="1" charset="-122"/>
              </a:rPr>
              <a:t>    </a:t>
            </a:r>
            <a:r>
              <a:rPr lang="zh-CN" altLang="en-US" sz="4000" b="1">
                <a:latin typeface="楷体_GB2312" panose="02010609030101010101" pitchFamily="1" charset="-122"/>
              </a:rPr>
              <a:t>如一元减</a:t>
            </a:r>
            <a:r>
              <a:rPr lang="en-US" altLang="zh-CN" sz="4000" b="1">
                <a:latin typeface="楷体_GB2312" panose="02010609030101010101" pitchFamily="1" charset="-122"/>
              </a:rPr>
              <a:t>uminus</a:t>
            </a:r>
          </a:p>
          <a:p>
            <a:pPr eaLnBrk="1">
              <a:buFont typeface="Times New Roman" panose="02020603050405020304" pitchFamily="18" charset="0"/>
              <a:buNone/>
            </a:pPr>
            <a:r>
              <a:rPr lang="en-US" altLang="zh-CN" sz="4000" b="1">
                <a:latin typeface="楷体_GB2312" panose="02010609030101010101" pitchFamily="1" charset="-122"/>
              </a:rPr>
              <a:t>      </a:t>
            </a:r>
            <a:r>
              <a:rPr lang="zh-CN" altLang="en-US" sz="4000" b="1">
                <a:latin typeface="楷体_GB2312" panose="02010609030101010101" pitchFamily="1" charset="-122"/>
              </a:rPr>
              <a:t>逻辑否定</a:t>
            </a:r>
            <a:r>
              <a:rPr lang="en-US" altLang="zh-CN" sz="4000" b="1">
                <a:latin typeface="楷体_GB2312" panose="02010609030101010101" pitchFamily="1" charset="-122"/>
              </a:rPr>
              <a:t>not</a:t>
            </a:r>
          </a:p>
          <a:p>
            <a:pPr eaLnBrk="1">
              <a:buFont typeface="Times New Roman" panose="02020603050405020304" pitchFamily="18" charset="0"/>
              <a:buNone/>
            </a:pPr>
            <a:r>
              <a:rPr lang="en-US" altLang="zh-CN" sz="4000" b="1">
                <a:latin typeface="楷体_GB2312" panose="02010609030101010101" pitchFamily="1" charset="-122"/>
              </a:rPr>
              <a:t>      </a:t>
            </a:r>
            <a:r>
              <a:rPr lang="zh-CN" altLang="en-US" sz="4000" b="1">
                <a:latin typeface="楷体_GB2312" panose="02010609030101010101" pitchFamily="1" charset="-122"/>
              </a:rPr>
              <a:t>移位符，类型转换符等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254">
                                            <p:txEl>
                                              <p:pRg st="0" end="0"/>
                                            </p:txEl>
                                          </p:spTgt>
                                        </p:tgtEl>
                                        <p:attrNameLst>
                                          <p:attrName>style.visibility</p:attrName>
                                        </p:attrNameLst>
                                      </p:cBhvr>
                                      <p:to>
                                        <p:strVal val="visible"/>
                                      </p:to>
                                    </p:set>
                                    <p:animEffect transition="in" filter="blinds(horizontal)">
                                      <p:cBhvr>
                                        <p:cTn id="7" dur="500"/>
                                        <p:tgtEl>
                                          <p:spTgt spid="5325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3254">
                                            <p:txEl>
                                              <p:pRg st="1" end="1"/>
                                            </p:txEl>
                                          </p:spTgt>
                                        </p:tgtEl>
                                        <p:attrNameLst>
                                          <p:attrName>style.visibility</p:attrName>
                                        </p:attrNameLst>
                                      </p:cBhvr>
                                      <p:to>
                                        <p:strVal val="visible"/>
                                      </p:to>
                                    </p:set>
                                    <p:animEffect transition="in" filter="blinds(horizontal)">
                                      <p:cBhvr>
                                        <p:cTn id="10" dur="500"/>
                                        <p:tgtEl>
                                          <p:spTgt spid="53254">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3254">
                                            <p:txEl>
                                              <p:pRg st="2" end="2"/>
                                            </p:txEl>
                                          </p:spTgt>
                                        </p:tgtEl>
                                        <p:attrNameLst>
                                          <p:attrName>style.visibility</p:attrName>
                                        </p:attrNameLst>
                                      </p:cBhvr>
                                      <p:to>
                                        <p:strVal val="visible"/>
                                      </p:to>
                                    </p:set>
                                    <p:animEffect transition="in" filter="blinds(horizontal)">
                                      <p:cBhvr>
                                        <p:cTn id="15" dur="500"/>
                                        <p:tgtEl>
                                          <p:spTgt spid="53254">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3254">
                                            <p:txEl>
                                              <p:pRg st="3" end="3"/>
                                            </p:txEl>
                                          </p:spTgt>
                                        </p:tgtEl>
                                        <p:attrNameLst>
                                          <p:attrName>style.visibility</p:attrName>
                                        </p:attrNameLst>
                                      </p:cBhvr>
                                      <p:to>
                                        <p:strVal val="visible"/>
                                      </p:to>
                                    </p:set>
                                    <p:animEffect transition="in" filter="blinds(horizontal)">
                                      <p:cBhvr>
                                        <p:cTn id="18" dur="500"/>
                                        <p:tgtEl>
                                          <p:spTgt spid="53254">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53254">
                                            <p:txEl>
                                              <p:pRg st="4" end="4"/>
                                            </p:txEl>
                                          </p:spTgt>
                                        </p:tgtEl>
                                        <p:attrNameLst>
                                          <p:attrName>style.visibility</p:attrName>
                                        </p:attrNameLst>
                                      </p:cBhvr>
                                      <p:to>
                                        <p:strVal val="visible"/>
                                      </p:to>
                                    </p:set>
                                    <p:animEffect transition="in" filter="blinds(horizontal)">
                                      <p:cBhvr>
                                        <p:cTn id="23" dur="500"/>
                                        <p:tgtEl>
                                          <p:spTgt spid="53254">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3254">
                                            <p:txEl>
                                              <p:pRg st="5" end="5"/>
                                            </p:txEl>
                                          </p:spTgt>
                                        </p:tgtEl>
                                        <p:attrNameLst>
                                          <p:attrName>style.visibility</p:attrName>
                                        </p:attrNameLst>
                                      </p:cBhvr>
                                      <p:to>
                                        <p:strVal val="visible"/>
                                      </p:to>
                                    </p:set>
                                    <p:animEffect transition="in" filter="blinds(horizontal)">
                                      <p:cBhvr>
                                        <p:cTn id="26" dur="500"/>
                                        <p:tgtEl>
                                          <p:spTgt spid="53254">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3254">
                                            <p:txEl>
                                              <p:pRg st="6" end="6"/>
                                            </p:txEl>
                                          </p:spTgt>
                                        </p:tgtEl>
                                        <p:attrNameLst>
                                          <p:attrName>style.visibility</p:attrName>
                                        </p:attrNameLst>
                                      </p:cBhvr>
                                      <p:to>
                                        <p:strVal val="visible"/>
                                      </p:to>
                                    </p:set>
                                    <p:animEffect transition="in" filter="blinds(horizontal)">
                                      <p:cBhvr>
                                        <p:cTn id="29" dur="500"/>
                                        <p:tgtEl>
                                          <p:spTgt spid="5325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B6A8148-20E6-1574-DA44-DAE3D9E8F251}"/>
              </a:ext>
            </a:extLst>
          </p:cNvPr>
          <p:cNvSpPr>
            <a:spLocks noGrp="1" noChangeArrowheads="1"/>
          </p:cNvSpPr>
          <p:nvPr>
            <p:ph type="title" idx="4294967295"/>
          </p:nvPr>
        </p:nvSpPr>
        <p:spPr/>
        <p:txBody>
          <a:bodyPr/>
          <a:lstStyle/>
          <a:p>
            <a:pPr eaLnBrk="1" hangingPunct="1"/>
            <a:r>
              <a:rPr lang="zh-CN" altLang="en-US"/>
              <a:t>三地址码的常见形式</a:t>
            </a:r>
            <a:endParaRPr lang="zh-CN" altLang="en-US">
              <a:solidFill>
                <a:schemeClr val="tx1"/>
              </a:solidFill>
              <a:latin typeface="仿宋_GB2312" pitchFamily="1" charset="-122"/>
              <a:ea typeface="仿宋_GB2312" pitchFamily="1" charset="-122"/>
            </a:endParaRPr>
          </a:p>
        </p:txBody>
      </p:sp>
      <p:sp>
        <p:nvSpPr>
          <p:cNvPr id="90115" name="Footer Placeholder 5">
            <a:extLst>
              <a:ext uri="{FF2B5EF4-FFF2-40B4-BE49-F238E27FC236}">
                <a16:creationId xmlns:a16="http://schemas.microsoft.com/office/drawing/2014/main" id="{3A235A58-31E1-9DAE-AE3A-70D6C01ECC53}"/>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0116" name="Slide Number Placeholder 6">
            <a:extLst>
              <a:ext uri="{FF2B5EF4-FFF2-40B4-BE49-F238E27FC236}">
                <a16:creationId xmlns:a16="http://schemas.microsoft.com/office/drawing/2014/main" id="{1D2D58F2-7294-1D4A-E94A-A2BBEE1E2617}"/>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8D4957FF-DCC1-4A24-A276-C44997E2E3B8}"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73</a:t>
            </a:fld>
            <a:endParaRPr lang="en-GB" altLang="en-US" sz="1200">
              <a:latin typeface="Comic Sans MS" panose="030F0702030302020204" pitchFamily="66" charset="0"/>
              <a:ea typeface="宋体" panose="02010600030101010101" pitchFamily="2" charset="-122"/>
            </a:endParaRPr>
          </a:p>
        </p:txBody>
      </p:sp>
      <p:sp>
        <p:nvSpPr>
          <p:cNvPr id="90117" name="日期占位符 8">
            <a:extLst>
              <a:ext uri="{FF2B5EF4-FFF2-40B4-BE49-F238E27FC236}">
                <a16:creationId xmlns:a16="http://schemas.microsoft.com/office/drawing/2014/main" id="{989BB7B9-9C8A-2D8B-37B1-CD74287CCB0F}"/>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0118" name="Rectangle 3">
            <a:extLst>
              <a:ext uri="{FF2B5EF4-FFF2-40B4-BE49-F238E27FC236}">
                <a16:creationId xmlns:a16="http://schemas.microsoft.com/office/drawing/2014/main" id="{D5D8670A-733F-8459-EFC7-83CA018BC552}"/>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4000" b="1">
                <a:solidFill>
                  <a:schemeClr val="tx1"/>
                </a:solidFill>
                <a:latin typeface="楷体_GB2312" panose="02010609030101010101" pitchFamily="1" charset="-122"/>
              </a:rPr>
              <a:t>复制类赋值语句</a:t>
            </a:r>
          </a:p>
          <a:p>
            <a:pPr eaLnBrk="1">
              <a:buFont typeface="Times New Roman" panose="02020603050405020304" pitchFamily="18" charset="0"/>
              <a:buNone/>
            </a:pPr>
            <a:r>
              <a:rPr lang="en-US" altLang="zh-CN" sz="4000" b="1">
                <a:solidFill>
                  <a:schemeClr val="tx1"/>
                </a:solidFill>
                <a:latin typeface="楷体_GB2312" panose="02010609030101010101" pitchFamily="1" charset="-122"/>
              </a:rPr>
              <a:t>     </a:t>
            </a:r>
            <a:r>
              <a:rPr lang="en-US" altLang="zh-CN" sz="4000" b="1">
                <a:solidFill>
                  <a:schemeClr val="accent2"/>
                </a:solidFill>
                <a:latin typeface="Times New Roman" panose="02020603050405020304" pitchFamily="18" charset="0"/>
              </a:rPr>
              <a:t>x = y</a:t>
            </a:r>
            <a:endParaRPr lang="zh-CN" altLang="en-US" sz="4000" b="1">
              <a:solidFill>
                <a:schemeClr val="accent2"/>
              </a:solidFill>
              <a:latin typeface="Times New Roman" panose="02020603050405020304" pitchFamily="18" charset="0"/>
            </a:endParaRPr>
          </a:p>
          <a:p>
            <a:pPr eaLnBrk="1">
              <a:buFont typeface="Times New Roman" panose="02020603050405020304" pitchFamily="18" charset="0"/>
              <a:buNone/>
            </a:pPr>
            <a:r>
              <a:rPr lang="zh-CN" altLang="en-US" sz="4000" b="1">
                <a:solidFill>
                  <a:schemeClr val="tx1"/>
                </a:solidFill>
                <a:latin typeface="楷体_GB2312" panose="02010609030101010101" pitchFamily="1" charset="-122"/>
              </a:rPr>
              <a:t>无条件转移语句</a:t>
            </a:r>
          </a:p>
          <a:p>
            <a:pPr eaLnBrk="1">
              <a:buFont typeface="Times New Roman" panose="02020603050405020304" pitchFamily="18" charset="0"/>
              <a:buNone/>
            </a:pPr>
            <a:r>
              <a:rPr lang="en-US" altLang="zh-CN" sz="4000" b="1">
                <a:solidFill>
                  <a:schemeClr val="tx1"/>
                </a:solidFill>
                <a:latin typeface="楷体_GB2312" panose="02010609030101010101" pitchFamily="1" charset="-122"/>
              </a:rPr>
              <a:t>    </a:t>
            </a:r>
            <a:r>
              <a:rPr lang="en-US" altLang="zh-CN" sz="4000" b="1">
                <a:solidFill>
                  <a:schemeClr val="accent2"/>
                </a:solidFill>
                <a:latin typeface="Times New Roman" panose="02020603050405020304" pitchFamily="18" charset="0"/>
              </a:rPr>
              <a:t>goto L</a:t>
            </a:r>
            <a:endParaRPr lang="zh-CN" altLang="en-US" sz="4000" b="1">
              <a:solidFill>
                <a:schemeClr val="accent2"/>
              </a:solidFill>
              <a:latin typeface="Times New Roman" panose="02020603050405020304" pitchFamily="18" charset="0"/>
            </a:endParaRPr>
          </a:p>
          <a:p>
            <a:pPr eaLnBrk="1">
              <a:buFont typeface="Times New Roman" panose="02020603050405020304" pitchFamily="18" charset="0"/>
              <a:buNone/>
            </a:pPr>
            <a:r>
              <a:rPr lang="zh-CN" altLang="en-US" sz="4000" b="1">
                <a:solidFill>
                  <a:schemeClr val="tx1"/>
                </a:solidFill>
                <a:latin typeface="楷体_GB2312" panose="02010609030101010101" pitchFamily="1" charset="-122"/>
              </a:rPr>
              <a:t>    转到标号为</a:t>
            </a:r>
            <a:r>
              <a:rPr lang="en-US" altLang="zh-CN" sz="4000" b="1">
                <a:solidFill>
                  <a:schemeClr val="tx1"/>
                </a:solidFill>
                <a:latin typeface="楷体_GB2312" panose="02010609030101010101" pitchFamily="1" charset="-122"/>
              </a:rPr>
              <a:t>L</a:t>
            </a:r>
            <a:r>
              <a:rPr lang="zh-CN" altLang="en-US" sz="4000" b="1">
                <a:solidFill>
                  <a:schemeClr val="tx1"/>
                </a:solidFill>
                <a:latin typeface="楷体_GB2312" panose="02010609030101010101" pitchFamily="1" charset="-122"/>
              </a:rPr>
              <a:t>的语句</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30B5759B-0AE1-4FB0-223B-503BCBBEA388}"/>
              </a:ext>
            </a:extLst>
          </p:cNvPr>
          <p:cNvSpPr>
            <a:spLocks noGrp="1" noChangeArrowheads="1"/>
          </p:cNvSpPr>
          <p:nvPr>
            <p:ph type="title" idx="4294967295"/>
          </p:nvPr>
        </p:nvSpPr>
        <p:spPr/>
        <p:txBody>
          <a:bodyPr/>
          <a:lstStyle/>
          <a:p>
            <a:pPr eaLnBrk="1" hangingPunct="1"/>
            <a:r>
              <a:rPr lang="zh-CN" altLang="en-US"/>
              <a:t>三地址码的常见形式</a:t>
            </a:r>
            <a:endParaRPr lang="zh-CN" altLang="en-US">
              <a:solidFill>
                <a:schemeClr val="tx1"/>
              </a:solidFill>
              <a:latin typeface="仿宋_GB2312" pitchFamily="1" charset="-122"/>
              <a:ea typeface="仿宋_GB2312" pitchFamily="1" charset="-122"/>
            </a:endParaRPr>
          </a:p>
        </p:txBody>
      </p:sp>
      <p:sp>
        <p:nvSpPr>
          <p:cNvPr id="91139" name="Footer Placeholder 5">
            <a:extLst>
              <a:ext uri="{FF2B5EF4-FFF2-40B4-BE49-F238E27FC236}">
                <a16:creationId xmlns:a16="http://schemas.microsoft.com/office/drawing/2014/main" id="{B1A517B8-8D11-CC9E-D2E3-0612DD3334A6}"/>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1140" name="Slide Number Placeholder 6">
            <a:extLst>
              <a:ext uri="{FF2B5EF4-FFF2-40B4-BE49-F238E27FC236}">
                <a16:creationId xmlns:a16="http://schemas.microsoft.com/office/drawing/2014/main" id="{4A8F0EDA-5688-DD89-1E50-044994A6488C}"/>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D40A69A0-EC97-4BC2-8766-EF70DE508969}"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74</a:t>
            </a:fld>
            <a:endParaRPr lang="en-GB" altLang="en-US" sz="1200">
              <a:latin typeface="Comic Sans MS" panose="030F0702030302020204" pitchFamily="66" charset="0"/>
              <a:ea typeface="宋体" panose="02010600030101010101" pitchFamily="2" charset="-122"/>
            </a:endParaRPr>
          </a:p>
        </p:txBody>
      </p:sp>
      <p:sp>
        <p:nvSpPr>
          <p:cNvPr id="91141" name="日期占位符 8">
            <a:extLst>
              <a:ext uri="{FF2B5EF4-FFF2-40B4-BE49-F238E27FC236}">
                <a16:creationId xmlns:a16="http://schemas.microsoft.com/office/drawing/2014/main" id="{1A28730D-51C9-34B1-1142-49EF82F37573}"/>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5302" name="Rectangle 3">
            <a:extLst>
              <a:ext uri="{FF2B5EF4-FFF2-40B4-BE49-F238E27FC236}">
                <a16:creationId xmlns:a16="http://schemas.microsoft.com/office/drawing/2014/main" id="{90B9027E-05AF-595A-10D6-F09886F3F581}"/>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b="1">
                <a:solidFill>
                  <a:schemeClr val="tx1"/>
                </a:solidFill>
                <a:latin typeface="楷体_GB2312" panose="02010609030101010101" pitchFamily="1" charset="-122"/>
              </a:rPr>
              <a:t>条件转移语句</a:t>
            </a:r>
          </a:p>
          <a:p>
            <a:pPr eaLnBrk="1">
              <a:buFont typeface="Times New Roman" panose="02020603050405020304" pitchFamily="18" charset="0"/>
              <a:buNone/>
            </a:pPr>
            <a:r>
              <a:rPr lang="en-US" altLang="zh-CN" b="1">
                <a:solidFill>
                  <a:schemeClr val="tx1"/>
                </a:solidFill>
                <a:latin typeface="楷体_GB2312" panose="02010609030101010101" pitchFamily="1" charset="-122"/>
              </a:rPr>
              <a:t>  </a:t>
            </a:r>
            <a:r>
              <a:rPr lang="en-US" altLang="zh-CN" b="1">
                <a:solidFill>
                  <a:schemeClr val="accent2"/>
                </a:solidFill>
                <a:latin typeface="Times New Roman" panose="02020603050405020304" pitchFamily="18" charset="0"/>
              </a:rPr>
              <a:t>if x rop y goto L    </a:t>
            </a:r>
            <a:r>
              <a:rPr lang="zh-CN" altLang="en-US" b="1">
                <a:solidFill>
                  <a:schemeClr val="tx1"/>
                </a:solidFill>
                <a:latin typeface="楷体_GB2312" panose="02010609030101010101" pitchFamily="1" charset="-122"/>
              </a:rPr>
              <a:t>或</a:t>
            </a:r>
            <a:r>
              <a:rPr lang="en-US" altLang="zh-CN" b="1">
                <a:solidFill>
                  <a:schemeClr val="tx1"/>
                </a:solidFill>
                <a:latin typeface="楷体_GB2312" panose="02010609030101010101" pitchFamily="1" charset="-122"/>
              </a:rPr>
              <a:t>  </a:t>
            </a:r>
            <a:r>
              <a:rPr lang="en-US" altLang="zh-CN" b="1">
                <a:solidFill>
                  <a:schemeClr val="accent2"/>
                </a:solidFill>
                <a:latin typeface="Times New Roman" panose="02020603050405020304" pitchFamily="18" charset="0"/>
              </a:rPr>
              <a:t>if a goto L</a:t>
            </a:r>
            <a:endParaRPr lang="zh-CN" altLang="en-US" b="1">
              <a:solidFill>
                <a:schemeClr val="accent2"/>
              </a:solidFill>
              <a:latin typeface="Times New Roman" panose="02020603050405020304" pitchFamily="18" charset="0"/>
            </a:endParaRPr>
          </a:p>
          <a:p>
            <a:pPr eaLnBrk="1">
              <a:buFont typeface="Times New Roman" panose="02020603050405020304" pitchFamily="18" charset="0"/>
              <a:buNone/>
            </a:pPr>
            <a:r>
              <a:rPr lang="en-US" altLang="zh-CN" b="1">
                <a:solidFill>
                  <a:schemeClr val="tx1"/>
                </a:solidFill>
                <a:latin typeface="楷体_GB2312" panose="02010609030101010101" pitchFamily="1" charset="-122"/>
              </a:rPr>
              <a:t>  rop</a:t>
            </a:r>
            <a:r>
              <a:rPr lang="zh-CN" altLang="en-US" b="1">
                <a:solidFill>
                  <a:schemeClr val="tx1"/>
                </a:solidFill>
                <a:latin typeface="楷体_GB2312" panose="02010609030101010101" pitchFamily="1" charset="-122"/>
              </a:rPr>
              <a:t>为关系运算符</a:t>
            </a:r>
            <a:endParaRPr lang="en-US" altLang="zh-CN" b="1">
              <a:solidFill>
                <a:schemeClr val="tx1"/>
              </a:solidFill>
              <a:latin typeface="楷体_GB2312" panose="02010609030101010101" pitchFamily="1" charset="-122"/>
            </a:endParaRPr>
          </a:p>
          <a:p>
            <a:pPr eaLnBrk="1">
              <a:buFont typeface="Times New Roman" panose="02020603050405020304" pitchFamily="18" charset="0"/>
              <a:buNone/>
            </a:pPr>
            <a:r>
              <a:rPr lang="en-US" altLang="zh-CN" b="1">
                <a:solidFill>
                  <a:schemeClr val="tx1"/>
                </a:solidFill>
                <a:latin typeface="楷体_GB2312" panose="02010609030101010101" pitchFamily="1" charset="-122"/>
              </a:rPr>
              <a:t>    </a:t>
            </a:r>
            <a:r>
              <a:rPr lang="en-US" altLang="zh-CN" b="1">
                <a:solidFill>
                  <a:schemeClr val="accent2"/>
                </a:solidFill>
                <a:latin typeface="Times New Roman" panose="02020603050405020304" pitchFamily="18" charset="0"/>
              </a:rPr>
              <a:t>&lt;</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&lt;=</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&gt;</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&gt;=</a:t>
            </a:r>
            <a:r>
              <a:rPr lang="zh-CN" altLang="en-US" b="1">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&lt;&gt;</a:t>
            </a:r>
          </a:p>
          <a:p>
            <a:pPr eaLnBrk="1">
              <a:buFont typeface="Times New Roman" panose="02020603050405020304" pitchFamily="18" charset="0"/>
              <a:buNone/>
            </a:pPr>
            <a:r>
              <a:rPr lang="zh-CN" altLang="en-US" b="1">
                <a:solidFill>
                  <a:schemeClr val="tx1"/>
                </a:solidFill>
                <a:latin typeface="楷体_GB2312" panose="02010609030101010101" pitchFamily="1" charset="-122"/>
              </a:rPr>
              <a:t>若</a:t>
            </a:r>
            <a:r>
              <a:rPr lang="en-US" altLang="zh-CN" b="1">
                <a:solidFill>
                  <a:schemeClr val="tx1"/>
                </a:solidFill>
                <a:latin typeface="楷体_GB2312" panose="02010609030101010101" pitchFamily="1" charset="-122"/>
              </a:rPr>
              <a:t> </a:t>
            </a:r>
            <a:r>
              <a:rPr lang="en-US" altLang="zh-CN" b="1">
                <a:solidFill>
                  <a:schemeClr val="accent2"/>
                </a:solidFill>
                <a:latin typeface="Times New Roman" panose="02020603050405020304" pitchFamily="18" charset="0"/>
              </a:rPr>
              <a:t>x </a:t>
            </a:r>
            <a:r>
              <a:rPr lang="zh-CN" altLang="en-US" b="1">
                <a:solidFill>
                  <a:schemeClr val="tx1"/>
                </a:solidFill>
                <a:latin typeface="楷体_GB2312" panose="02010609030101010101" pitchFamily="1" charset="-122"/>
              </a:rPr>
              <a:t>和</a:t>
            </a:r>
            <a:r>
              <a:rPr lang="en-US" altLang="zh-CN" b="1">
                <a:solidFill>
                  <a:schemeClr val="tx1"/>
                </a:solidFill>
                <a:latin typeface="楷体_GB2312" panose="02010609030101010101" pitchFamily="1" charset="-122"/>
              </a:rPr>
              <a:t> </a:t>
            </a:r>
            <a:r>
              <a:rPr lang="en-US" altLang="zh-CN" b="1">
                <a:solidFill>
                  <a:schemeClr val="accent2"/>
                </a:solidFill>
                <a:latin typeface="Times New Roman" panose="02020603050405020304" pitchFamily="18" charset="0"/>
              </a:rPr>
              <a:t>y </a:t>
            </a:r>
            <a:r>
              <a:rPr lang="zh-CN" altLang="en-US" b="1">
                <a:solidFill>
                  <a:schemeClr val="tx1"/>
                </a:solidFill>
                <a:latin typeface="楷体_GB2312" panose="02010609030101010101" pitchFamily="1" charset="-122"/>
              </a:rPr>
              <a:t>满足关系</a:t>
            </a:r>
            <a:r>
              <a:rPr lang="en-US" altLang="zh-CN" b="1">
                <a:solidFill>
                  <a:schemeClr val="accent2"/>
                </a:solidFill>
                <a:latin typeface="Times New Roman" panose="02020603050405020304" pitchFamily="18" charset="0"/>
              </a:rPr>
              <a:t>rop</a:t>
            </a:r>
            <a:r>
              <a:rPr lang="zh-CN" altLang="en-US" b="1">
                <a:solidFill>
                  <a:schemeClr val="tx1"/>
                </a:solidFill>
                <a:latin typeface="楷体_GB2312" panose="02010609030101010101" pitchFamily="1" charset="-122"/>
              </a:rPr>
              <a:t>，或</a:t>
            </a:r>
            <a:r>
              <a:rPr lang="en-US" altLang="zh-CN" b="1">
                <a:solidFill>
                  <a:schemeClr val="tx1"/>
                </a:solidFill>
                <a:latin typeface="楷体_GB2312" panose="02010609030101010101" pitchFamily="1" charset="-122"/>
              </a:rPr>
              <a:t> </a:t>
            </a:r>
            <a:r>
              <a:rPr lang="en-US" altLang="zh-CN" b="1">
                <a:solidFill>
                  <a:schemeClr val="accent2"/>
                </a:solidFill>
                <a:latin typeface="Times New Roman" panose="02020603050405020304" pitchFamily="18" charset="0"/>
              </a:rPr>
              <a:t>a </a:t>
            </a:r>
            <a:r>
              <a:rPr lang="zh-CN" altLang="en-US" b="1">
                <a:solidFill>
                  <a:schemeClr val="tx1"/>
                </a:solidFill>
                <a:latin typeface="楷体_GB2312" panose="02010609030101010101" pitchFamily="1" charset="-122"/>
              </a:rPr>
              <a:t>为</a:t>
            </a:r>
            <a:r>
              <a:rPr lang="en-US" altLang="zh-CN" b="1">
                <a:solidFill>
                  <a:schemeClr val="accent2"/>
                </a:solidFill>
                <a:latin typeface="Times New Roman" panose="02020603050405020304" pitchFamily="18" charset="0"/>
              </a:rPr>
              <a:t>true</a:t>
            </a:r>
            <a:r>
              <a:rPr lang="zh-CN" altLang="en-US" b="1">
                <a:solidFill>
                  <a:schemeClr val="tx1"/>
                </a:solidFill>
                <a:latin typeface="楷体_GB2312" panose="02010609030101010101" pitchFamily="1" charset="-122"/>
              </a:rPr>
              <a:t>时</a:t>
            </a:r>
            <a:endParaRPr lang="en-US" altLang="zh-CN" b="1">
              <a:solidFill>
                <a:schemeClr val="tx1"/>
              </a:solidFill>
              <a:latin typeface="楷体_GB2312" panose="02010609030101010101" pitchFamily="1" charset="-122"/>
            </a:endParaRPr>
          </a:p>
          <a:p>
            <a:pPr eaLnBrk="1">
              <a:buFont typeface="Times New Roman" panose="02020603050405020304" pitchFamily="18" charset="0"/>
              <a:buNone/>
            </a:pPr>
            <a:r>
              <a:rPr lang="en-US" altLang="zh-CN" b="1">
                <a:solidFill>
                  <a:schemeClr val="tx1"/>
                </a:solidFill>
                <a:latin typeface="楷体_GB2312" panose="02010609030101010101" pitchFamily="1" charset="-122"/>
              </a:rPr>
              <a:t>   </a:t>
            </a:r>
            <a:r>
              <a:rPr lang="zh-CN" altLang="en-US" b="1">
                <a:solidFill>
                  <a:schemeClr val="tx1"/>
                </a:solidFill>
                <a:latin typeface="楷体_GB2312" panose="02010609030101010101" pitchFamily="1" charset="-122"/>
              </a:rPr>
              <a:t>则执行标号为</a:t>
            </a:r>
            <a:r>
              <a:rPr lang="en-US" altLang="zh-CN" b="1">
                <a:solidFill>
                  <a:schemeClr val="accent2"/>
                </a:solidFill>
                <a:latin typeface="Times New Roman" panose="02020603050405020304" pitchFamily="18" charset="0"/>
              </a:rPr>
              <a:t>L</a:t>
            </a:r>
            <a:r>
              <a:rPr lang="zh-CN" altLang="en-US" b="1">
                <a:solidFill>
                  <a:schemeClr val="tx1"/>
                </a:solidFill>
                <a:latin typeface="楷体_GB2312" panose="02010609030101010101" pitchFamily="1" charset="-122"/>
              </a:rPr>
              <a:t>的语句</a:t>
            </a:r>
            <a:endParaRPr lang="en-US" altLang="zh-CN" b="1">
              <a:solidFill>
                <a:schemeClr val="tx1"/>
              </a:solidFill>
              <a:latin typeface="楷体_GB2312" panose="02010609030101010101" pitchFamily="1" charset="-122"/>
            </a:endParaRPr>
          </a:p>
          <a:p>
            <a:pPr eaLnBrk="1">
              <a:buFont typeface="Times New Roman" panose="02020603050405020304" pitchFamily="18" charset="0"/>
              <a:buNone/>
            </a:pPr>
            <a:r>
              <a:rPr lang="en-US" altLang="zh-CN" b="1">
                <a:solidFill>
                  <a:schemeClr val="tx1"/>
                </a:solidFill>
                <a:latin typeface="楷体_GB2312" panose="02010609030101010101" pitchFamily="1" charset="-122"/>
              </a:rPr>
              <a:t>   </a:t>
            </a:r>
            <a:r>
              <a:rPr lang="zh-CN" altLang="en-US" b="1">
                <a:solidFill>
                  <a:schemeClr val="tx1"/>
                </a:solidFill>
                <a:latin typeface="楷体_GB2312" panose="02010609030101010101" pitchFamily="1" charset="-122"/>
              </a:rPr>
              <a:t>否则顺序执行下一语句</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5302">
                                            <p:txEl>
                                              <p:pRg st="2" end="2"/>
                                            </p:txEl>
                                          </p:spTgt>
                                        </p:tgtEl>
                                        <p:attrNameLst>
                                          <p:attrName>style.visibility</p:attrName>
                                        </p:attrNameLst>
                                      </p:cBhvr>
                                      <p:to>
                                        <p:strVal val="visible"/>
                                      </p:to>
                                    </p:set>
                                    <p:animEffect transition="in" filter="blinds(horizontal)">
                                      <p:cBhvr>
                                        <p:cTn id="7" dur="500"/>
                                        <p:tgtEl>
                                          <p:spTgt spid="55302">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5302">
                                            <p:txEl>
                                              <p:pRg st="3" end="3"/>
                                            </p:txEl>
                                          </p:spTgt>
                                        </p:tgtEl>
                                        <p:attrNameLst>
                                          <p:attrName>style.visibility</p:attrName>
                                        </p:attrNameLst>
                                      </p:cBhvr>
                                      <p:to>
                                        <p:strVal val="visible"/>
                                      </p:to>
                                    </p:set>
                                    <p:animEffect transition="in" filter="blinds(horizontal)">
                                      <p:cBhvr>
                                        <p:cTn id="10" dur="500"/>
                                        <p:tgtEl>
                                          <p:spTgt spid="55302">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5302">
                                            <p:txEl>
                                              <p:pRg st="4" end="4"/>
                                            </p:txEl>
                                          </p:spTgt>
                                        </p:tgtEl>
                                        <p:attrNameLst>
                                          <p:attrName>style.visibility</p:attrName>
                                        </p:attrNameLst>
                                      </p:cBhvr>
                                      <p:to>
                                        <p:strVal val="visible"/>
                                      </p:to>
                                    </p:set>
                                    <p:animEffect transition="in" filter="blinds(horizontal)">
                                      <p:cBhvr>
                                        <p:cTn id="15" dur="500"/>
                                        <p:tgtEl>
                                          <p:spTgt spid="55302">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5302">
                                            <p:txEl>
                                              <p:pRg st="5" end="5"/>
                                            </p:txEl>
                                          </p:spTgt>
                                        </p:tgtEl>
                                        <p:attrNameLst>
                                          <p:attrName>style.visibility</p:attrName>
                                        </p:attrNameLst>
                                      </p:cBhvr>
                                      <p:to>
                                        <p:strVal val="visible"/>
                                      </p:to>
                                    </p:set>
                                    <p:animEffect transition="in" filter="blinds(horizontal)">
                                      <p:cBhvr>
                                        <p:cTn id="18" dur="500"/>
                                        <p:tgtEl>
                                          <p:spTgt spid="55302">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5302">
                                            <p:txEl>
                                              <p:pRg st="6" end="6"/>
                                            </p:txEl>
                                          </p:spTgt>
                                        </p:tgtEl>
                                        <p:attrNameLst>
                                          <p:attrName>style.visibility</p:attrName>
                                        </p:attrNameLst>
                                      </p:cBhvr>
                                      <p:to>
                                        <p:strVal val="visible"/>
                                      </p:to>
                                    </p:set>
                                    <p:animEffect transition="in" filter="blinds(horizontal)">
                                      <p:cBhvr>
                                        <p:cTn id="21" dur="500"/>
                                        <p:tgtEl>
                                          <p:spTgt spid="553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0B87F4C9-8E8E-FA41-F271-ACACFD670C06}"/>
              </a:ext>
            </a:extLst>
          </p:cNvPr>
          <p:cNvSpPr>
            <a:spLocks noGrp="1" noChangeArrowheads="1"/>
          </p:cNvSpPr>
          <p:nvPr>
            <p:ph type="title" idx="4294967295"/>
          </p:nvPr>
        </p:nvSpPr>
        <p:spPr/>
        <p:txBody>
          <a:bodyPr/>
          <a:lstStyle/>
          <a:p>
            <a:pPr eaLnBrk="1" hangingPunct="1"/>
            <a:r>
              <a:rPr lang="zh-CN" altLang="en-US"/>
              <a:t>三地址码的常见形式</a:t>
            </a:r>
            <a:endParaRPr lang="zh-CN" altLang="en-US">
              <a:solidFill>
                <a:schemeClr val="tx1"/>
              </a:solidFill>
              <a:latin typeface="仿宋_GB2312" pitchFamily="1" charset="-122"/>
              <a:ea typeface="仿宋_GB2312" pitchFamily="1" charset="-122"/>
            </a:endParaRPr>
          </a:p>
        </p:txBody>
      </p:sp>
      <p:sp>
        <p:nvSpPr>
          <p:cNvPr id="92163" name="Footer Placeholder 5">
            <a:extLst>
              <a:ext uri="{FF2B5EF4-FFF2-40B4-BE49-F238E27FC236}">
                <a16:creationId xmlns:a16="http://schemas.microsoft.com/office/drawing/2014/main" id="{B62E1650-1DE0-D053-AEEA-9C2861617D04}"/>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2164" name="Slide Number Placeholder 6">
            <a:extLst>
              <a:ext uri="{FF2B5EF4-FFF2-40B4-BE49-F238E27FC236}">
                <a16:creationId xmlns:a16="http://schemas.microsoft.com/office/drawing/2014/main" id="{4D0011F3-5DFD-12F9-EE9B-418C1C092B9E}"/>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278AF706-C43D-4872-8946-1B87CCFB24A0}"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75</a:t>
            </a:fld>
            <a:endParaRPr lang="en-GB" altLang="en-US" sz="1200">
              <a:latin typeface="Comic Sans MS" panose="030F0702030302020204" pitchFamily="66" charset="0"/>
              <a:ea typeface="宋体" panose="02010600030101010101" pitchFamily="2" charset="-122"/>
            </a:endParaRPr>
          </a:p>
        </p:txBody>
      </p:sp>
      <p:sp>
        <p:nvSpPr>
          <p:cNvPr id="92165" name="日期占位符 8">
            <a:extLst>
              <a:ext uri="{FF2B5EF4-FFF2-40B4-BE49-F238E27FC236}">
                <a16:creationId xmlns:a16="http://schemas.microsoft.com/office/drawing/2014/main" id="{134FCDBB-A516-9F6B-A7A8-59DBB6475D9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6326" name="Rectangle 3">
            <a:extLst>
              <a:ext uri="{FF2B5EF4-FFF2-40B4-BE49-F238E27FC236}">
                <a16:creationId xmlns:a16="http://schemas.microsoft.com/office/drawing/2014/main" id="{8C960AA1-5995-2A9B-B8A0-9DAF54E305AA}"/>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b="1" dirty="0">
                <a:solidFill>
                  <a:schemeClr val="tx1"/>
                </a:solidFill>
                <a:latin typeface="楷体_GB2312" panose="02010609030101010101" pitchFamily="1" charset="-122"/>
              </a:rPr>
              <a:t>翻译 </a:t>
            </a:r>
            <a:r>
              <a:rPr lang="en-US" altLang="zh-CN" b="1" dirty="0">
                <a:solidFill>
                  <a:schemeClr val="tx1"/>
                </a:solidFill>
                <a:latin typeface="Times New Roman" panose="02020603050405020304" pitchFamily="18" charset="0"/>
                <a:ea typeface="Droid Sans Fallback" charset="-122"/>
              </a:rPr>
              <a:t>A := -B*(C+D)</a:t>
            </a:r>
          </a:p>
          <a:p>
            <a:pPr eaLnBrk="1">
              <a:buFont typeface="Times New Roman" panose="02020603050405020304" pitchFamily="18" charset="0"/>
              <a:buNone/>
            </a:pPr>
            <a:r>
              <a:rPr lang="en-US" altLang="zh-CN" b="1" dirty="0">
                <a:solidFill>
                  <a:schemeClr val="tx1"/>
                </a:solidFill>
                <a:latin typeface="楷体_GB2312" panose="02010609030101010101" pitchFamily="1" charset="-122"/>
              </a:rPr>
              <a:t>  </a:t>
            </a:r>
            <a:r>
              <a:rPr lang="zh-CN" altLang="en-US" b="1" dirty="0">
                <a:solidFill>
                  <a:schemeClr val="accent2"/>
                </a:solidFill>
                <a:latin typeface="楷体_GB2312" panose="02010609030101010101" pitchFamily="1" charset="-122"/>
              </a:rPr>
              <a:t>地址    代码</a:t>
            </a:r>
          </a:p>
          <a:p>
            <a:pPr eaLnBrk="1">
              <a:buFont typeface="Times New Roman" panose="02020603050405020304" pitchFamily="18" charset="0"/>
              <a:buNone/>
            </a:pPr>
            <a:r>
              <a:rPr lang="en-GB" altLang="en-US" b="1" dirty="0">
                <a:solidFill>
                  <a:schemeClr val="tx1"/>
                </a:solidFill>
                <a:latin typeface="楷体_GB2312" panose="02010609030101010101" pitchFamily="1" charset="-122"/>
              </a:rPr>
              <a:t>  n			</a:t>
            </a:r>
            <a:r>
              <a:rPr lang="en-US" altLang="zh-CN" b="1" dirty="0">
                <a:solidFill>
                  <a:schemeClr val="accent2"/>
                </a:solidFill>
                <a:latin typeface="Times New Roman" panose="02020603050405020304" pitchFamily="18" charset="0"/>
                <a:ea typeface="Droid Sans Fallback" charset="-122"/>
              </a:rPr>
              <a:t>t</a:t>
            </a:r>
            <a:r>
              <a:rPr lang="en-US" altLang="zh-CN" b="1" baseline="-25000" dirty="0">
                <a:solidFill>
                  <a:schemeClr val="accent2"/>
                </a:solidFill>
                <a:latin typeface="Times New Roman" panose="02020603050405020304" pitchFamily="18" charset="0"/>
                <a:ea typeface="Droid Sans Fallback" charset="-122"/>
              </a:rPr>
              <a:t>1</a:t>
            </a:r>
            <a:r>
              <a:rPr lang="en-US" altLang="zh-CN" b="1" dirty="0">
                <a:latin typeface="Times New Roman" panose="02020603050405020304" pitchFamily="18" charset="0"/>
                <a:ea typeface="Droid Sans Fallback" charset="-122"/>
              </a:rPr>
              <a:t> := -B</a:t>
            </a:r>
          </a:p>
          <a:p>
            <a:pPr eaLnBrk="1">
              <a:buFont typeface="Times New Roman" panose="02020603050405020304" pitchFamily="18" charset="0"/>
              <a:buNone/>
            </a:pPr>
            <a:r>
              <a:rPr lang="en-US" altLang="zh-CN" b="1" dirty="0">
                <a:solidFill>
                  <a:schemeClr val="tx1"/>
                </a:solidFill>
                <a:latin typeface="楷体_GB2312" panose="02010609030101010101" pitchFamily="1" charset="-122"/>
              </a:rPr>
              <a:t>  n+1      </a:t>
            </a:r>
            <a:r>
              <a:rPr lang="en-US" altLang="zh-CN" b="1" dirty="0">
                <a:solidFill>
                  <a:schemeClr val="accent2"/>
                </a:solidFill>
                <a:latin typeface="Times New Roman" panose="02020603050405020304" pitchFamily="18" charset="0"/>
                <a:ea typeface="Droid Sans Fallback" charset="-122"/>
              </a:rPr>
              <a:t>t</a:t>
            </a:r>
            <a:r>
              <a:rPr lang="en-US" altLang="zh-CN" b="1" baseline="-25000" dirty="0">
                <a:solidFill>
                  <a:schemeClr val="accent2"/>
                </a:solidFill>
                <a:latin typeface="Times New Roman" panose="02020603050405020304" pitchFamily="18" charset="0"/>
                <a:ea typeface="Droid Sans Fallback" charset="-122"/>
              </a:rPr>
              <a:t>2</a:t>
            </a:r>
            <a:r>
              <a:rPr lang="en-US" altLang="zh-CN" b="1" dirty="0">
                <a:latin typeface="Times New Roman" panose="02020603050405020304" pitchFamily="18" charset="0"/>
                <a:ea typeface="Droid Sans Fallback" charset="-122"/>
              </a:rPr>
              <a:t> := C+D</a:t>
            </a:r>
            <a:endParaRPr lang="en-US" altLang="zh-CN" sz="3200" b="1" dirty="0">
              <a:solidFill>
                <a:schemeClr val="tx1"/>
              </a:solidFill>
              <a:latin typeface="Times New Roman" panose="02020603050405020304" pitchFamily="18" charset="0"/>
              <a:ea typeface="Droid Sans Fallback" charset="-122"/>
            </a:endParaRPr>
          </a:p>
          <a:p>
            <a:pPr eaLnBrk="1">
              <a:buFont typeface="Times New Roman" panose="02020603050405020304" pitchFamily="18" charset="0"/>
              <a:buNone/>
            </a:pPr>
            <a:r>
              <a:rPr lang="en-US" altLang="zh-CN" b="1" dirty="0">
                <a:solidFill>
                  <a:schemeClr val="tx1"/>
                </a:solidFill>
                <a:latin typeface="楷体_GB2312" panose="02010609030101010101" pitchFamily="1" charset="-122"/>
              </a:rPr>
              <a:t>  n+2      </a:t>
            </a:r>
            <a:r>
              <a:rPr lang="en-US" altLang="zh-CN" b="1" dirty="0">
                <a:solidFill>
                  <a:schemeClr val="accent2"/>
                </a:solidFill>
                <a:latin typeface="Times New Roman" panose="02020603050405020304" pitchFamily="18" charset="0"/>
                <a:ea typeface="Droid Sans Fallback" charset="-122"/>
              </a:rPr>
              <a:t>t</a:t>
            </a:r>
            <a:r>
              <a:rPr lang="en-US" altLang="zh-CN" b="1" baseline="-25000" dirty="0">
                <a:solidFill>
                  <a:schemeClr val="accent2"/>
                </a:solidFill>
                <a:latin typeface="Times New Roman" panose="02020603050405020304" pitchFamily="18" charset="0"/>
                <a:ea typeface="Droid Sans Fallback" charset="-122"/>
              </a:rPr>
              <a:t>3</a:t>
            </a:r>
            <a:r>
              <a:rPr lang="en-US" altLang="zh-CN" b="1" dirty="0">
                <a:latin typeface="Times New Roman" panose="02020603050405020304" pitchFamily="18" charset="0"/>
                <a:ea typeface="Droid Sans Fallback" charset="-122"/>
              </a:rPr>
              <a:t> := </a:t>
            </a:r>
            <a:r>
              <a:rPr lang="en-US" altLang="zh-CN" b="1" dirty="0">
                <a:solidFill>
                  <a:schemeClr val="accent2"/>
                </a:solidFill>
                <a:latin typeface="Times New Roman" panose="02020603050405020304" pitchFamily="18" charset="0"/>
                <a:ea typeface="Droid Sans Fallback" charset="-122"/>
              </a:rPr>
              <a:t>t</a:t>
            </a:r>
            <a:r>
              <a:rPr lang="en-US" altLang="zh-CN" b="1" baseline="-25000" dirty="0">
                <a:solidFill>
                  <a:schemeClr val="accent2"/>
                </a:solidFill>
                <a:latin typeface="Times New Roman" panose="02020603050405020304" pitchFamily="18" charset="0"/>
                <a:ea typeface="Droid Sans Fallback" charset="-122"/>
              </a:rPr>
              <a:t>1</a:t>
            </a:r>
            <a:r>
              <a:rPr lang="en-US" altLang="zh-CN" b="1" dirty="0">
                <a:latin typeface="Times New Roman" panose="02020603050405020304" pitchFamily="18" charset="0"/>
                <a:ea typeface="Droid Sans Fallback" charset="-122"/>
              </a:rPr>
              <a:t>* </a:t>
            </a:r>
            <a:r>
              <a:rPr lang="en-US" altLang="zh-CN" b="1" dirty="0">
                <a:solidFill>
                  <a:schemeClr val="accent2"/>
                </a:solidFill>
                <a:latin typeface="Times New Roman" panose="02020603050405020304" pitchFamily="18" charset="0"/>
                <a:ea typeface="Droid Sans Fallback" charset="-122"/>
              </a:rPr>
              <a:t>t</a:t>
            </a:r>
            <a:r>
              <a:rPr lang="en-US" altLang="zh-CN" b="1" baseline="-25000" dirty="0">
                <a:solidFill>
                  <a:schemeClr val="accent2"/>
                </a:solidFill>
                <a:latin typeface="Times New Roman" panose="02020603050405020304" pitchFamily="18" charset="0"/>
                <a:ea typeface="Droid Sans Fallback" charset="-122"/>
              </a:rPr>
              <a:t>2</a:t>
            </a:r>
            <a:endParaRPr lang="en-US" altLang="zh-CN" sz="3200" b="1" baseline="-25000" dirty="0">
              <a:solidFill>
                <a:schemeClr val="accent2"/>
              </a:solidFill>
              <a:latin typeface="Times New Roman" panose="02020603050405020304" pitchFamily="18" charset="0"/>
              <a:ea typeface="Droid Sans Fallback" charset="-122"/>
            </a:endParaRPr>
          </a:p>
          <a:p>
            <a:pPr eaLnBrk="1">
              <a:buFont typeface="Times New Roman" panose="02020603050405020304" pitchFamily="18" charset="0"/>
              <a:buNone/>
            </a:pPr>
            <a:r>
              <a:rPr lang="en-US" altLang="zh-CN" b="1" dirty="0">
                <a:solidFill>
                  <a:schemeClr val="tx1"/>
                </a:solidFill>
                <a:latin typeface="楷体_GB2312" panose="02010609030101010101" pitchFamily="1" charset="-122"/>
              </a:rPr>
              <a:t>  n+3      </a:t>
            </a:r>
            <a:r>
              <a:rPr lang="en-US" altLang="zh-CN" b="1" dirty="0">
                <a:latin typeface="Times New Roman" panose="02020603050405020304" pitchFamily="18" charset="0"/>
                <a:ea typeface="Droid Sans Fallback" charset="-122"/>
              </a:rPr>
              <a:t>A := </a:t>
            </a:r>
            <a:r>
              <a:rPr lang="en-US" altLang="zh-CN" b="1" dirty="0">
                <a:solidFill>
                  <a:schemeClr val="accent2"/>
                </a:solidFill>
                <a:latin typeface="Times New Roman" panose="02020603050405020304" pitchFamily="18" charset="0"/>
                <a:ea typeface="Droid Sans Fallback" charset="-122"/>
              </a:rPr>
              <a:t>t</a:t>
            </a:r>
            <a:r>
              <a:rPr lang="en-US" altLang="zh-CN" b="1" baseline="-25000" dirty="0">
                <a:solidFill>
                  <a:schemeClr val="accent2"/>
                </a:solidFill>
                <a:latin typeface="Times New Roman" panose="02020603050405020304" pitchFamily="18" charset="0"/>
                <a:ea typeface="Droid Sans Fallback" charset="-122"/>
              </a:rPr>
              <a:t>3</a:t>
            </a:r>
            <a:r>
              <a:rPr lang="en-US" altLang="zh-CN" b="1" dirty="0">
                <a:solidFill>
                  <a:schemeClr val="tx1"/>
                </a:solidFill>
                <a:latin typeface="楷体_GB2312" panose="02010609030101010101" pitchFamily="1" charset="-122"/>
              </a:rPr>
              <a:t>         </a:t>
            </a:r>
          </a:p>
        </p:txBody>
      </p:sp>
      <p:sp>
        <p:nvSpPr>
          <p:cNvPr id="56327" name="文本框 56326">
            <a:extLst>
              <a:ext uri="{FF2B5EF4-FFF2-40B4-BE49-F238E27FC236}">
                <a16:creationId xmlns:a16="http://schemas.microsoft.com/office/drawing/2014/main" id="{3F5CFBB0-6720-22B0-76D2-BBBD7FBC0984}"/>
              </a:ext>
            </a:extLst>
          </p:cNvPr>
          <p:cNvSpPr txBox="1">
            <a:spLocks noChangeArrowheads="1"/>
          </p:cNvSpPr>
          <p:nvPr/>
        </p:nvSpPr>
        <p:spPr bwMode="auto">
          <a:xfrm>
            <a:off x="404813" y="5940425"/>
            <a:ext cx="6991350" cy="7794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400" b="1" dirty="0">
                <a:latin typeface="Times New Roman" panose="02020603050405020304" pitchFamily="18" charset="0"/>
                <a:ea typeface="楷体_GB2312" panose="02010609030101010101" pitchFamily="1" charset="-122"/>
              </a:rPr>
              <a:t>为了简单表示，三地址代码中的地址</a:t>
            </a:r>
          </a:p>
          <a:p>
            <a:pPr eaLnBrk="1">
              <a:lnSpc>
                <a:spcPct val="93000"/>
              </a:lnSpc>
              <a:buSzPct val="100000"/>
              <a:buFont typeface="Times New Roman" panose="02020603050405020304" pitchFamily="18" charset="0"/>
              <a:buNone/>
            </a:pPr>
            <a:r>
              <a:rPr lang="zh-CN" altLang="en-US" sz="2400" b="1" dirty="0">
                <a:latin typeface="Times New Roman" panose="02020603050405020304" pitchFamily="18" charset="0"/>
                <a:ea typeface="楷体_GB2312" panose="02010609030101010101" pitchFamily="1" charset="-122"/>
              </a:rPr>
              <a:t>既代表</a:t>
            </a:r>
            <a:r>
              <a:rPr lang="zh-CN" altLang="en-US" sz="2400" b="1" dirty="0">
                <a:solidFill>
                  <a:srgbClr val="FF3300"/>
                </a:solidFill>
                <a:latin typeface="Times New Roman" panose="02020603050405020304" pitchFamily="18" charset="0"/>
                <a:ea typeface="楷体_GB2312" panose="02010609030101010101" pitchFamily="1" charset="-122"/>
              </a:rPr>
              <a:t>地址</a:t>
            </a:r>
            <a:r>
              <a:rPr lang="zh-CN" altLang="en-US" sz="2400" b="1" dirty="0">
                <a:latin typeface="Times New Roman" panose="02020603050405020304" pitchFamily="18" charset="0"/>
                <a:ea typeface="楷体_GB2312" panose="02010609030101010101" pitchFamily="1" charset="-122"/>
              </a:rPr>
              <a:t>，又表示其对应的</a:t>
            </a:r>
            <a:r>
              <a:rPr lang="zh-CN" altLang="en-US" sz="2400" b="1" dirty="0">
                <a:solidFill>
                  <a:srgbClr val="FF3300"/>
                </a:solidFill>
                <a:latin typeface="Times New Roman" panose="02020603050405020304" pitchFamily="18" charset="0"/>
                <a:ea typeface="楷体_GB2312" panose="02010609030101010101" pitchFamily="1" charset="-122"/>
              </a:rPr>
              <a:t>值</a:t>
            </a:r>
            <a:r>
              <a:rPr lang="zh-CN" altLang="en-US" sz="2400" b="1" dirty="0">
                <a:latin typeface="Times New Roman" panose="02020603050405020304" pitchFamily="18" charset="0"/>
                <a:ea typeface="楷体_GB2312" panose="02010609030101010101" pitchFamily="1" charset="-122"/>
              </a:rPr>
              <a:t>，类似于</a:t>
            </a:r>
            <a:r>
              <a:rPr lang="zh-CN" altLang="en-US" sz="2400" b="1" dirty="0">
                <a:solidFill>
                  <a:srgbClr val="FF3300"/>
                </a:solidFill>
                <a:latin typeface="Times New Roman" panose="02020603050405020304" pitchFamily="18" charset="0"/>
                <a:ea typeface="楷体_GB2312" panose="02010609030101010101" pitchFamily="1" charset="-122"/>
              </a:rPr>
              <a:t>高级语言</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6326">
                                            <p:txEl>
                                              <p:pRg st="1" end="1"/>
                                            </p:txEl>
                                          </p:spTgt>
                                        </p:tgtEl>
                                        <p:attrNameLst>
                                          <p:attrName>style.visibility</p:attrName>
                                        </p:attrNameLst>
                                      </p:cBhvr>
                                      <p:to>
                                        <p:strVal val="visible"/>
                                      </p:to>
                                    </p:set>
                                    <p:animEffect transition="in" filter="blinds(horizontal)">
                                      <p:cBhvr>
                                        <p:cTn id="7" dur="500"/>
                                        <p:tgtEl>
                                          <p:spTgt spid="5632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6326">
                                            <p:txEl>
                                              <p:pRg st="2" end="2"/>
                                            </p:txEl>
                                          </p:spTgt>
                                        </p:tgtEl>
                                        <p:attrNameLst>
                                          <p:attrName>style.visibility</p:attrName>
                                        </p:attrNameLst>
                                      </p:cBhvr>
                                      <p:to>
                                        <p:strVal val="visible"/>
                                      </p:to>
                                    </p:set>
                                    <p:animEffect transition="in" filter="blinds(horizontal)">
                                      <p:cBhvr>
                                        <p:cTn id="12" dur="500"/>
                                        <p:tgtEl>
                                          <p:spTgt spid="5632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6326">
                                            <p:txEl>
                                              <p:pRg st="3" end="3"/>
                                            </p:txEl>
                                          </p:spTgt>
                                        </p:tgtEl>
                                        <p:attrNameLst>
                                          <p:attrName>style.visibility</p:attrName>
                                        </p:attrNameLst>
                                      </p:cBhvr>
                                      <p:to>
                                        <p:strVal val="visible"/>
                                      </p:to>
                                    </p:set>
                                    <p:animEffect transition="in" filter="blinds(horizontal)">
                                      <p:cBhvr>
                                        <p:cTn id="17" dur="500"/>
                                        <p:tgtEl>
                                          <p:spTgt spid="56326">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6326">
                                            <p:txEl>
                                              <p:pRg st="4" end="4"/>
                                            </p:txEl>
                                          </p:spTgt>
                                        </p:tgtEl>
                                        <p:attrNameLst>
                                          <p:attrName>style.visibility</p:attrName>
                                        </p:attrNameLst>
                                      </p:cBhvr>
                                      <p:to>
                                        <p:strVal val="visible"/>
                                      </p:to>
                                    </p:set>
                                    <p:animEffect transition="in" filter="blinds(horizontal)">
                                      <p:cBhvr>
                                        <p:cTn id="22" dur="500"/>
                                        <p:tgtEl>
                                          <p:spTgt spid="56326">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6326">
                                            <p:txEl>
                                              <p:pRg st="5" end="5"/>
                                            </p:txEl>
                                          </p:spTgt>
                                        </p:tgtEl>
                                        <p:attrNameLst>
                                          <p:attrName>style.visibility</p:attrName>
                                        </p:attrNameLst>
                                      </p:cBhvr>
                                      <p:to>
                                        <p:strVal val="visible"/>
                                      </p:to>
                                    </p:set>
                                    <p:animEffect transition="in" filter="blinds(horizontal)">
                                      <p:cBhvr>
                                        <p:cTn id="27" dur="500"/>
                                        <p:tgtEl>
                                          <p:spTgt spid="56326">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6327"/>
                                        </p:tgtEl>
                                        <p:attrNameLst>
                                          <p:attrName>style.visibility</p:attrName>
                                        </p:attrNameLst>
                                      </p:cBhvr>
                                      <p:to>
                                        <p:strVal val="visible"/>
                                      </p:to>
                                    </p:set>
                                    <p:animEffect transition="in" filter="blinds(horizontal)">
                                      <p:cBhvr>
                                        <p:cTn id="32" dur="500"/>
                                        <p:tgtEl>
                                          <p:spTgt spid="56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7"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64E9B0E9-15AD-0757-6424-0D586C70C05A}"/>
              </a:ext>
            </a:extLst>
          </p:cNvPr>
          <p:cNvSpPr>
            <a:spLocks noGrp="1" noChangeArrowheads="1"/>
          </p:cNvSpPr>
          <p:nvPr>
            <p:ph type="title" idx="4294967295"/>
          </p:nvPr>
        </p:nvSpPr>
        <p:spPr/>
        <p:txBody>
          <a:bodyPr/>
          <a:lstStyle/>
          <a:p>
            <a:pPr eaLnBrk="1" hangingPunct="1"/>
            <a:r>
              <a:rPr lang="zh-CN" altLang="en-US"/>
              <a:t>三地址码的生成</a:t>
            </a:r>
            <a:endParaRPr lang="zh-CN" altLang="en-US">
              <a:solidFill>
                <a:schemeClr val="tx1"/>
              </a:solidFill>
              <a:latin typeface="仿宋_GB2312" pitchFamily="1" charset="-122"/>
              <a:ea typeface="仿宋_GB2312" pitchFamily="1" charset="-122"/>
            </a:endParaRPr>
          </a:p>
        </p:txBody>
      </p:sp>
      <p:sp>
        <p:nvSpPr>
          <p:cNvPr id="93187" name="日期占位符 8">
            <a:extLst>
              <a:ext uri="{FF2B5EF4-FFF2-40B4-BE49-F238E27FC236}">
                <a16:creationId xmlns:a16="http://schemas.microsoft.com/office/drawing/2014/main" id="{C0CD3647-E7E6-DFC5-B07C-527428170FE5}"/>
              </a:ext>
            </a:extLst>
          </p:cNvPr>
          <p:cNvSpPr txBox="1">
            <a:spLocks noGrp="1" noChangeArrowheads="1"/>
          </p:cNvSpPr>
          <p:nvPr/>
        </p:nvSpPr>
        <p:spPr bwMode="auto">
          <a:xfrm>
            <a:off x="2959100" y="6742113"/>
            <a:ext cx="3094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7" name="Rectangle 3">
            <a:extLst>
              <a:ext uri="{FF2B5EF4-FFF2-40B4-BE49-F238E27FC236}">
                <a16:creationId xmlns:a16="http://schemas.microsoft.com/office/drawing/2014/main" id="{2F6F99DA-336D-AC86-936A-FF6C614AA09F}"/>
              </a:ext>
            </a:extLst>
          </p:cNvPr>
          <p:cNvSpPr txBox="1">
            <a:spLocks noChangeArrowheads="1"/>
          </p:cNvSpPr>
          <p:nvPr/>
        </p:nvSpPr>
        <p:spPr bwMode="auto">
          <a:xfrm>
            <a:off x="650875" y="1439863"/>
            <a:ext cx="8696325" cy="4797425"/>
          </a:xfrm>
          <a:prstGeom prst="rect">
            <a:avLst/>
          </a:prstGeom>
          <a:noFill/>
          <a:ln>
            <a:noFill/>
          </a:ln>
        </p:spPr>
        <p:txBody>
          <a:bodyPr>
            <a:normAutofit/>
          </a:bodyPr>
          <a:lst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a:lstStyle>
          <a:p>
            <a:pPr marL="377979" indent="-377979" defTabSz="503972" eaLnBrk="1" fontAlgn="auto" hangingPunct="1">
              <a:spcBef>
                <a:spcPts val="1102"/>
              </a:spcBef>
              <a:spcAft>
                <a:spcPts val="0"/>
              </a:spcAft>
              <a:buClr>
                <a:srgbClr val="4F81BD"/>
              </a:buClr>
              <a:buFont typeface="Wingdings 3" charset="2"/>
              <a:buChar char=""/>
              <a:defRPr/>
            </a:pPr>
            <a:r>
              <a:rPr lang="zh-CN" altLang="en-US" sz="3086" dirty="0">
                <a:solidFill>
                  <a:srgbClr val="CC0000"/>
                </a:solidFill>
              </a:rPr>
              <a:t>抽象语法树</a:t>
            </a:r>
            <a:r>
              <a:rPr lang="zh-CN" altLang="en-US" sz="3086" dirty="0">
                <a:solidFill>
                  <a:sysClr val="windowText" lastClr="000000">
                    <a:lumMod val="75000"/>
                    <a:lumOff val="25000"/>
                  </a:sysClr>
                </a:solidFill>
              </a:rPr>
              <a:t>(</a:t>
            </a:r>
            <a:r>
              <a:rPr lang="en-US" altLang="zh-CN" sz="3086" dirty="0">
                <a:solidFill>
                  <a:sysClr val="windowText" lastClr="000000">
                    <a:lumMod val="75000"/>
                    <a:lumOff val="25000"/>
                  </a:sysClr>
                </a:solidFill>
              </a:rPr>
              <a:t>Abstract Syntax Tree</a:t>
            </a:r>
            <a:r>
              <a:rPr lang="zh-CN" altLang="en-US" sz="3086" dirty="0">
                <a:solidFill>
                  <a:sysClr val="windowText" lastClr="000000">
                    <a:lumMod val="75000"/>
                    <a:lumOff val="25000"/>
                  </a:sysClr>
                </a:solidFill>
              </a:rPr>
              <a:t>，</a:t>
            </a:r>
            <a:r>
              <a:rPr lang="en-US" altLang="zh-CN" sz="3086" dirty="0">
                <a:solidFill>
                  <a:sysClr val="windowText" lastClr="000000">
                    <a:lumMod val="75000"/>
                    <a:lumOff val="25000"/>
                  </a:sysClr>
                </a:solidFill>
              </a:rPr>
              <a:t>AST)</a:t>
            </a:r>
            <a:r>
              <a:rPr lang="zh-CN" altLang="en-US" sz="3086" dirty="0">
                <a:solidFill>
                  <a:sysClr val="windowText" lastClr="000000">
                    <a:lumMod val="75000"/>
                    <a:lumOff val="25000"/>
                  </a:sysClr>
                </a:solidFill>
              </a:rPr>
              <a:t>，在语法树中去掉那些对翻译不必要的信息，从而获得更有效的源程序中间表示</a:t>
            </a:r>
          </a:p>
        </p:txBody>
      </p:sp>
      <p:sp>
        <p:nvSpPr>
          <p:cNvPr id="57" name="Text Box 13">
            <a:extLst>
              <a:ext uri="{FF2B5EF4-FFF2-40B4-BE49-F238E27FC236}">
                <a16:creationId xmlns:a16="http://schemas.microsoft.com/office/drawing/2014/main" id="{86564A2E-B006-CEF3-12F9-0764D94915FF}"/>
              </a:ext>
            </a:extLst>
          </p:cNvPr>
          <p:cNvSpPr txBox="1">
            <a:spLocks noChangeArrowheads="1"/>
          </p:cNvSpPr>
          <p:nvPr/>
        </p:nvSpPr>
        <p:spPr bwMode="auto">
          <a:xfrm>
            <a:off x="1597657" y="3017838"/>
            <a:ext cx="1970412" cy="567207"/>
          </a:xfrm>
          <a:prstGeom prst="rect">
            <a:avLst/>
          </a:prstGeom>
          <a:no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
                <a:srgbClr val="C0504D"/>
              </a:buClr>
              <a:buFont typeface="Wingdings" panose="05000000000000000000" pitchFamily="2" charset="2"/>
              <a:buNone/>
              <a:defRPr/>
            </a:pPr>
            <a:r>
              <a:rPr kumimoji="1" lang="zh-CN" altLang="en-US" sz="2205" dirty="0">
                <a:solidFill>
                  <a:prstClr val="black"/>
                </a:solidFill>
                <a:latin typeface="微软雅黑" panose="020B0503020204020204" pitchFamily="34" charset="-122"/>
              </a:rPr>
              <a:t> </a:t>
            </a:r>
            <a:r>
              <a:rPr lang="en-US" altLang="zh-CN" sz="3086" dirty="0">
                <a:solidFill>
                  <a:prstClr val="black"/>
                </a:solidFill>
                <a:latin typeface="微软雅黑" panose="020B0503020204020204" pitchFamily="34" charset="-122"/>
              </a:rPr>
              <a:t>a=b*5+4</a:t>
            </a:r>
            <a:endParaRPr lang="en-US" altLang="zh-CN" sz="3086" baseline="-30000" dirty="0">
              <a:solidFill>
                <a:prstClr val="black"/>
              </a:solidFill>
              <a:latin typeface="微软雅黑" panose="020B0503020204020204" pitchFamily="34" charset="-122"/>
            </a:endParaRPr>
          </a:p>
        </p:txBody>
      </p:sp>
      <p:grpSp>
        <p:nvGrpSpPr>
          <p:cNvPr id="2" name="组合 1"/>
          <p:cNvGrpSpPr/>
          <p:nvPr/>
        </p:nvGrpSpPr>
        <p:grpSpPr>
          <a:xfrm>
            <a:off x="2897188" y="3889375"/>
            <a:ext cx="4284662" cy="3355975"/>
            <a:chOff x="2897188" y="3889375"/>
            <a:chExt cx="4284662" cy="3355975"/>
          </a:xfrm>
        </p:grpSpPr>
        <p:sp>
          <p:nvSpPr>
            <p:cNvPr id="93190" name="文本框 66570">
              <a:extLst>
                <a:ext uri="{FF2B5EF4-FFF2-40B4-BE49-F238E27FC236}">
                  <a16:creationId xmlns:a16="http://schemas.microsoft.com/office/drawing/2014/main" id="{01AE153C-8BC8-DA1C-E9C7-140F997EE490}"/>
                </a:ext>
              </a:extLst>
            </p:cNvPr>
            <p:cNvSpPr txBox="1">
              <a:spLocks noChangeArrowheads="1"/>
            </p:cNvSpPr>
            <p:nvPr/>
          </p:nvSpPr>
          <p:spPr bwMode="auto">
            <a:xfrm>
              <a:off x="3190875" y="4797425"/>
              <a:ext cx="765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a:latin typeface="微软雅黑" panose="020B0503020204020204" pitchFamily="34" charset="-122"/>
                </a:rPr>
                <a:t>a</a:t>
              </a:r>
              <a:endParaRPr lang="zh-CN" altLang="en-US" sz="2800"/>
            </a:p>
          </p:txBody>
        </p:sp>
        <p:grpSp>
          <p:nvGrpSpPr>
            <p:cNvPr id="93191" name="组合 66575">
              <a:extLst>
                <a:ext uri="{FF2B5EF4-FFF2-40B4-BE49-F238E27FC236}">
                  <a16:creationId xmlns:a16="http://schemas.microsoft.com/office/drawing/2014/main" id="{C2900C8A-FFD2-13A7-53CE-697C63D1B171}"/>
                </a:ext>
              </a:extLst>
            </p:cNvPr>
            <p:cNvGrpSpPr>
              <a:grpSpLocks/>
            </p:cNvGrpSpPr>
            <p:nvPr/>
          </p:nvGrpSpPr>
          <p:grpSpPr bwMode="auto">
            <a:xfrm>
              <a:off x="2897188" y="3889375"/>
              <a:ext cx="4284662" cy="3355975"/>
              <a:chOff x="2897981" y="3889841"/>
              <a:chExt cx="4284662" cy="3355619"/>
            </a:xfrm>
          </p:grpSpPr>
          <p:grpSp>
            <p:nvGrpSpPr>
              <p:cNvPr id="93192" name="Group 24">
                <a:extLst>
                  <a:ext uri="{FF2B5EF4-FFF2-40B4-BE49-F238E27FC236}">
                    <a16:creationId xmlns:a16="http://schemas.microsoft.com/office/drawing/2014/main" id="{24F48365-33B5-6877-0AAC-26C57EDB935B}"/>
                  </a:ext>
                </a:extLst>
              </p:cNvPr>
              <p:cNvGrpSpPr>
                <a:grpSpLocks/>
              </p:cNvGrpSpPr>
              <p:nvPr/>
            </p:nvGrpSpPr>
            <p:grpSpPr bwMode="auto">
              <a:xfrm>
                <a:off x="2897981" y="4724510"/>
                <a:ext cx="4284662" cy="2520950"/>
                <a:chOff x="3072" y="2592"/>
                <a:chExt cx="2448" cy="1440"/>
              </a:xfrm>
            </p:grpSpPr>
            <p:sp>
              <p:nvSpPr>
                <p:cNvPr id="59" name="Line 15">
                  <a:extLst>
                    <a:ext uri="{FF2B5EF4-FFF2-40B4-BE49-F238E27FC236}">
                      <a16:creationId xmlns:a16="http://schemas.microsoft.com/office/drawing/2014/main" id="{B545469F-7F4D-F560-DCC7-40FE23D4FD70}"/>
                    </a:ext>
                  </a:extLst>
                </p:cNvPr>
                <p:cNvSpPr>
                  <a:spLocks noChangeShapeType="1"/>
                </p:cNvSpPr>
                <p:nvPr/>
              </p:nvSpPr>
              <p:spPr bwMode="auto">
                <a:xfrm flipH="1">
                  <a:off x="3936" y="2929"/>
                  <a:ext cx="480" cy="335"/>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60" name="Line 16">
                  <a:extLst>
                    <a:ext uri="{FF2B5EF4-FFF2-40B4-BE49-F238E27FC236}">
                      <a16:creationId xmlns:a16="http://schemas.microsoft.com/office/drawing/2014/main" id="{2A0756C7-8E54-BE85-44BD-FD6F27602F6A}"/>
                    </a:ext>
                  </a:extLst>
                </p:cNvPr>
                <p:cNvSpPr>
                  <a:spLocks noChangeShapeType="1"/>
                </p:cNvSpPr>
                <p:nvPr/>
              </p:nvSpPr>
              <p:spPr bwMode="auto">
                <a:xfrm flipH="1">
                  <a:off x="3408" y="3408"/>
                  <a:ext cx="434" cy="335"/>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61" name="Line 17">
                  <a:extLst>
                    <a:ext uri="{FF2B5EF4-FFF2-40B4-BE49-F238E27FC236}">
                      <a16:creationId xmlns:a16="http://schemas.microsoft.com/office/drawing/2014/main" id="{1956B475-C431-7B36-9729-3FA5B25B1F05}"/>
                    </a:ext>
                  </a:extLst>
                </p:cNvPr>
                <p:cNvSpPr>
                  <a:spLocks noChangeShapeType="1"/>
                </p:cNvSpPr>
                <p:nvPr/>
              </p:nvSpPr>
              <p:spPr bwMode="auto">
                <a:xfrm>
                  <a:off x="4608" y="2929"/>
                  <a:ext cx="482" cy="287"/>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62" name="Rectangle 18">
                  <a:extLst>
                    <a:ext uri="{FF2B5EF4-FFF2-40B4-BE49-F238E27FC236}">
                      <a16:creationId xmlns:a16="http://schemas.microsoft.com/office/drawing/2014/main" id="{BE1178B0-AF4A-FD47-FE8C-A0B1B6CEB154}"/>
                    </a:ext>
                  </a:extLst>
                </p:cNvPr>
                <p:cNvSpPr>
                  <a:spLocks noChangeArrowheads="1"/>
                </p:cNvSpPr>
                <p:nvPr/>
              </p:nvSpPr>
              <p:spPr bwMode="auto">
                <a:xfrm>
                  <a:off x="3552" y="321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a:solidFill>
                        <a:prstClr val="black"/>
                      </a:solidFill>
                      <a:latin typeface="微软雅黑" panose="020B0503020204020204" pitchFamily="34" charset="-122"/>
                    </a:rPr>
                    <a:t>*</a:t>
                  </a:r>
                </a:p>
              </p:txBody>
            </p:sp>
            <p:sp>
              <p:nvSpPr>
                <p:cNvPr id="63" name="Rectangle 19">
                  <a:extLst>
                    <a:ext uri="{FF2B5EF4-FFF2-40B4-BE49-F238E27FC236}">
                      <a16:creationId xmlns:a16="http://schemas.microsoft.com/office/drawing/2014/main" id="{F67AAC95-F2A0-B717-72B8-1118495B4456}"/>
                    </a:ext>
                  </a:extLst>
                </p:cNvPr>
                <p:cNvSpPr>
                  <a:spLocks noChangeArrowheads="1"/>
                </p:cNvSpPr>
                <p:nvPr/>
              </p:nvSpPr>
              <p:spPr bwMode="auto">
                <a:xfrm>
                  <a:off x="4080" y="369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5</a:t>
                  </a:r>
                  <a:endParaRPr lang="en-US" altLang="zh-CN" sz="3086" kern="0" baseline="-30000" dirty="0">
                    <a:solidFill>
                      <a:prstClr val="black"/>
                    </a:solidFill>
                    <a:latin typeface="微软雅黑" panose="020B0503020204020204" pitchFamily="34" charset="-122"/>
                  </a:endParaRPr>
                </a:p>
              </p:txBody>
            </p:sp>
            <p:sp>
              <p:nvSpPr>
                <p:cNvPr id="66560" name="Rectangle 20">
                  <a:extLst>
                    <a:ext uri="{FF2B5EF4-FFF2-40B4-BE49-F238E27FC236}">
                      <a16:creationId xmlns:a16="http://schemas.microsoft.com/office/drawing/2014/main" id="{BED2DFAA-02D1-8C25-D394-3DBE5B3F747C}"/>
                    </a:ext>
                  </a:extLst>
                </p:cNvPr>
                <p:cNvSpPr>
                  <a:spLocks noChangeArrowheads="1"/>
                </p:cNvSpPr>
                <p:nvPr/>
              </p:nvSpPr>
              <p:spPr bwMode="auto">
                <a:xfrm>
                  <a:off x="4800" y="321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a:solidFill>
                        <a:prstClr val="black"/>
                      </a:solidFill>
                      <a:latin typeface="微软雅黑" panose="020B0503020204020204" pitchFamily="34" charset="-122"/>
                    </a:rPr>
                    <a:t>4</a:t>
                  </a:r>
                  <a:endParaRPr lang="en-US" altLang="zh-CN" sz="3086" kern="0" baseline="-30000">
                    <a:solidFill>
                      <a:prstClr val="black"/>
                    </a:solidFill>
                    <a:latin typeface="微软雅黑" panose="020B0503020204020204" pitchFamily="34" charset="-122"/>
                  </a:endParaRPr>
                </a:p>
              </p:txBody>
            </p:sp>
            <p:sp>
              <p:nvSpPr>
                <p:cNvPr id="66561" name="Rectangle 21">
                  <a:extLst>
                    <a:ext uri="{FF2B5EF4-FFF2-40B4-BE49-F238E27FC236}">
                      <a16:creationId xmlns:a16="http://schemas.microsoft.com/office/drawing/2014/main" id="{76680ED1-6FC2-CDBA-DEF8-3998E1296827}"/>
                    </a:ext>
                  </a:extLst>
                </p:cNvPr>
                <p:cNvSpPr>
                  <a:spLocks noChangeArrowheads="1"/>
                </p:cNvSpPr>
                <p:nvPr/>
              </p:nvSpPr>
              <p:spPr bwMode="auto">
                <a:xfrm>
                  <a:off x="3792" y="2592"/>
                  <a:ext cx="1536"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a:solidFill>
                        <a:prstClr val="black"/>
                      </a:solidFill>
                      <a:latin typeface="微软雅黑" panose="020B0503020204020204" pitchFamily="34" charset="-122"/>
                    </a:rPr>
                    <a:t>+</a:t>
                  </a:r>
                  <a:endParaRPr lang="en-US" altLang="zh-CN" sz="3086" kern="0" baseline="-30000">
                    <a:solidFill>
                      <a:prstClr val="black"/>
                    </a:solidFill>
                    <a:latin typeface="微软雅黑" panose="020B0503020204020204" pitchFamily="34" charset="-122"/>
                  </a:endParaRPr>
                </a:p>
              </p:txBody>
            </p:sp>
            <p:sp>
              <p:nvSpPr>
                <p:cNvPr id="66568" name="Line 22">
                  <a:extLst>
                    <a:ext uri="{FF2B5EF4-FFF2-40B4-BE49-F238E27FC236}">
                      <a16:creationId xmlns:a16="http://schemas.microsoft.com/office/drawing/2014/main" id="{5F944FD9-E32A-02DA-DD3A-26BC38829B4C}"/>
                    </a:ext>
                  </a:extLst>
                </p:cNvPr>
                <p:cNvSpPr>
                  <a:spLocks noChangeShapeType="1"/>
                </p:cNvSpPr>
                <p:nvPr/>
              </p:nvSpPr>
              <p:spPr bwMode="auto">
                <a:xfrm>
                  <a:off x="3984" y="3408"/>
                  <a:ext cx="432" cy="335"/>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66569" name="Rectangle 23">
                  <a:extLst>
                    <a:ext uri="{FF2B5EF4-FFF2-40B4-BE49-F238E27FC236}">
                      <a16:creationId xmlns:a16="http://schemas.microsoft.com/office/drawing/2014/main" id="{EE129615-65D6-E359-C655-7FE751AA30F8}"/>
                    </a:ext>
                  </a:extLst>
                </p:cNvPr>
                <p:cNvSpPr>
                  <a:spLocks noChangeArrowheads="1"/>
                </p:cNvSpPr>
                <p:nvPr/>
              </p:nvSpPr>
              <p:spPr bwMode="auto">
                <a:xfrm>
                  <a:off x="3072" y="3696"/>
                  <a:ext cx="720" cy="336"/>
                </a:xfrm>
                <a:prstGeom prst="rect">
                  <a:avLst/>
                </a:prstGeom>
                <a:noFill/>
                <a:ln>
                  <a:noFill/>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3086" kern="0" dirty="0">
                      <a:solidFill>
                        <a:prstClr val="black"/>
                      </a:solidFill>
                      <a:latin typeface="微软雅黑" panose="020B0503020204020204" pitchFamily="34" charset="-122"/>
                    </a:rPr>
                    <a:t>b</a:t>
                  </a:r>
                  <a:endParaRPr lang="en-US" altLang="zh-CN" sz="3086" kern="0" baseline="-30000" dirty="0">
                    <a:solidFill>
                      <a:prstClr val="black"/>
                    </a:solidFill>
                    <a:latin typeface="微软雅黑" panose="020B0503020204020204" pitchFamily="34" charset="-122"/>
                  </a:endParaRPr>
                </a:p>
              </p:txBody>
            </p:sp>
          </p:grpSp>
          <p:sp>
            <p:nvSpPr>
              <p:cNvPr id="66572" name="Line 15">
                <a:extLst>
                  <a:ext uri="{FF2B5EF4-FFF2-40B4-BE49-F238E27FC236}">
                    <a16:creationId xmlns:a16="http://schemas.microsoft.com/office/drawing/2014/main" id="{81FD68B4-3C31-BE92-EBEB-475EA54A1074}"/>
                  </a:ext>
                </a:extLst>
              </p:cNvPr>
              <p:cNvSpPr>
                <a:spLocks noChangeShapeType="1"/>
              </p:cNvSpPr>
              <p:nvPr/>
            </p:nvSpPr>
            <p:spPr bwMode="auto">
              <a:xfrm flipH="1">
                <a:off x="3464718" y="4320008"/>
                <a:ext cx="839788" cy="587313"/>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66573" name="Line 17">
                <a:extLst>
                  <a:ext uri="{FF2B5EF4-FFF2-40B4-BE49-F238E27FC236}">
                    <a16:creationId xmlns:a16="http://schemas.microsoft.com/office/drawing/2014/main" id="{654F6630-5805-985E-F441-2DF2564EC29A}"/>
                  </a:ext>
                </a:extLst>
              </p:cNvPr>
              <p:cNvSpPr>
                <a:spLocks noChangeShapeType="1"/>
              </p:cNvSpPr>
              <p:nvPr/>
            </p:nvSpPr>
            <p:spPr bwMode="auto">
              <a:xfrm>
                <a:off x="4641056" y="4320008"/>
                <a:ext cx="839787" cy="504771"/>
              </a:xfrm>
              <a:prstGeom prst="line">
                <a:avLst/>
              </a:prstGeom>
              <a:noFill/>
              <a:ln w="12700">
                <a:solidFill>
                  <a:sysClr val="windowText" lastClr="000000"/>
                </a:solidFill>
                <a:round/>
                <a:headEnd/>
                <a:tailEnd type="none" w="lg" len="lg"/>
              </a:ln>
            </p:spPr>
            <p:txBody>
              <a:bodyPr wrap="none" anchor="ctr"/>
              <a:lstStyle/>
              <a:p>
                <a:pPr defTabSz="914400" eaLnBrk="1" fontAlgn="auto" hangingPunct="1">
                  <a:spcBef>
                    <a:spcPts val="0"/>
                  </a:spcBef>
                  <a:spcAft>
                    <a:spcPts val="0"/>
                  </a:spcAft>
                  <a:defRPr/>
                </a:pPr>
                <a:endParaRPr lang="zh-CN" altLang="en-US" kern="0">
                  <a:solidFill>
                    <a:sysClr val="windowText" lastClr="000000"/>
                  </a:solidFill>
                  <a:ea typeface="楷体" panose="02010609060101010101" pitchFamily="49" charset="-122"/>
                </a:endParaRPr>
              </a:p>
            </p:txBody>
          </p:sp>
          <p:sp>
            <p:nvSpPr>
              <p:cNvPr id="93195" name="文本框 66574">
                <a:extLst>
                  <a:ext uri="{FF2B5EF4-FFF2-40B4-BE49-F238E27FC236}">
                    <a16:creationId xmlns:a16="http://schemas.microsoft.com/office/drawing/2014/main" id="{9F607968-DF50-8AB5-6D24-6E737DDCCCF1}"/>
                  </a:ext>
                </a:extLst>
              </p:cNvPr>
              <p:cNvSpPr txBox="1">
                <a:spLocks noChangeArrowheads="1"/>
              </p:cNvSpPr>
              <p:nvPr/>
            </p:nvSpPr>
            <p:spPr bwMode="auto">
              <a:xfrm>
                <a:off x="4232772" y="3889841"/>
                <a:ext cx="6275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a:latin typeface="微软雅黑" panose="020B0503020204020204" pitchFamily="34" charset="-122"/>
                  </a:rPr>
                  <a:t>=</a:t>
                </a:r>
                <a:endParaRPr lang="zh-CN" altLang="en-US" sz="2800"/>
              </a:p>
            </p:txBody>
          </p:sp>
        </p:gr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737123FD-ECDE-CA05-EE03-A6E524A2D5DE}"/>
              </a:ext>
            </a:extLst>
          </p:cNvPr>
          <p:cNvSpPr>
            <a:spLocks noGrp="1" noChangeArrowheads="1"/>
          </p:cNvSpPr>
          <p:nvPr>
            <p:ph type="title" idx="4294967295"/>
          </p:nvPr>
        </p:nvSpPr>
        <p:spPr/>
        <p:txBody>
          <a:bodyPr/>
          <a:lstStyle/>
          <a:p>
            <a:pPr eaLnBrk="1" hangingPunct="1"/>
            <a:r>
              <a:rPr lang="zh-CN" altLang="en-US"/>
              <a:t>三地址码的生成</a:t>
            </a:r>
            <a:endParaRPr lang="zh-CN" altLang="en-US">
              <a:solidFill>
                <a:schemeClr val="tx1"/>
              </a:solidFill>
              <a:latin typeface="仿宋_GB2312" pitchFamily="1" charset="-122"/>
              <a:ea typeface="仿宋_GB2312" pitchFamily="1" charset="-122"/>
            </a:endParaRPr>
          </a:p>
        </p:txBody>
      </p:sp>
      <p:sp>
        <p:nvSpPr>
          <p:cNvPr id="94211" name="Footer Placeholder 5">
            <a:extLst>
              <a:ext uri="{FF2B5EF4-FFF2-40B4-BE49-F238E27FC236}">
                <a16:creationId xmlns:a16="http://schemas.microsoft.com/office/drawing/2014/main" id="{72BFA544-A069-DC1B-E696-6CB2857EE64B}"/>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4212" name="Slide Number Placeholder 6">
            <a:extLst>
              <a:ext uri="{FF2B5EF4-FFF2-40B4-BE49-F238E27FC236}">
                <a16:creationId xmlns:a16="http://schemas.microsoft.com/office/drawing/2014/main" id="{0DAD7624-014C-0601-8CE6-DDCD21A84CB4}"/>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821A78BA-B389-4A7F-B8DF-0C20C59F8B1B}"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77</a:t>
            </a:fld>
            <a:endParaRPr lang="en-GB" altLang="en-US" sz="1200">
              <a:latin typeface="Comic Sans MS" panose="030F0702030302020204" pitchFamily="66" charset="0"/>
              <a:ea typeface="宋体" panose="02010600030101010101" pitchFamily="2" charset="-122"/>
            </a:endParaRPr>
          </a:p>
        </p:txBody>
      </p:sp>
      <p:sp>
        <p:nvSpPr>
          <p:cNvPr id="94213" name="日期占位符 8">
            <a:extLst>
              <a:ext uri="{FF2B5EF4-FFF2-40B4-BE49-F238E27FC236}">
                <a16:creationId xmlns:a16="http://schemas.microsoft.com/office/drawing/2014/main" id="{5662C5F9-CE7A-05FF-86B5-0B24DEF96220}"/>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4214" name="Rectangle 3">
            <a:extLst>
              <a:ext uri="{FF2B5EF4-FFF2-40B4-BE49-F238E27FC236}">
                <a16:creationId xmlns:a16="http://schemas.microsoft.com/office/drawing/2014/main" id="{D0708672-05AC-367E-C19F-3E2316EFB5F7}"/>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4000" b="1">
                <a:solidFill>
                  <a:schemeClr val="tx1"/>
                </a:solidFill>
                <a:latin typeface="楷体_GB2312" panose="02010609030101010101" pitchFamily="1" charset="-122"/>
              </a:rPr>
              <a:t>抽象语法树的遍历</a:t>
            </a:r>
          </a:p>
        </p:txBody>
      </p:sp>
      <p:sp>
        <p:nvSpPr>
          <p:cNvPr id="94215" name="文本框 58374">
            <a:extLst>
              <a:ext uri="{FF2B5EF4-FFF2-40B4-BE49-F238E27FC236}">
                <a16:creationId xmlns:a16="http://schemas.microsoft.com/office/drawing/2014/main" id="{16488A63-9428-A81E-C6D7-0ABAC478B3CF}"/>
              </a:ext>
            </a:extLst>
          </p:cNvPr>
          <p:cNvSpPr txBox="1">
            <a:spLocks noChangeArrowheads="1"/>
          </p:cNvSpPr>
          <p:nvPr/>
        </p:nvSpPr>
        <p:spPr bwMode="auto">
          <a:xfrm>
            <a:off x="1079500" y="2339975"/>
            <a:ext cx="737393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2800" b="1">
                <a:solidFill>
                  <a:schemeClr val="accent2"/>
                </a:solidFill>
                <a:latin typeface="宋体" panose="02010600030101010101" pitchFamily="2" charset="-122"/>
                <a:ea typeface="宋体" panose="02010600030101010101" pitchFamily="2" charset="-122"/>
              </a:rPr>
              <a:t>void </a:t>
            </a:r>
            <a:r>
              <a:rPr lang="en-US" altLang="zh-CN" sz="2800" b="1">
                <a:latin typeface="宋体" panose="02010600030101010101" pitchFamily="2" charset="-122"/>
                <a:ea typeface="宋体" panose="02010600030101010101" pitchFamily="2" charset="-122"/>
              </a:rPr>
              <a:t>visit(past N){</a:t>
            </a:r>
          </a:p>
          <a:p>
            <a:pPr eaLnBrk="1">
              <a:lnSpc>
                <a:spcPct val="93000"/>
              </a:lnSpc>
              <a:buSzPct val="100000"/>
              <a:buFont typeface="Times New Roman" panose="02020603050405020304" pitchFamily="18" charset="0"/>
              <a:buNone/>
            </a:pPr>
            <a:endParaRPr lang="en-US" altLang="zh-CN" sz="2800" b="1">
              <a:latin typeface="宋体" panose="02010600030101010101" pitchFamily="2" charset="-122"/>
              <a:ea typeface="宋体" panose="02010600030101010101" pitchFamily="2" charset="-122"/>
            </a:endParaRPr>
          </a:p>
          <a:p>
            <a:pPr eaLnBrk="1">
              <a:lnSpc>
                <a:spcPct val="93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rPr>
              <a:t>    </a:t>
            </a:r>
            <a:r>
              <a:rPr lang="en-US" altLang="zh-CN" sz="2800" b="1">
                <a:solidFill>
                  <a:schemeClr val="accent2"/>
                </a:solidFill>
                <a:latin typeface="宋体" panose="02010600030101010101" pitchFamily="2" charset="-122"/>
                <a:ea typeface="宋体" panose="02010600030101010101" pitchFamily="2" charset="-122"/>
              </a:rPr>
              <a:t>for</a:t>
            </a:r>
            <a:r>
              <a:rPr lang="en-US" altLang="zh-CN" sz="2800" b="1">
                <a:latin typeface="宋体" panose="02010600030101010101" pitchFamily="2" charset="-122"/>
                <a:ea typeface="宋体" panose="02010600030101010101" pitchFamily="2" charset="-122"/>
              </a:rPr>
              <a:t>( </a:t>
            </a:r>
            <a:r>
              <a:rPr lang="zh-CN" altLang="en-US" sz="2800" b="1">
                <a:latin typeface="楷体_GB2312" panose="02010609030101010101" pitchFamily="1" charset="-122"/>
                <a:ea typeface="楷体_GB2312" panose="02010609030101010101" pitchFamily="1" charset="-122"/>
              </a:rPr>
              <a:t>从左到右遍历 </a:t>
            </a:r>
            <a:r>
              <a:rPr lang="en-US" altLang="zh-CN" sz="2800" b="1">
                <a:latin typeface="Times New Roman" panose="02020603050405020304" pitchFamily="18" charset="0"/>
                <a:ea typeface="楷体_GB2312" panose="02010609030101010101" pitchFamily="1" charset="-122"/>
              </a:rPr>
              <a:t>N</a:t>
            </a:r>
            <a:r>
              <a:rPr lang="en-US" altLang="zh-CN" sz="2800" b="1">
                <a:latin typeface="楷体_GB2312" panose="02010609030101010101" pitchFamily="1" charset="-122"/>
                <a:ea typeface="楷体_GB2312" panose="02010609030101010101" pitchFamily="1" charset="-122"/>
              </a:rPr>
              <a:t> </a:t>
            </a:r>
            <a:r>
              <a:rPr lang="zh-CN" altLang="en-US" sz="2800" b="1">
                <a:latin typeface="楷体_GB2312" panose="02010609030101010101" pitchFamily="1" charset="-122"/>
                <a:ea typeface="楷体_GB2312" panose="02010609030101010101" pitchFamily="1" charset="-122"/>
              </a:rPr>
              <a:t>的每个子结点 </a:t>
            </a:r>
            <a:r>
              <a:rPr lang="en-US" altLang="zh-CN" sz="2800" b="1">
                <a:latin typeface="楷体_GB2312" panose="02010609030101010101" pitchFamily="1" charset="-122"/>
                <a:ea typeface="楷体_GB2312" panose="02010609030101010101" pitchFamily="1" charset="-122"/>
              </a:rPr>
              <a:t>C</a:t>
            </a:r>
            <a:r>
              <a:rPr lang="en-US" altLang="zh-CN" sz="2800" b="1">
                <a:latin typeface="宋体" panose="02010600030101010101" pitchFamily="2" charset="-122"/>
                <a:ea typeface="宋体" panose="02010600030101010101" pitchFamily="2" charset="-122"/>
              </a:rPr>
              <a:t> )</a:t>
            </a:r>
          </a:p>
          <a:p>
            <a:pPr eaLnBrk="1">
              <a:lnSpc>
                <a:spcPct val="93000"/>
              </a:lnSpc>
              <a:buSzPct val="100000"/>
              <a:buFont typeface="Times New Roman" panose="02020603050405020304" pitchFamily="18" charset="0"/>
              <a:buNone/>
            </a:pPr>
            <a:endParaRPr lang="en-US" altLang="zh-CN" sz="2800" b="1">
              <a:latin typeface="宋体" panose="02010600030101010101" pitchFamily="2" charset="-122"/>
              <a:ea typeface="宋体" panose="02010600030101010101" pitchFamily="2" charset="-122"/>
            </a:endParaRPr>
          </a:p>
          <a:p>
            <a:pPr eaLnBrk="1">
              <a:lnSpc>
                <a:spcPct val="93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rPr>
              <a:t>        visit( </a:t>
            </a:r>
            <a:r>
              <a:rPr lang="en-US" altLang="zh-CN" sz="2800" b="1">
                <a:latin typeface="Times New Roman" panose="02020603050405020304" pitchFamily="18" charset="0"/>
                <a:ea typeface="宋体" panose="02010600030101010101" pitchFamily="2" charset="-122"/>
              </a:rPr>
              <a:t>C</a:t>
            </a:r>
            <a:r>
              <a:rPr lang="en-US" altLang="zh-CN" sz="2800" b="1">
                <a:latin typeface="宋体" panose="02010600030101010101" pitchFamily="2" charset="-122"/>
                <a:ea typeface="宋体" panose="02010600030101010101" pitchFamily="2" charset="-122"/>
              </a:rPr>
              <a:t> );</a:t>
            </a:r>
          </a:p>
          <a:p>
            <a:pPr eaLnBrk="1">
              <a:lnSpc>
                <a:spcPct val="93000"/>
              </a:lnSpc>
              <a:buSzPct val="100000"/>
              <a:buFont typeface="Times New Roman" panose="02020603050405020304" pitchFamily="18" charset="0"/>
              <a:buNone/>
            </a:pPr>
            <a:endParaRPr lang="en-US" altLang="zh-CN" sz="2800" b="1">
              <a:latin typeface="宋体" panose="02010600030101010101" pitchFamily="2" charset="-122"/>
              <a:ea typeface="宋体" panose="02010600030101010101" pitchFamily="2" charset="-122"/>
            </a:endParaRPr>
          </a:p>
          <a:p>
            <a:pPr eaLnBrk="1">
              <a:lnSpc>
                <a:spcPct val="93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rPr>
              <a:t>    </a:t>
            </a:r>
            <a:r>
              <a:rPr lang="zh-CN" altLang="en-US" sz="2800" b="1">
                <a:latin typeface="楷体_GB2312" panose="02010609030101010101" pitchFamily="1" charset="-122"/>
                <a:ea typeface="楷体_GB2312" panose="02010609030101010101" pitchFamily="1" charset="-122"/>
              </a:rPr>
              <a:t>按照 </a:t>
            </a:r>
            <a:r>
              <a:rPr lang="en-US" altLang="zh-CN" sz="2800" b="1">
                <a:latin typeface="Times New Roman" panose="02020603050405020304" pitchFamily="18" charset="0"/>
                <a:ea typeface="楷体_GB2312" panose="02010609030101010101" pitchFamily="1" charset="-122"/>
              </a:rPr>
              <a:t>N</a:t>
            </a:r>
            <a:r>
              <a:rPr lang="en-US" altLang="zh-CN" sz="2800" b="1">
                <a:latin typeface="楷体_GB2312" panose="02010609030101010101" pitchFamily="1" charset="-122"/>
                <a:ea typeface="楷体_GB2312" panose="02010609030101010101" pitchFamily="1" charset="-122"/>
              </a:rPr>
              <a:t> </a:t>
            </a:r>
            <a:r>
              <a:rPr lang="zh-CN" altLang="en-US" sz="2800" b="1">
                <a:latin typeface="楷体_GB2312" panose="02010609030101010101" pitchFamily="1" charset="-122"/>
                <a:ea typeface="楷体_GB2312" panose="02010609030101010101" pitchFamily="1" charset="-122"/>
              </a:rPr>
              <a:t>的语义规则生成三地址代码；</a:t>
            </a:r>
          </a:p>
          <a:p>
            <a:pPr eaLnBrk="1">
              <a:lnSpc>
                <a:spcPct val="93000"/>
              </a:lnSpc>
              <a:buSzPct val="100000"/>
              <a:buFont typeface="Times New Roman" panose="02020603050405020304" pitchFamily="18" charset="0"/>
              <a:buNone/>
            </a:pPr>
            <a:endParaRPr lang="zh-CN" altLang="en-US" sz="2800" b="1">
              <a:latin typeface="宋体" panose="02010600030101010101" pitchFamily="2" charset="-122"/>
              <a:ea typeface="宋体" panose="02010600030101010101" pitchFamily="2" charset="-122"/>
            </a:endParaRPr>
          </a:p>
          <a:p>
            <a:pPr eaLnBrk="1">
              <a:lnSpc>
                <a:spcPct val="93000"/>
              </a:lnSpc>
              <a:buSzPct val="100000"/>
              <a:buFont typeface="Times New Roman" panose="02020603050405020304" pitchFamily="18" charset="0"/>
              <a:buNone/>
            </a:pPr>
            <a:r>
              <a:rPr lang="en-US" altLang="zh-CN" sz="2800" b="1">
                <a:latin typeface="宋体" panose="02010600030101010101" pitchFamily="2" charset="-122"/>
                <a:ea typeface="宋体" panose="02010600030101010101" pitchFamily="2" charset="-122"/>
              </a:rPr>
              <a:t>}</a:t>
            </a:r>
          </a:p>
        </p:txBody>
      </p:sp>
      <p:pic>
        <p:nvPicPr>
          <p:cNvPr id="3" name="图片 2"/>
          <p:cNvPicPr>
            <a:picLocks noChangeAspect="1"/>
          </p:cNvPicPr>
          <p:nvPr/>
        </p:nvPicPr>
        <p:blipFill>
          <a:blip r:embed="rId2"/>
          <a:stretch>
            <a:fillRect/>
          </a:stretch>
        </p:blipFill>
        <p:spPr>
          <a:xfrm>
            <a:off x="5913887" y="315633"/>
            <a:ext cx="2552381" cy="2323809"/>
          </a:xfrm>
          <a:prstGeom prst="rect">
            <a:avLst/>
          </a:prstGeom>
        </p:spPr>
      </p:pic>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598719E6-242A-6CB6-C096-8046E8DCF2EC}"/>
              </a:ext>
            </a:extLst>
          </p:cNvPr>
          <p:cNvSpPr>
            <a:spLocks noGrp="1" noChangeArrowheads="1"/>
          </p:cNvSpPr>
          <p:nvPr>
            <p:ph type="title" idx="4294967295"/>
          </p:nvPr>
        </p:nvSpPr>
        <p:spPr/>
        <p:txBody>
          <a:bodyPr/>
          <a:lstStyle/>
          <a:p>
            <a:pPr eaLnBrk="1" hangingPunct="1"/>
            <a:r>
              <a:rPr lang="zh-CN" altLang="en-US"/>
              <a:t>三地址码的生成</a:t>
            </a:r>
            <a:endParaRPr lang="zh-CN" altLang="en-US">
              <a:solidFill>
                <a:schemeClr val="tx1"/>
              </a:solidFill>
              <a:latin typeface="仿宋_GB2312" pitchFamily="1" charset="-122"/>
              <a:ea typeface="仿宋_GB2312" pitchFamily="1" charset="-122"/>
            </a:endParaRPr>
          </a:p>
        </p:txBody>
      </p:sp>
      <p:sp>
        <p:nvSpPr>
          <p:cNvPr id="95235" name="Footer Placeholder 5">
            <a:extLst>
              <a:ext uri="{FF2B5EF4-FFF2-40B4-BE49-F238E27FC236}">
                <a16:creationId xmlns:a16="http://schemas.microsoft.com/office/drawing/2014/main" id="{2D856294-7914-503A-8610-DC246B5302A3}"/>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5236" name="Slide Number Placeholder 6">
            <a:extLst>
              <a:ext uri="{FF2B5EF4-FFF2-40B4-BE49-F238E27FC236}">
                <a16:creationId xmlns:a16="http://schemas.microsoft.com/office/drawing/2014/main" id="{046B5743-0433-5F49-3D2F-72D549ED69AA}"/>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FD9635BA-D268-45DD-B0C7-303A91419214}"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78</a:t>
            </a:fld>
            <a:endParaRPr lang="en-GB" altLang="en-US" sz="1200">
              <a:latin typeface="Comic Sans MS" panose="030F0702030302020204" pitchFamily="66" charset="0"/>
              <a:ea typeface="宋体" panose="02010600030101010101" pitchFamily="2" charset="-122"/>
            </a:endParaRPr>
          </a:p>
        </p:txBody>
      </p:sp>
      <p:sp>
        <p:nvSpPr>
          <p:cNvPr id="95237" name="日期占位符 8">
            <a:extLst>
              <a:ext uri="{FF2B5EF4-FFF2-40B4-BE49-F238E27FC236}">
                <a16:creationId xmlns:a16="http://schemas.microsoft.com/office/drawing/2014/main" id="{EF4DF726-0D5A-D754-91F6-C5537B19DCA6}"/>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59398" name="Rectangle 3">
            <a:extLst>
              <a:ext uri="{FF2B5EF4-FFF2-40B4-BE49-F238E27FC236}">
                <a16:creationId xmlns:a16="http://schemas.microsoft.com/office/drawing/2014/main" id="{0B72DE16-F32A-6815-2AC3-426163A17B14}"/>
              </a:ext>
            </a:extLst>
          </p:cNvPr>
          <p:cNvSpPr txBox="1">
            <a:spLocks noChangeArrowheads="1"/>
          </p:cNvSpPr>
          <p:nvPr/>
        </p:nvSpPr>
        <p:spPr bwMode="auto">
          <a:xfrm>
            <a:off x="503238" y="1441450"/>
            <a:ext cx="9532937"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基本表达式结点翻译方案</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a:t>
            </a:r>
            <a:r>
              <a:rPr lang="zh-CN" altLang="en-US" sz="3200" b="1" dirty="0">
                <a:latin typeface="宋体" panose="02010600030101010101" pitchFamily="2" charset="-122"/>
                <a:ea typeface="宋体" panose="02010600030101010101" pitchFamily="2" charset="-122"/>
              </a:rPr>
              <a:t>primary_expr  → </a:t>
            </a:r>
            <a:r>
              <a:rPr lang="zh-CN" altLang="en-US" sz="3200" b="1" dirty="0">
                <a:solidFill>
                  <a:schemeClr val="accent2"/>
                </a:solidFill>
                <a:latin typeface="宋体" panose="02010600030101010101" pitchFamily="2" charset="-122"/>
                <a:ea typeface="宋体" panose="02010600030101010101" pitchFamily="2" charset="-122"/>
              </a:rPr>
              <a:t>ID</a:t>
            </a:r>
            <a:r>
              <a:rPr lang="zh-CN" altLang="en-US" sz="3200" b="1" dirty="0">
                <a:latin typeface="宋体" panose="02010600030101010101" pitchFamily="2" charset="-122"/>
                <a:ea typeface="宋体" panose="02010600030101010101" pitchFamily="2" charset="-122"/>
              </a:rPr>
              <a:t>  |  </a:t>
            </a:r>
            <a:r>
              <a:rPr lang="zh-CN" altLang="en-US" sz="3200" b="1" dirty="0">
                <a:solidFill>
                  <a:schemeClr val="accent2"/>
                </a:solidFill>
                <a:latin typeface="宋体" panose="02010600030101010101" pitchFamily="2" charset="-122"/>
                <a:ea typeface="宋体" panose="02010600030101010101" pitchFamily="2" charset="-122"/>
              </a:rPr>
              <a:t>NUMBER</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基本表达式如果是“变量”</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结点中nodeType为“varRef”</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三地址代码中需要变量名，即“sValue”</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基本表达式如果是“整数”</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结点中nodeType为“intValue”</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三地址代码中需要常数的值，即“iValue”</a:t>
            </a:r>
          </a:p>
          <a:p>
            <a:pPr eaLnBrk="1">
              <a:buFont typeface="Times New Roman" panose="02020603050405020304" pitchFamily="18" charset="0"/>
              <a:buNone/>
            </a:pPr>
            <a:endParaRPr lang="zh-CN" altLang="en-US" sz="3200" b="1" dirty="0">
              <a:solidFill>
                <a:schemeClr val="tx1"/>
              </a:solidFill>
              <a:latin typeface="楷体_GB2312" panose="02010609030101010101" pitchFamily="1" charset="-122"/>
            </a:endParaRPr>
          </a:p>
        </p:txBody>
      </p:sp>
      <p:pic>
        <p:nvPicPr>
          <p:cNvPr id="2" name="图片 1"/>
          <p:cNvPicPr>
            <a:picLocks noChangeAspect="1"/>
          </p:cNvPicPr>
          <p:nvPr/>
        </p:nvPicPr>
        <p:blipFill>
          <a:blip r:embed="rId2"/>
          <a:stretch>
            <a:fillRect/>
          </a:stretch>
        </p:blipFill>
        <p:spPr>
          <a:xfrm>
            <a:off x="7155453" y="140613"/>
            <a:ext cx="2109405" cy="192050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9398">
                                            <p:txEl>
                                              <p:pRg st="2" end="2"/>
                                            </p:txEl>
                                          </p:spTgt>
                                        </p:tgtEl>
                                        <p:attrNameLst>
                                          <p:attrName>style.visibility</p:attrName>
                                        </p:attrNameLst>
                                      </p:cBhvr>
                                      <p:to>
                                        <p:strVal val="visible"/>
                                      </p:to>
                                    </p:set>
                                    <p:animEffect transition="in" filter="blinds(horizontal)">
                                      <p:cBhvr>
                                        <p:cTn id="7" dur="500"/>
                                        <p:tgtEl>
                                          <p:spTgt spid="59398">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9398">
                                            <p:txEl>
                                              <p:pRg st="3" end="3"/>
                                            </p:txEl>
                                          </p:spTgt>
                                        </p:tgtEl>
                                        <p:attrNameLst>
                                          <p:attrName>style.visibility</p:attrName>
                                        </p:attrNameLst>
                                      </p:cBhvr>
                                      <p:to>
                                        <p:strVal val="visible"/>
                                      </p:to>
                                    </p:set>
                                    <p:animEffect transition="in" filter="blinds(horizontal)">
                                      <p:cBhvr>
                                        <p:cTn id="10" dur="500"/>
                                        <p:tgtEl>
                                          <p:spTgt spid="59398">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9398">
                                            <p:txEl>
                                              <p:pRg st="4" end="4"/>
                                            </p:txEl>
                                          </p:spTgt>
                                        </p:tgtEl>
                                        <p:attrNameLst>
                                          <p:attrName>style.visibility</p:attrName>
                                        </p:attrNameLst>
                                      </p:cBhvr>
                                      <p:to>
                                        <p:strVal val="visible"/>
                                      </p:to>
                                    </p:set>
                                    <p:animEffect transition="in" filter="blinds(horizontal)">
                                      <p:cBhvr>
                                        <p:cTn id="13" dur="500"/>
                                        <p:tgtEl>
                                          <p:spTgt spid="59398">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59398">
                                            <p:txEl>
                                              <p:pRg st="5" end="5"/>
                                            </p:txEl>
                                          </p:spTgt>
                                        </p:tgtEl>
                                        <p:attrNameLst>
                                          <p:attrName>style.visibility</p:attrName>
                                        </p:attrNameLst>
                                      </p:cBhvr>
                                      <p:to>
                                        <p:strVal val="visible"/>
                                      </p:to>
                                    </p:set>
                                    <p:animEffect transition="in" filter="blinds(horizontal)">
                                      <p:cBhvr>
                                        <p:cTn id="18" dur="500"/>
                                        <p:tgtEl>
                                          <p:spTgt spid="59398">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9398">
                                            <p:txEl>
                                              <p:pRg st="6" end="6"/>
                                            </p:txEl>
                                          </p:spTgt>
                                        </p:tgtEl>
                                        <p:attrNameLst>
                                          <p:attrName>style.visibility</p:attrName>
                                        </p:attrNameLst>
                                      </p:cBhvr>
                                      <p:to>
                                        <p:strVal val="visible"/>
                                      </p:to>
                                    </p:set>
                                    <p:animEffect transition="in" filter="blinds(horizontal)">
                                      <p:cBhvr>
                                        <p:cTn id="21" dur="500"/>
                                        <p:tgtEl>
                                          <p:spTgt spid="59398">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9398">
                                            <p:txEl>
                                              <p:pRg st="7" end="7"/>
                                            </p:txEl>
                                          </p:spTgt>
                                        </p:tgtEl>
                                        <p:attrNameLst>
                                          <p:attrName>style.visibility</p:attrName>
                                        </p:attrNameLst>
                                      </p:cBhvr>
                                      <p:to>
                                        <p:strVal val="visible"/>
                                      </p:to>
                                    </p:set>
                                    <p:animEffect transition="in" filter="blinds(horizontal)">
                                      <p:cBhvr>
                                        <p:cTn id="24" dur="500"/>
                                        <p:tgtEl>
                                          <p:spTgt spid="5939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403F1A7D-9CF5-DC7A-DABE-900E7CE6DED9}"/>
              </a:ext>
            </a:extLst>
          </p:cNvPr>
          <p:cNvSpPr>
            <a:spLocks noGrp="1" noChangeArrowheads="1"/>
          </p:cNvSpPr>
          <p:nvPr>
            <p:ph type="title" idx="4294967295"/>
          </p:nvPr>
        </p:nvSpPr>
        <p:spPr/>
        <p:txBody>
          <a:bodyPr/>
          <a:lstStyle/>
          <a:p>
            <a:pPr eaLnBrk="1" hangingPunct="1"/>
            <a:r>
              <a:rPr lang="zh-CN" altLang="en-US"/>
              <a:t>三地址码的生成</a:t>
            </a:r>
            <a:endParaRPr lang="zh-CN" altLang="en-US">
              <a:solidFill>
                <a:schemeClr val="tx1"/>
              </a:solidFill>
              <a:latin typeface="仿宋_GB2312" pitchFamily="1" charset="-122"/>
              <a:ea typeface="仿宋_GB2312" pitchFamily="1" charset="-122"/>
            </a:endParaRPr>
          </a:p>
        </p:txBody>
      </p:sp>
      <p:sp>
        <p:nvSpPr>
          <p:cNvPr id="96259" name="Footer Placeholder 5">
            <a:extLst>
              <a:ext uri="{FF2B5EF4-FFF2-40B4-BE49-F238E27FC236}">
                <a16:creationId xmlns:a16="http://schemas.microsoft.com/office/drawing/2014/main" id="{ED8AD789-295A-4A7A-9B4D-C33AEEC9519F}"/>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6260" name="Slide Number Placeholder 6">
            <a:extLst>
              <a:ext uri="{FF2B5EF4-FFF2-40B4-BE49-F238E27FC236}">
                <a16:creationId xmlns:a16="http://schemas.microsoft.com/office/drawing/2014/main" id="{763C8E52-371B-E486-1F49-D15E642C885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FC6FB1F7-0BE9-4D10-B027-F6B84B206FBA}"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79</a:t>
            </a:fld>
            <a:endParaRPr lang="en-GB" altLang="en-US" sz="1200">
              <a:latin typeface="Comic Sans MS" panose="030F0702030302020204" pitchFamily="66" charset="0"/>
              <a:ea typeface="宋体" panose="02010600030101010101" pitchFamily="2" charset="-122"/>
            </a:endParaRPr>
          </a:p>
        </p:txBody>
      </p:sp>
      <p:sp>
        <p:nvSpPr>
          <p:cNvPr id="96261" name="日期占位符 8">
            <a:extLst>
              <a:ext uri="{FF2B5EF4-FFF2-40B4-BE49-F238E27FC236}">
                <a16:creationId xmlns:a16="http://schemas.microsoft.com/office/drawing/2014/main" id="{8220D72B-C9A4-D6D3-3F6E-AE47872C0847}"/>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0422" name="Rectangle 3">
            <a:extLst>
              <a:ext uri="{FF2B5EF4-FFF2-40B4-BE49-F238E27FC236}">
                <a16:creationId xmlns:a16="http://schemas.microsoft.com/office/drawing/2014/main" id="{93E69D24-70DF-6104-24EF-5C01E4F7CF3F}"/>
              </a:ext>
            </a:extLst>
          </p:cNvPr>
          <p:cNvSpPr txBox="1">
            <a:spLocks noChangeArrowheads="1"/>
          </p:cNvSpPr>
          <p:nvPr/>
        </p:nvSpPr>
        <p:spPr bwMode="auto">
          <a:xfrm>
            <a:off x="503238" y="1441450"/>
            <a:ext cx="9532937"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基本表达式结点翻译方案</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a:t>
            </a:r>
            <a:r>
              <a:rPr lang="zh-CN" altLang="en-US" sz="3200" b="1" dirty="0">
                <a:latin typeface="宋体" panose="02010600030101010101" pitchFamily="2" charset="-122"/>
                <a:ea typeface="宋体" panose="02010600030101010101" pitchFamily="2" charset="-122"/>
              </a:rPr>
              <a:t>primary_expr  → </a:t>
            </a:r>
            <a:r>
              <a:rPr lang="zh-CN" altLang="en-US" sz="3200" b="1" dirty="0">
                <a:solidFill>
                  <a:schemeClr val="accent2"/>
                </a:solidFill>
                <a:latin typeface="宋体" panose="02010600030101010101" pitchFamily="2" charset="-122"/>
                <a:ea typeface="宋体" panose="02010600030101010101" pitchFamily="2" charset="-122"/>
              </a:rPr>
              <a:t>ID</a:t>
            </a:r>
            <a:r>
              <a:rPr lang="zh-CN" altLang="en-US" sz="3200" b="1" dirty="0">
                <a:latin typeface="宋体" panose="02010600030101010101" pitchFamily="2" charset="-122"/>
                <a:ea typeface="宋体" panose="02010600030101010101" pitchFamily="2" charset="-122"/>
              </a:rPr>
              <a:t>  |  </a:t>
            </a:r>
            <a:r>
              <a:rPr lang="zh-CN" altLang="en-US" sz="3200" b="1" dirty="0">
                <a:solidFill>
                  <a:schemeClr val="accent2"/>
                </a:solidFill>
                <a:latin typeface="宋体" panose="02010600030101010101" pitchFamily="2" charset="-122"/>
                <a:ea typeface="宋体" panose="02010600030101010101" pitchFamily="2" charset="-122"/>
              </a:rPr>
              <a:t>NUMBER</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设计函数</a:t>
            </a:r>
          </a:p>
          <a:p>
            <a:pPr eaLnBrk="1">
              <a:buFont typeface="Times New Roman" panose="02020603050405020304" pitchFamily="18" charset="0"/>
              <a:buNone/>
            </a:pPr>
            <a:r>
              <a:rPr lang="zh-CN" altLang="en-US" sz="2400" b="1" dirty="0">
                <a:solidFill>
                  <a:schemeClr val="accent2"/>
                </a:solidFill>
                <a:latin typeface="宋体" panose="02010600030101010101" pitchFamily="2" charset="-122"/>
                <a:ea typeface="宋体" panose="02010600030101010101" pitchFamily="2" charset="-122"/>
              </a:rPr>
              <a:t>       int </a:t>
            </a:r>
            <a:r>
              <a:rPr lang="zh-CN" altLang="en-US" sz="2400" b="1" dirty="0">
                <a:latin typeface="宋体" panose="02010600030101010101" pitchFamily="2" charset="-122"/>
                <a:ea typeface="宋体" panose="02010600030101010101" pitchFamily="2" charset="-122"/>
              </a:rPr>
              <a:t>genPrimaryExpr(past node, </a:t>
            </a:r>
            <a:r>
              <a:rPr lang="zh-CN" altLang="en-US" sz="2400" b="1" dirty="0">
                <a:solidFill>
                  <a:schemeClr val="accent2"/>
                </a:solidFill>
                <a:latin typeface="宋体" panose="02010600030101010101" pitchFamily="2" charset="-122"/>
                <a:ea typeface="宋体" panose="02010600030101010101" pitchFamily="2" charset="-122"/>
              </a:rPr>
              <a:t>char</a:t>
            </a:r>
            <a:r>
              <a:rPr lang="zh-CN" altLang="en-US" sz="2400" b="1" dirty="0">
                <a:latin typeface="宋体" panose="02010600030101010101" pitchFamily="2" charset="-122"/>
                <a:ea typeface="宋体" panose="02010600030101010101" pitchFamily="2" charset="-122"/>
              </a:rPr>
              <a:t>* operand)</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其中输入参数node指向要翻译的结点</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输出参数</a:t>
            </a:r>
            <a:r>
              <a:rPr lang="zh-CN" altLang="en-US" sz="3200" b="1" dirty="0">
                <a:latin typeface="宋体" panose="02010600030101010101" pitchFamily="2" charset="-122"/>
                <a:ea typeface="宋体" panose="02010600030101010101" pitchFamily="2" charset="-122"/>
              </a:rPr>
              <a:t>operand</a:t>
            </a:r>
            <a:r>
              <a:rPr lang="zh-CN" altLang="en-US" sz="3200" b="1" dirty="0">
                <a:latin typeface="宋体" panose="02010600030101010101" pitchFamily="2" charset="-122"/>
              </a:rPr>
              <a:t>指向该结点的</a:t>
            </a:r>
          </a:p>
          <a:p>
            <a:pPr eaLnBrk="1">
              <a:buFont typeface="Times New Roman" panose="02020603050405020304" pitchFamily="18" charset="0"/>
              <a:buNone/>
            </a:pPr>
            <a:r>
              <a:rPr lang="zh-CN" altLang="en-US" sz="3200" b="1" dirty="0">
                <a:latin typeface="宋体" panose="02010600030101010101" pitchFamily="2" charset="-122"/>
              </a:rPr>
              <a:t>               变量名 或 整数值对应的字符串</a:t>
            </a:r>
          </a:p>
        </p:txBody>
      </p:sp>
      <p:pic>
        <p:nvPicPr>
          <p:cNvPr id="7" name="图片 6"/>
          <p:cNvPicPr>
            <a:picLocks noChangeAspect="1"/>
          </p:cNvPicPr>
          <p:nvPr/>
        </p:nvPicPr>
        <p:blipFill>
          <a:blip r:embed="rId2"/>
          <a:stretch>
            <a:fillRect/>
          </a:stretch>
        </p:blipFill>
        <p:spPr>
          <a:xfrm>
            <a:off x="7464808" y="295138"/>
            <a:ext cx="2109405" cy="192050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422">
                                            <p:txEl>
                                              <p:pRg st="2" end="2"/>
                                            </p:txEl>
                                          </p:spTgt>
                                        </p:tgtEl>
                                        <p:attrNameLst>
                                          <p:attrName>style.visibility</p:attrName>
                                        </p:attrNameLst>
                                      </p:cBhvr>
                                      <p:to>
                                        <p:strVal val="visible"/>
                                      </p:to>
                                    </p:set>
                                    <p:animEffect transition="in" filter="blinds(horizontal)">
                                      <p:cBhvr>
                                        <p:cTn id="7" dur="500"/>
                                        <p:tgtEl>
                                          <p:spTgt spid="60422">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422">
                                            <p:txEl>
                                              <p:pRg st="3" end="3"/>
                                            </p:txEl>
                                          </p:spTgt>
                                        </p:tgtEl>
                                        <p:attrNameLst>
                                          <p:attrName>style.visibility</p:attrName>
                                        </p:attrNameLst>
                                      </p:cBhvr>
                                      <p:to>
                                        <p:strVal val="visible"/>
                                      </p:to>
                                    </p:set>
                                    <p:animEffect transition="in" filter="blinds(horizontal)">
                                      <p:cBhvr>
                                        <p:cTn id="10" dur="500"/>
                                        <p:tgtEl>
                                          <p:spTgt spid="60422">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60422">
                                            <p:txEl>
                                              <p:pRg st="4" end="4"/>
                                            </p:txEl>
                                          </p:spTgt>
                                        </p:tgtEl>
                                        <p:attrNameLst>
                                          <p:attrName>style.visibility</p:attrName>
                                        </p:attrNameLst>
                                      </p:cBhvr>
                                      <p:to>
                                        <p:strVal val="visible"/>
                                      </p:to>
                                    </p:set>
                                    <p:animEffect transition="in" filter="blinds(horizontal)">
                                      <p:cBhvr>
                                        <p:cTn id="15" dur="500"/>
                                        <p:tgtEl>
                                          <p:spTgt spid="60422">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0422">
                                            <p:txEl>
                                              <p:pRg st="5" end="5"/>
                                            </p:txEl>
                                          </p:spTgt>
                                        </p:tgtEl>
                                        <p:attrNameLst>
                                          <p:attrName>style.visibility</p:attrName>
                                        </p:attrNameLst>
                                      </p:cBhvr>
                                      <p:to>
                                        <p:strVal val="visible"/>
                                      </p:to>
                                    </p:set>
                                    <p:animEffect transition="in" filter="blinds(horizontal)">
                                      <p:cBhvr>
                                        <p:cTn id="18" dur="500"/>
                                        <p:tgtEl>
                                          <p:spTgt spid="60422">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0422">
                                            <p:txEl>
                                              <p:pRg st="6" end="6"/>
                                            </p:txEl>
                                          </p:spTgt>
                                        </p:tgtEl>
                                        <p:attrNameLst>
                                          <p:attrName>style.visibility</p:attrName>
                                        </p:attrNameLst>
                                      </p:cBhvr>
                                      <p:to>
                                        <p:strVal val="visible"/>
                                      </p:to>
                                    </p:set>
                                    <p:animEffect transition="in" filter="blinds(horizontal)">
                                      <p:cBhvr>
                                        <p:cTn id="21" dur="500"/>
                                        <p:tgtEl>
                                          <p:spTgt spid="6042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7D5A7881-2CCA-4AAF-C52B-AB4330E3F74F}"/>
              </a:ext>
            </a:extLst>
          </p:cNvPr>
          <p:cNvSpPr>
            <a:spLocks noGrp="1" noChangeArrowheads="1"/>
          </p:cNvSpPr>
          <p:nvPr>
            <p:ph type="title" idx="4294967295"/>
          </p:nvPr>
        </p:nvSpPr>
        <p:spPr>
          <a:xfrm>
            <a:off x="503238" y="293688"/>
            <a:ext cx="7847012" cy="920750"/>
          </a:xfrm>
        </p:spPr>
        <p:txBody>
          <a:bodyPr/>
          <a:lstStyle/>
          <a:p>
            <a:pPr eaLnBrk="1" hangingPunct="1"/>
            <a:r>
              <a:rPr lang="zh-CN" altLang="en-US"/>
              <a:t>三地址码的生成</a:t>
            </a:r>
            <a:endParaRPr lang="zh-CN" altLang="en-US">
              <a:solidFill>
                <a:schemeClr val="tx1"/>
              </a:solidFill>
              <a:latin typeface="仿宋_GB2312" pitchFamily="1" charset="-122"/>
              <a:ea typeface="仿宋_GB2312" pitchFamily="1" charset="-122"/>
            </a:endParaRPr>
          </a:p>
        </p:txBody>
      </p:sp>
      <p:sp>
        <p:nvSpPr>
          <p:cNvPr id="97283" name="Footer Placeholder 5">
            <a:extLst>
              <a:ext uri="{FF2B5EF4-FFF2-40B4-BE49-F238E27FC236}">
                <a16:creationId xmlns:a16="http://schemas.microsoft.com/office/drawing/2014/main" id="{8ABA738A-24A6-0D45-A25E-D57E0454397E}"/>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7284" name="Slide Number Placeholder 6">
            <a:extLst>
              <a:ext uri="{FF2B5EF4-FFF2-40B4-BE49-F238E27FC236}">
                <a16:creationId xmlns:a16="http://schemas.microsoft.com/office/drawing/2014/main" id="{C16F0FCA-2AC5-31B9-4095-F3F0A6FF2311}"/>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A8FA57C3-1B68-49DE-8CCE-032E32108560}"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80</a:t>
            </a:fld>
            <a:endParaRPr lang="en-GB" altLang="en-US" sz="1200">
              <a:latin typeface="Comic Sans MS" panose="030F0702030302020204" pitchFamily="66" charset="0"/>
              <a:ea typeface="宋体" panose="02010600030101010101" pitchFamily="2" charset="-122"/>
            </a:endParaRPr>
          </a:p>
        </p:txBody>
      </p:sp>
      <p:sp>
        <p:nvSpPr>
          <p:cNvPr id="97285" name="日期占位符 8">
            <a:extLst>
              <a:ext uri="{FF2B5EF4-FFF2-40B4-BE49-F238E27FC236}">
                <a16:creationId xmlns:a16="http://schemas.microsoft.com/office/drawing/2014/main" id="{C4D94195-A3DA-7D96-C0B4-6A9510835644}"/>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7286" name="Rectangle 3">
            <a:extLst>
              <a:ext uri="{FF2B5EF4-FFF2-40B4-BE49-F238E27FC236}">
                <a16:creationId xmlns:a16="http://schemas.microsoft.com/office/drawing/2014/main" id="{DBD6E682-4387-714F-C051-C0784CED2F94}"/>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4000" b="1">
                <a:solidFill>
                  <a:schemeClr val="tx1"/>
                </a:solidFill>
                <a:latin typeface="楷体_GB2312" panose="02010609030101010101" pitchFamily="1" charset="-122"/>
              </a:rPr>
              <a:t>基本表达式结点翻译方案</a:t>
            </a:r>
            <a:endParaRPr lang="zh-CN" altLang="en-US" sz="1800">
              <a:ea typeface="Droid Sans Fallback" charset="-122"/>
            </a:endParaRPr>
          </a:p>
        </p:txBody>
      </p:sp>
      <p:sp>
        <p:nvSpPr>
          <p:cNvPr id="97287" name="文本框 61446">
            <a:extLst>
              <a:ext uri="{FF2B5EF4-FFF2-40B4-BE49-F238E27FC236}">
                <a16:creationId xmlns:a16="http://schemas.microsoft.com/office/drawing/2014/main" id="{47D30397-F6DB-F441-7A5F-5B6B99FAA7D0}"/>
              </a:ext>
            </a:extLst>
          </p:cNvPr>
          <p:cNvSpPr txBox="1">
            <a:spLocks noChangeArrowheads="1"/>
          </p:cNvSpPr>
          <p:nvPr/>
        </p:nvSpPr>
        <p:spPr bwMode="auto">
          <a:xfrm>
            <a:off x="508000" y="2098675"/>
            <a:ext cx="7826375"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113000"/>
              </a:lnSpc>
              <a:buSzPct val="100000"/>
              <a:buFont typeface="Times New Roman" panose="02020603050405020304" pitchFamily="18" charset="0"/>
              <a:buNone/>
            </a:pPr>
            <a:r>
              <a:rPr lang="en-US" altLang="zh-CN" sz="2000" b="1">
                <a:solidFill>
                  <a:schemeClr val="accent2"/>
                </a:solidFill>
                <a:latin typeface="宋体" panose="02010600030101010101" pitchFamily="2" charset="-122"/>
                <a:ea typeface="宋体" panose="02010600030101010101" pitchFamily="2" charset="-122"/>
              </a:rPr>
              <a:t>int </a:t>
            </a:r>
            <a:r>
              <a:rPr lang="en-US" altLang="zh-CN" sz="2000" b="1">
                <a:latin typeface="宋体" panose="02010600030101010101" pitchFamily="2" charset="-122"/>
                <a:ea typeface="宋体" panose="02010600030101010101" pitchFamily="2" charset="-122"/>
              </a:rPr>
              <a:t>genPrimaryExpr(past node, </a:t>
            </a:r>
            <a:r>
              <a:rPr lang="en-US" altLang="zh-CN" sz="2000" b="1">
                <a:solidFill>
                  <a:schemeClr val="accent2"/>
                </a:solidFill>
                <a:latin typeface="宋体" panose="02010600030101010101" pitchFamily="2" charset="-122"/>
                <a:ea typeface="宋体" panose="02010600030101010101" pitchFamily="2" charset="-122"/>
              </a:rPr>
              <a:t>char</a:t>
            </a:r>
            <a:r>
              <a:rPr lang="en-US" altLang="zh-CN" sz="2000" b="1">
                <a:latin typeface="宋体" panose="02010600030101010101" pitchFamily="2" charset="-122"/>
                <a:ea typeface="宋体" panose="02010600030101010101" pitchFamily="2" charset="-122"/>
              </a:rPr>
              <a:t>* operand)</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r>
              <a:rPr lang="en-US" altLang="zh-CN" sz="2000" b="1">
                <a:solidFill>
                  <a:schemeClr val="accent2"/>
                </a:solidFill>
                <a:latin typeface="宋体" panose="02010600030101010101" pitchFamily="2" charset="-122"/>
                <a:ea typeface="宋体" panose="02010600030101010101" pitchFamily="2" charset="-122"/>
              </a:rPr>
              <a:t>if</a:t>
            </a:r>
            <a:r>
              <a:rPr lang="en-US" altLang="zh-CN" sz="2000" b="1">
                <a:latin typeface="宋体" panose="02010600030101010101" pitchFamily="2" charset="-122"/>
                <a:ea typeface="宋体" panose="02010600030101010101" pitchFamily="2" charset="-122"/>
              </a:rPr>
              <a:t>(strcmp(node-&gt;nodeType, "intValue") == 0){</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r>
              <a:rPr lang="en-US" altLang="zh-CN" sz="2000" b="1">
                <a:solidFill>
                  <a:schemeClr val="accent2"/>
                </a:solidFill>
                <a:latin typeface="宋体" panose="02010600030101010101" pitchFamily="2" charset="-122"/>
                <a:ea typeface="宋体" panose="02010600030101010101" pitchFamily="2" charset="-122"/>
              </a:rPr>
              <a:t>if</a:t>
            </a:r>
            <a:r>
              <a:rPr lang="en-US" altLang="zh-CN" sz="2000" b="1">
                <a:latin typeface="宋体" panose="02010600030101010101" pitchFamily="2" charset="-122"/>
                <a:ea typeface="宋体" panose="02010600030101010101" pitchFamily="2" charset="-122"/>
              </a:rPr>
              <a:t>(operand != NULL)</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sprintf(operand, "%d", node-&gt;ivalue);</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r>
              <a:rPr lang="en-US" altLang="zh-CN" sz="2000" b="1">
                <a:solidFill>
                  <a:schemeClr val="accent2"/>
                </a:solidFill>
                <a:latin typeface="宋体" panose="02010600030101010101" pitchFamily="2" charset="-122"/>
                <a:ea typeface="宋体" panose="02010600030101010101" pitchFamily="2" charset="-122"/>
              </a:rPr>
              <a:t>else if</a:t>
            </a:r>
            <a:r>
              <a:rPr lang="en-US" altLang="zh-CN" sz="2000" b="1">
                <a:latin typeface="宋体" panose="02010600030101010101" pitchFamily="2" charset="-122"/>
                <a:ea typeface="宋体" panose="02010600030101010101" pitchFamily="2" charset="-122"/>
              </a:rPr>
              <a:t>(strcmp(node-&gt;nodeType, "varRef") == 0){</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r>
              <a:rPr lang="en-US" altLang="zh-CN" sz="2000" b="1">
                <a:solidFill>
                  <a:schemeClr val="accent2"/>
                </a:solidFill>
                <a:latin typeface="宋体" panose="02010600030101010101" pitchFamily="2" charset="-122"/>
                <a:ea typeface="宋体" panose="02010600030101010101" pitchFamily="2" charset="-122"/>
              </a:rPr>
              <a:t>if</a:t>
            </a:r>
            <a:r>
              <a:rPr lang="en-US" altLang="zh-CN" sz="2000" b="1">
                <a:latin typeface="宋体" panose="02010600030101010101" pitchFamily="2" charset="-122"/>
                <a:ea typeface="宋体" panose="02010600030101010101" pitchFamily="2" charset="-122"/>
              </a:rPr>
              <a:t>(operand != NULL)</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sprintf(operand, "%s", node-&gt;svalue);</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r>
              <a:rPr lang="en-US" altLang="zh-CN" sz="2000" b="1">
                <a:solidFill>
                  <a:schemeClr val="accent2"/>
                </a:solidFill>
                <a:latin typeface="宋体" panose="02010600030101010101" pitchFamily="2" charset="-122"/>
                <a:ea typeface="宋体" panose="02010600030101010101" pitchFamily="2" charset="-122"/>
              </a:rPr>
              <a:t>else</a:t>
            </a:r>
            <a:r>
              <a:rPr lang="en-US" altLang="zh-CN" sz="2000" b="1">
                <a:latin typeface="宋体" panose="02010600030101010101" pitchFamily="2" charset="-122"/>
                <a:ea typeface="宋体" panose="02010600030101010101" pitchFamily="2" charset="-122"/>
              </a:rPr>
              <a:t>{</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printf("ERROR: </a:t>
            </a:r>
            <a:r>
              <a:rPr lang="zh-CN" altLang="en-US" sz="2000" b="1">
                <a:latin typeface="宋体" panose="02010600030101010101" pitchFamily="2" charset="-122"/>
                <a:ea typeface="宋体" panose="02010600030101010101" pitchFamily="2" charset="-122"/>
              </a:rPr>
              <a:t>发现不支持的运算类型</a:t>
            </a:r>
            <a:r>
              <a:rPr lang="en-US" altLang="zh-CN" sz="2000" b="1">
                <a:latin typeface="宋体" panose="02010600030101010101" pitchFamily="2" charset="-122"/>
                <a:ea typeface="宋体" panose="02010600030101010101" pitchFamily="2" charset="-122"/>
              </a:rPr>
              <a:t>");</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r>
              <a:rPr lang="en-US" altLang="zh-CN" sz="2000" b="1">
                <a:solidFill>
                  <a:schemeClr val="accent2"/>
                </a:solidFill>
                <a:latin typeface="宋体" panose="02010600030101010101" pitchFamily="2" charset="-122"/>
                <a:ea typeface="宋体" panose="02010600030101010101" pitchFamily="2" charset="-122"/>
              </a:rPr>
              <a:t>return </a:t>
            </a:r>
            <a:r>
              <a:rPr lang="en-US" altLang="zh-CN" sz="2000" b="1">
                <a:latin typeface="宋体" panose="02010600030101010101" pitchFamily="2" charset="-122"/>
                <a:ea typeface="宋体" panose="02010600030101010101" pitchFamily="2" charset="-122"/>
              </a:rPr>
              <a:t>-1;</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	</a:t>
            </a:r>
            <a:r>
              <a:rPr lang="en-US" altLang="zh-CN" sz="2000" b="1">
                <a:solidFill>
                  <a:schemeClr val="accent2"/>
                </a:solidFill>
                <a:latin typeface="宋体" panose="02010600030101010101" pitchFamily="2" charset="-122"/>
                <a:ea typeface="宋体" panose="02010600030101010101" pitchFamily="2" charset="-122"/>
              </a:rPr>
              <a:t>return </a:t>
            </a:r>
            <a:r>
              <a:rPr lang="en-US" altLang="zh-CN" sz="2000" b="1">
                <a:latin typeface="宋体" panose="02010600030101010101" pitchFamily="2" charset="-122"/>
                <a:ea typeface="宋体" panose="02010600030101010101" pitchFamily="2" charset="-122"/>
              </a:rPr>
              <a:t>1;</a:t>
            </a:r>
          </a:p>
          <a:p>
            <a:pPr eaLnBrk="1">
              <a:lnSpc>
                <a:spcPct val="113000"/>
              </a:lnSpc>
              <a:buSzPct val="100000"/>
              <a:buFont typeface="Times New Roman" panose="02020603050405020304" pitchFamily="18" charset="0"/>
              <a:buNone/>
            </a:pPr>
            <a:r>
              <a:rPr lang="en-US" altLang="zh-CN" sz="2000" b="1">
                <a:latin typeface="宋体" panose="02010600030101010101" pitchFamily="2" charset="-122"/>
                <a:ea typeface="宋体" panose="02010600030101010101" pitchFamily="2" charset="-122"/>
              </a:rPr>
              <a:t>}</a:t>
            </a:r>
          </a:p>
        </p:txBody>
      </p:sp>
      <p:pic>
        <p:nvPicPr>
          <p:cNvPr id="8" name="图片 7"/>
          <p:cNvPicPr>
            <a:picLocks noChangeAspect="1"/>
          </p:cNvPicPr>
          <p:nvPr/>
        </p:nvPicPr>
        <p:blipFill>
          <a:blip r:embed="rId2"/>
          <a:stretch>
            <a:fillRect/>
          </a:stretch>
        </p:blipFill>
        <p:spPr>
          <a:xfrm>
            <a:off x="7155453" y="140613"/>
            <a:ext cx="2109405" cy="1920504"/>
          </a:xfrm>
          <a:prstGeom prst="rect">
            <a:avLst/>
          </a:prstGeom>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75FE869C-4A9D-B4DE-7E1D-D703C06570AE}"/>
              </a:ext>
            </a:extLst>
          </p:cNvPr>
          <p:cNvSpPr>
            <a:spLocks noGrp="1" noChangeArrowheads="1"/>
          </p:cNvSpPr>
          <p:nvPr>
            <p:ph type="title" idx="4294967295"/>
          </p:nvPr>
        </p:nvSpPr>
        <p:spPr/>
        <p:txBody>
          <a:bodyPr/>
          <a:lstStyle/>
          <a:p>
            <a:pPr eaLnBrk="1" hangingPunct="1"/>
            <a:r>
              <a:rPr lang="zh-CN" altLang="en-US"/>
              <a:t>三地址码的生成</a:t>
            </a:r>
            <a:endParaRPr lang="zh-CN" altLang="en-US">
              <a:solidFill>
                <a:schemeClr val="tx1"/>
              </a:solidFill>
              <a:latin typeface="仿宋_GB2312" pitchFamily="1" charset="-122"/>
              <a:ea typeface="仿宋_GB2312" pitchFamily="1" charset="-122"/>
            </a:endParaRPr>
          </a:p>
        </p:txBody>
      </p:sp>
      <p:sp>
        <p:nvSpPr>
          <p:cNvPr id="98307" name="Footer Placeholder 5">
            <a:extLst>
              <a:ext uri="{FF2B5EF4-FFF2-40B4-BE49-F238E27FC236}">
                <a16:creationId xmlns:a16="http://schemas.microsoft.com/office/drawing/2014/main" id="{3188C3E4-12CC-59FC-D4EE-18A6F4D56AFC}"/>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8308" name="Slide Number Placeholder 6">
            <a:extLst>
              <a:ext uri="{FF2B5EF4-FFF2-40B4-BE49-F238E27FC236}">
                <a16:creationId xmlns:a16="http://schemas.microsoft.com/office/drawing/2014/main" id="{B2AD5CA8-E527-9D8C-693E-0C129C076AC8}"/>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AB22C24B-BC77-40A5-BE1D-64B86EA7B7EE}"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81</a:t>
            </a:fld>
            <a:endParaRPr lang="en-GB" altLang="en-US" sz="1200">
              <a:latin typeface="Comic Sans MS" panose="030F0702030302020204" pitchFamily="66" charset="0"/>
              <a:ea typeface="宋体" panose="02010600030101010101" pitchFamily="2" charset="-122"/>
            </a:endParaRPr>
          </a:p>
        </p:txBody>
      </p:sp>
      <p:sp>
        <p:nvSpPr>
          <p:cNvPr id="98309" name="日期占位符 8">
            <a:extLst>
              <a:ext uri="{FF2B5EF4-FFF2-40B4-BE49-F238E27FC236}">
                <a16:creationId xmlns:a16="http://schemas.microsoft.com/office/drawing/2014/main" id="{96E24C64-4612-1B38-3869-9809AFD399D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2470" name="Rectangle 3">
            <a:extLst>
              <a:ext uri="{FF2B5EF4-FFF2-40B4-BE49-F238E27FC236}">
                <a16:creationId xmlns:a16="http://schemas.microsoft.com/office/drawing/2014/main" id="{0BFBACDA-939E-0C54-C19A-499B4CC0F874}"/>
              </a:ext>
            </a:extLst>
          </p:cNvPr>
          <p:cNvSpPr txBox="1">
            <a:spLocks noChangeArrowheads="1"/>
          </p:cNvSpPr>
          <p:nvPr/>
        </p:nvSpPr>
        <p:spPr bwMode="auto">
          <a:xfrm>
            <a:off x="503238" y="1439863"/>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表达式结点翻译方案</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left指向左子树，right指向右子树</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子树可能是基本表达式</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也可能是表达式</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如果是基本表达式</a:t>
            </a:r>
          </a:p>
          <a:p>
            <a:pPr eaLnBrk="1">
              <a:buFont typeface="Times New Roman" panose="02020603050405020304" pitchFamily="18" charset="0"/>
              <a:buNone/>
            </a:pPr>
            <a:r>
              <a:rPr lang="zh-CN" altLang="en-US" sz="3200" b="1" dirty="0">
                <a:solidFill>
                  <a:schemeClr val="tx1"/>
                </a:solidFill>
                <a:latin typeface="楷体_GB2312" panose="02010609030101010101" pitchFamily="1" charset="-122"/>
              </a:rPr>
              <a:t>     调用</a:t>
            </a:r>
            <a:r>
              <a:rPr lang="zh-CN" altLang="en-US" sz="3200" b="1" dirty="0">
                <a:latin typeface="宋体" panose="02010600030101010101" pitchFamily="2" charset="-122"/>
                <a:ea typeface="宋体" panose="02010600030101010101" pitchFamily="2" charset="-122"/>
              </a:rPr>
              <a:t>genPrimaryExpr</a:t>
            </a:r>
            <a:r>
              <a:rPr lang="zh-CN" altLang="en-US" sz="3200" b="1" dirty="0">
                <a:latin typeface="宋体" panose="02010600030101010101" pitchFamily="2" charset="-122"/>
              </a:rPr>
              <a:t>得到操作数</a:t>
            </a:r>
          </a:p>
          <a:p>
            <a:pPr eaLnBrk="1">
              <a:buFont typeface="Times New Roman" panose="02020603050405020304" pitchFamily="18" charset="0"/>
              <a:buNone/>
            </a:pPr>
            <a:r>
              <a:rPr lang="zh-CN" altLang="en-US" sz="3200" b="1" dirty="0">
                <a:latin typeface="宋体" panose="02010600030101010101" pitchFamily="2" charset="-122"/>
              </a:rPr>
              <a:t>如果是表达式</a:t>
            </a:r>
          </a:p>
          <a:p>
            <a:pPr eaLnBrk="1">
              <a:buFont typeface="Times New Roman" panose="02020603050405020304" pitchFamily="18" charset="0"/>
              <a:buNone/>
            </a:pPr>
            <a:r>
              <a:rPr lang="zh-CN" altLang="en-US" sz="3200" b="1" dirty="0">
                <a:latin typeface="宋体" panose="02010600030101010101" pitchFamily="2" charset="-122"/>
              </a:rPr>
              <a:t>   递归调用自己生成子树对应的代码</a:t>
            </a:r>
          </a:p>
        </p:txBody>
      </p:sp>
      <p:sp>
        <p:nvSpPr>
          <p:cNvPr id="62472" name="文本框 62471">
            <a:extLst>
              <a:ext uri="{FF2B5EF4-FFF2-40B4-BE49-F238E27FC236}">
                <a16:creationId xmlns:a16="http://schemas.microsoft.com/office/drawing/2014/main" id="{7B2A2FA7-EA9B-3620-0824-6F5C2C9DB996}"/>
              </a:ext>
            </a:extLst>
          </p:cNvPr>
          <p:cNvSpPr txBox="1">
            <a:spLocks noChangeArrowheads="1"/>
          </p:cNvSpPr>
          <p:nvPr/>
        </p:nvSpPr>
        <p:spPr bwMode="auto">
          <a:xfrm>
            <a:off x="3825875" y="6424613"/>
            <a:ext cx="6032500" cy="7794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zh-CN" altLang="en-US" sz="2400" b="1">
                <a:latin typeface="Times New Roman" panose="02020603050405020304" pitchFamily="18" charset="0"/>
                <a:ea typeface="楷体_GB2312" panose="02010609030101010101" pitchFamily="1" charset="-122"/>
              </a:rPr>
              <a:t>约定：该子树的结果保存在当前的临时变量</a:t>
            </a:r>
            <a:endParaRPr lang="en-US" altLang="zh-CN" sz="2400" b="1">
              <a:latin typeface="Times New Roman" panose="02020603050405020304" pitchFamily="18" charset="0"/>
              <a:ea typeface="楷体_GB2312" panose="02010609030101010101" pitchFamily="1" charset="-122"/>
            </a:endParaRPr>
          </a:p>
          <a:p>
            <a:pPr eaLnBrk="1">
              <a:lnSpc>
                <a:spcPct val="93000"/>
              </a:lnSpc>
              <a:buSzPct val="100000"/>
              <a:buFont typeface="Times New Roman" panose="02020603050405020304" pitchFamily="18" charset="0"/>
              <a:buNone/>
            </a:pPr>
            <a:r>
              <a:rPr lang="en-US" altLang="zh-CN" sz="2400" b="1">
                <a:latin typeface="Times New Roman" panose="02020603050405020304" pitchFamily="18" charset="0"/>
                <a:ea typeface="楷体_GB2312" panose="02010609030101010101" pitchFamily="1" charset="-122"/>
              </a:rPr>
              <a:t>getTemVarNum()</a:t>
            </a:r>
            <a:r>
              <a:rPr lang="zh-CN" altLang="en-US" sz="2400" b="1">
                <a:latin typeface="Times New Roman" panose="02020603050405020304" pitchFamily="18" charset="0"/>
                <a:ea typeface="楷体_GB2312" panose="02010609030101010101" pitchFamily="1" charset="-122"/>
              </a:rPr>
              <a:t>中</a:t>
            </a:r>
          </a:p>
        </p:txBody>
      </p:sp>
      <p:sp>
        <p:nvSpPr>
          <p:cNvPr id="62473" name="文本框 62472">
            <a:extLst>
              <a:ext uri="{FF2B5EF4-FFF2-40B4-BE49-F238E27FC236}">
                <a16:creationId xmlns:a16="http://schemas.microsoft.com/office/drawing/2014/main" id="{ADE621DC-90CC-3BCF-58BC-5824E6F553D4}"/>
              </a:ext>
            </a:extLst>
          </p:cNvPr>
          <p:cNvSpPr txBox="1">
            <a:spLocks noChangeArrowheads="1"/>
          </p:cNvSpPr>
          <p:nvPr/>
        </p:nvSpPr>
        <p:spPr bwMode="auto">
          <a:xfrm>
            <a:off x="3856038" y="5483225"/>
            <a:ext cx="3600450" cy="431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zh-CN" altLang="en-US" sz="2400" b="1">
                <a:latin typeface="Times New Roman" panose="02020603050405020304" pitchFamily="18" charset="0"/>
                <a:ea typeface="楷体_GB2312" panose="02010609030101010101" pitchFamily="1" charset="-122"/>
              </a:rPr>
              <a:t>如何获取该子树的结果？</a:t>
            </a:r>
            <a:endParaRPr lang="zh-CN" altLang="en-US"/>
          </a:p>
        </p:txBody>
      </p:sp>
      <p:sp>
        <p:nvSpPr>
          <p:cNvPr id="62474" name="文本框 62473">
            <a:extLst>
              <a:ext uri="{FF2B5EF4-FFF2-40B4-BE49-F238E27FC236}">
                <a16:creationId xmlns:a16="http://schemas.microsoft.com/office/drawing/2014/main" id="{7507F867-2893-8097-4E87-518C029BB2D2}"/>
              </a:ext>
            </a:extLst>
          </p:cNvPr>
          <p:cNvSpPr txBox="1">
            <a:spLocks noChangeArrowheads="1"/>
          </p:cNvSpPr>
          <p:nvPr/>
        </p:nvSpPr>
        <p:spPr bwMode="auto">
          <a:xfrm>
            <a:off x="5670550" y="2698750"/>
            <a:ext cx="4321175" cy="11223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SzPct val="100000"/>
              <a:buFont typeface="Times New Roman" panose="02020603050405020304" pitchFamily="18" charset="0"/>
              <a:buNone/>
            </a:pPr>
            <a:r>
              <a:rPr lang="zh-CN" altLang="en-US" sz="2400" b="1">
                <a:solidFill>
                  <a:srgbClr val="FF3300"/>
                </a:solidFill>
                <a:latin typeface="Times New Roman" panose="02020603050405020304" pitchFamily="18" charset="0"/>
                <a:ea typeface="楷体_GB2312" panose="02010609030101010101" pitchFamily="1" charset="-122"/>
              </a:rPr>
              <a:t>对</a:t>
            </a:r>
            <a:r>
              <a:rPr lang="en-US" altLang="zh-CN" sz="2400" b="1">
                <a:solidFill>
                  <a:srgbClr val="FF3300"/>
                </a:solidFill>
                <a:latin typeface="宋体" panose="02010600030101010101" pitchFamily="2" charset="-122"/>
                <a:ea typeface="宋体" panose="02010600030101010101" pitchFamily="2" charset="-122"/>
              </a:rPr>
              <a:t>genPrimaryExpr</a:t>
            </a:r>
            <a:r>
              <a:rPr lang="zh-CN" altLang="en-US" sz="2400" b="1">
                <a:solidFill>
                  <a:srgbClr val="FF3300"/>
                </a:solidFill>
                <a:latin typeface="宋体" panose="02010600030101010101" pitchFamily="2" charset="-122"/>
                <a:ea typeface="楷体_GB2312" panose="02010609030101010101" pitchFamily="1" charset="-122"/>
              </a:rPr>
              <a:t>进行调整：</a:t>
            </a:r>
          </a:p>
          <a:p>
            <a:pPr eaLnBrk="1">
              <a:lnSpc>
                <a:spcPct val="93000"/>
              </a:lnSpc>
              <a:buSzPct val="100000"/>
              <a:buFont typeface="Times New Roman" panose="02020603050405020304" pitchFamily="18" charset="0"/>
              <a:buNone/>
            </a:pPr>
            <a:r>
              <a:rPr lang="zh-CN" altLang="en-US" sz="2400" b="1">
                <a:solidFill>
                  <a:srgbClr val="FF3300"/>
                </a:solidFill>
                <a:latin typeface="宋体" panose="02010600030101010101" pitchFamily="2" charset="-122"/>
                <a:ea typeface="楷体_GB2312" panose="02010609030101010101" pitchFamily="1" charset="-122"/>
              </a:rPr>
              <a:t>    加入对表达式的处理</a:t>
            </a:r>
          </a:p>
          <a:p>
            <a:pPr eaLnBrk="1">
              <a:lnSpc>
                <a:spcPct val="93000"/>
              </a:lnSpc>
              <a:buSzPct val="100000"/>
              <a:buFont typeface="Times New Roman" panose="02020603050405020304" pitchFamily="18" charset="0"/>
              <a:buNone/>
            </a:pPr>
            <a:r>
              <a:rPr lang="zh-CN" altLang="en-US" sz="2400" b="1">
                <a:solidFill>
                  <a:srgbClr val="FF3300"/>
                </a:solidFill>
                <a:latin typeface="宋体" panose="02010600030101010101" pitchFamily="2" charset="-122"/>
                <a:ea typeface="楷体_GB2312" panose="02010609030101010101" pitchFamily="1" charset="-122"/>
              </a:rPr>
              <a:t>    使其可处理表达式的子树</a:t>
            </a:r>
          </a:p>
        </p:txBody>
      </p:sp>
      <p:pic>
        <p:nvPicPr>
          <p:cNvPr id="11" name="图片 10"/>
          <p:cNvPicPr>
            <a:picLocks noChangeAspect="1"/>
          </p:cNvPicPr>
          <p:nvPr/>
        </p:nvPicPr>
        <p:blipFill>
          <a:blip r:embed="rId2"/>
          <a:stretch>
            <a:fillRect/>
          </a:stretch>
        </p:blipFill>
        <p:spPr>
          <a:xfrm>
            <a:off x="7295547" y="148803"/>
            <a:ext cx="2109405" cy="192050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470">
                                            <p:txEl>
                                              <p:pRg st="1" end="1"/>
                                            </p:txEl>
                                          </p:spTgt>
                                        </p:tgtEl>
                                        <p:attrNameLst>
                                          <p:attrName>style.visibility</p:attrName>
                                        </p:attrNameLst>
                                      </p:cBhvr>
                                      <p:to>
                                        <p:strVal val="visible"/>
                                      </p:to>
                                    </p:set>
                                    <p:animEffect transition="in" filter="blinds(horizontal)">
                                      <p:cBhvr>
                                        <p:cTn id="7" dur="500"/>
                                        <p:tgtEl>
                                          <p:spTgt spid="62470">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2470">
                                            <p:txEl>
                                              <p:pRg st="2" end="2"/>
                                            </p:txEl>
                                          </p:spTgt>
                                        </p:tgtEl>
                                        <p:attrNameLst>
                                          <p:attrName>style.visibility</p:attrName>
                                        </p:attrNameLst>
                                      </p:cBhvr>
                                      <p:to>
                                        <p:strVal val="visible"/>
                                      </p:to>
                                    </p:set>
                                    <p:animEffect transition="in" filter="blinds(horizontal)">
                                      <p:cBhvr>
                                        <p:cTn id="10" dur="500"/>
                                        <p:tgtEl>
                                          <p:spTgt spid="62470">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2470">
                                            <p:txEl>
                                              <p:pRg st="3" end="3"/>
                                            </p:txEl>
                                          </p:spTgt>
                                        </p:tgtEl>
                                        <p:attrNameLst>
                                          <p:attrName>style.visibility</p:attrName>
                                        </p:attrNameLst>
                                      </p:cBhvr>
                                      <p:to>
                                        <p:strVal val="visible"/>
                                      </p:to>
                                    </p:set>
                                    <p:animEffect transition="in" filter="blinds(horizontal)">
                                      <p:cBhvr>
                                        <p:cTn id="13" dur="500"/>
                                        <p:tgtEl>
                                          <p:spTgt spid="62470">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2470">
                                            <p:txEl>
                                              <p:pRg st="4" end="4"/>
                                            </p:txEl>
                                          </p:spTgt>
                                        </p:tgtEl>
                                        <p:attrNameLst>
                                          <p:attrName>style.visibility</p:attrName>
                                        </p:attrNameLst>
                                      </p:cBhvr>
                                      <p:to>
                                        <p:strVal val="visible"/>
                                      </p:to>
                                    </p:set>
                                    <p:animEffect transition="in" filter="blinds(horizontal)">
                                      <p:cBhvr>
                                        <p:cTn id="18" dur="500"/>
                                        <p:tgtEl>
                                          <p:spTgt spid="62470">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2470">
                                            <p:txEl>
                                              <p:pRg st="5" end="5"/>
                                            </p:txEl>
                                          </p:spTgt>
                                        </p:tgtEl>
                                        <p:attrNameLst>
                                          <p:attrName>style.visibility</p:attrName>
                                        </p:attrNameLst>
                                      </p:cBhvr>
                                      <p:to>
                                        <p:strVal val="visible"/>
                                      </p:to>
                                    </p:set>
                                    <p:animEffect transition="in" filter="blinds(horizontal)">
                                      <p:cBhvr>
                                        <p:cTn id="21" dur="500"/>
                                        <p:tgtEl>
                                          <p:spTgt spid="62470">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2470">
                                            <p:txEl>
                                              <p:pRg st="6" end="6"/>
                                            </p:txEl>
                                          </p:spTgt>
                                        </p:tgtEl>
                                        <p:attrNameLst>
                                          <p:attrName>style.visibility</p:attrName>
                                        </p:attrNameLst>
                                      </p:cBhvr>
                                      <p:to>
                                        <p:strVal val="visible"/>
                                      </p:to>
                                    </p:set>
                                    <p:animEffect transition="in" filter="blinds(horizontal)">
                                      <p:cBhvr>
                                        <p:cTn id="24" dur="500"/>
                                        <p:tgtEl>
                                          <p:spTgt spid="62470">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62470">
                                            <p:txEl>
                                              <p:pRg st="7" end="7"/>
                                            </p:txEl>
                                          </p:spTgt>
                                        </p:tgtEl>
                                        <p:attrNameLst>
                                          <p:attrName>style.visibility</p:attrName>
                                        </p:attrNameLst>
                                      </p:cBhvr>
                                      <p:to>
                                        <p:strVal val="visible"/>
                                      </p:to>
                                    </p:set>
                                    <p:animEffect transition="in" filter="blinds(horizontal)">
                                      <p:cBhvr>
                                        <p:cTn id="27" dur="500"/>
                                        <p:tgtEl>
                                          <p:spTgt spid="62470">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2473"/>
                                        </p:tgtEl>
                                        <p:attrNameLst>
                                          <p:attrName>style.visibility</p:attrName>
                                        </p:attrNameLst>
                                      </p:cBhvr>
                                      <p:to>
                                        <p:strVal val="visible"/>
                                      </p:to>
                                    </p:set>
                                    <p:animEffect transition="in" filter="blinds(horizontal)">
                                      <p:cBhvr>
                                        <p:cTn id="32" dur="500"/>
                                        <p:tgtEl>
                                          <p:spTgt spid="624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2472"/>
                                        </p:tgtEl>
                                        <p:attrNameLst>
                                          <p:attrName>style.visibility</p:attrName>
                                        </p:attrNameLst>
                                      </p:cBhvr>
                                      <p:to>
                                        <p:strVal val="visible"/>
                                      </p:to>
                                    </p:set>
                                    <p:animEffect transition="in" filter="blinds(horizontal)">
                                      <p:cBhvr>
                                        <p:cTn id="37" dur="500"/>
                                        <p:tgtEl>
                                          <p:spTgt spid="624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2474"/>
                                        </p:tgtEl>
                                        <p:attrNameLst>
                                          <p:attrName>style.visibility</p:attrName>
                                        </p:attrNameLst>
                                      </p:cBhvr>
                                      <p:to>
                                        <p:strVal val="visible"/>
                                      </p:to>
                                    </p:set>
                                    <p:animEffect transition="in" filter="blinds(horizontal)">
                                      <p:cBhvr>
                                        <p:cTn id="42" dur="500"/>
                                        <p:tgtEl>
                                          <p:spTgt spid="62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2" grpId="0" bldLvl="0" animBg="1"/>
      <p:bldP spid="62473" grpId="0" bldLvl="0" animBg="1"/>
      <p:bldP spid="62474"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5DE91154-961A-BBD2-D3FF-3269B845463C}"/>
              </a:ext>
            </a:extLst>
          </p:cNvPr>
          <p:cNvSpPr>
            <a:spLocks noGrp="1" noChangeArrowheads="1"/>
          </p:cNvSpPr>
          <p:nvPr>
            <p:ph type="title" idx="4294967295"/>
          </p:nvPr>
        </p:nvSpPr>
        <p:spPr/>
        <p:txBody>
          <a:bodyPr/>
          <a:lstStyle/>
          <a:p>
            <a:pPr eaLnBrk="1" hangingPunct="1"/>
            <a:r>
              <a:rPr lang="zh-CN" altLang="en-US" dirty="0"/>
              <a:t>三地址码的生成</a:t>
            </a:r>
            <a:endParaRPr lang="zh-CN" altLang="en-US" dirty="0">
              <a:solidFill>
                <a:schemeClr val="tx1"/>
              </a:solidFill>
              <a:latin typeface="仿宋_GB2312" pitchFamily="1" charset="-122"/>
              <a:ea typeface="仿宋_GB2312" pitchFamily="1" charset="-122"/>
            </a:endParaRPr>
          </a:p>
        </p:txBody>
      </p:sp>
      <p:sp>
        <p:nvSpPr>
          <p:cNvPr id="99331" name="Footer Placeholder 5">
            <a:extLst>
              <a:ext uri="{FF2B5EF4-FFF2-40B4-BE49-F238E27FC236}">
                <a16:creationId xmlns:a16="http://schemas.microsoft.com/office/drawing/2014/main" id="{521EC0BC-4F65-B899-CDE0-B42630734801}"/>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9332" name="Slide Number Placeholder 6">
            <a:extLst>
              <a:ext uri="{FF2B5EF4-FFF2-40B4-BE49-F238E27FC236}">
                <a16:creationId xmlns:a16="http://schemas.microsoft.com/office/drawing/2014/main" id="{89B1730F-CDB2-3AB2-803C-626F5C430052}"/>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FC8171E4-0666-4C76-A4EF-67E47A070F7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82</a:t>
            </a:fld>
            <a:endParaRPr lang="en-GB" altLang="en-US" sz="1200">
              <a:latin typeface="Comic Sans MS" panose="030F0702030302020204" pitchFamily="66" charset="0"/>
              <a:ea typeface="宋体" panose="02010600030101010101" pitchFamily="2" charset="-122"/>
            </a:endParaRPr>
          </a:p>
        </p:txBody>
      </p:sp>
      <p:sp>
        <p:nvSpPr>
          <p:cNvPr id="99333" name="日期占位符 8">
            <a:extLst>
              <a:ext uri="{FF2B5EF4-FFF2-40B4-BE49-F238E27FC236}">
                <a16:creationId xmlns:a16="http://schemas.microsoft.com/office/drawing/2014/main" id="{252B84C1-A23C-0267-FAD4-D04F18CACD5C}"/>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99334" name="Rectangle 3">
            <a:extLst>
              <a:ext uri="{FF2B5EF4-FFF2-40B4-BE49-F238E27FC236}">
                <a16:creationId xmlns:a16="http://schemas.microsoft.com/office/drawing/2014/main" id="{1A835604-D92B-C04B-0987-82901C18B843}"/>
              </a:ext>
            </a:extLst>
          </p:cNvPr>
          <p:cNvSpPr txBox="1">
            <a:spLocks noChangeArrowheads="1"/>
          </p:cNvSpPr>
          <p:nvPr/>
        </p:nvSpPr>
        <p:spPr bwMode="auto">
          <a:xfrm>
            <a:off x="334963" y="1214438"/>
            <a:ext cx="90709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2680" rIns="0" bIns="0"/>
          <a:lstStyle>
            <a:lvl1pPr marL="431800" indent="-323850">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1400">
                <a:solidFill>
                  <a:srgbClr val="000000"/>
                </a:solidFill>
                <a:latin typeface="Arial" panose="020B0604020202020204" pitchFamily="34" charset="0"/>
                <a:ea typeface="楷体_GB2312" panose="02010609030101010101" pitchFamily="1" charset="-122"/>
              </a:defRPr>
            </a:lvl9pPr>
          </a:lstStyle>
          <a:p>
            <a:pPr eaLnBrk="1">
              <a:buFont typeface="Times New Roman" panose="02020603050405020304" pitchFamily="18" charset="0"/>
              <a:buNone/>
            </a:pPr>
            <a:r>
              <a:rPr lang="zh-CN" altLang="en-US" sz="4000" b="1">
                <a:solidFill>
                  <a:schemeClr val="tx1"/>
                </a:solidFill>
                <a:latin typeface="楷体_GB2312" panose="02010609030101010101" pitchFamily="1" charset="-122"/>
              </a:rPr>
              <a:t>基本表达式结点翻译方案</a:t>
            </a:r>
            <a:endParaRPr lang="zh-CN" altLang="en-US" sz="1800">
              <a:ea typeface="Droid Sans Fallback" charset="-122"/>
            </a:endParaRPr>
          </a:p>
        </p:txBody>
      </p:sp>
      <p:sp>
        <p:nvSpPr>
          <p:cNvPr id="99335" name="文本框 63494">
            <a:extLst>
              <a:ext uri="{FF2B5EF4-FFF2-40B4-BE49-F238E27FC236}">
                <a16:creationId xmlns:a16="http://schemas.microsoft.com/office/drawing/2014/main" id="{90BE7129-D8F8-AD37-BF35-8DD8B8206451}"/>
              </a:ext>
            </a:extLst>
          </p:cNvPr>
          <p:cNvSpPr txBox="1">
            <a:spLocks noChangeArrowheads="1"/>
          </p:cNvSpPr>
          <p:nvPr/>
        </p:nvSpPr>
        <p:spPr bwMode="auto">
          <a:xfrm>
            <a:off x="508000" y="1965325"/>
            <a:ext cx="9437688" cy="525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113000"/>
              </a:lnSpc>
              <a:buSzPct val="100000"/>
              <a:buFont typeface="Times New Roman" panose="02020603050405020304" pitchFamily="18" charset="0"/>
              <a:buNone/>
            </a:pPr>
            <a:r>
              <a:rPr lang="en-US" altLang="zh-CN" sz="2000" b="1" dirty="0">
                <a:solidFill>
                  <a:schemeClr val="accent2"/>
                </a:solidFill>
                <a:latin typeface="宋体" panose="02010600030101010101" pitchFamily="2" charset="-122"/>
                <a:ea typeface="宋体" panose="02010600030101010101" pitchFamily="2" charset="-122"/>
              </a:rPr>
              <a:t>int </a:t>
            </a:r>
            <a:r>
              <a:rPr lang="en-US" altLang="zh-CN" sz="2000" b="1" dirty="0" err="1">
                <a:latin typeface="宋体" panose="02010600030101010101" pitchFamily="2" charset="-122"/>
                <a:ea typeface="宋体" panose="02010600030101010101" pitchFamily="2" charset="-122"/>
              </a:rPr>
              <a:t>genExpr</a:t>
            </a:r>
            <a:r>
              <a:rPr lang="en-US" altLang="zh-CN" sz="2000" b="1" dirty="0">
                <a:latin typeface="宋体" panose="02010600030101010101" pitchFamily="2" charset="-122"/>
                <a:ea typeface="宋体" panose="02010600030101010101" pitchFamily="2" charset="-122"/>
              </a:rPr>
              <a:t>(past node){</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a:solidFill>
                  <a:schemeClr val="accent2"/>
                </a:solidFill>
                <a:latin typeface="宋体" panose="02010600030101010101" pitchFamily="2" charset="-122"/>
                <a:ea typeface="宋体" panose="02010600030101010101" pitchFamily="2" charset="-122"/>
              </a:rPr>
              <a:t>if</a:t>
            </a:r>
            <a:r>
              <a:rPr lang="en-US" altLang="zh-CN" sz="2000" b="1" dirty="0">
                <a:latin typeface="宋体" panose="02010600030101010101" pitchFamily="2" charset="-122"/>
                <a:ea typeface="宋体" panose="02010600030101010101" pitchFamily="2" charset="-122"/>
              </a:rPr>
              <a:t>(node == NULL) </a:t>
            </a:r>
            <a:r>
              <a:rPr lang="en-US" altLang="zh-CN" sz="2000" b="1" dirty="0">
                <a:solidFill>
                  <a:schemeClr val="accent2"/>
                </a:solidFill>
                <a:latin typeface="宋体" panose="02010600030101010101" pitchFamily="2" charset="-122"/>
                <a:ea typeface="宋体" panose="02010600030101010101" pitchFamily="2" charset="-122"/>
              </a:rPr>
              <a:t>return </a:t>
            </a:r>
            <a:r>
              <a:rPr lang="en-US" altLang="zh-CN" sz="2000" b="1" dirty="0">
                <a:latin typeface="宋体" panose="02010600030101010101" pitchFamily="2" charset="-122"/>
                <a:ea typeface="宋体" panose="02010600030101010101" pitchFamily="2" charset="-122"/>
              </a:rPr>
              <a:t>-1;</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a:solidFill>
                  <a:schemeClr val="accent2"/>
                </a:solidFill>
                <a:latin typeface="宋体" panose="02010600030101010101" pitchFamily="2" charset="-122"/>
                <a:ea typeface="宋体" panose="02010600030101010101" pitchFamily="2" charset="-122"/>
              </a:rPr>
              <a:t>if</a:t>
            </a:r>
            <a:r>
              <a:rPr lang="en-US" altLang="zh-CN" sz="2000" b="1" dirty="0">
                <a:latin typeface="宋体" panose="02010600030101010101" pitchFamily="2" charset="-122"/>
                <a:ea typeface="宋体" panose="02010600030101010101" pitchFamily="2" charset="-122"/>
              </a:rPr>
              <a:t>( </a:t>
            </a:r>
            <a:r>
              <a:rPr lang="en-US" altLang="zh-CN" sz="2000" b="1" dirty="0" err="1">
                <a:latin typeface="宋体" panose="02010600030101010101" pitchFamily="2" charset="-122"/>
                <a:ea typeface="宋体" panose="02010600030101010101" pitchFamily="2" charset="-122"/>
              </a:rPr>
              <a:t>strcmp</a:t>
            </a:r>
            <a:r>
              <a:rPr lang="en-US" altLang="zh-CN" sz="2000" b="1" dirty="0">
                <a:latin typeface="宋体" panose="02010600030101010101" pitchFamily="2" charset="-122"/>
                <a:ea typeface="宋体" panose="02010600030101010101" pitchFamily="2" charset="-122"/>
              </a:rPr>
              <a:t>(node-&gt;</a:t>
            </a:r>
            <a:r>
              <a:rPr lang="en-US" altLang="zh-CN" sz="2000" b="1" dirty="0" err="1">
                <a:latin typeface="宋体" panose="02010600030101010101" pitchFamily="2" charset="-122"/>
                <a:ea typeface="宋体" panose="02010600030101010101" pitchFamily="2" charset="-122"/>
              </a:rPr>
              <a:t>nodeType</a:t>
            </a:r>
            <a:r>
              <a:rPr lang="en-US" altLang="zh-CN" sz="2000" b="1" dirty="0">
                <a:latin typeface="宋体" panose="02010600030101010101" pitchFamily="2" charset="-122"/>
                <a:ea typeface="宋体" panose="02010600030101010101" pitchFamily="2" charset="-122"/>
              </a:rPr>
              <a:t>, "expr") == 0){</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a:solidFill>
                  <a:schemeClr val="accent2"/>
                </a:solidFill>
                <a:latin typeface="宋体" panose="02010600030101010101" pitchFamily="2" charset="-122"/>
                <a:ea typeface="宋体" panose="02010600030101010101" pitchFamily="2" charset="-122"/>
              </a:rPr>
              <a:t>char </a:t>
            </a:r>
            <a:r>
              <a:rPr lang="en-US" altLang="zh-CN" sz="2000" b="1" dirty="0" err="1">
                <a:latin typeface="宋体" panose="02010600030101010101" pitchFamily="2" charset="-122"/>
                <a:ea typeface="宋体" panose="02010600030101010101" pitchFamily="2" charset="-122"/>
              </a:rPr>
              <a:t>loperand</a:t>
            </a:r>
            <a:r>
              <a:rPr lang="en-US" altLang="zh-CN" sz="2000" b="1" dirty="0">
                <a:latin typeface="宋体" panose="02010600030101010101" pitchFamily="2" charset="-122"/>
                <a:ea typeface="宋体" panose="02010600030101010101" pitchFamily="2" charset="-122"/>
              </a:rPr>
              <a:t>[50]; 	</a:t>
            </a:r>
            <a:r>
              <a:rPr lang="en-US" altLang="zh-CN" sz="2000" b="1" dirty="0">
                <a:solidFill>
                  <a:schemeClr val="accent2"/>
                </a:solidFill>
                <a:latin typeface="宋体" panose="02010600030101010101" pitchFamily="2" charset="-122"/>
                <a:ea typeface="宋体" panose="02010600030101010101" pitchFamily="2" charset="-122"/>
              </a:rPr>
              <a:t>char </a:t>
            </a:r>
            <a:r>
              <a:rPr lang="en-US" altLang="zh-CN" sz="2000" b="1" dirty="0" err="1">
                <a:latin typeface="宋体" panose="02010600030101010101" pitchFamily="2" charset="-122"/>
                <a:ea typeface="宋体" panose="02010600030101010101" pitchFamily="2" charset="-122"/>
              </a:rPr>
              <a:t>roperand</a:t>
            </a:r>
            <a:r>
              <a:rPr lang="en-US" altLang="zh-CN" sz="2000" b="1" dirty="0">
                <a:latin typeface="宋体" panose="02010600030101010101" pitchFamily="2" charset="-122"/>
                <a:ea typeface="宋体" panose="02010600030101010101" pitchFamily="2" charset="-122"/>
              </a:rPr>
              <a:t>[50];		</a:t>
            </a:r>
            <a:r>
              <a:rPr lang="en-US" altLang="zh-CN" sz="2000" b="1" dirty="0">
                <a:solidFill>
                  <a:schemeClr val="accent2"/>
                </a:solidFill>
                <a:latin typeface="宋体" panose="02010600030101010101" pitchFamily="2" charset="-122"/>
                <a:ea typeface="宋体" panose="02010600030101010101" pitchFamily="2" charset="-122"/>
              </a:rPr>
              <a:t>char </a:t>
            </a:r>
            <a:r>
              <a:rPr lang="en-US" altLang="zh-CN" sz="2000" b="1" dirty="0" err="1">
                <a:latin typeface="宋体" panose="02010600030101010101" pitchFamily="2" charset="-122"/>
                <a:ea typeface="宋体" panose="02010600030101010101" pitchFamily="2" charset="-122"/>
              </a:rPr>
              <a:t>oper</a:t>
            </a:r>
            <a:r>
              <a:rPr lang="en-US" altLang="zh-CN" sz="2000" b="1" dirty="0">
                <a:latin typeface="宋体" panose="02010600030101010101" pitchFamily="2" charset="-122"/>
                <a:ea typeface="宋体" panose="02010600030101010101" pitchFamily="2" charset="-122"/>
              </a:rPr>
              <a:t>[5];</a:t>
            </a:r>
          </a:p>
          <a:p>
            <a:pPr eaLnBrk="1">
              <a:lnSpc>
                <a:spcPct val="113000"/>
              </a:lnSpc>
              <a:buSzPct val="100000"/>
              <a:buFont typeface="Times New Roman" panose="02020603050405020304" pitchFamily="18" charset="0"/>
              <a:buNone/>
            </a:pPr>
            <a:endParaRPr lang="en-US" altLang="zh-CN" sz="2000" b="1" dirty="0">
              <a:latin typeface="宋体" panose="02010600030101010101" pitchFamily="2" charset="-122"/>
              <a:ea typeface="宋体" panose="02010600030101010101" pitchFamily="2" charset="-122"/>
            </a:endParaRP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err="1">
                <a:latin typeface="宋体" panose="02010600030101010101" pitchFamily="2" charset="-122"/>
                <a:ea typeface="宋体" panose="02010600030101010101" pitchFamily="2" charset="-122"/>
              </a:rPr>
              <a:t>ltype</a:t>
            </a:r>
            <a:r>
              <a:rPr lang="en-US" altLang="zh-CN" sz="2000" b="1" dirty="0">
                <a:latin typeface="宋体" panose="02010600030101010101" pitchFamily="2" charset="-122"/>
                <a:ea typeface="宋体" panose="02010600030101010101" pitchFamily="2" charset="-122"/>
              </a:rPr>
              <a:t> = </a:t>
            </a:r>
            <a:r>
              <a:rPr lang="en-US" altLang="zh-CN" sz="2000" b="1" dirty="0" err="1">
                <a:latin typeface="宋体" panose="02010600030101010101" pitchFamily="2" charset="-122"/>
                <a:ea typeface="宋体" panose="02010600030101010101" pitchFamily="2" charset="-122"/>
              </a:rPr>
              <a:t>genPrimaryExpr</a:t>
            </a:r>
            <a:r>
              <a:rPr lang="en-US" altLang="zh-CN" sz="2000" b="1" dirty="0">
                <a:latin typeface="宋体" panose="02010600030101010101" pitchFamily="2" charset="-122"/>
                <a:ea typeface="宋体" panose="02010600030101010101" pitchFamily="2" charset="-122"/>
              </a:rPr>
              <a:t>(node-&gt;left, </a:t>
            </a:r>
            <a:r>
              <a:rPr lang="en-US" altLang="zh-CN" sz="2000" b="1" dirty="0" err="1">
                <a:latin typeface="宋体" panose="02010600030101010101" pitchFamily="2" charset="-122"/>
                <a:ea typeface="宋体" panose="02010600030101010101" pitchFamily="2" charset="-122"/>
              </a:rPr>
              <a:t>loperand</a:t>
            </a:r>
            <a:r>
              <a:rPr lang="en-US" altLang="zh-CN" sz="2000" b="1" dirty="0">
                <a:latin typeface="宋体" panose="02010600030101010101" pitchFamily="2" charset="-122"/>
                <a:ea typeface="宋体" panose="02010600030101010101" pitchFamily="2" charset="-122"/>
              </a:rPr>
              <a:t>);</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err="1">
                <a:latin typeface="宋体" panose="02010600030101010101" pitchFamily="2" charset="-122"/>
                <a:ea typeface="宋体" panose="02010600030101010101" pitchFamily="2" charset="-122"/>
              </a:rPr>
              <a:t>rtype</a:t>
            </a:r>
            <a:r>
              <a:rPr lang="en-US" altLang="zh-CN" sz="2000" b="1" dirty="0">
                <a:latin typeface="宋体" panose="02010600030101010101" pitchFamily="2" charset="-122"/>
                <a:ea typeface="宋体" panose="02010600030101010101" pitchFamily="2" charset="-122"/>
              </a:rPr>
              <a:t> = </a:t>
            </a:r>
            <a:r>
              <a:rPr lang="en-US" altLang="zh-CN" sz="2000" b="1" dirty="0" err="1">
                <a:latin typeface="宋体" panose="02010600030101010101" pitchFamily="2" charset="-122"/>
                <a:ea typeface="宋体" panose="02010600030101010101" pitchFamily="2" charset="-122"/>
              </a:rPr>
              <a:t>genPrimaryExpr</a:t>
            </a:r>
            <a:r>
              <a:rPr lang="en-US" altLang="zh-CN" sz="2000" b="1" dirty="0">
                <a:latin typeface="宋体" panose="02010600030101010101" pitchFamily="2" charset="-122"/>
                <a:ea typeface="宋体" panose="02010600030101010101" pitchFamily="2" charset="-122"/>
              </a:rPr>
              <a:t>(node-&gt;right, </a:t>
            </a:r>
            <a:r>
              <a:rPr lang="en-US" altLang="zh-CN" sz="2000" b="1" dirty="0" err="1">
                <a:latin typeface="宋体" panose="02010600030101010101" pitchFamily="2" charset="-122"/>
                <a:ea typeface="宋体" panose="02010600030101010101" pitchFamily="2" charset="-122"/>
              </a:rPr>
              <a:t>roperand</a:t>
            </a:r>
            <a:r>
              <a:rPr lang="en-US" altLang="zh-CN" sz="2000" b="1" dirty="0">
                <a:latin typeface="宋体" panose="02010600030101010101" pitchFamily="2" charset="-122"/>
                <a:ea typeface="宋体" panose="02010600030101010101" pitchFamily="2" charset="-122"/>
              </a:rPr>
              <a:t>);</a:t>
            </a:r>
          </a:p>
          <a:p>
            <a:pPr eaLnBrk="1">
              <a:lnSpc>
                <a:spcPct val="113000"/>
              </a:lnSpc>
              <a:buSzPct val="100000"/>
              <a:buFont typeface="Times New Roman" panose="02020603050405020304" pitchFamily="18" charset="0"/>
              <a:buNone/>
            </a:pPr>
            <a:endParaRPr lang="en-US" altLang="zh-CN" sz="2000" b="1" dirty="0">
              <a:latin typeface="宋体" panose="02010600030101010101" pitchFamily="2" charset="-122"/>
              <a:ea typeface="宋体" panose="02010600030101010101" pitchFamily="2" charset="-122"/>
            </a:endParaRP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a:solidFill>
                  <a:schemeClr val="accent2"/>
                </a:solidFill>
                <a:latin typeface="宋体" panose="02010600030101010101" pitchFamily="2" charset="-122"/>
                <a:ea typeface="宋体" panose="02010600030101010101" pitchFamily="2" charset="-122"/>
              </a:rPr>
              <a:t>if</a:t>
            </a:r>
            <a:r>
              <a:rPr lang="en-US" altLang="zh-CN" sz="2000" b="1" dirty="0">
                <a:latin typeface="宋体" panose="02010600030101010101" pitchFamily="2" charset="-122"/>
                <a:ea typeface="宋体" panose="02010600030101010101" pitchFamily="2" charset="-122"/>
              </a:rPr>
              <a:t>( </a:t>
            </a:r>
            <a:r>
              <a:rPr lang="en-US" altLang="zh-CN" sz="2000" b="1" dirty="0" err="1">
                <a:latin typeface="宋体" panose="02010600030101010101" pitchFamily="2" charset="-122"/>
                <a:ea typeface="宋体" panose="02010600030101010101" pitchFamily="2" charset="-122"/>
              </a:rPr>
              <a:t>ltype</a:t>
            </a:r>
            <a:r>
              <a:rPr lang="en-US" altLang="zh-CN" sz="2000" b="1" dirty="0">
                <a:latin typeface="宋体" panose="02010600030101010101" pitchFamily="2" charset="-122"/>
                <a:ea typeface="宋体" panose="02010600030101010101" pitchFamily="2" charset="-122"/>
              </a:rPr>
              <a:t> == </a:t>
            </a:r>
            <a:r>
              <a:rPr lang="en-US" altLang="zh-CN" sz="2000" b="1" dirty="0" err="1">
                <a:latin typeface="宋体" panose="02010600030101010101" pitchFamily="2" charset="-122"/>
                <a:ea typeface="宋体" panose="02010600030101010101" pitchFamily="2" charset="-122"/>
              </a:rPr>
              <a:t>rtype</a:t>
            </a:r>
            <a:r>
              <a:rPr lang="en-US" altLang="zh-CN" sz="2000" b="1" dirty="0">
                <a:latin typeface="宋体" panose="02010600030101010101" pitchFamily="2" charset="-122"/>
                <a:ea typeface="宋体" panose="02010600030101010101" pitchFamily="2" charset="-122"/>
              </a:rPr>
              <a:t> &amp;&amp; </a:t>
            </a:r>
            <a:r>
              <a:rPr lang="en-US" altLang="zh-CN" sz="2000" b="1" dirty="0" err="1">
                <a:latin typeface="宋体" panose="02010600030101010101" pitchFamily="2" charset="-122"/>
                <a:ea typeface="宋体" panose="02010600030101010101" pitchFamily="2" charset="-122"/>
              </a:rPr>
              <a:t>ltype</a:t>
            </a:r>
            <a:r>
              <a:rPr lang="en-US" altLang="zh-CN" sz="2000" b="1" dirty="0">
                <a:latin typeface="宋体" panose="02010600030101010101" pitchFamily="2" charset="-122"/>
                <a:ea typeface="宋体" panose="02010600030101010101" pitchFamily="2" charset="-122"/>
              </a:rPr>
              <a:t> != -1){</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err="1">
                <a:latin typeface="宋体" panose="02010600030101010101" pitchFamily="2" charset="-122"/>
                <a:ea typeface="宋体" panose="02010600030101010101" pitchFamily="2" charset="-122"/>
              </a:rPr>
              <a:t>sprintf</a:t>
            </a:r>
            <a:r>
              <a:rPr lang="en-US" altLang="zh-CN" sz="2000" b="1" dirty="0">
                <a:latin typeface="宋体" panose="02010600030101010101" pitchFamily="2" charset="-122"/>
                <a:ea typeface="宋体" panose="02010600030101010101" pitchFamily="2" charset="-122"/>
              </a:rPr>
              <a:t>(</a:t>
            </a:r>
            <a:r>
              <a:rPr lang="en-US" altLang="zh-CN" sz="2000" b="1" dirty="0" err="1">
                <a:latin typeface="宋体" panose="02010600030101010101" pitchFamily="2" charset="-122"/>
                <a:ea typeface="宋体" panose="02010600030101010101" pitchFamily="2" charset="-122"/>
              </a:rPr>
              <a:t>oper</a:t>
            </a:r>
            <a:r>
              <a:rPr lang="en-US" altLang="zh-CN" sz="2000" b="1" dirty="0">
                <a:latin typeface="宋体" panose="02010600030101010101" pitchFamily="2" charset="-122"/>
                <a:ea typeface="宋体" panose="02010600030101010101" pitchFamily="2" charset="-122"/>
              </a:rPr>
              <a:t>, "%c", node-&gt;</a:t>
            </a:r>
            <a:r>
              <a:rPr lang="en-US" altLang="zh-CN" sz="2000" b="1" dirty="0" err="1">
                <a:latin typeface="宋体" panose="02010600030101010101" pitchFamily="2" charset="-122"/>
                <a:ea typeface="宋体" panose="02010600030101010101" pitchFamily="2" charset="-122"/>
              </a:rPr>
              <a:t>ivalue</a:t>
            </a:r>
            <a:r>
              <a:rPr lang="en-US" altLang="zh-CN" sz="2000" b="1" dirty="0">
                <a:latin typeface="宋体" panose="02010600030101010101" pitchFamily="2" charset="-122"/>
                <a:ea typeface="宋体" panose="02010600030101010101" pitchFamily="2" charset="-122"/>
              </a:rPr>
              <a:t>);</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1600" b="1" dirty="0" err="1">
                <a:latin typeface="宋体" panose="02010600030101010101" pitchFamily="2" charset="-122"/>
                <a:ea typeface="宋体" panose="02010600030101010101" pitchFamily="2" charset="-122"/>
              </a:rPr>
              <a:t>printf</a:t>
            </a:r>
            <a:r>
              <a:rPr lang="en-US" altLang="zh-CN" sz="1600" b="1" dirty="0">
                <a:latin typeface="宋体" panose="02010600030101010101" pitchFamily="2" charset="-122"/>
                <a:ea typeface="宋体" panose="02010600030101010101" pitchFamily="2" charset="-122"/>
              </a:rPr>
              <a:t>("  %d = %s %s %s\n",	</a:t>
            </a:r>
            <a:r>
              <a:rPr lang="en-US" altLang="zh-CN" sz="1600" b="1" dirty="0" err="1">
                <a:latin typeface="宋体" panose="02010600030101010101" pitchFamily="2" charset="-122"/>
                <a:ea typeface="宋体" panose="02010600030101010101" pitchFamily="2" charset="-122"/>
              </a:rPr>
              <a:t>getTemVarNum</a:t>
            </a:r>
            <a:r>
              <a:rPr lang="en-US" altLang="zh-CN" sz="1600" b="1" dirty="0">
                <a:latin typeface="宋体" panose="02010600030101010101" pitchFamily="2" charset="-122"/>
                <a:ea typeface="宋体" panose="02010600030101010101" pitchFamily="2" charset="-122"/>
              </a:rPr>
              <a:t>(), </a:t>
            </a:r>
            <a:r>
              <a:rPr lang="en-US" altLang="zh-CN" sz="1600" b="1" dirty="0" err="1">
                <a:latin typeface="宋体" panose="02010600030101010101" pitchFamily="2" charset="-122"/>
                <a:ea typeface="宋体" panose="02010600030101010101" pitchFamily="2" charset="-122"/>
              </a:rPr>
              <a:t>loperand</a:t>
            </a:r>
            <a:r>
              <a:rPr lang="en-US" altLang="zh-CN" sz="1600" b="1" dirty="0">
                <a:latin typeface="宋体" panose="02010600030101010101" pitchFamily="2" charset="-122"/>
                <a:ea typeface="宋体" panose="02010600030101010101" pitchFamily="2" charset="-122"/>
              </a:rPr>
              <a:t>, </a:t>
            </a:r>
            <a:r>
              <a:rPr lang="en-US" altLang="zh-CN" sz="1600" b="1" dirty="0" err="1">
                <a:latin typeface="宋体" panose="02010600030101010101" pitchFamily="2" charset="-122"/>
                <a:ea typeface="宋体" panose="02010600030101010101" pitchFamily="2" charset="-122"/>
              </a:rPr>
              <a:t>oper</a:t>
            </a:r>
            <a:r>
              <a:rPr lang="en-US" altLang="zh-CN" sz="1600" b="1" dirty="0">
                <a:latin typeface="宋体" panose="02010600030101010101" pitchFamily="2" charset="-122"/>
                <a:ea typeface="宋体" panose="02010600030101010101" pitchFamily="2" charset="-122"/>
              </a:rPr>
              <a:t>, </a:t>
            </a:r>
            <a:r>
              <a:rPr lang="en-US" altLang="zh-CN" sz="1600" b="1" dirty="0" err="1">
                <a:latin typeface="宋体" panose="02010600030101010101" pitchFamily="2" charset="-122"/>
                <a:ea typeface="宋体" panose="02010600030101010101" pitchFamily="2" charset="-122"/>
              </a:rPr>
              <a:t>roperand</a:t>
            </a:r>
            <a:r>
              <a:rPr lang="en-US" altLang="zh-CN" sz="1600" b="1" dirty="0">
                <a:latin typeface="宋体" panose="02010600030101010101" pitchFamily="2" charset="-122"/>
                <a:ea typeface="宋体" panose="02010600030101010101" pitchFamily="2" charset="-122"/>
              </a:rPr>
              <a:t>);</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a:solidFill>
                  <a:schemeClr val="accent2"/>
                </a:solidFill>
                <a:latin typeface="宋体" panose="02010600030101010101" pitchFamily="2" charset="-122"/>
                <a:ea typeface="宋体" panose="02010600030101010101" pitchFamily="2" charset="-122"/>
              </a:rPr>
              <a:t>return </a:t>
            </a:r>
            <a:r>
              <a:rPr lang="en-US" altLang="zh-CN" sz="2000" b="1" dirty="0">
                <a:latin typeface="宋体" panose="02010600030101010101" pitchFamily="2" charset="-122"/>
                <a:ea typeface="宋体" panose="02010600030101010101" pitchFamily="2" charset="-122"/>
              </a:rPr>
              <a:t>1;</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	</a:t>
            </a:r>
            <a:r>
              <a:rPr lang="en-US" altLang="zh-CN" sz="2000" b="1" dirty="0">
                <a:solidFill>
                  <a:schemeClr val="accent2"/>
                </a:solidFill>
                <a:latin typeface="宋体" panose="02010600030101010101" pitchFamily="2" charset="-122"/>
                <a:ea typeface="宋体" panose="02010600030101010101" pitchFamily="2" charset="-122"/>
              </a:rPr>
              <a:t>return </a:t>
            </a:r>
            <a:r>
              <a:rPr lang="en-US" altLang="zh-CN" sz="2000" b="1" dirty="0">
                <a:latin typeface="宋体" panose="02010600030101010101" pitchFamily="2" charset="-122"/>
                <a:ea typeface="宋体" panose="02010600030101010101" pitchFamily="2" charset="-122"/>
              </a:rPr>
              <a:t>-1;</a:t>
            </a:r>
          </a:p>
          <a:p>
            <a:pPr eaLnBrk="1">
              <a:lnSpc>
                <a:spcPct val="113000"/>
              </a:lnSpc>
              <a:buSzPct val="100000"/>
              <a:buFont typeface="Times New Roman" panose="02020603050405020304" pitchFamily="18" charset="0"/>
              <a:buNone/>
            </a:pPr>
            <a:r>
              <a:rPr lang="en-US" altLang="zh-CN" sz="2000" b="1" dirty="0">
                <a:latin typeface="宋体" panose="02010600030101010101" pitchFamily="2" charset="-122"/>
                <a:ea typeface="宋体" panose="02010600030101010101" pitchFamily="2" charset="-122"/>
              </a:rPr>
              <a:t>}</a:t>
            </a:r>
          </a:p>
        </p:txBody>
      </p:sp>
      <p:pic>
        <p:nvPicPr>
          <p:cNvPr id="9" name="图片 8"/>
          <p:cNvPicPr>
            <a:picLocks noChangeAspect="1"/>
          </p:cNvPicPr>
          <p:nvPr/>
        </p:nvPicPr>
        <p:blipFill>
          <a:blip r:embed="rId2"/>
          <a:stretch>
            <a:fillRect/>
          </a:stretch>
        </p:blipFill>
        <p:spPr>
          <a:xfrm>
            <a:off x="7064332" y="249238"/>
            <a:ext cx="2109405" cy="1920504"/>
          </a:xfrm>
          <a:prstGeom prst="rect">
            <a:avLst/>
          </a:prstGeom>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692937D-77B2-A93C-03F2-C781064745D7}"/>
              </a:ext>
            </a:extLst>
          </p:cNvPr>
          <p:cNvSpPr txBox="1">
            <a:spLocks noChangeArrowheads="1"/>
          </p:cNvSpPr>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楷体_GB2312" panose="02010609030101010101" pitchFamily="1" charset="-122"/>
                <a:cs typeface="+mj-cs"/>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楷体_GB2312" pitchFamily="1" charset="-122"/>
              </a:defRPr>
            </a:lvl9pPr>
          </a:lstStyle>
          <a:p>
            <a:pPr eaLnBrk="1" hangingPunct="1"/>
            <a:r>
              <a:rPr lang="zh-CN" altLang="en-US" dirty="0">
                <a:solidFill>
                  <a:schemeClr val="tx1"/>
                </a:solidFill>
                <a:latin typeface="仿宋_GB2312" pitchFamily="1" charset="-122"/>
                <a:ea typeface="仿宋_GB2312" pitchFamily="1" charset="-122"/>
              </a:rPr>
              <a:t>小结</a:t>
            </a:r>
          </a:p>
        </p:txBody>
      </p:sp>
      <p:grpSp>
        <p:nvGrpSpPr>
          <p:cNvPr id="43" name="组合 42">
            <a:extLst>
              <a:ext uri="{FF2B5EF4-FFF2-40B4-BE49-F238E27FC236}">
                <a16:creationId xmlns:a16="http://schemas.microsoft.com/office/drawing/2014/main" id="{C69BBA25-7D5B-262B-643F-7B9765B69013}"/>
              </a:ext>
            </a:extLst>
          </p:cNvPr>
          <p:cNvGrpSpPr/>
          <p:nvPr/>
        </p:nvGrpSpPr>
        <p:grpSpPr>
          <a:xfrm>
            <a:off x="273040" y="1889711"/>
            <a:ext cx="9534544" cy="2810873"/>
            <a:chOff x="269753" y="3014786"/>
            <a:chExt cx="9534544" cy="2810873"/>
          </a:xfrm>
        </p:grpSpPr>
        <p:sp>
          <p:nvSpPr>
            <p:cNvPr id="3" name="矩形 2">
              <a:extLst>
                <a:ext uri="{FF2B5EF4-FFF2-40B4-BE49-F238E27FC236}">
                  <a16:creationId xmlns:a16="http://schemas.microsoft.com/office/drawing/2014/main" id="{D306D473-C717-BB13-48E7-6A7480B49F48}"/>
                </a:ext>
              </a:extLst>
            </p:cNvPr>
            <p:cNvSpPr/>
            <p:nvPr/>
          </p:nvSpPr>
          <p:spPr>
            <a:xfrm>
              <a:off x="1349824" y="3014786"/>
              <a:ext cx="1350089" cy="920749"/>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dirty="0"/>
                <a:t>词法分析器</a:t>
              </a:r>
            </a:p>
          </p:txBody>
        </p:sp>
        <p:sp>
          <p:nvSpPr>
            <p:cNvPr id="4" name="矩形 3">
              <a:extLst>
                <a:ext uri="{FF2B5EF4-FFF2-40B4-BE49-F238E27FC236}">
                  <a16:creationId xmlns:a16="http://schemas.microsoft.com/office/drawing/2014/main" id="{F51802F9-9FDA-9788-F813-217B02C76290}"/>
                </a:ext>
              </a:extLst>
            </p:cNvPr>
            <p:cNvSpPr/>
            <p:nvPr/>
          </p:nvSpPr>
          <p:spPr>
            <a:xfrm>
              <a:off x="4230258" y="3014787"/>
              <a:ext cx="1350088" cy="92074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dirty="0"/>
                <a:t>语法分析器</a:t>
              </a:r>
            </a:p>
          </p:txBody>
        </p:sp>
        <p:sp>
          <p:nvSpPr>
            <p:cNvPr id="5" name="矩形 4">
              <a:extLst>
                <a:ext uri="{FF2B5EF4-FFF2-40B4-BE49-F238E27FC236}">
                  <a16:creationId xmlns:a16="http://schemas.microsoft.com/office/drawing/2014/main" id="{3F5DC52E-E08B-5573-B12B-7F6746422134}"/>
                </a:ext>
              </a:extLst>
            </p:cNvPr>
            <p:cNvSpPr/>
            <p:nvPr/>
          </p:nvSpPr>
          <p:spPr>
            <a:xfrm>
              <a:off x="7110692" y="3014786"/>
              <a:ext cx="1350088" cy="92073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dirty="0"/>
                <a:t>中间代码生成</a:t>
              </a:r>
            </a:p>
          </p:txBody>
        </p:sp>
        <p:sp>
          <p:nvSpPr>
            <p:cNvPr id="6" name="矩形 5">
              <a:extLst>
                <a:ext uri="{FF2B5EF4-FFF2-40B4-BE49-F238E27FC236}">
                  <a16:creationId xmlns:a16="http://schemas.microsoft.com/office/drawing/2014/main" id="{013F19AF-B660-6207-6138-ADC0C666F3E6}"/>
                </a:ext>
              </a:extLst>
            </p:cNvPr>
            <p:cNvSpPr/>
            <p:nvPr/>
          </p:nvSpPr>
          <p:spPr>
            <a:xfrm>
              <a:off x="4230258" y="4904912"/>
              <a:ext cx="1350088" cy="92074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dirty="0"/>
                <a:t>符号表</a:t>
              </a:r>
            </a:p>
          </p:txBody>
        </p:sp>
        <p:cxnSp>
          <p:nvCxnSpPr>
            <p:cNvPr id="8" name="直接箭头连接符 7">
              <a:extLst>
                <a:ext uri="{FF2B5EF4-FFF2-40B4-BE49-F238E27FC236}">
                  <a16:creationId xmlns:a16="http://schemas.microsoft.com/office/drawing/2014/main" id="{A230E623-6AC3-E28A-24F8-4B4E9FF2A8E8}"/>
                </a:ext>
              </a:extLst>
            </p:cNvPr>
            <p:cNvCxnSpPr>
              <a:cxnSpLocks/>
              <a:endCxn id="3" idx="1"/>
            </p:cNvCxnSpPr>
            <p:nvPr/>
          </p:nvCxnSpPr>
          <p:spPr>
            <a:xfrm>
              <a:off x="269753" y="3475161"/>
              <a:ext cx="1080071" cy="0"/>
            </a:xfrm>
            <a:prstGeom prst="straightConnector1">
              <a:avLst/>
            </a:prstGeom>
            <a:ln w="28575">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11421DE-FEBA-12AB-B8E3-D192CE2A49EE}"/>
                </a:ext>
              </a:extLst>
            </p:cNvPr>
            <p:cNvCxnSpPr>
              <a:cxnSpLocks/>
              <a:stCxn id="3" idx="3"/>
              <a:endCxn id="4" idx="1"/>
            </p:cNvCxnSpPr>
            <p:nvPr/>
          </p:nvCxnSpPr>
          <p:spPr>
            <a:xfrm>
              <a:off x="2699913" y="3475161"/>
              <a:ext cx="1530345" cy="0"/>
            </a:xfrm>
            <a:prstGeom prst="straightConnector1">
              <a:avLst/>
            </a:prstGeom>
            <a:ln w="28575">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BBA11AF-A7E5-6AAF-FF77-2C5C66F5AEBE}"/>
                </a:ext>
              </a:extLst>
            </p:cNvPr>
            <p:cNvCxnSpPr>
              <a:cxnSpLocks/>
              <a:endCxn id="5" idx="1"/>
            </p:cNvCxnSpPr>
            <p:nvPr/>
          </p:nvCxnSpPr>
          <p:spPr>
            <a:xfrm flipV="1">
              <a:off x="5580346" y="3475154"/>
              <a:ext cx="1530346" cy="7"/>
            </a:xfrm>
            <a:prstGeom prst="straightConnector1">
              <a:avLst/>
            </a:prstGeom>
            <a:ln w="28575">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FA3DBF2-DD97-65C6-92E1-CCD815F60FD9}"/>
                </a:ext>
              </a:extLst>
            </p:cNvPr>
            <p:cNvCxnSpPr>
              <a:cxnSpLocks/>
            </p:cNvCxnSpPr>
            <p:nvPr/>
          </p:nvCxnSpPr>
          <p:spPr>
            <a:xfrm flipV="1">
              <a:off x="8460780" y="3475153"/>
              <a:ext cx="1259603" cy="1"/>
            </a:xfrm>
            <a:prstGeom prst="straightConnector1">
              <a:avLst/>
            </a:prstGeom>
            <a:ln w="28575">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30ED6C2-83F0-17CD-3A97-2FEC9C02F246}"/>
                </a:ext>
              </a:extLst>
            </p:cNvPr>
            <p:cNvCxnSpPr>
              <a:cxnSpLocks/>
              <a:stCxn id="3" idx="2"/>
              <a:endCxn id="6" idx="1"/>
            </p:cNvCxnSpPr>
            <p:nvPr/>
          </p:nvCxnSpPr>
          <p:spPr>
            <a:xfrm>
              <a:off x="2024869" y="3935535"/>
              <a:ext cx="2205389" cy="1429751"/>
            </a:xfrm>
            <a:prstGeom prst="straightConnector1">
              <a:avLst/>
            </a:prstGeom>
            <a:ln w="28575">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A560CFF6-40F0-E8E2-0DC2-381437C11938}"/>
                </a:ext>
              </a:extLst>
            </p:cNvPr>
            <p:cNvCxnSpPr>
              <a:cxnSpLocks/>
              <a:stCxn id="5" idx="2"/>
              <a:endCxn id="6" idx="3"/>
            </p:cNvCxnSpPr>
            <p:nvPr/>
          </p:nvCxnSpPr>
          <p:spPr>
            <a:xfrm flipH="1">
              <a:off x="5580346" y="3935521"/>
              <a:ext cx="2205390" cy="1429765"/>
            </a:xfrm>
            <a:prstGeom prst="straightConnector1">
              <a:avLst/>
            </a:prstGeom>
            <a:ln w="28575">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3901F934-5281-A346-564C-9E7810ABF7D0}"/>
                </a:ext>
              </a:extLst>
            </p:cNvPr>
            <p:cNvCxnSpPr>
              <a:cxnSpLocks/>
              <a:stCxn id="4" idx="2"/>
              <a:endCxn id="6" idx="0"/>
            </p:cNvCxnSpPr>
            <p:nvPr/>
          </p:nvCxnSpPr>
          <p:spPr>
            <a:xfrm>
              <a:off x="4905302" y="3935535"/>
              <a:ext cx="0" cy="969377"/>
            </a:xfrm>
            <a:prstGeom prst="straightConnector1">
              <a:avLst/>
            </a:prstGeom>
            <a:ln w="28575">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D0D8861-D64C-7ED2-B07B-26D5AAA72084}"/>
                </a:ext>
              </a:extLst>
            </p:cNvPr>
            <p:cNvSpPr txBox="1"/>
            <p:nvPr/>
          </p:nvSpPr>
          <p:spPr>
            <a:xfrm>
              <a:off x="271084" y="3057919"/>
              <a:ext cx="945062" cy="369332"/>
            </a:xfrm>
            <a:prstGeom prst="rect">
              <a:avLst/>
            </a:prstGeom>
            <a:noFill/>
          </p:spPr>
          <p:txBody>
            <a:bodyPr wrap="square" rtlCol="0">
              <a:spAutoFit/>
            </a:bodyPr>
            <a:lstStyle/>
            <a:p>
              <a:r>
                <a:rPr lang="zh-CN" altLang="en-US" dirty="0"/>
                <a:t>源程序</a:t>
              </a:r>
            </a:p>
          </p:txBody>
        </p:sp>
        <p:sp>
          <p:nvSpPr>
            <p:cNvPr id="38" name="文本框 37">
              <a:extLst>
                <a:ext uri="{FF2B5EF4-FFF2-40B4-BE49-F238E27FC236}">
                  <a16:creationId xmlns:a16="http://schemas.microsoft.com/office/drawing/2014/main" id="{6F7AC6D0-03A8-C991-B359-E3D5951DD5C8}"/>
                </a:ext>
              </a:extLst>
            </p:cNvPr>
            <p:cNvSpPr txBox="1"/>
            <p:nvPr/>
          </p:nvSpPr>
          <p:spPr>
            <a:xfrm>
              <a:off x="2878819" y="3057919"/>
              <a:ext cx="1164611" cy="369332"/>
            </a:xfrm>
            <a:prstGeom prst="rect">
              <a:avLst/>
            </a:prstGeom>
            <a:noFill/>
          </p:spPr>
          <p:txBody>
            <a:bodyPr wrap="square" rtlCol="0">
              <a:spAutoFit/>
            </a:bodyPr>
            <a:lstStyle/>
            <a:p>
              <a:r>
                <a:rPr lang="zh-CN" altLang="en-US" dirty="0"/>
                <a:t>词法单元</a:t>
              </a:r>
            </a:p>
          </p:txBody>
        </p:sp>
        <p:sp>
          <p:nvSpPr>
            <p:cNvPr id="39" name="文本框 38">
              <a:extLst>
                <a:ext uri="{FF2B5EF4-FFF2-40B4-BE49-F238E27FC236}">
                  <a16:creationId xmlns:a16="http://schemas.microsoft.com/office/drawing/2014/main" id="{93990C17-F4D8-7442-E557-7E328F9A3A88}"/>
                </a:ext>
              </a:extLst>
            </p:cNvPr>
            <p:cNvSpPr txBox="1"/>
            <p:nvPr/>
          </p:nvSpPr>
          <p:spPr>
            <a:xfrm>
              <a:off x="5670475" y="3057919"/>
              <a:ext cx="1350088" cy="369332"/>
            </a:xfrm>
            <a:prstGeom prst="rect">
              <a:avLst/>
            </a:prstGeom>
            <a:noFill/>
          </p:spPr>
          <p:txBody>
            <a:bodyPr wrap="square" rtlCol="0">
              <a:spAutoFit/>
            </a:bodyPr>
            <a:lstStyle/>
            <a:p>
              <a:r>
                <a:rPr lang="zh-CN" altLang="en-US" dirty="0"/>
                <a:t>语法分析树</a:t>
              </a:r>
            </a:p>
          </p:txBody>
        </p:sp>
        <p:sp>
          <p:nvSpPr>
            <p:cNvPr id="40" name="文本框 39">
              <a:extLst>
                <a:ext uri="{FF2B5EF4-FFF2-40B4-BE49-F238E27FC236}">
                  <a16:creationId xmlns:a16="http://schemas.microsoft.com/office/drawing/2014/main" id="{6004C32A-3C9C-DE81-E33C-4A2CA16F51F0}"/>
                </a:ext>
              </a:extLst>
            </p:cNvPr>
            <p:cNvSpPr txBox="1"/>
            <p:nvPr/>
          </p:nvSpPr>
          <p:spPr>
            <a:xfrm>
              <a:off x="8454209" y="3074013"/>
              <a:ext cx="1350088" cy="369332"/>
            </a:xfrm>
            <a:prstGeom prst="rect">
              <a:avLst/>
            </a:prstGeom>
            <a:noFill/>
          </p:spPr>
          <p:txBody>
            <a:bodyPr wrap="square" rtlCol="0">
              <a:spAutoFit/>
            </a:bodyPr>
            <a:lstStyle/>
            <a:p>
              <a:r>
                <a:rPr lang="zh-CN" altLang="en-US" dirty="0"/>
                <a:t>三地址代码</a:t>
              </a:r>
            </a:p>
          </p:txBody>
        </p:sp>
      </p:grpSp>
      <p:sp>
        <p:nvSpPr>
          <p:cNvPr id="42" name="文本框 41">
            <a:extLst>
              <a:ext uri="{FF2B5EF4-FFF2-40B4-BE49-F238E27FC236}">
                <a16:creationId xmlns:a16="http://schemas.microsoft.com/office/drawing/2014/main" id="{E811F0D1-6126-F0C6-BFAF-895B689522CD}"/>
              </a:ext>
            </a:extLst>
          </p:cNvPr>
          <p:cNvSpPr txBox="1"/>
          <p:nvPr/>
        </p:nvSpPr>
        <p:spPr>
          <a:xfrm>
            <a:off x="131298" y="4458896"/>
            <a:ext cx="4905569" cy="923330"/>
          </a:xfrm>
          <a:prstGeom prst="rect">
            <a:avLst/>
          </a:prstGeom>
          <a:noFill/>
        </p:spPr>
        <p:txBody>
          <a:bodyPr wrap="square" rtlCol="0">
            <a:spAutoFit/>
          </a:bodyPr>
          <a:lstStyle/>
          <a:p>
            <a:pPr marL="342900" indent="-342900">
              <a:buAutoNum type="arabicPeriod"/>
            </a:pPr>
            <a:r>
              <a:rPr lang="zh-CN" altLang="en-US" b="1" dirty="0"/>
              <a:t>识别单元</a:t>
            </a:r>
            <a:endParaRPr lang="en-US" altLang="zh-CN" b="1" dirty="0"/>
          </a:p>
          <a:p>
            <a:pPr marL="342900" indent="-342900">
              <a:buAutoNum type="arabicPeriod"/>
            </a:pPr>
            <a:r>
              <a:rPr lang="zh-CN" altLang="en-US" b="1" dirty="0"/>
              <a:t>查询符号表：是关键字？标识符已存在？</a:t>
            </a:r>
            <a:endParaRPr lang="en-US" altLang="zh-CN" b="1" dirty="0"/>
          </a:p>
          <a:p>
            <a:pPr marL="342900" indent="-342900">
              <a:buAutoNum type="arabicPeriod"/>
            </a:pPr>
            <a:r>
              <a:rPr lang="zh-CN" altLang="en-US" b="1" dirty="0"/>
              <a:t>为新标识符插入条目</a:t>
            </a:r>
            <a:r>
              <a:rPr lang="en-US" altLang="zh-CN" b="1" dirty="0"/>
              <a:t>[</a:t>
            </a:r>
            <a:r>
              <a:rPr lang="zh-CN" altLang="en-US" b="1" dirty="0"/>
              <a:t>仅名字</a:t>
            </a:r>
            <a:r>
              <a:rPr lang="en-US" altLang="zh-CN" b="1" dirty="0"/>
              <a:t>]</a:t>
            </a:r>
            <a:endParaRPr lang="zh-CN" altLang="en-US" b="1" dirty="0"/>
          </a:p>
        </p:txBody>
      </p:sp>
      <p:sp>
        <p:nvSpPr>
          <p:cNvPr id="44" name="文本框 43">
            <a:extLst>
              <a:ext uri="{FF2B5EF4-FFF2-40B4-BE49-F238E27FC236}">
                <a16:creationId xmlns:a16="http://schemas.microsoft.com/office/drawing/2014/main" id="{79D53A59-85A3-42CE-1ACB-90EEB676BC6E}"/>
              </a:ext>
            </a:extLst>
          </p:cNvPr>
          <p:cNvSpPr txBox="1"/>
          <p:nvPr/>
        </p:nvSpPr>
        <p:spPr>
          <a:xfrm>
            <a:off x="1620084" y="1505326"/>
            <a:ext cx="1164611" cy="369332"/>
          </a:xfrm>
          <a:prstGeom prst="rect">
            <a:avLst/>
          </a:prstGeom>
          <a:noFill/>
        </p:spPr>
        <p:txBody>
          <a:bodyPr wrap="square" rtlCol="0">
            <a:spAutoFit/>
          </a:bodyPr>
          <a:lstStyle/>
          <a:p>
            <a:r>
              <a:rPr lang="en-US" altLang="zh-CN" b="1" dirty="0">
                <a:solidFill>
                  <a:srgbClr val="FF0000"/>
                </a:solidFill>
              </a:rPr>
              <a:t>1,2,3</a:t>
            </a:r>
            <a:endParaRPr lang="zh-CN" altLang="en-US" b="1" dirty="0">
              <a:solidFill>
                <a:srgbClr val="FF0000"/>
              </a:solidFill>
            </a:endParaRPr>
          </a:p>
        </p:txBody>
      </p:sp>
      <p:sp>
        <p:nvSpPr>
          <p:cNvPr id="46" name="文本框 45">
            <a:extLst>
              <a:ext uri="{FF2B5EF4-FFF2-40B4-BE49-F238E27FC236}">
                <a16:creationId xmlns:a16="http://schemas.microsoft.com/office/drawing/2014/main" id="{9D9448C5-12BF-5862-0492-E313206A7208}"/>
              </a:ext>
            </a:extLst>
          </p:cNvPr>
          <p:cNvSpPr txBox="1"/>
          <p:nvPr/>
        </p:nvSpPr>
        <p:spPr>
          <a:xfrm>
            <a:off x="2402275" y="1392605"/>
            <a:ext cx="2368019" cy="369332"/>
          </a:xfrm>
          <a:prstGeom prst="rect">
            <a:avLst/>
          </a:prstGeom>
          <a:noFill/>
        </p:spPr>
        <p:txBody>
          <a:bodyPr wrap="square" rtlCol="0">
            <a:spAutoFit/>
          </a:bodyPr>
          <a:lstStyle/>
          <a:p>
            <a:r>
              <a:rPr lang="zh-CN" altLang="en-US" b="1" dirty="0"/>
              <a:t>语法分析器填充属性</a:t>
            </a:r>
          </a:p>
        </p:txBody>
      </p:sp>
      <p:sp>
        <p:nvSpPr>
          <p:cNvPr id="47" name="文本框 46">
            <a:extLst>
              <a:ext uri="{FF2B5EF4-FFF2-40B4-BE49-F238E27FC236}">
                <a16:creationId xmlns:a16="http://schemas.microsoft.com/office/drawing/2014/main" id="{1AAE99E1-7883-C591-0B81-9D0FB20975ED}"/>
              </a:ext>
            </a:extLst>
          </p:cNvPr>
          <p:cNvSpPr txBox="1"/>
          <p:nvPr/>
        </p:nvSpPr>
        <p:spPr>
          <a:xfrm>
            <a:off x="4571065" y="4749214"/>
            <a:ext cx="5378262" cy="1477328"/>
          </a:xfrm>
          <a:prstGeom prst="rect">
            <a:avLst/>
          </a:prstGeom>
          <a:noFill/>
        </p:spPr>
        <p:txBody>
          <a:bodyPr wrap="square" rtlCol="0">
            <a:spAutoFit/>
          </a:bodyPr>
          <a:lstStyle/>
          <a:p>
            <a:pPr marL="342900" indent="-342900">
              <a:buFont typeface="+mj-lt"/>
              <a:buAutoNum type="arabicPeriod" startAt="4"/>
            </a:pPr>
            <a:r>
              <a:rPr lang="zh-CN" altLang="en-US" b="1" dirty="0"/>
              <a:t>识别声明：查找</a:t>
            </a:r>
            <a:r>
              <a:rPr lang="en-US" altLang="zh-CN" b="1" dirty="0"/>
              <a:t>/</a:t>
            </a:r>
            <a:r>
              <a:rPr lang="zh-CN" altLang="en-US" b="1" dirty="0"/>
              <a:t>插入条目，填充类型</a:t>
            </a:r>
            <a:r>
              <a:rPr lang="en-US" altLang="zh-CN" b="1" dirty="0"/>
              <a:t>/</a:t>
            </a:r>
            <a:r>
              <a:rPr lang="zh-CN" altLang="en-US" b="1" dirty="0"/>
              <a:t>作用域等属性</a:t>
            </a:r>
            <a:endParaRPr lang="en-US" altLang="zh-CN" b="1" dirty="0"/>
          </a:p>
          <a:p>
            <a:pPr marL="342900" indent="-342900">
              <a:buFont typeface="+mj-lt"/>
              <a:buAutoNum type="arabicPeriod" startAt="4"/>
            </a:pPr>
            <a:r>
              <a:rPr lang="zh-CN" altLang="en-US" b="1" dirty="0"/>
              <a:t>识别引用：查找条目，检查声明</a:t>
            </a:r>
            <a:r>
              <a:rPr lang="en-US" altLang="zh-CN" b="1" dirty="0"/>
              <a:t>/</a:t>
            </a:r>
            <a:r>
              <a:rPr lang="zh-CN" altLang="en-US" b="1" dirty="0"/>
              <a:t>作用域，关联条目到</a:t>
            </a:r>
            <a:r>
              <a:rPr lang="en-US" altLang="zh-CN" b="1" dirty="0"/>
              <a:t>AST</a:t>
            </a:r>
            <a:r>
              <a:rPr lang="zh-CN" altLang="en-US" b="1" dirty="0"/>
              <a:t>节点</a:t>
            </a:r>
            <a:endParaRPr lang="en-US" altLang="zh-CN" b="1" dirty="0"/>
          </a:p>
          <a:p>
            <a:pPr marL="342900" indent="-342900">
              <a:buFont typeface="+mj-lt"/>
              <a:buAutoNum type="arabicPeriod" startAt="4"/>
            </a:pPr>
            <a:r>
              <a:rPr lang="zh-CN" altLang="en-US" b="1" dirty="0"/>
              <a:t>作用域管理：</a:t>
            </a:r>
            <a:r>
              <a:rPr lang="en-US" altLang="zh-CN" b="1" dirty="0" err="1"/>
              <a:t>EnterScope</a:t>
            </a:r>
            <a:r>
              <a:rPr lang="en-US" altLang="zh-CN" b="1" dirty="0"/>
              <a:t> / </a:t>
            </a:r>
            <a:r>
              <a:rPr lang="en-US" altLang="zh-CN" b="1" dirty="0" err="1"/>
              <a:t>ExitScope</a:t>
            </a:r>
            <a:r>
              <a:rPr lang="en-US" altLang="zh-CN" b="1" dirty="0"/>
              <a:t> </a:t>
            </a:r>
            <a:endParaRPr lang="zh-CN" altLang="en-US" b="1" dirty="0"/>
          </a:p>
        </p:txBody>
      </p:sp>
      <p:sp>
        <p:nvSpPr>
          <p:cNvPr id="48" name="文本框 47">
            <a:extLst>
              <a:ext uri="{FF2B5EF4-FFF2-40B4-BE49-F238E27FC236}">
                <a16:creationId xmlns:a16="http://schemas.microsoft.com/office/drawing/2014/main" id="{353BE310-3995-A9F9-DA19-0EB919C13F2D}"/>
              </a:ext>
            </a:extLst>
          </p:cNvPr>
          <p:cNvSpPr txBox="1"/>
          <p:nvPr/>
        </p:nvSpPr>
        <p:spPr>
          <a:xfrm>
            <a:off x="4550439" y="1515609"/>
            <a:ext cx="1164611" cy="369332"/>
          </a:xfrm>
          <a:prstGeom prst="rect">
            <a:avLst/>
          </a:prstGeom>
          <a:noFill/>
        </p:spPr>
        <p:txBody>
          <a:bodyPr wrap="square" rtlCol="0">
            <a:spAutoFit/>
          </a:bodyPr>
          <a:lstStyle/>
          <a:p>
            <a:r>
              <a:rPr lang="en-US" altLang="zh-CN" b="1" dirty="0">
                <a:solidFill>
                  <a:srgbClr val="FF0000"/>
                </a:solidFill>
              </a:rPr>
              <a:t>4,5,6</a:t>
            </a:r>
            <a:endParaRPr lang="zh-CN" altLang="en-US" b="1" dirty="0">
              <a:solidFill>
                <a:srgbClr val="FF0000"/>
              </a:solidFill>
            </a:endParaRPr>
          </a:p>
        </p:txBody>
      </p:sp>
      <p:sp>
        <p:nvSpPr>
          <p:cNvPr id="49" name="文本框 48">
            <a:extLst>
              <a:ext uri="{FF2B5EF4-FFF2-40B4-BE49-F238E27FC236}">
                <a16:creationId xmlns:a16="http://schemas.microsoft.com/office/drawing/2014/main" id="{541030DA-73EC-F5A9-509F-0F9B6233B5B0}"/>
              </a:ext>
            </a:extLst>
          </p:cNvPr>
          <p:cNvSpPr txBox="1"/>
          <p:nvPr/>
        </p:nvSpPr>
        <p:spPr>
          <a:xfrm>
            <a:off x="5223854" y="1355776"/>
            <a:ext cx="2565169" cy="369332"/>
          </a:xfrm>
          <a:prstGeom prst="rect">
            <a:avLst/>
          </a:prstGeom>
          <a:noFill/>
        </p:spPr>
        <p:txBody>
          <a:bodyPr wrap="square" rtlCol="0">
            <a:spAutoFit/>
          </a:bodyPr>
          <a:lstStyle/>
          <a:p>
            <a:r>
              <a:rPr lang="zh-CN" altLang="en-US" b="1" dirty="0"/>
              <a:t>条目包含完整语义属性</a:t>
            </a:r>
          </a:p>
        </p:txBody>
      </p:sp>
      <p:sp>
        <p:nvSpPr>
          <p:cNvPr id="50" name="文本框 49">
            <a:extLst>
              <a:ext uri="{FF2B5EF4-FFF2-40B4-BE49-F238E27FC236}">
                <a16:creationId xmlns:a16="http://schemas.microsoft.com/office/drawing/2014/main" id="{B3EA1DCB-C19A-789C-FAF4-4743CFB6AFBA}"/>
              </a:ext>
            </a:extLst>
          </p:cNvPr>
          <p:cNvSpPr txBox="1"/>
          <p:nvPr/>
        </p:nvSpPr>
        <p:spPr>
          <a:xfrm>
            <a:off x="7458225" y="1532173"/>
            <a:ext cx="1164611" cy="369332"/>
          </a:xfrm>
          <a:prstGeom prst="rect">
            <a:avLst/>
          </a:prstGeom>
          <a:noFill/>
        </p:spPr>
        <p:txBody>
          <a:bodyPr wrap="square" rtlCol="0">
            <a:spAutoFit/>
          </a:bodyPr>
          <a:lstStyle/>
          <a:p>
            <a:r>
              <a:rPr lang="en-US" altLang="zh-CN" b="1" dirty="0">
                <a:solidFill>
                  <a:srgbClr val="FF0000"/>
                </a:solidFill>
              </a:rPr>
              <a:t>7,8,9</a:t>
            </a:r>
            <a:endParaRPr lang="zh-CN" altLang="en-US" b="1" dirty="0">
              <a:solidFill>
                <a:srgbClr val="FF0000"/>
              </a:solidFill>
            </a:endParaRPr>
          </a:p>
        </p:txBody>
      </p:sp>
      <p:sp>
        <p:nvSpPr>
          <p:cNvPr id="51" name="文本框 50">
            <a:extLst>
              <a:ext uri="{FF2B5EF4-FFF2-40B4-BE49-F238E27FC236}">
                <a16:creationId xmlns:a16="http://schemas.microsoft.com/office/drawing/2014/main" id="{A9F8516D-0888-B3E0-68E2-D917FE9A51A6}"/>
              </a:ext>
            </a:extLst>
          </p:cNvPr>
          <p:cNvSpPr txBox="1"/>
          <p:nvPr/>
        </p:nvSpPr>
        <p:spPr>
          <a:xfrm>
            <a:off x="137223" y="5428273"/>
            <a:ext cx="4433842" cy="1200329"/>
          </a:xfrm>
          <a:prstGeom prst="rect">
            <a:avLst/>
          </a:prstGeom>
          <a:noFill/>
        </p:spPr>
        <p:txBody>
          <a:bodyPr wrap="square" rtlCol="0">
            <a:spAutoFit/>
          </a:bodyPr>
          <a:lstStyle/>
          <a:p>
            <a:pPr marL="342900" indent="-342900">
              <a:buFont typeface="+mj-lt"/>
              <a:buAutoNum type="arabicPeriod" startAt="7"/>
            </a:pPr>
            <a:r>
              <a:rPr lang="zh-CN" altLang="en-US" b="1" dirty="0"/>
              <a:t>遍历</a:t>
            </a:r>
            <a:r>
              <a:rPr lang="en-US" altLang="zh-CN" b="1" dirty="0"/>
              <a:t>AST</a:t>
            </a:r>
            <a:r>
              <a:rPr lang="zh-CN" altLang="en-US" b="1" dirty="0"/>
              <a:t>节点</a:t>
            </a:r>
            <a:endParaRPr lang="en-US" altLang="zh-CN" b="1" dirty="0"/>
          </a:p>
          <a:p>
            <a:pPr marL="342900" indent="-342900">
              <a:buFont typeface="+mj-lt"/>
              <a:buAutoNum type="arabicPeriod" startAt="7"/>
            </a:pPr>
            <a:r>
              <a:rPr lang="zh-CN" altLang="en-US" b="1" dirty="0"/>
              <a:t>遇到标识符节点：查找符号表获取类型和地址信息</a:t>
            </a:r>
            <a:endParaRPr lang="en-US" altLang="zh-CN" b="1" dirty="0"/>
          </a:p>
          <a:p>
            <a:pPr marL="342900" indent="-342900">
              <a:buFont typeface="+mj-lt"/>
              <a:buAutoNum type="arabicPeriod" startAt="7"/>
            </a:pPr>
            <a:r>
              <a:rPr lang="zh-CN" altLang="en-US" b="1" dirty="0"/>
              <a:t>使用类型和地址信息生成三地址指令</a:t>
            </a:r>
          </a:p>
        </p:txBody>
      </p:sp>
      <p:sp>
        <p:nvSpPr>
          <p:cNvPr id="52" name="Slide Number Placeholder 6">
            <a:extLst>
              <a:ext uri="{FF2B5EF4-FFF2-40B4-BE49-F238E27FC236}">
                <a16:creationId xmlns:a16="http://schemas.microsoft.com/office/drawing/2014/main" id="{E802EFDB-CF55-5C95-7096-B1D526E9E088}"/>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Lst>
              <a:defRPr sz="1400">
                <a:solidFill>
                  <a:srgbClr val="000000"/>
                </a:solidFill>
                <a:latin typeface="Arial" panose="020B0604020202020204" pitchFamily="34" charset="0"/>
                <a:ea typeface="楷体_GB2312" panose="02010609030101010101" pitchFamily="1" charset="-122"/>
              </a:defRPr>
            </a:lvl9pPr>
          </a:lstStyle>
          <a:p>
            <a:pPr algn="r" eaLnBrk="1">
              <a:lnSpc>
                <a:spcPct val="116000"/>
              </a:lnSpc>
              <a:spcAft>
                <a:spcPct val="0"/>
              </a:spcAft>
              <a:buFont typeface="Times New Roman" panose="02020603050405020304" pitchFamily="18" charset="0"/>
              <a:buNone/>
            </a:pPr>
            <a:fld id="{FC8171E4-0666-4C76-A4EF-67E47A070F7F}" type="slidenum">
              <a:rPr lang="en-GB" altLang="en-US" sz="1200">
                <a:latin typeface="Comic Sans MS" panose="030F0702030302020204" pitchFamily="66" charset="0"/>
                <a:ea typeface="宋体" panose="02010600030101010101" pitchFamily="2" charset="-122"/>
              </a:rPr>
              <a:pPr algn="r" eaLnBrk="1">
                <a:lnSpc>
                  <a:spcPct val="116000"/>
                </a:lnSpc>
                <a:spcAft>
                  <a:spcPct val="0"/>
                </a:spcAft>
                <a:buFont typeface="Times New Roman" panose="02020603050405020304" pitchFamily="18" charset="0"/>
                <a:buNone/>
              </a:pPr>
              <a:t>83</a:t>
            </a:fld>
            <a:endParaRPr lang="en-GB" altLang="en-US" sz="1200">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232790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wipe(down)">
                                      <p:cBhvr>
                                        <p:cTn id="21" dur="500"/>
                                        <p:tgtEl>
                                          <p:spTgt spid="4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wipe(down)">
                                      <p:cBhvr>
                                        <p:cTn id="24" dur="500"/>
                                        <p:tgtEl>
                                          <p:spTgt spid="48"/>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wheel(1)">
                                      <p:cBhvr>
                                        <p:cTn id="29" dur="2000"/>
                                        <p:tgtEl>
                                          <p:spTgt spid="49"/>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randombar(horizontal)">
                                      <p:cBhvr>
                                        <p:cTn id="34" dur="500"/>
                                        <p:tgtEl>
                                          <p:spTgt spid="51"/>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randombar(horizontal)">
                                      <p:cBhvr>
                                        <p:cTn id="3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p:bldP spid="46" grpId="0"/>
      <p:bldP spid="47" grpId="0"/>
      <p:bldP spid="48" grpId="0"/>
      <p:bldP spid="49" grpId="0"/>
      <p:bldP spid="50" grpId="0"/>
      <p:bldP spid="5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2">
            <a:extLst>
              <a:ext uri="{FF2B5EF4-FFF2-40B4-BE49-F238E27FC236}">
                <a16:creationId xmlns:a16="http://schemas.microsoft.com/office/drawing/2014/main" id="{731FF9CB-2D30-9C13-867B-15882C9FFCF5}"/>
              </a:ext>
            </a:extLst>
          </p:cNvPr>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100355" name="Rectangle 2">
            <a:extLst>
              <a:ext uri="{FF2B5EF4-FFF2-40B4-BE49-F238E27FC236}">
                <a16:creationId xmlns:a16="http://schemas.microsoft.com/office/drawing/2014/main" id="{53C3E14D-8775-A46A-0B95-36F6A760B87E}"/>
              </a:ext>
            </a:extLst>
          </p:cNvPr>
          <p:cNvSpPr>
            <a:spLocks noChangeArrowheads="1"/>
          </p:cNvSpPr>
          <p:nvPr/>
        </p:nvSpPr>
        <p:spPr bwMode="auto">
          <a:xfrm>
            <a:off x="0" y="0"/>
            <a:ext cx="10080625" cy="7546975"/>
          </a:xfrm>
          <a:prstGeom prst="rect">
            <a:avLst/>
          </a:prstGeom>
          <a:solidFill>
            <a:srgbClr val="000000"/>
          </a:solidFill>
          <a:ln w="9525">
            <a:solidFill>
              <a:srgbClr val="FFFFFF"/>
            </a:solidFill>
            <a:miter lim="800000"/>
            <a:headEnd/>
            <a:tailEnd/>
          </a:ln>
        </p:spPr>
        <p:txBody>
          <a:bodyPr wrap="none" lIns="90000" tIns="67932" rIns="90000" bIns="45000" anchor="ctr"/>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3600">
                <a:solidFill>
                  <a:srgbClr val="000000"/>
                </a:solidFill>
                <a:latin typeface="Arial" panose="020B0604020202020204" pitchFamily="34" charset="0"/>
                <a:ea typeface="楷体_GB2312" panose="02010609030101010101" pitchFamily="1" charset="-122"/>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800">
                <a:solidFill>
                  <a:srgbClr val="000000"/>
                </a:solidFill>
                <a:latin typeface="Arial" panose="020B0604020202020204" pitchFamily="34" charset="0"/>
                <a:ea typeface="楷体_GB2312" panose="02010609030101010101" pitchFamily="1" charset="-122"/>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a:solidFill>
                  <a:srgbClr val="000000"/>
                </a:solidFill>
                <a:latin typeface="Arial" panose="020B0604020202020204" pitchFamily="34" charset="0"/>
                <a:ea typeface="楷体_GB2312" panose="02010609030101010101" pitchFamily="1" charset="-122"/>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楷体_GB2312" panose="02010609030101010101" pitchFamily="1" charset="-122"/>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楷体_GB2312" panose="02010609030101010101" pitchFamily="1" charset="-122"/>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楷体_GB2312" panose="02010609030101010101" pitchFamily="1" charset="-122"/>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楷体_GB2312" panose="02010609030101010101" pitchFamily="1" charset="-122"/>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楷体_GB2312" panose="02010609030101010101" pitchFamily="1" charset="-122"/>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楷体_GB2312" panose="02010609030101010101" pitchFamily="1" charset="-122"/>
              </a:defRPr>
            </a:lvl9pPr>
          </a:lstStyle>
          <a:p>
            <a:pPr algn="ctr" eaLnBrk="1">
              <a:lnSpc>
                <a:spcPct val="93000"/>
              </a:lnSpc>
              <a:spcAft>
                <a:spcPct val="0"/>
              </a:spcAft>
              <a:buFont typeface="Times New Roman" panose="02020603050405020304" pitchFamily="18" charset="0"/>
              <a:buNone/>
            </a:pPr>
            <a:r>
              <a:rPr lang="en-GB" altLang="en-US" sz="2600">
                <a:solidFill>
                  <a:srgbClr val="E6E6E6"/>
                </a:solidFill>
                <a:ea typeface="宋体" panose="02010600030101010101" pitchFamily="2" charset="-122"/>
              </a:rPr>
              <a:t>THE END</a:t>
            </a:r>
          </a:p>
          <a:p>
            <a:pPr algn="ctr" eaLnBrk="1">
              <a:lnSpc>
                <a:spcPct val="93000"/>
              </a:lnSpc>
              <a:spcAft>
                <a:spcPct val="0"/>
              </a:spcAft>
              <a:buFont typeface="Times New Roman" panose="02020603050405020304" pitchFamily="18" charset="0"/>
              <a:buNone/>
            </a:pPr>
            <a:endParaRPr lang="en-GB" altLang="en-US" sz="2600">
              <a:solidFill>
                <a:srgbClr val="E6E6E6"/>
              </a:solidFill>
              <a:ea typeface="宋体" panose="02010600030101010101" pitchFamily="2" charset="-122"/>
            </a:endParaRPr>
          </a:p>
          <a:p>
            <a:pPr algn="ctr" eaLnBrk="1">
              <a:lnSpc>
                <a:spcPct val="93000"/>
              </a:lnSpc>
              <a:spcAft>
                <a:spcPct val="0"/>
              </a:spcAft>
              <a:buFont typeface="Times New Roman" panose="02020603050405020304" pitchFamily="18" charset="0"/>
              <a:buNone/>
            </a:pPr>
            <a:r>
              <a:rPr lang="en-GB" altLang="en-US" sz="2600">
                <a:solidFill>
                  <a:srgbClr val="E6E6E6"/>
                </a:solidFill>
                <a:ea typeface="宋体" panose="02010600030101010101" pitchFamily="2" charset="-122"/>
              </a:rPr>
              <a:t>QUESTIONS</a:t>
            </a:r>
          </a:p>
        </p:txBody>
      </p:sp>
      <p:sp>
        <p:nvSpPr>
          <p:cNvPr id="100356" name="Slide Number Placeholder 5">
            <a:extLst>
              <a:ext uri="{FF2B5EF4-FFF2-40B4-BE49-F238E27FC236}">
                <a16:creationId xmlns:a16="http://schemas.microsoft.com/office/drawing/2014/main" id="{A56A813C-1284-A3C3-6246-A4DA894AF27E}"/>
              </a:ext>
            </a:extLst>
          </p:cNvPr>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90ECB067-8042-4DCA-9705-F726D3725270}"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84</a:t>
            </a:fld>
            <a:endParaRPr lang="en-GB" altLang="en-US" sz="1200">
              <a:latin typeface="Comic Sans MS" panose="030F0702030302020204" pitchFamily="66" charset="0"/>
              <a:ea typeface="宋体" panose="02010600030101010101" pitchFamily="2" charset="-122"/>
            </a:endParaRPr>
          </a:p>
        </p:txBody>
      </p:sp>
      <p:sp>
        <p:nvSpPr>
          <p:cNvPr id="100357" name="Date Placeholder 5">
            <a:extLst>
              <a:ext uri="{FF2B5EF4-FFF2-40B4-BE49-F238E27FC236}">
                <a16:creationId xmlns:a16="http://schemas.microsoft.com/office/drawing/2014/main" id="{E8D18C96-AAC0-FB10-16B1-EC03195C0599}"/>
              </a:ext>
            </a:extLst>
          </p:cNvPr>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1.9|1|0.6|0.1|0.7"/>
</p:tagLst>
</file>

<file path=ppt/tags/tag2.xml><?xml version="1.0" encoding="utf-8"?>
<p:tagLst xmlns:a="http://schemas.openxmlformats.org/drawingml/2006/main" xmlns:r="http://schemas.openxmlformats.org/officeDocument/2006/relationships" xmlns:p="http://schemas.openxmlformats.org/presentationml/2006/main">
  <p:tag name="TIMING" val="|5.7"/>
</p:tagLst>
</file>

<file path=ppt/tags/tag3.xml><?xml version="1.0" encoding="utf-8"?>
<p:tagLst xmlns:a="http://schemas.openxmlformats.org/drawingml/2006/main" xmlns:r="http://schemas.openxmlformats.org/officeDocument/2006/relationships" xmlns:p="http://schemas.openxmlformats.org/presentationml/2006/main">
  <p:tag name="TIMING" val="|0.9"/>
</p:tagLst>
</file>

<file path=ppt/tags/tag4.xml><?xml version="1.0" encoding="utf-8"?>
<p:tagLst xmlns:a="http://schemas.openxmlformats.org/drawingml/2006/main" xmlns:r="http://schemas.openxmlformats.org/officeDocument/2006/relationships" xmlns:p="http://schemas.openxmlformats.org/presentationml/2006/main">
  <p:tag name="TIMING" val="|0.5"/>
</p:tagLst>
</file>

<file path=ppt/tags/tag5.xml><?xml version="1.0" encoding="utf-8"?>
<p:tagLst xmlns:a="http://schemas.openxmlformats.org/drawingml/2006/main" xmlns:r="http://schemas.openxmlformats.org/officeDocument/2006/relationships" xmlns:p="http://schemas.openxmlformats.org/presentationml/2006/main">
  <p:tag name="TIMING" val="|0.8|0.9|8.1|28.2|0.6"/>
</p:tagLst>
</file>

<file path=ppt/tags/tag6.xml><?xml version="1.0" encoding="utf-8"?>
<p:tagLst xmlns:a="http://schemas.openxmlformats.org/drawingml/2006/main" xmlns:r="http://schemas.openxmlformats.org/officeDocument/2006/relationships" xmlns:p="http://schemas.openxmlformats.org/presentationml/2006/main">
  <p:tag name="TIMING" val="|0.4|0.5|0.9|20.8|0.9|21.3|10.1|56.9"/>
</p:tagLst>
</file>

<file path=ppt/tags/tag7.xml><?xml version="1.0" encoding="utf-8"?>
<p:tagLst xmlns:a="http://schemas.openxmlformats.org/drawingml/2006/main" xmlns:r="http://schemas.openxmlformats.org/officeDocument/2006/relationships" xmlns:p="http://schemas.openxmlformats.org/presentationml/2006/main">
  <p:tag name="TIMING" val="|11.2|0.5|0.6|10.4|1.3"/>
</p:tagLst>
</file>

<file path=ppt/tags/tag8.xml><?xml version="1.0" encoding="utf-8"?>
<p:tagLst xmlns:a="http://schemas.openxmlformats.org/drawingml/2006/main" xmlns:r="http://schemas.openxmlformats.org/officeDocument/2006/relationships" xmlns:p="http://schemas.openxmlformats.org/presentationml/2006/main">
  <p:tag name="TIMING" val="|0.7|0.7|0.6|0.8|1.4|14.4|0.8"/>
</p:tagLst>
</file>

<file path=ppt/tags/tag9.xml><?xml version="1.0" encoding="utf-8"?>
<p:tagLst xmlns:a="http://schemas.openxmlformats.org/drawingml/2006/main" xmlns:r="http://schemas.openxmlformats.org/officeDocument/2006/relationships" xmlns:p="http://schemas.openxmlformats.org/presentationml/2006/main">
  <p:tag name="TIMING" val="|0.9|33.2"/>
</p:tagLst>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13317</TotalTime>
  <Words>6684</Words>
  <Application>Microsoft Office PowerPoint</Application>
  <PresentationFormat>自定义</PresentationFormat>
  <Paragraphs>1117</Paragraphs>
  <Slides>84</Slides>
  <Notes>9</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84</vt:i4>
      </vt:variant>
    </vt:vector>
  </HeadingPairs>
  <TitlesOfParts>
    <vt:vector size="102" baseType="lpstr">
      <vt:lpstr>DejaVu Sans</vt:lpstr>
      <vt:lpstr>Droid Sans Fallback</vt:lpstr>
      <vt:lpstr>StarSymbol</vt:lpstr>
      <vt:lpstr>仿宋_GB2312</vt:lpstr>
      <vt:lpstr>楷体</vt:lpstr>
      <vt:lpstr>楷体_GB2312</vt:lpstr>
      <vt:lpstr>宋体</vt:lpstr>
      <vt:lpstr>微软雅黑</vt:lpstr>
      <vt:lpstr>Arial</vt:lpstr>
      <vt:lpstr>Cambria Math</vt:lpstr>
      <vt:lpstr>Comic Sans MS</vt:lpstr>
      <vt:lpstr>Symbol</vt:lpstr>
      <vt:lpstr>Times New Roman</vt:lpstr>
      <vt:lpstr>Wingdings</vt:lpstr>
      <vt:lpstr>Wingdings 3</vt:lpstr>
      <vt:lpstr>Office Theme</vt:lpstr>
      <vt:lpstr>1_Office Theme</vt:lpstr>
      <vt:lpstr>2_Office Theme</vt:lpstr>
      <vt:lpstr>第二章 简单编译器实例</vt:lpstr>
      <vt:lpstr>引言</vt:lpstr>
      <vt:lpstr>引言</vt:lpstr>
      <vt:lpstr>引言</vt:lpstr>
      <vt:lpstr>编译的步骤</vt:lpstr>
      <vt:lpstr>编译的步骤</vt:lpstr>
      <vt:lpstr>编译的步骤</vt:lpstr>
      <vt:lpstr>语言定义</vt:lpstr>
      <vt:lpstr>语言定义</vt:lpstr>
      <vt:lpstr>语言定义</vt:lpstr>
      <vt:lpstr>PowerPoint 演示文稿</vt:lpstr>
      <vt:lpstr>语法</vt:lpstr>
      <vt:lpstr>测试</vt:lpstr>
      <vt:lpstr>程序的层次结构</vt:lpstr>
      <vt:lpstr>PowerPoint 演示文稿</vt:lpstr>
      <vt:lpstr>PowerPoint 演示文稿</vt:lpstr>
      <vt:lpstr>PowerPoint 演示文稿</vt:lpstr>
      <vt:lpstr>上下文无关文法</vt:lpstr>
      <vt:lpstr>上下文无关文法</vt:lpstr>
      <vt:lpstr>语言定义</vt:lpstr>
      <vt:lpstr>语言定义</vt:lpstr>
      <vt:lpstr>语言定义</vt:lpstr>
      <vt:lpstr>语言定义</vt:lpstr>
      <vt:lpstr>词法分析</vt:lpstr>
      <vt:lpstr>词法分析</vt:lpstr>
      <vt:lpstr>词法分析</vt:lpstr>
      <vt:lpstr>PowerPoint 演示文稿</vt:lpstr>
      <vt:lpstr>语法分析</vt:lpstr>
      <vt:lpstr>语法分析</vt:lpstr>
      <vt:lpstr>语言定义</vt:lpstr>
      <vt:lpstr>PowerPoint 演示文稿</vt:lpstr>
      <vt:lpstr>语法分析</vt:lpstr>
      <vt:lpstr>语法分析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语法分析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递归下降分析法</vt:lpstr>
      <vt:lpstr>递归下降分析法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语义分析 之 基本类型</vt:lpstr>
      <vt:lpstr>PowerPoint 演示文稿</vt:lpstr>
      <vt:lpstr>PowerPoint 演示文稿</vt:lpstr>
      <vt:lpstr>语义分析 之 类型转换</vt:lpstr>
      <vt:lpstr>PowerPoint 演示文稿</vt:lpstr>
      <vt:lpstr>中间代码（三地址码）</vt:lpstr>
      <vt:lpstr>三地址码的常见形式</vt:lpstr>
      <vt:lpstr>三地址码的常见形式</vt:lpstr>
      <vt:lpstr>三地址码的常见形式</vt:lpstr>
      <vt:lpstr>三地址码的常见形式</vt:lpstr>
      <vt:lpstr>三地址码的生成</vt:lpstr>
      <vt:lpstr>三地址码的生成</vt:lpstr>
      <vt:lpstr>三地址码的生成</vt:lpstr>
      <vt:lpstr>三地址码的生成</vt:lpstr>
      <vt:lpstr>三地址码的生成</vt:lpstr>
      <vt:lpstr>三地址码的生成</vt:lpstr>
      <vt:lpstr>三地址码的生成</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Rounded Rectangles Template</dc:title>
  <dc:subject>Template</dc:subject>
  <dc:creator>erqiang</dc:creator>
  <cp:lastModifiedBy>Rongyao</cp:lastModifiedBy>
  <cp:revision>515</cp:revision>
  <cp:lastPrinted>2025-05-04T03:33:25Z</cp:lastPrinted>
  <dcterms:created xsi:type="dcterms:W3CDTF">2018-09-14T09:55:00Z</dcterms:created>
  <dcterms:modified xsi:type="dcterms:W3CDTF">2025-06-26T07:28:57Z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2052-11.1.0.10161</vt:lpwstr>
  </property>
</Properties>
</file>