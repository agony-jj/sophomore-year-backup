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 id="2147483673" r:id="rId3"/>
    <p:sldMasterId id="2147483906" r:id="rId4"/>
    <p:sldMasterId id="2147483923" r:id="rId5"/>
  </p:sldMasterIdLst>
  <p:notesMasterIdLst>
    <p:notesMasterId r:id="rId55"/>
  </p:notesMasterIdLst>
  <p:handoutMasterIdLst>
    <p:handoutMasterId r:id="rId56"/>
  </p:handoutMasterIdLst>
  <p:sldIdLst>
    <p:sldId id="320" r:id="rId6"/>
    <p:sldId id="1303" r:id="rId7"/>
    <p:sldId id="471" r:id="rId8"/>
    <p:sldId id="423" r:id="rId9"/>
    <p:sldId id="323" r:id="rId10"/>
    <p:sldId id="462" r:id="rId11"/>
    <p:sldId id="453" r:id="rId12"/>
    <p:sldId id="454" r:id="rId13"/>
    <p:sldId id="360" r:id="rId14"/>
    <p:sldId id="361" r:id="rId15"/>
    <p:sldId id="430" r:id="rId16"/>
    <p:sldId id="363" r:id="rId17"/>
    <p:sldId id="364" r:id="rId18"/>
    <p:sldId id="1311" r:id="rId19"/>
    <p:sldId id="365" r:id="rId20"/>
    <p:sldId id="366" r:id="rId21"/>
    <p:sldId id="1312" r:id="rId22"/>
    <p:sldId id="1313" r:id="rId23"/>
    <p:sldId id="1314" r:id="rId24"/>
    <p:sldId id="466" r:id="rId25"/>
    <p:sldId id="467" r:id="rId26"/>
    <p:sldId id="474" r:id="rId27"/>
    <p:sldId id="1304" r:id="rId28"/>
    <p:sldId id="1305" r:id="rId29"/>
    <p:sldId id="469" r:id="rId30"/>
    <p:sldId id="1306" r:id="rId31"/>
    <p:sldId id="475" r:id="rId32"/>
    <p:sldId id="476" r:id="rId33"/>
    <p:sldId id="477" r:id="rId34"/>
    <p:sldId id="1307" r:id="rId35"/>
    <p:sldId id="464" r:id="rId36"/>
    <p:sldId id="1309" r:id="rId37"/>
    <p:sldId id="432" r:id="rId38"/>
    <p:sldId id="478" r:id="rId39"/>
    <p:sldId id="368" r:id="rId40"/>
    <p:sldId id="369" r:id="rId41"/>
    <p:sldId id="376" r:id="rId42"/>
    <p:sldId id="437" r:id="rId43"/>
    <p:sldId id="378" r:id="rId44"/>
    <p:sldId id="379" r:id="rId45"/>
    <p:sldId id="479" r:id="rId46"/>
    <p:sldId id="480" r:id="rId47"/>
    <p:sldId id="1310" r:id="rId48"/>
    <p:sldId id="1315" r:id="rId49"/>
    <p:sldId id="319" r:id="rId50"/>
    <p:sldId id="440" r:id="rId51"/>
    <p:sldId id="444" r:id="rId52"/>
    <p:sldId id="1308" r:id="rId53"/>
    <p:sldId id="443" r:id="rId54"/>
  </p:sldIdLst>
  <p:sldSz cx="10080625" cy="7559675"/>
  <p:notesSz cx="6742113" cy="9875838"/>
  <p:defaultTextStyle>
    <a:defPPr>
      <a:defRPr lang="en-GB"/>
    </a:defPPr>
    <a:lvl1pPr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a:cs typeface="Droid Sans Fallback"/>
      </a:defRPr>
    </a:lvl1pPr>
    <a:lvl2pPr marL="742950" indent="-285750"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a:cs typeface="Droid Sans Fallback"/>
      </a:defRPr>
    </a:lvl2pPr>
    <a:lvl3pPr marL="1143000" indent="-228600"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a:cs typeface="Droid Sans Fallback"/>
      </a:defRPr>
    </a:lvl3pPr>
    <a:lvl4pPr marL="1600200" indent="-228600"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a:cs typeface="Droid Sans Fallback"/>
      </a:defRPr>
    </a:lvl4pPr>
    <a:lvl5pPr marL="2057400" indent="-228600"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a:cs typeface="Droid Sans Fallback"/>
      </a:defRPr>
    </a:lvl5pPr>
    <a:lvl6pPr marL="2286000" algn="l" defTabSz="914400" rtl="0" eaLnBrk="1" latinLnBrk="0" hangingPunct="1">
      <a:defRPr kern="1200">
        <a:solidFill>
          <a:srgbClr val="000000"/>
        </a:solidFill>
        <a:latin typeface="Arial" panose="020B0604020202020204" pitchFamily="34" charset="0"/>
        <a:ea typeface="Droid Sans Fallback"/>
        <a:cs typeface="Droid Sans Fallback"/>
      </a:defRPr>
    </a:lvl6pPr>
    <a:lvl7pPr marL="2743200" algn="l" defTabSz="914400" rtl="0" eaLnBrk="1" latinLnBrk="0" hangingPunct="1">
      <a:defRPr kern="1200">
        <a:solidFill>
          <a:srgbClr val="000000"/>
        </a:solidFill>
        <a:latin typeface="Arial" panose="020B0604020202020204" pitchFamily="34" charset="0"/>
        <a:ea typeface="Droid Sans Fallback"/>
        <a:cs typeface="Droid Sans Fallback"/>
      </a:defRPr>
    </a:lvl7pPr>
    <a:lvl8pPr marL="3200400" algn="l" defTabSz="914400" rtl="0" eaLnBrk="1" latinLnBrk="0" hangingPunct="1">
      <a:defRPr kern="1200">
        <a:solidFill>
          <a:srgbClr val="000000"/>
        </a:solidFill>
        <a:latin typeface="Arial" panose="020B0604020202020204" pitchFamily="34" charset="0"/>
        <a:ea typeface="Droid Sans Fallback"/>
        <a:cs typeface="Droid Sans Fallback"/>
      </a:defRPr>
    </a:lvl8pPr>
    <a:lvl9pPr marL="3657600" algn="l" defTabSz="914400" rtl="0" eaLnBrk="1" latinLnBrk="0" hangingPunct="1">
      <a:defRPr kern="1200">
        <a:solidFill>
          <a:srgbClr val="000000"/>
        </a:solidFill>
        <a:latin typeface="Arial" panose="020B0604020202020204" pitchFamily="34" charset="0"/>
        <a:ea typeface="Droid Sans Fallback"/>
        <a:cs typeface="Droid Sans Fallback"/>
      </a:defRPr>
    </a:lvl9pPr>
  </p:defaultTextStyle>
  <p:extLst>
    <p:ext uri="{EFAFB233-063F-42B5-8137-9DF3F51BA10A}">
      <p15:sldGuideLst xmlns:p15="http://schemas.microsoft.com/office/powerpoint/2012/main">
        <p15:guide id="1" orient="horz" pos="2171">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initials="w"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2F2F2"/>
    <a:srgbClr val="A5A5E9"/>
    <a:srgbClr val="FFFF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57" autoAdjust="0"/>
    <p:restoredTop sz="82182" autoAdjust="0"/>
  </p:normalViewPr>
  <p:slideViewPr>
    <p:cSldViewPr>
      <p:cViewPr varScale="1">
        <p:scale>
          <a:sx n="85" d="100"/>
          <a:sy n="85" d="100"/>
        </p:scale>
        <p:origin x="2040" y="96"/>
      </p:cViewPr>
      <p:guideLst>
        <p:guide orient="horz" pos="2171"/>
        <p:guide pos="2880"/>
      </p:guideLst>
    </p:cSldViewPr>
  </p:slideViewPr>
  <p:notesTextViewPr>
    <p:cViewPr>
      <p:scale>
        <a:sx n="1" d="1"/>
        <a:sy n="1" d="1"/>
      </p:scale>
      <p:origin x="0" y="0"/>
    </p:cViewPr>
  </p:notesTextViewPr>
  <p:gridSpacing cx="45003" cy="45003"/>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commentAuthors" Target="commentAuthor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8DDADA7-3A77-3F53-B724-DFA7A51458F3}"/>
              </a:ext>
            </a:extLst>
          </p:cNvPr>
          <p:cNvSpPr>
            <a:spLocks noGrp="1"/>
          </p:cNvSpPr>
          <p:nvPr>
            <p:ph type="hdr" sz="quarter"/>
          </p:nvPr>
        </p:nvSpPr>
        <p:spPr>
          <a:xfrm>
            <a:off x="0" y="0"/>
            <a:ext cx="2921582" cy="495507"/>
          </a:xfrm>
          <a:prstGeom prst="rect">
            <a:avLst/>
          </a:prstGeom>
        </p:spPr>
        <p:txBody>
          <a:bodyPr vert="horz" lIns="91440" tIns="45720" rIns="91440" bIns="45720" rtlCol="0"/>
          <a:lstStyle>
            <a:lvl1pPr algn="l" eaLnBrk="1" hangingPunct="1">
              <a:buFont typeface="Arial" panose="020B0604020202020204" pitchFamily="34" charset="0"/>
              <a:buNone/>
              <a:defRPr sz="1200" noProof="1">
                <a:ea typeface="Droid Sans Fallback" charset="-122"/>
                <a:cs typeface="+mn-cs"/>
              </a:defRPr>
            </a:lvl1pPr>
          </a:lstStyle>
          <a:p>
            <a:pPr>
              <a:defRPr/>
            </a:pPr>
            <a:endParaRPr lang="zh-CN" altLang="en-US"/>
          </a:p>
        </p:txBody>
      </p:sp>
      <p:sp>
        <p:nvSpPr>
          <p:cNvPr id="3" name="日期占位符 2">
            <a:extLst>
              <a:ext uri="{FF2B5EF4-FFF2-40B4-BE49-F238E27FC236}">
                <a16:creationId xmlns:a16="http://schemas.microsoft.com/office/drawing/2014/main" id="{63735D1A-1265-FDB3-9E25-716DADC0CEEF}"/>
              </a:ext>
            </a:extLst>
          </p:cNvPr>
          <p:cNvSpPr>
            <a:spLocks noGrp="1"/>
          </p:cNvSpPr>
          <p:nvPr>
            <p:ph type="dt" sz="quarter" idx="1"/>
          </p:nvPr>
        </p:nvSpPr>
        <p:spPr>
          <a:xfrm>
            <a:off x="3818971" y="0"/>
            <a:ext cx="2921582" cy="495507"/>
          </a:xfrm>
          <a:prstGeom prst="rect">
            <a:avLst/>
          </a:prstGeom>
        </p:spPr>
        <p:txBody>
          <a:bodyPr vert="horz" lIns="91440" tIns="45720" rIns="91440" bIns="45720" rtlCol="0"/>
          <a:lstStyle>
            <a:lvl1pPr algn="r" eaLnBrk="1" hangingPunct="1">
              <a:buFont typeface="Arial" panose="020B0604020202020204" pitchFamily="34" charset="0"/>
              <a:buNone/>
              <a:defRPr sz="1200" noProof="1">
                <a:ea typeface="Droid Sans Fallback" charset="-122"/>
                <a:cs typeface="+mn-cs"/>
              </a:defRPr>
            </a:lvl1pPr>
          </a:lstStyle>
          <a:p>
            <a:pPr>
              <a:defRPr/>
            </a:pPr>
            <a:fld id="{BDA4A7BA-9D19-4BA2-896E-6224999503B1}" type="datetimeFigureOut">
              <a:rPr lang="zh-CN" altLang="en-US"/>
              <a:pPr>
                <a:defRPr/>
              </a:pPr>
              <a:t>2025/8/22</a:t>
            </a:fld>
            <a:endParaRPr lang="zh-CN" altLang="en-US"/>
          </a:p>
        </p:txBody>
      </p:sp>
      <p:sp>
        <p:nvSpPr>
          <p:cNvPr id="4" name="页脚占位符 3">
            <a:extLst>
              <a:ext uri="{FF2B5EF4-FFF2-40B4-BE49-F238E27FC236}">
                <a16:creationId xmlns:a16="http://schemas.microsoft.com/office/drawing/2014/main" id="{256F6660-1EBB-C6F7-C102-1D61BD05F860}"/>
              </a:ext>
            </a:extLst>
          </p:cNvPr>
          <p:cNvSpPr>
            <a:spLocks noGrp="1"/>
          </p:cNvSpPr>
          <p:nvPr>
            <p:ph type="ftr" sz="quarter" idx="2"/>
          </p:nvPr>
        </p:nvSpPr>
        <p:spPr>
          <a:xfrm>
            <a:off x="0" y="9380333"/>
            <a:ext cx="2921582" cy="495506"/>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ea typeface="Droid Sans Fallback" charset="-122"/>
                <a:cs typeface="+mn-cs"/>
              </a:defRPr>
            </a:lvl1pPr>
          </a:lstStyle>
          <a:p>
            <a:pPr>
              <a:defRPr/>
            </a:pPr>
            <a:endParaRPr lang="zh-CN" altLang="en-US"/>
          </a:p>
        </p:txBody>
      </p:sp>
      <p:sp>
        <p:nvSpPr>
          <p:cNvPr id="5" name="灯片编号占位符 4">
            <a:extLst>
              <a:ext uri="{FF2B5EF4-FFF2-40B4-BE49-F238E27FC236}">
                <a16:creationId xmlns:a16="http://schemas.microsoft.com/office/drawing/2014/main" id="{DDAF2724-7E2E-4057-A264-3E8C8E30CD14}"/>
              </a:ext>
            </a:extLst>
          </p:cNvPr>
          <p:cNvSpPr>
            <a:spLocks noGrp="1"/>
          </p:cNvSpPr>
          <p:nvPr>
            <p:ph type="sldNum" sz="quarter" idx="3"/>
          </p:nvPr>
        </p:nvSpPr>
        <p:spPr>
          <a:xfrm>
            <a:off x="3818971" y="9380333"/>
            <a:ext cx="2921582" cy="495506"/>
          </a:xfrm>
          <a:prstGeom prst="rect">
            <a:avLst/>
          </a:prstGeom>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noProof="1"/>
            </a:lvl1pPr>
          </a:lstStyle>
          <a:p>
            <a:fld id="{5AD28DB1-0892-4A07-A7DA-0275200543CC}" type="slidenum">
              <a:rPr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3976F9D7-E9F7-D646-D2F8-5000112D274D}"/>
              </a:ext>
            </a:extLst>
          </p:cNvPr>
          <p:cNvSpPr>
            <a:spLocks noGrp="1" noRot="1" noChangeAspect="1" noChangeArrowheads="1"/>
          </p:cNvSpPr>
          <p:nvPr>
            <p:ph type="sldImg" idx="4294967295"/>
          </p:nvPr>
        </p:nvSpPr>
        <p:spPr bwMode="auto">
          <a:xfrm>
            <a:off x="0" y="8778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099" name="Rectangle 3">
            <a:extLst>
              <a:ext uri="{FF2B5EF4-FFF2-40B4-BE49-F238E27FC236}">
                <a16:creationId xmlns:a16="http://schemas.microsoft.com/office/drawing/2014/main" id="{3E14916D-838E-65C8-7C8D-078A3A6B5C10}"/>
              </a:ext>
            </a:extLst>
          </p:cNvPr>
          <p:cNvSpPr>
            <a:spLocks noGrp="1" noChangeArrowheads="1"/>
          </p:cNvSpPr>
          <p:nvPr>
            <p:ph type="body" idx="4294967295"/>
          </p:nvPr>
        </p:nvSpPr>
        <p:spPr bwMode="auto">
          <a:xfrm>
            <a:off x="742881" y="5484863"/>
            <a:ext cx="5944609" cy="519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endParaRPr lang="zh-CN" altLang="en-US" noProof="0"/>
          </a:p>
        </p:txBody>
      </p:sp>
      <p:sp>
        <p:nvSpPr>
          <p:cNvPr id="3076" name="Rectangle 4">
            <a:extLst>
              <a:ext uri="{FF2B5EF4-FFF2-40B4-BE49-F238E27FC236}">
                <a16:creationId xmlns:a16="http://schemas.microsoft.com/office/drawing/2014/main" id="{45166E62-B61B-3B57-95A0-92C7DA784A0A}"/>
              </a:ext>
            </a:extLst>
          </p:cNvPr>
          <p:cNvSpPr>
            <a:spLocks noGrp="1"/>
          </p:cNvSpPr>
          <p:nvPr>
            <p:ph type="hdr"/>
          </p:nvPr>
        </p:nvSpPr>
        <p:spPr>
          <a:xfrm>
            <a:off x="1" y="0"/>
            <a:ext cx="3224353" cy="576091"/>
          </a:xfrm>
          <a:prstGeom prst="rect">
            <a:avLst/>
          </a:prstGeom>
          <a:noFill/>
          <a:ln w="9525">
            <a:noFill/>
            <a:miter/>
          </a:ln>
        </p:spPr>
        <p:txBody>
          <a:bodyPr lIns="0" tIns="0" rIns="0" bIns="0"/>
          <a:lstStyle>
            <a:lvl1pPr defTabSz="0" eaLnBrk="1" hangingPunct="1">
              <a:lnSpc>
                <a:spcPct val="93000"/>
              </a:lnSpc>
              <a:buFont typeface="Times New Roman" panose="02060603050605020204" charset="0"/>
              <a:buChar char="•"/>
              <a:tabLst>
                <a:tab pos="723900" algn="l"/>
                <a:tab pos="1447800" algn="l"/>
                <a:tab pos="2171700" algn="l"/>
                <a:tab pos="2895600" algn="l"/>
              </a:tabLst>
              <a:defRPr sz="1400" noProof="1">
                <a:latin typeface="Times New Roman" panose="02060603050605020204" charset="0"/>
                <a:ea typeface="宋体" panose="02010600030101010101" pitchFamily="2" charset="-122"/>
                <a:cs typeface="+mn-cs"/>
              </a:defRPr>
            </a:lvl1pPr>
          </a:lstStyle>
          <a:p>
            <a:pPr>
              <a:defRPr/>
            </a:pPr>
            <a:endParaRPr lang="en-GB" altLang="en-US"/>
          </a:p>
        </p:txBody>
      </p:sp>
      <p:sp>
        <p:nvSpPr>
          <p:cNvPr id="3077" name="Rectangle 5">
            <a:extLst>
              <a:ext uri="{FF2B5EF4-FFF2-40B4-BE49-F238E27FC236}">
                <a16:creationId xmlns:a16="http://schemas.microsoft.com/office/drawing/2014/main" id="{0578A97D-D329-F49E-201F-A6D4FDC5CAFA}"/>
              </a:ext>
            </a:extLst>
          </p:cNvPr>
          <p:cNvSpPr>
            <a:spLocks noGrp="1"/>
          </p:cNvSpPr>
          <p:nvPr>
            <p:ph type="dt"/>
          </p:nvPr>
        </p:nvSpPr>
        <p:spPr>
          <a:xfrm>
            <a:off x="4206018" y="0"/>
            <a:ext cx="3224353" cy="576091"/>
          </a:xfrm>
          <a:prstGeom prst="rect">
            <a:avLst/>
          </a:prstGeom>
          <a:noFill/>
          <a:ln w="9525">
            <a:noFill/>
            <a:miter/>
          </a:ln>
        </p:spPr>
        <p:txBody>
          <a:bodyPr lIns="0" tIns="0" rIns="0" bIns="0"/>
          <a:lstStyle>
            <a:lvl1pPr algn="r" defTabSz="0" eaLnBrk="1" hangingPunct="1">
              <a:lnSpc>
                <a:spcPct val="93000"/>
              </a:lnSpc>
              <a:buFont typeface="Times New Roman" panose="02060603050605020204" charset="0"/>
              <a:buChar char="•"/>
              <a:tabLst>
                <a:tab pos="723900" algn="l"/>
                <a:tab pos="1447800" algn="l"/>
                <a:tab pos="2171700" algn="l"/>
                <a:tab pos="2895600" algn="l"/>
              </a:tabLst>
              <a:defRPr sz="1400" noProof="1">
                <a:latin typeface="Times New Roman" panose="02060603050605020204" charset="0"/>
                <a:ea typeface="宋体" panose="02010600030101010101" pitchFamily="2" charset="-122"/>
                <a:cs typeface="+mn-cs"/>
              </a:defRPr>
            </a:lvl1pPr>
          </a:lstStyle>
          <a:p>
            <a:pPr>
              <a:defRPr/>
            </a:pPr>
            <a:endParaRPr lang="en-GB" altLang="en-US"/>
          </a:p>
        </p:txBody>
      </p:sp>
      <p:sp>
        <p:nvSpPr>
          <p:cNvPr id="3078" name="Rectangle 6">
            <a:extLst>
              <a:ext uri="{FF2B5EF4-FFF2-40B4-BE49-F238E27FC236}">
                <a16:creationId xmlns:a16="http://schemas.microsoft.com/office/drawing/2014/main" id="{27DE9461-5A0B-4993-A1B8-E2A0C620D47C}"/>
              </a:ext>
            </a:extLst>
          </p:cNvPr>
          <p:cNvSpPr>
            <a:spLocks noGrp="1"/>
          </p:cNvSpPr>
          <p:nvPr>
            <p:ph type="ftr"/>
          </p:nvPr>
        </p:nvSpPr>
        <p:spPr>
          <a:xfrm>
            <a:off x="1" y="10969724"/>
            <a:ext cx="3224353" cy="576091"/>
          </a:xfrm>
          <a:prstGeom prst="rect">
            <a:avLst/>
          </a:prstGeom>
          <a:noFill/>
          <a:ln w="9525">
            <a:noFill/>
            <a:miter/>
          </a:ln>
        </p:spPr>
        <p:txBody>
          <a:bodyPr lIns="0" tIns="0" rIns="0" bIns="0" anchor="b"/>
          <a:lstStyle>
            <a:lvl1pPr defTabSz="0" eaLnBrk="1" hangingPunct="1">
              <a:lnSpc>
                <a:spcPct val="93000"/>
              </a:lnSpc>
              <a:buFont typeface="Times New Roman" panose="02060603050605020204" charset="0"/>
              <a:buChar char="•"/>
              <a:tabLst>
                <a:tab pos="723900" algn="l"/>
                <a:tab pos="1447800" algn="l"/>
                <a:tab pos="2171700" algn="l"/>
                <a:tab pos="2895600" algn="l"/>
              </a:tabLst>
              <a:defRPr sz="1400" noProof="1">
                <a:latin typeface="Times New Roman" panose="02060603050605020204" charset="0"/>
                <a:ea typeface="宋体" panose="02010600030101010101" pitchFamily="2" charset="-122"/>
                <a:cs typeface="+mn-cs"/>
              </a:defRPr>
            </a:lvl1pPr>
          </a:lstStyle>
          <a:p>
            <a:pPr>
              <a:defRPr/>
            </a:pPr>
            <a:endParaRPr lang="en-GB" altLang="en-US"/>
          </a:p>
        </p:txBody>
      </p:sp>
      <p:sp>
        <p:nvSpPr>
          <p:cNvPr id="3079" name="Rectangle 7">
            <a:extLst>
              <a:ext uri="{FF2B5EF4-FFF2-40B4-BE49-F238E27FC236}">
                <a16:creationId xmlns:a16="http://schemas.microsoft.com/office/drawing/2014/main" id="{0D7E832D-C94B-BF78-E502-D426341C3502}"/>
              </a:ext>
            </a:extLst>
          </p:cNvPr>
          <p:cNvSpPr>
            <a:spLocks noGrp="1"/>
          </p:cNvSpPr>
          <p:nvPr>
            <p:ph type="sldNum"/>
          </p:nvPr>
        </p:nvSpPr>
        <p:spPr>
          <a:xfrm>
            <a:off x="4206018" y="10969724"/>
            <a:ext cx="3224353" cy="576091"/>
          </a:xfrm>
          <a:prstGeom prst="rect">
            <a:avLst/>
          </a:prstGeom>
          <a:noFill/>
          <a:ln w="9525">
            <a:noFill/>
            <a:miter/>
          </a:ln>
        </p:spPr>
        <p:txBody>
          <a:bodyPr vert="horz" wrap="square" lIns="0" tIns="0" rIns="0" bIns="0" numCol="1" anchor="b" anchorCtr="0" compatLnSpc="1">
            <a:prstTxWarp prst="textNoShape">
              <a:avLst/>
            </a:prstTxWarp>
          </a:bodyPr>
          <a:lstStyle>
            <a:lvl1pPr algn="r" defTabSz="0" eaLnBrk="1" hangingPunct="1">
              <a:lnSpc>
                <a:spcPct val="93000"/>
              </a:lnSpc>
              <a:buFont typeface="Times New Roman" panose="02020603050405020304" pitchFamily="18" charset="0"/>
              <a:buChar char="•"/>
              <a:tabLst>
                <a:tab pos="723900" algn="l"/>
                <a:tab pos="1447800" algn="l"/>
                <a:tab pos="2171700" algn="l"/>
                <a:tab pos="2895600" algn="l"/>
              </a:tabLst>
              <a:defRPr sz="1400" noProof="1">
                <a:latin typeface="Times New Roman" panose="02020603050405020304" pitchFamily="18" charset="0"/>
                <a:ea typeface="宋体" panose="02010600030101010101" pitchFamily="2" charset="-122"/>
              </a:defRPr>
            </a:lvl1pPr>
          </a:lstStyle>
          <a:p>
            <a:fld id="{A8781D8C-EDF1-484F-AD26-8448968C73FB}" type="slidenum">
              <a:rPr altLang="en-US"/>
              <a:pPr/>
              <a:t>‹#›</a:t>
            </a:fld>
            <a:endParaRPr lang="zh-CN" altLang="en-US"/>
          </a:p>
        </p:txBody>
      </p:sp>
    </p:spTree>
    <p:extLst>
      <p:ext uri="{BB962C8B-B14F-4D97-AF65-F5344CB8AC3E}">
        <p14:creationId xmlns:p14="http://schemas.microsoft.com/office/powerpoint/2010/main" val="3076251897"/>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Arial" panose="020B0604020202020204" pitchFamily="34" charset="0"/>
        <a:ea typeface="+mn-ea"/>
        <a:cs typeface="+mn-cs"/>
      </a:defRPr>
    </a:lvl1pPr>
    <a:lvl2pPr marL="742950" lvl="1" indent="-28575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2pPr>
    <a:lvl3pPr marL="1143000" lvl="2"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3pPr>
    <a:lvl4pPr marL="1600200" lvl="3"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4pPr>
    <a:lvl5pPr marL="2057400" lvl="4"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5pPr>
    <a:lvl6pPr marL="2286000" lvl="5" indent="-228600" algn="l" defTabSz="449580" eaLnBrk="0" fontAlgn="base" latinLnBrk="0" hangingPunct="0">
      <a:lnSpc>
        <a:spcPct val="100000"/>
      </a:lnSpc>
      <a:spcBef>
        <a:spcPct val="30000"/>
      </a:spcBef>
      <a:spcAft>
        <a:spcPct val="0"/>
      </a:spcAft>
      <a:buSzPct val="100000"/>
      <a:buFont typeface="Times New Roman" panose="02060603050605020204" charset="0"/>
      <a:buNone/>
      <a:defRPr sz="1200" b="0" i="0" u="none" kern="1200" baseline="0">
        <a:solidFill>
          <a:srgbClr val="000000"/>
        </a:solidFill>
        <a:latin typeface="+mn-lt"/>
        <a:ea typeface="+mn-ea"/>
        <a:cs typeface="+mn-cs"/>
      </a:defRPr>
    </a:lvl6pPr>
    <a:lvl7pPr marL="2743200" lvl="6" indent="-228600" algn="l" defTabSz="449580" eaLnBrk="0" fontAlgn="base" latinLnBrk="0" hangingPunct="0">
      <a:lnSpc>
        <a:spcPct val="100000"/>
      </a:lnSpc>
      <a:spcBef>
        <a:spcPct val="30000"/>
      </a:spcBef>
      <a:spcAft>
        <a:spcPct val="0"/>
      </a:spcAft>
      <a:buSzPct val="100000"/>
      <a:buFont typeface="Times New Roman" panose="02060603050605020204" charset="0"/>
      <a:buNone/>
      <a:defRPr sz="1200" b="0" i="0" u="none" kern="1200" baseline="0">
        <a:solidFill>
          <a:srgbClr val="000000"/>
        </a:solidFill>
        <a:latin typeface="+mn-lt"/>
        <a:ea typeface="+mn-ea"/>
        <a:cs typeface="+mn-cs"/>
      </a:defRPr>
    </a:lvl7pPr>
    <a:lvl8pPr marL="3200400" lvl="7" indent="-228600" algn="l" defTabSz="449580" eaLnBrk="0" fontAlgn="base" latinLnBrk="0" hangingPunct="0">
      <a:lnSpc>
        <a:spcPct val="100000"/>
      </a:lnSpc>
      <a:spcBef>
        <a:spcPct val="30000"/>
      </a:spcBef>
      <a:spcAft>
        <a:spcPct val="0"/>
      </a:spcAft>
      <a:buSzPct val="100000"/>
      <a:buFont typeface="Times New Roman" panose="02060603050605020204" charset="0"/>
      <a:buNone/>
      <a:defRPr sz="1200" b="0" i="0" u="none" kern="1200" baseline="0">
        <a:solidFill>
          <a:srgbClr val="000000"/>
        </a:solidFill>
        <a:latin typeface="+mn-lt"/>
        <a:ea typeface="+mn-ea"/>
        <a:cs typeface="+mn-cs"/>
      </a:defRPr>
    </a:lvl8pPr>
    <a:lvl9pPr marL="3657600" lvl="8" indent="-228600" algn="l" defTabSz="449580" eaLnBrk="0" fontAlgn="base" latinLnBrk="0" hangingPunct="0">
      <a:lnSpc>
        <a:spcPct val="100000"/>
      </a:lnSpc>
      <a:spcBef>
        <a:spcPct val="30000"/>
      </a:spcBef>
      <a:spcAft>
        <a:spcPct val="0"/>
      </a:spcAft>
      <a:buSzPct val="100000"/>
      <a:buFont typeface="Times New Roman" panose="02060603050605020204" charset="0"/>
      <a:buNone/>
      <a:defRPr sz="1200" b="0" i="0" u="none" kern="1200" baseline="0">
        <a:solidFill>
          <a:srgbClr val="000000"/>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p:nvPr>
        </p:nvSpPr>
        <p:spPr/>
        <p:txBody>
          <a:bodyPr/>
          <a:lstStyle/>
          <a:p>
            <a:fld id="{A8781D8C-EDF1-484F-AD26-8448968C73FB}" type="slidenum">
              <a:rPr lang="en-US" altLang="zh-CN" smtClean="0"/>
              <a:pPr/>
              <a:t>1</a:t>
            </a:fld>
            <a:endParaRPr lang="zh-CN" altLang="en-US"/>
          </a:p>
        </p:txBody>
      </p:sp>
    </p:spTree>
    <p:extLst>
      <p:ext uri="{BB962C8B-B14F-4D97-AF65-F5344CB8AC3E}">
        <p14:creationId xmlns:p14="http://schemas.microsoft.com/office/powerpoint/2010/main" val="2548351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微软雅黑" panose="020B0503020204020204" pitchFamily="34" charset="-122"/>
              </a:defRPr>
            </a:lvl1pPr>
            <a:lvl2pPr marL="700358" indent="-269368" eaLnBrk="0" hangingPunct="0">
              <a:defRPr>
                <a:solidFill>
                  <a:schemeClr val="tx1"/>
                </a:solidFill>
                <a:latin typeface="Arial" panose="020B0604020202020204" pitchFamily="34" charset="0"/>
                <a:ea typeface="微软雅黑" panose="020B0503020204020204" pitchFamily="34" charset="-122"/>
              </a:defRPr>
            </a:lvl2pPr>
            <a:lvl3pPr marL="1077475" indent="-215495" eaLnBrk="0" hangingPunct="0">
              <a:defRPr>
                <a:solidFill>
                  <a:schemeClr val="tx1"/>
                </a:solidFill>
                <a:latin typeface="Arial" panose="020B0604020202020204" pitchFamily="34" charset="0"/>
                <a:ea typeface="微软雅黑" panose="020B0503020204020204" pitchFamily="34" charset="-122"/>
              </a:defRPr>
            </a:lvl3pPr>
            <a:lvl4pPr marL="1508466" indent="-215495" eaLnBrk="0" hangingPunct="0">
              <a:defRPr>
                <a:solidFill>
                  <a:schemeClr val="tx1"/>
                </a:solidFill>
                <a:latin typeface="Arial" panose="020B0604020202020204" pitchFamily="34" charset="0"/>
                <a:ea typeface="微软雅黑" panose="020B0503020204020204" pitchFamily="34" charset="-122"/>
              </a:defRPr>
            </a:lvl4pPr>
            <a:lvl5pPr marL="1939456" indent="-215495" eaLnBrk="0" hangingPunct="0">
              <a:defRPr>
                <a:solidFill>
                  <a:schemeClr val="tx1"/>
                </a:solidFill>
                <a:latin typeface="Arial" panose="020B0604020202020204" pitchFamily="34" charset="0"/>
                <a:ea typeface="微软雅黑" panose="020B0503020204020204" pitchFamily="34" charset="-122"/>
              </a:defRPr>
            </a:lvl5pPr>
            <a:lvl6pPr marL="2370446" indent="-21549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801436" indent="-21549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232426" indent="-21549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663416" indent="-21549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CD110720-BB6B-46A0-833E-C2940240C049}" type="slidenum">
              <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ea"/>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ea"/>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100" dirty="0">
              <a:latin typeface="+mj-ea"/>
            </a:endParaRPr>
          </a:p>
        </p:txBody>
      </p:sp>
    </p:spTree>
    <p:extLst>
      <p:ext uri="{BB962C8B-B14F-4D97-AF65-F5344CB8AC3E}">
        <p14:creationId xmlns:p14="http://schemas.microsoft.com/office/powerpoint/2010/main" val="3309495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EE67E1CE-A962-79C9-6779-CDC68BE899F0}"/>
              </a:ext>
            </a:extLst>
          </p:cNvPr>
          <p:cNvSpPr>
            <a:spLocks noGrp="1" noRot="1" noChangeAspect="1" noTextEdit="1"/>
          </p:cNvSpPr>
          <p:nvPr>
            <p:ph type="sldImg"/>
          </p:nvPr>
        </p:nvSpPr>
        <p:spPr/>
      </p:sp>
      <p:sp>
        <p:nvSpPr>
          <p:cNvPr id="31747" name="备注占位符 2">
            <a:extLst>
              <a:ext uri="{FF2B5EF4-FFF2-40B4-BE49-F238E27FC236}">
                <a16:creationId xmlns:a16="http://schemas.microsoft.com/office/drawing/2014/main" id="{33E0FDCD-FF6B-5004-5FDA-8EAD15713416}"/>
              </a:ext>
            </a:extLst>
          </p:cNvPr>
          <p:cNvSpPr>
            <a:spLocks noGrp="1"/>
          </p:cNvSpPr>
          <p:nvPr>
            <p:ph type="body" idx="1"/>
          </p:nvPr>
        </p:nvSpPr>
        <p:spPr>
          <a:noFill/>
        </p:spPr>
        <p:txBody>
          <a:bodyPr/>
          <a:lstStyle/>
          <a:p>
            <a:r>
              <a:rPr lang="zh-CN" altLang="en-US"/>
              <a:t>在词法分析的前提下，</a:t>
            </a:r>
          </a:p>
        </p:txBody>
      </p:sp>
      <p:sp>
        <p:nvSpPr>
          <p:cNvPr id="4" name="灯片编号占位符 3">
            <a:extLst>
              <a:ext uri="{FF2B5EF4-FFF2-40B4-BE49-F238E27FC236}">
                <a16:creationId xmlns:a16="http://schemas.microsoft.com/office/drawing/2014/main" id="{D7EDE536-E932-0486-6C08-5145A9CE3310}"/>
              </a:ext>
            </a:extLst>
          </p:cNvPr>
          <p:cNvSpPr>
            <a:spLocks noGrp="1"/>
          </p:cNvSpPr>
          <p:nvPr>
            <p:ph type="sldNum" sz="quarter"/>
          </p:nvPr>
        </p:nvSpPr>
        <p:spPr/>
        <p:txBody>
          <a:bodyPr/>
          <a:lstStyle>
            <a:lvl1pPr defTabSz="0">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defTabSz="0">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defTabSz="0">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defTabSz="0">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defTabSz="0">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0"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0"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0"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0"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fld id="{981F1314-57DD-4487-9030-E914DF89EBA3}" type="slidenum">
              <a:rPr altLang="en-US">
                <a:latin typeface="Times New Roman" panose="02020603050405020304" pitchFamily="18" charset="0"/>
                <a:ea typeface="宋体" panose="02010600030101010101" pitchFamily="2" charset="-122"/>
              </a:rPr>
              <a:pPr/>
              <a:t>6</a:t>
            </a:fld>
            <a:endParaRPr lang="zh-CN" altLang="en-US">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016268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t>14</a:t>
            </a:fld>
            <a:endParaRPr lang="zh-CN" altLang="en-US"/>
          </a:p>
        </p:txBody>
      </p:sp>
    </p:spTree>
    <p:extLst>
      <p:ext uri="{BB962C8B-B14F-4D97-AF65-F5344CB8AC3E}">
        <p14:creationId xmlns:p14="http://schemas.microsoft.com/office/powerpoint/2010/main" val="1713366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t>17</a:t>
            </a:fld>
            <a:endParaRPr lang="zh-CN" altLang="en-US"/>
          </a:p>
        </p:txBody>
      </p:sp>
    </p:spTree>
    <p:extLst>
      <p:ext uri="{BB962C8B-B14F-4D97-AF65-F5344CB8AC3E}">
        <p14:creationId xmlns:p14="http://schemas.microsoft.com/office/powerpoint/2010/main" val="1495710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646551">
              <a:defRPr/>
            </a:pPr>
            <a:endParaRPr lang="en-US" altLang="zh-CN" sz="1700" dirty="0">
              <a:sym typeface="Symbol" panose="05050102010706020507" pitchFamily="18" charset="2"/>
            </a:endParaRPr>
          </a:p>
        </p:txBody>
      </p:sp>
      <p:sp>
        <p:nvSpPr>
          <p:cNvPr id="4" name="灯片编号占位符 3"/>
          <p:cNvSpPr>
            <a:spLocks noGrp="1"/>
          </p:cNvSpPr>
          <p:nvPr>
            <p:ph type="sldNum" sz="quarter" idx="10"/>
          </p:nvPr>
        </p:nvSpPr>
        <p:spPr/>
        <p:txBody>
          <a:bodyPr/>
          <a:lstStyle/>
          <a:p>
            <a:fld id="{656C61CE-634D-4F64-ACD8-85A675627EA4}" type="slidenum">
              <a:rPr lang="zh-CN" altLang="en-US" smtClean="0"/>
              <a:t>18</a:t>
            </a:fld>
            <a:endParaRPr lang="zh-CN" altLang="en-US"/>
          </a:p>
        </p:txBody>
      </p:sp>
    </p:spTree>
    <p:extLst>
      <p:ext uri="{BB962C8B-B14F-4D97-AF65-F5344CB8AC3E}">
        <p14:creationId xmlns:p14="http://schemas.microsoft.com/office/powerpoint/2010/main" val="1055332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862068">
              <a:spcBef>
                <a:spcPct val="0"/>
              </a:spcBef>
              <a:defRPr/>
            </a:pPr>
            <a:endParaRPr lang="en-US" altLang="zh-CN"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t>19</a:t>
            </a:fld>
            <a:endParaRPr lang="zh-CN" altLang="en-US"/>
          </a:p>
        </p:txBody>
      </p:sp>
    </p:spTree>
    <p:extLst>
      <p:ext uri="{BB962C8B-B14F-4D97-AF65-F5344CB8AC3E}">
        <p14:creationId xmlns:p14="http://schemas.microsoft.com/office/powerpoint/2010/main" val="35682488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94AED354-5F13-CA5C-5698-9E0950A3783C}"/>
              </a:ext>
            </a:extLst>
          </p:cNvPr>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4875">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Arial" panose="020B0604020202020204" pitchFamily="34" charset="0"/>
              </a:defRPr>
            </a:lvl1pPr>
            <a:lvl2pPr marL="700088" indent="-268288" defTabSz="904875">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2pPr>
            <a:lvl3pPr marL="1076325" indent="-214313" defTabSz="904875">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3pPr>
            <a:lvl4pPr marL="1508125" indent="-214313" defTabSz="904875">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4pPr>
            <a:lvl5pPr marL="1938338" indent="-214313" defTabSz="904875">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5pPr>
            <a:lvl6pPr marL="2395538" indent="-214313" defTabSz="904875"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6pPr>
            <a:lvl7pPr marL="2852738" indent="-214313" defTabSz="904875"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7pPr>
            <a:lvl8pPr marL="3309938" indent="-214313" defTabSz="904875"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8pPr>
            <a:lvl9pPr marL="3767138" indent="-214313" defTabSz="904875"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9pPr>
          </a:lstStyle>
          <a:p>
            <a:pPr>
              <a:spcBef>
                <a:spcPct val="0"/>
              </a:spcBef>
              <a:buSzTx/>
            </a:pPr>
            <a:fld id="{9C28FA15-EAE2-458B-A63D-790BAE928CCD}" type="slidenum">
              <a:rPr altLang="zh-CN">
                <a:latin typeface="Times New Roman" panose="02020603050405020304" pitchFamily="18" charset="0"/>
              </a:rPr>
              <a:pPr>
                <a:spcBef>
                  <a:spcPct val="0"/>
                </a:spcBef>
                <a:buSzTx/>
              </a:pPr>
              <a:t>20</a:t>
            </a:fld>
            <a:endParaRPr lang="zh-CN" altLang="zh-CN">
              <a:latin typeface="Times New Roman" panose="02020603050405020304" pitchFamily="18" charset="0"/>
            </a:endParaRPr>
          </a:p>
        </p:txBody>
      </p:sp>
      <p:sp>
        <p:nvSpPr>
          <p:cNvPr id="43011" name="Rectangle 2">
            <a:extLst>
              <a:ext uri="{FF2B5EF4-FFF2-40B4-BE49-F238E27FC236}">
                <a16:creationId xmlns:a16="http://schemas.microsoft.com/office/drawing/2014/main" id="{2BA47BAA-F78F-9075-DA8F-98C261CDCC80}"/>
              </a:ext>
            </a:extLst>
          </p:cNvPr>
          <p:cNvSpPr>
            <a:spLocks noGrp="1" noRot="1" noChangeAspect="1" noChangeArrowheads="1" noTextEdit="1"/>
          </p:cNvSpPr>
          <p:nvPr>
            <p:ph type="sldImg"/>
          </p:nvPr>
        </p:nvSpPr>
        <p:spPr>
          <a:xfrm>
            <a:off x="808038" y="1276350"/>
            <a:ext cx="4587875" cy="3441700"/>
          </a:xfrm>
        </p:spPr>
      </p:sp>
      <p:sp>
        <p:nvSpPr>
          <p:cNvPr id="43012" name="Rectangle 3">
            <a:extLst>
              <a:ext uri="{FF2B5EF4-FFF2-40B4-BE49-F238E27FC236}">
                <a16:creationId xmlns:a16="http://schemas.microsoft.com/office/drawing/2014/main" id="{C73ED2BC-C236-9619-34E0-7BABCB85CB8D}"/>
              </a:ext>
            </a:extLst>
          </p:cNvPr>
          <p:cNvSpPr>
            <a:spLocks noGrp="1" noChangeArrowheads="1"/>
          </p:cNvSpPr>
          <p:nvPr>
            <p:ph type="body" idx="1"/>
          </p:nvPr>
        </p:nvSpPr>
        <p:spPr>
          <a:noFill/>
        </p:spPr>
        <p:txBody>
          <a:bodyPr/>
          <a:lstStyle/>
          <a:p>
            <a:pPr defTabSz="860425"/>
            <a:endParaRPr lang="zh-CN" altLang="en-US" dirty="0"/>
          </a:p>
        </p:txBody>
      </p:sp>
    </p:spTree>
    <p:extLst>
      <p:ext uri="{BB962C8B-B14F-4D97-AF65-F5344CB8AC3E}">
        <p14:creationId xmlns:p14="http://schemas.microsoft.com/office/powerpoint/2010/main" val="2755236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05F9C563-F29B-407D-9938-22785E69B1DB}"/>
              </a:ext>
            </a:extLst>
          </p:cNvPr>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4875">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Arial" panose="020B0604020202020204" pitchFamily="34" charset="0"/>
              </a:defRPr>
            </a:lvl1pPr>
            <a:lvl2pPr marL="700088" indent="-268288" defTabSz="904875">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2pPr>
            <a:lvl3pPr marL="1076325" indent="-214313" defTabSz="904875">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3pPr>
            <a:lvl4pPr marL="1508125" indent="-214313" defTabSz="904875">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4pPr>
            <a:lvl5pPr marL="1938338" indent="-214313" defTabSz="904875">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5pPr>
            <a:lvl6pPr marL="2395538" indent="-214313" defTabSz="904875"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6pPr>
            <a:lvl7pPr marL="2852738" indent="-214313" defTabSz="904875"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7pPr>
            <a:lvl8pPr marL="3309938" indent="-214313" defTabSz="904875"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8pPr>
            <a:lvl9pPr marL="3767138" indent="-214313" defTabSz="904875"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9pPr>
          </a:lstStyle>
          <a:p>
            <a:pPr>
              <a:spcBef>
                <a:spcPct val="0"/>
              </a:spcBef>
              <a:buSzTx/>
            </a:pPr>
            <a:fld id="{479433C2-EC0C-4511-8D2F-A3F48BB35121}" type="slidenum">
              <a:rPr altLang="zh-CN">
                <a:latin typeface="Times New Roman" panose="02020603050405020304" pitchFamily="18" charset="0"/>
              </a:rPr>
              <a:pPr>
                <a:spcBef>
                  <a:spcPct val="0"/>
                </a:spcBef>
                <a:buSzTx/>
              </a:pPr>
              <a:t>21</a:t>
            </a:fld>
            <a:endParaRPr lang="zh-CN" altLang="zh-CN">
              <a:latin typeface="Times New Roman" panose="02020603050405020304" pitchFamily="18" charset="0"/>
            </a:endParaRPr>
          </a:p>
        </p:txBody>
      </p:sp>
      <p:sp>
        <p:nvSpPr>
          <p:cNvPr id="45059" name="Rectangle 2">
            <a:extLst>
              <a:ext uri="{FF2B5EF4-FFF2-40B4-BE49-F238E27FC236}">
                <a16:creationId xmlns:a16="http://schemas.microsoft.com/office/drawing/2014/main" id="{3848E01B-9655-60CD-1A06-7E1969AB7F01}"/>
              </a:ext>
            </a:extLst>
          </p:cNvPr>
          <p:cNvSpPr>
            <a:spLocks noGrp="1" noRot="1" noChangeAspect="1" noChangeArrowheads="1" noTextEdit="1"/>
          </p:cNvSpPr>
          <p:nvPr>
            <p:ph type="sldImg"/>
          </p:nvPr>
        </p:nvSpPr>
        <p:spPr>
          <a:xfrm>
            <a:off x="808038" y="1276350"/>
            <a:ext cx="4587875" cy="3441700"/>
          </a:xfrm>
        </p:spPr>
      </p:sp>
      <p:sp>
        <p:nvSpPr>
          <p:cNvPr id="45060" name="Rectangle 3">
            <a:extLst>
              <a:ext uri="{FF2B5EF4-FFF2-40B4-BE49-F238E27FC236}">
                <a16:creationId xmlns:a16="http://schemas.microsoft.com/office/drawing/2014/main" id="{D4C5A644-C9DC-CA6D-5024-8B3369F32F64}"/>
              </a:ext>
            </a:extLst>
          </p:cNvPr>
          <p:cNvSpPr>
            <a:spLocks noGrp="1" noChangeArrowheads="1"/>
          </p:cNvSpPr>
          <p:nvPr>
            <p:ph type="body" idx="1"/>
          </p:nvPr>
        </p:nvSpPr>
        <p:spPr>
          <a:noFill/>
        </p:spPr>
        <p:txBody>
          <a:bodyPr/>
          <a:lstStyle/>
          <a:p>
            <a:pPr eaLnBrk="1" hangingPunct="1"/>
            <a:endParaRPr lang="en-US" altLang="zh-CN" sz="3100"/>
          </a:p>
        </p:txBody>
      </p:sp>
    </p:spTree>
    <p:extLst>
      <p:ext uri="{BB962C8B-B14F-4D97-AF65-F5344CB8AC3E}">
        <p14:creationId xmlns:p14="http://schemas.microsoft.com/office/powerpoint/2010/main" val="31869860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所有句子都是句型，但不是所有句型都是句子。</a:t>
            </a:r>
            <a:endParaRPr lang="zh-CN" altLang="en-US" dirty="0"/>
          </a:p>
          <a:p>
            <a:pPr>
              <a:buFont typeface="Arial" panose="020B0604020202020204" pitchFamily="34" charset="0"/>
              <a:buChar char="•"/>
            </a:pPr>
            <a:r>
              <a:rPr lang="zh-CN" altLang="en-US" b="1" dirty="0"/>
              <a:t>句子</a:t>
            </a:r>
            <a:r>
              <a:rPr lang="zh-CN" altLang="en-US" dirty="0"/>
              <a:t>是句型的一种</a:t>
            </a:r>
            <a:r>
              <a:rPr lang="zh-CN" altLang="en-US" b="1" dirty="0"/>
              <a:t>特殊情况</a:t>
            </a:r>
            <a:r>
              <a:rPr lang="zh-CN" altLang="en-US" dirty="0"/>
              <a:t>，即那种</a:t>
            </a:r>
            <a:r>
              <a:rPr lang="zh-CN" altLang="en-US" b="1" dirty="0"/>
              <a:t>不包含任何非终结符</a:t>
            </a:r>
            <a:r>
              <a:rPr lang="zh-CN" altLang="en-US" dirty="0"/>
              <a:t>的句型。</a:t>
            </a:r>
          </a:p>
          <a:p>
            <a:r>
              <a:rPr lang="zh-CN" altLang="en-US" b="1" dirty="0"/>
              <a:t>推导的过程</a:t>
            </a:r>
            <a:r>
              <a:rPr lang="zh-CN" altLang="en-US" dirty="0"/>
              <a:t>就是从开始符号 </a:t>
            </a:r>
            <a:r>
              <a:rPr lang="en-US" altLang="zh-CN" dirty="0"/>
              <a:t>S </a:t>
            </a:r>
            <a:r>
              <a:rPr lang="zh-CN" altLang="en-US" dirty="0"/>
              <a:t>出发，产生一系列</a:t>
            </a:r>
            <a:r>
              <a:rPr lang="zh-CN" altLang="en-US" b="1" dirty="0"/>
              <a:t>句型</a:t>
            </a:r>
            <a:r>
              <a:rPr lang="zh-CN" altLang="en-US" dirty="0"/>
              <a:t>，直到最终产生一个</a:t>
            </a:r>
            <a:r>
              <a:rPr lang="zh-CN" altLang="en-US" b="1" dirty="0"/>
              <a:t>句子</a:t>
            </a:r>
            <a:r>
              <a:rPr lang="zh-CN" altLang="en-US" dirty="0"/>
              <a:t>的过程。</a:t>
            </a:r>
          </a:p>
          <a:p>
            <a:endParaRPr lang="zh-CN" altLang="en-US" dirty="0"/>
          </a:p>
        </p:txBody>
      </p:sp>
      <p:sp>
        <p:nvSpPr>
          <p:cNvPr id="4" name="灯片编号占位符 3"/>
          <p:cNvSpPr>
            <a:spLocks noGrp="1"/>
          </p:cNvSpPr>
          <p:nvPr>
            <p:ph type="sldNum"/>
          </p:nvPr>
        </p:nvSpPr>
        <p:spPr/>
        <p:txBody>
          <a:bodyPr/>
          <a:lstStyle/>
          <a:p>
            <a:fld id="{A8781D8C-EDF1-484F-AD26-8448968C73FB}" type="slidenum">
              <a:rPr lang="en-US" altLang="zh-CN" smtClean="0"/>
              <a:pPr/>
              <a:t>25</a:t>
            </a:fld>
            <a:endParaRPr lang="zh-CN" altLang="en-US"/>
          </a:p>
        </p:txBody>
      </p:sp>
    </p:spTree>
    <p:extLst>
      <p:ext uri="{BB962C8B-B14F-4D97-AF65-F5344CB8AC3E}">
        <p14:creationId xmlns:p14="http://schemas.microsoft.com/office/powerpoint/2010/main" val="2060778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a:extLst>
              <a:ext uri="{FF2B5EF4-FFF2-40B4-BE49-F238E27FC236}">
                <a16:creationId xmlns:a16="http://schemas.microsoft.com/office/drawing/2014/main" id="{8BD5085E-7FC2-17B7-E8E6-85E043808FC7}"/>
              </a:ext>
            </a:extLst>
          </p:cNvPr>
          <p:cNvSpPr>
            <a:spLocks noGrp="1" noRot="1" noChangeAspect="1" noTextEdit="1"/>
          </p:cNvSpPr>
          <p:nvPr>
            <p:ph type="sldImg"/>
          </p:nvPr>
        </p:nvSpPr>
        <p:spPr/>
      </p:sp>
      <p:sp>
        <p:nvSpPr>
          <p:cNvPr id="51203" name="备注占位符 2">
            <a:extLst>
              <a:ext uri="{FF2B5EF4-FFF2-40B4-BE49-F238E27FC236}">
                <a16:creationId xmlns:a16="http://schemas.microsoft.com/office/drawing/2014/main" id="{BE3D4948-9D16-BAF5-D05C-6F9FA5807DB0}"/>
              </a:ext>
            </a:extLst>
          </p:cNvPr>
          <p:cNvSpPr>
            <a:spLocks noGrp="1"/>
          </p:cNvSpPr>
          <p:nvPr>
            <p:ph type="body" idx="1"/>
          </p:nvPr>
        </p:nvSpPr>
        <p:spPr>
          <a:noFill/>
        </p:spPr>
        <p:txBody>
          <a:bodyPr/>
          <a:lstStyle/>
          <a:p>
            <a:pPr eaLnBrk="1" hangingPunct="1">
              <a:lnSpc>
                <a:spcPct val="90000"/>
              </a:lnSpc>
            </a:pPr>
            <a:endParaRPr lang="en-US" altLang="zh-CN"/>
          </a:p>
        </p:txBody>
      </p:sp>
      <p:sp>
        <p:nvSpPr>
          <p:cNvPr id="4" name="灯片编号占位符 3">
            <a:extLst>
              <a:ext uri="{FF2B5EF4-FFF2-40B4-BE49-F238E27FC236}">
                <a16:creationId xmlns:a16="http://schemas.microsoft.com/office/drawing/2014/main" id="{4900D8F3-494A-7FED-860C-BCA1E8E1A7D2}"/>
              </a:ext>
            </a:extLst>
          </p:cNvPr>
          <p:cNvSpPr>
            <a:spLocks noGrp="1"/>
          </p:cNvSpPr>
          <p:nvPr>
            <p:ph type="sldNum" sz="quarter"/>
          </p:nvPr>
        </p:nvSpPr>
        <p:spPr/>
        <p:txBody>
          <a:bodyPr/>
          <a:lstStyle>
            <a:lvl1pPr defTabSz="0">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defTabSz="0">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defTabSz="0">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defTabSz="0">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defTabSz="0">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0"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0"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0"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0"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fld id="{EE434908-2E3C-4009-BF3F-D407BC05438C}" type="slidenum">
              <a:rPr altLang="en-US">
                <a:latin typeface="Times New Roman" panose="02020603050405020304" pitchFamily="18" charset="0"/>
                <a:ea typeface="宋体" panose="02010600030101010101" pitchFamily="2" charset="-122"/>
              </a:rPr>
              <a:pPr/>
              <a:t>27</a:t>
            </a:fld>
            <a:endParaRPr lang="zh-CN" altLang="en-US">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0761812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a:extLst>
              <a:ext uri="{FF2B5EF4-FFF2-40B4-BE49-F238E27FC236}">
                <a16:creationId xmlns:a16="http://schemas.microsoft.com/office/drawing/2014/main" id="{728ADAFA-D19D-AC96-7762-FAE5B7894373}"/>
              </a:ext>
            </a:extLst>
          </p:cNvPr>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0">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Arial" panose="020B0604020202020204" pitchFamily="34" charset="0"/>
              </a:defRPr>
            </a:lvl1pPr>
            <a:lvl2pPr marL="700088" indent="-268288" defTabSz="0">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2pPr>
            <a:lvl3pPr marL="1076325" indent="-214313" defTabSz="0">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3pPr>
            <a:lvl4pPr marL="1508125" indent="-214313" defTabSz="0">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4pPr>
            <a:lvl5pPr marL="1938338" indent="-214313" defTabSz="0">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5pPr>
            <a:lvl6pPr marL="2395538" indent="-214313" defTabSz="0"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6pPr>
            <a:lvl7pPr marL="2852738" indent="-214313" defTabSz="0"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7pPr>
            <a:lvl8pPr marL="3309938" indent="-214313" defTabSz="0"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8pPr>
            <a:lvl9pPr marL="3767138" indent="-214313" defTabSz="0"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9pPr>
          </a:lstStyle>
          <a:p>
            <a:pPr>
              <a:spcBef>
                <a:spcPct val="0"/>
              </a:spcBef>
              <a:buSzTx/>
            </a:pPr>
            <a:fld id="{F447CFA3-12DA-47D4-B0F6-F5BC68324566}" type="slidenum">
              <a:rPr altLang="zh-CN" sz="1400">
                <a:solidFill>
                  <a:schemeClr val="tx1"/>
                </a:solidFill>
                <a:latin typeface="Times New Roman" panose="02020603050405020304" pitchFamily="18" charset="0"/>
              </a:rPr>
              <a:pPr>
                <a:spcBef>
                  <a:spcPct val="0"/>
                </a:spcBef>
                <a:buSzTx/>
              </a:pPr>
              <a:t>28</a:t>
            </a:fld>
            <a:endParaRPr lang="zh-CN" altLang="zh-CN" sz="1400">
              <a:solidFill>
                <a:schemeClr val="tx1"/>
              </a:solidFill>
              <a:latin typeface="Times New Roman" panose="02020603050405020304" pitchFamily="18" charset="0"/>
            </a:endParaRPr>
          </a:p>
        </p:txBody>
      </p:sp>
      <p:sp>
        <p:nvSpPr>
          <p:cNvPr id="53251" name="Rectangle 2">
            <a:extLst>
              <a:ext uri="{FF2B5EF4-FFF2-40B4-BE49-F238E27FC236}">
                <a16:creationId xmlns:a16="http://schemas.microsoft.com/office/drawing/2014/main" id="{76D2E8C5-E480-8AD1-1436-9DCB64B71B6B}"/>
              </a:ext>
            </a:extLst>
          </p:cNvPr>
          <p:cNvSpPr>
            <a:spLocks noGrp="1" noRot="1" noChangeAspect="1" noChangeArrowheads="1" noTextEdit="1"/>
          </p:cNvSpPr>
          <p:nvPr>
            <p:ph type="sldImg"/>
          </p:nvPr>
        </p:nvSpPr>
        <p:spPr/>
      </p:sp>
      <p:sp>
        <p:nvSpPr>
          <p:cNvPr id="53252" name="Rectangle 3">
            <a:extLst>
              <a:ext uri="{FF2B5EF4-FFF2-40B4-BE49-F238E27FC236}">
                <a16:creationId xmlns:a16="http://schemas.microsoft.com/office/drawing/2014/main" id="{05227C6F-AEEE-5F35-71E8-9510E2952285}"/>
              </a:ext>
            </a:extLst>
          </p:cNvPr>
          <p:cNvSpPr>
            <a:spLocks noGrp="1" noChangeArrowheads="1"/>
          </p:cNvSpPr>
          <p:nvPr>
            <p:ph type="body" idx="1"/>
          </p:nvPr>
        </p:nvSpPr>
        <p:spPr>
          <a:noFill/>
        </p:spPr>
        <p:txBody>
          <a:bodyPr/>
          <a:lstStyle/>
          <a:p>
            <a:pPr eaLnBrk="1" hangingPunct="1"/>
            <a:endParaRPr lang="zh-CN" altLang="en-GB">
              <a:latin typeface="微软雅黑" panose="020B0503020204020204" pitchFamily="34" charset="-122"/>
              <a:sym typeface="Symbol" panose="05050102010706020507" pitchFamily="18" charset="2"/>
            </a:endParaRPr>
          </a:p>
        </p:txBody>
      </p:sp>
    </p:spTree>
    <p:extLst>
      <p:ext uri="{BB962C8B-B14F-4D97-AF65-F5344CB8AC3E}">
        <p14:creationId xmlns:p14="http://schemas.microsoft.com/office/powerpoint/2010/main" val="3789531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a:extLst>
              <a:ext uri="{FF2B5EF4-FFF2-40B4-BE49-F238E27FC236}">
                <a16:creationId xmlns:a16="http://schemas.microsoft.com/office/drawing/2014/main" id="{EB996199-180A-1C92-59DC-DBF76376C0D1}"/>
              </a:ext>
            </a:extLst>
          </p:cNvPr>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0">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Arial" panose="020B0604020202020204" pitchFamily="34" charset="0"/>
              </a:defRPr>
            </a:lvl1pPr>
            <a:lvl2pPr marL="700088" indent="-268288" defTabSz="0">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2pPr>
            <a:lvl3pPr marL="1076325" indent="-214313" defTabSz="0">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3pPr>
            <a:lvl4pPr marL="1508125" indent="-214313" defTabSz="0">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4pPr>
            <a:lvl5pPr marL="1938338" indent="-214313" defTabSz="0">
              <a:spcBef>
                <a:spcPct val="30000"/>
              </a:spcBef>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5pPr>
            <a:lvl6pPr marL="2395538" indent="-214313" defTabSz="0"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6pPr>
            <a:lvl7pPr marL="2852738" indent="-214313" defTabSz="0"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7pPr>
            <a:lvl8pPr marL="3309938" indent="-214313" defTabSz="0"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8pPr>
            <a:lvl9pPr marL="3767138" indent="-214313" defTabSz="0" eaLnBrk="0" fontAlgn="base" hangingPunct="0">
              <a:spcBef>
                <a:spcPct val="30000"/>
              </a:spcBef>
              <a:spcAft>
                <a:spcPct val="0"/>
              </a:spcAft>
              <a:buSzPct val="100000"/>
              <a:buFont typeface="Times New Roman" panose="02020603050405020304" pitchFamily="18" charset="0"/>
              <a:tabLst>
                <a:tab pos="723900" algn="l"/>
                <a:tab pos="1447800" algn="l"/>
                <a:tab pos="2171700" algn="l"/>
                <a:tab pos="2895600" algn="l"/>
              </a:tabLst>
              <a:defRPr sz="1200">
                <a:solidFill>
                  <a:srgbClr val="000000"/>
                </a:solidFill>
                <a:latin typeface="Calibri" panose="020F0502020204030204" pitchFamily="34" charset="0"/>
              </a:defRPr>
            </a:lvl9pPr>
          </a:lstStyle>
          <a:p>
            <a:pPr>
              <a:spcBef>
                <a:spcPct val="0"/>
              </a:spcBef>
              <a:buSzTx/>
            </a:pPr>
            <a:fld id="{A1886BE5-DD5A-410E-A17A-5CDE48C16E04}" type="slidenum">
              <a:rPr altLang="zh-CN" sz="1400">
                <a:solidFill>
                  <a:schemeClr val="tx1"/>
                </a:solidFill>
                <a:latin typeface="Times New Roman" panose="02020603050405020304" pitchFamily="18" charset="0"/>
              </a:rPr>
              <a:pPr>
                <a:spcBef>
                  <a:spcPct val="0"/>
                </a:spcBef>
                <a:buSzTx/>
              </a:pPr>
              <a:t>29</a:t>
            </a:fld>
            <a:endParaRPr lang="zh-CN" altLang="zh-CN" sz="1400">
              <a:solidFill>
                <a:schemeClr val="tx1"/>
              </a:solidFill>
              <a:latin typeface="Times New Roman" panose="02020603050405020304" pitchFamily="18" charset="0"/>
            </a:endParaRPr>
          </a:p>
        </p:txBody>
      </p:sp>
      <p:sp>
        <p:nvSpPr>
          <p:cNvPr id="55299" name="Rectangle 2">
            <a:extLst>
              <a:ext uri="{FF2B5EF4-FFF2-40B4-BE49-F238E27FC236}">
                <a16:creationId xmlns:a16="http://schemas.microsoft.com/office/drawing/2014/main" id="{3C2D6CBF-9A50-75C6-256C-E19764020A27}"/>
              </a:ext>
            </a:extLst>
          </p:cNvPr>
          <p:cNvSpPr>
            <a:spLocks noGrp="1" noRot="1" noChangeAspect="1" noChangeArrowheads="1" noTextEdit="1"/>
          </p:cNvSpPr>
          <p:nvPr>
            <p:ph type="sldImg"/>
          </p:nvPr>
        </p:nvSpPr>
        <p:spPr/>
      </p:sp>
      <p:sp>
        <p:nvSpPr>
          <p:cNvPr id="198660" name="Rectangle 3">
            <a:extLst>
              <a:ext uri="{FF2B5EF4-FFF2-40B4-BE49-F238E27FC236}">
                <a16:creationId xmlns:a16="http://schemas.microsoft.com/office/drawing/2014/main" id="{DB8BF49E-9BB7-8B6F-EA48-8633D18AA46A}"/>
              </a:ext>
            </a:extLst>
          </p:cNvPr>
          <p:cNvSpPr>
            <a:spLocks noGrp="1" noChangeArrowheads="1"/>
          </p:cNvSpPr>
          <p:nvPr>
            <p:ph type="body" idx="1"/>
          </p:nvPr>
        </p:nvSpPr>
        <p:spPr>
          <a:ln/>
        </p:spPr>
        <p:txBody>
          <a:bodyPr/>
          <a:lstStyle/>
          <a:p>
            <a:pPr marL="0" lvl="1" defTabSz="646551">
              <a:defRPr/>
            </a:pPr>
            <a:endParaRPr lang="zh-CN" altLang="en-US" sz="1700" dirty="0">
              <a:solidFill>
                <a:srgbClr val="C00000"/>
              </a:solidFill>
              <a:latin typeface="+mj-ea"/>
            </a:endParaRPr>
          </a:p>
        </p:txBody>
      </p:sp>
    </p:spTree>
    <p:extLst>
      <p:ext uri="{BB962C8B-B14F-4D97-AF65-F5344CB8AC3E}">
        <p14:creationId xmlns:p14="http://schemas.microsoft.com/office/powerpoint/2010/main" val="13627498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idx="10"/>
          </p:nvPr>
        </p:nvSpPr>
        <p:spPr/>
        <p:txBody>
          <a:bodyPr/>
          <a:lstStyle/>
          <a:p>
            <a:fld id="{A8781D8C-EDF1-484F-AD26-8448968C73FB}" type="slidenum">
              <a:rPr lang="en-US" altLang="zh-CN" smtClean="0"/>
              <a:pPr/>
              <a:t>39</a:t>
            </a:fld>
            <a:endParaRPr lang="zh-CN" altLang="en-US"/>
          </a:p>
        </p:txBody>
      </p:sp>
    </p:spTree>
    <p:extLst>
      <p:ext uri="{BB962C8B-B14F-4D97-AF65-F5344CB8AC3E}">
        <p14:creationId xmlns:p14="http://schemas.microsoft.com/office/powerpoint/2010/main" val="4158021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60078" y="1237197"/>
            <a:ext cx="7560469" cy="2631887"/>
          </a:xfrm>
        </p:spPr>
        <p:txBody>
          <a:bodyPr anchor="b"/>
          <a:lstStyle>
            <a:lvl1pPr algn="ctr">
              <a:defRPr sz="4960"/>
            </a:lvl1pPr>
          </a:lstStyle>
          <a:p>
            <a:r>
              <a:rPr lang="zh-CN" altLang="en-US" noProof="1"/>
              <a:t>单击此处编辑母版标题样式</a:t>
            </a:r>
          </a:p>
        </p:txBody>
      </p:sp>
      <p:sp>
        <p:nvSpPr>
          <p:cNvPr id="3" name="副标题 2"/>
          <p:cNvSpPr>
            <a:spLocks noGrp="1"/>
          </p:cNvSpPr>
          <p:nvPr>
            <p:ph type="subTitle" idx="1"/>
          </p:nvPr>
        </p:nvSpPr>
        <p:spPr>
          <a:xfrm>
            <a:off x="1260078" y="3970580"/>
            <a:ext cx="7560469" cy="1825171"/>
          </a:xfrm>
        </p:spPr>
        <p:txBody>
          <a:bodyPr/>
          <a:lstStyle>
            <a:lvl1pPr marL="0" indent="0" algn="ctr">
              <a:buNone/>
              <a:defRPr sz="1985"/>
            </a:lvl1pPr>
            <a:lvl2pPr marL="377825" indent="0" algn="ctr">
              <a:buNone/>
              <a:defRPr sz="1655"/>
            </a:lvl2pPr>
            <a:lvl3pPr marL="756285" indent="0" algn="ctr">
              <a:buNone/>
              <a:defRPr sz="1490"/>
            </a:lvl3pPr>
            <a:lvl4pPr marL="1134110" indent="0" algn="ctr">
              <a:buNone/>
              <a:defRPr sz="1325"/>
            </a:lvl4pPr>
            <a:lvl5pPr marL="1511935" indent="0" algn="ctr">
              <a:buNone/>
              <a:defRPr sz="1325"/>
            </a:lvl5pPr>
            <a:lvl6pPr marL="1890395" indent="0" algn="ctr">
              <a:buNone/>
              <a:defRPr sz="1325"/>
            </a:lvl6pPr>
            <a:lvl7pPr marL="2268220" indent="0" algn="ctr">
              <a:buNone/>
              <a:defRPr sz="1325"/>
            </a:lvl7pPr>
            <a:lvl8pPr marL="2646045" indent="0" algn="ctr">
              <a:buNone/>
              <a:defRPr sz="1325"/>
            </a:lvl8pPr>
            <a:lvl9pPr marL="3024505" indent="0" algn="ctr">
              <a:buNone/>
              <a:defRPr sz="1325"/>
            </a:lvl9pPr>
          </a:lstStyle>
          <a:p>
            <a:r>
              <a:rPr lang="zh-CN" altLang="en-US" noProof="1"/>
              <a:t>单击此处编辑母版副标题样式</a:t>
            </a:r>
          </a:p>
        </p:txBody>
      </p:sp>
      <p:sp>
        <p:nvSpPr>
          <p:cNvPr id="4" name="Rectangle 5">
            <a:extLst>
              <a:ext uri="{FF2B5EF4-FFF2-40B4-BE49-F238E27FC236}">
                <a16:creationId xmlns:a16="http://schemas.microsoft.com/office/drawing/2014/main" id="{8DA6AD84-D09D-FC93-8FB0-83423BCDE292}"/>
              </a:ext>
            </a:extLst>
          </p:cNvPr>
          <p:cNvSpPr>
            <a:spLocks noGrp="1"/>
          </p:cNvSpPr>
          <p:nvPr>
            <p:ph type="dt"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49A6E611-F12E-03B1-62F9-45DFB102C468}"/>
              </a:ext>
            </a:extLst>
          </p:cNvPr>
          <p:cNvSpPr>
            <a:spLocks noGrp="1"/>
          </p:cNvSpPr>
          <p:nvPr>
            <p:ph type="ft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D294D21D-FE0F-3B41-0109-726579F7531D}"/>
              </a:ext>
            </a:extLst>
          </p:cNvPr>
          <p:cNvSpPr>
            <a:spLocks noGrp="1"/>
          </p:cNvSpPr>
          <p:nvPr>
            <p:ph type="sldNum" idx="12"/>
          </p:nvPr>
        </p:nvSpPr>
        <p:spPr>
          <a:ln/>
        </p:spPr>
        <p:txBody>
          <a:bodyPr/>
          <a:lstStyle>
            <a:lvl1pPr>
              <a:defRPr/>
            </a:lvl1pPr>
          </a:lstStyle>
          <a:p>
            <a:fld id="{D94CF2C4-5D1A-4922-88E9-23563DF3BB67}" type="slidenum">
              <a:rPr altLang="en-US"/>
              <a:pPr/>
              <a:t>‹#›</a:t>
            </a:fld>
            <a:endParaRPr lang="zh-CN" altLang="en-US"/>
          </a:p>
        </p:txBody>
      </p:sp>
    </p:spTree>
    <p:extLst>
      <p:ext uri="{BB962C8B-B14F-4D97-AF65-F5344CB8AC3E}">
        <p14:creationId xmlns:p14="http://schemas.microsoft.com/office/powerpoint/2010/main" val="2189974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9378F9CB-E1D8-FC78-36BA-73D8680E99DF}"/>
              </a:ext>
            </a:extLst>
          </p:cNvPr>
          <p:cNvSpPr>
            <a:spLocks noGrp="1"/>
          </p:cNvSpPr>
          <p:nvPr>
            <p:ph type="dt"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986966BF-9506-42A6-D8FC-DC3DC3120693}"/>
              </a:ext>
            </a:extLst>
          </p:cNvPr>
          <p:cNvSpPr>
            <a:spLocks noGrp="1"/>
          </p:cNvSpPr>
          <p:nvPr>
            <p:ph type="ft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6A6D972A-8B41-4D5E-0581-F4CCC7655E69}"/>
              </a:ext>
            </a:extLst>
          </p:cNvPr>
          <p:cNvSpPr>
            <a:spLocks noGrp="1"/>
          </p:cNvSpPr>
          <p:nvPr>
            <p:ph type="sldNum" idx="12"/>
          </p:nvPr>
        </p:nvSpPr>
        <p:spPr>
          <a:ln/>
        </p:spPr>
        <p:txBody>
          <a:bodyPr/>
          <a:lstStyle>
            <a:lvl1pPr>
              <a:defRPr/>
            </a:lvl1pPr>
          </a:lstStyle>
          <a:p>
            <a:fld id="{2D977DE8-83A9-42E4-A3A1-4D62825560FD}" type="slidenum">
              <a:rPr altLang="en-US"/>
              <a:pPr/>
              <a:t>‹#›</a:t>
            </a:fld>
            <a:endParaRPr lang="zh-CN" altLang="en-US"/>
          </a:p>
        </p:txBody>
      </p:sp>
    </p:spTree>
    <p:extLst>
      <p:ext uri="{BB962C8B-B14F-4D97-AF65-F5344CB8AC3E}">
        <p14:creationId xmlns:p14="http://schemas.microsoft.com/office/powerpoint/2010/main" val="981708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87793" y="1884670"/>
            <a:ext cx="8694539" cy="3144614"/>
          </a:xfrm>
        </p:spPr>
        <p:txBody>
          <a:bodyPr anchor="b"/>
          <a:lstStyle>
            <a:lvl1pPr>
              <a:defRPr sz="4960"/>
            </a:lvl1pPr>
          </a:lstStyle>
          <a:p>
            <a:r>
              <a:rPr lang="zh-CN" altLang="en-US" noProof="1"/>
              <a:t>单击此处编辑母版标题样式</a:t>
            </a:r>
          </a:p>
        </p:txBody>
      </p:sp>
      <p:sp>
        <p:nvSpPr>
          <p:cNvPr id="3" name="文本占位符 2"/>
          <p:cNvSpPr>
            <a:spLocks noGrp="1"/>
          </p:cNvSpPr>
          <p:nvPr>
            <p:ph type="body" idx="1"/>
          </p:nvPr>
        </p:nvSpPr>
        <p:spPr>
          <a:xfrm>
            <a:off x="687793" y="5059033"/>
            <a:ext cx="8694539" cy="1653678"/>
          </a:xfrm>
        </p:spPr>
        <p:txBody>
          <a:bodyPr/>
          <a:lstStyle>
            <a:lvl1pPr marL="0" indent="0">
              <a:buNone/>
              <a:defRPr sz="1985">
                <a:solidFill>
                  <a:schemeClr val="tx1">
                    <a:tint val="75000"/>
                  </a:schemeClr>
                </a:solidFill>
              </a:defRPr>
            </a:lvl1pPr>
            <a:lvl2pPr marL="377825" indent="0">
              <a:buNone/>
              <a:defRPr sz="1655">
                <a:solidFill>
                  <a:schemeClr val="tx1">
                    <a:tint val="75000"/>
                  </a:schemeClr>
                </a:solidFill>
              </a:defRPr>
            </a:lvl2pPr>
            <a:lvl3pPr marL="756285" indent="0">
              <a:buNone/>
              <a:defRPr sz="1490">
                <a:solidFill>
                  <a:schemeClr val="tx1">
                    <a:tint val="75000"/>
                  </a:schemeClr>
                </a:solidFill>
              </a:defRPr>
            </a:lvl3pPr>
            <a:lvl4pPr marL="1134110" indent="0">
              <a:buNone/>
              <a:defRPr sz="1325">
                <a:solidFill>
                  <a:schemeClr val="tx1">
                    <a:tint val="75000"/>
                  </a:schemeClr>
                </a:solidFill>
              </a:defRPr>
            </a:lvl4pPr>
            <a:lvl5pPr marL="1511935" indent="0">
              <a:buNone/>
              <a:defRPr sz="1325">
                <a:solidFill>
                  <a:schemeClr val="tx1">
                    <a:tint val="75000"/>
                  </a:schemeClr>
                </a:solidFill>
              </a:defRPr>
            </a:lvl5pPr>
            <a:lvl6pPr marL="1890395" indent="0">
              <a:buNone/>
              <a:defRPr sz="1325">
                <a:solidFill>
                  <a:schemeClr val="tx1">
                    <a:tint val="75000"/>
                  </a:schemeClr>
                </a:solidFill>
              </a:defRPr>
            </a:lvl6pPr>
            <a:lvl7pPr marL="2268220" indent="0">
              <a:buNone/>
              <a:defRPr sz="1325">
                <a:solidFill>
                  <a:schemeClr val="tx1">
                    <a:tint val="75000"/>
                  </a:schemeClr>
                </a:solidFill>
              </a:defRPr>
            </a:lvl7pPr>
            <a:lvl8pPr marL="2646045" indent="0">
              <a:buNone/>
              <a:defRPr sz="1325">
                <a:solidFill>
                  <a:schemeClr val="tx1">
                    <a:tint val="75000"/>
                  </a:schemeClr>
                </a:solidFill>
              </a:defRPr>
            </a:lvl8pPr>
            <a:lvl9pPr marL="3024505" indent="0">
              <a:buNone/>
              <a:defRPr sz="1325">
                <a:solidFill>
                  <a:schemeClr val="tx1">
                    <a:tint val="75000"/>
                  </a:schemeClr>
                </a:solidFill>
              </a:defRPr>
            </a:lvl9pPr>
          </a:lstStyle>
          <a:p>
            <a:pPr lvl="0"/>
            <a:r>
              <a:rPr lang="zh-CN" altLang="en-US" noProof="1"/>
              <a:t>单击此处编辑母版文本样式</a:t>
            </a:r>
          </a:p>
        </p:txBody>
      </p:sp>
      <p:sp>
        <p:nvSpPr>
          <p:cNvPr id="4" name="Rectangle 5">
            <a:extLst>
              <a:ext uri="{FF2B5EF4-FFF2-40B4-BE49-F238E27FC236}">
                <a16:creationId xmlns:a16="http://schemas.microsoft.com/office/drawing/2014/main" id="{0386B901-9305-CEBB-416A-49E550ED7CDD}"/>
              </a:ext>
            </a:extLst>
          </p:cNvPr>
          <p:cNvSpPr>
            <a:spLocks noGrp="1"/>
          </p:cNvSpPr>
          <p:nvPr>
            <p:ph type="dt"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D798C69C-93B3-449A-B124-660085C2BA55}"/>
              </a:ext>
            </a:extLst>
          </p:cNvPr>
          <p:cNvSpPr>
            <a:spLocks noGrp="1"/>
          </p:cNvSpPr>
          <p:nvPr>
            <p:ph type="ft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F7A8D88D-9C2B-E53A-D2F7-1E87871720D5}"/>
              </a:ext>
            </a:extLst>
          </p:cNvPr>
          <p:cNvSpPr>
            <a:spLocks noGrp="1"/>
          </p:cNvSpPr>
          <p:nvPr>
            <p:ph type="sldNum" idx="12"/>
          </p:nvPr>
        </p:nvSpPr>
        <p:spPr>
          <a:ln/>
        </p:spPr>
        <p:txBody>
          <a:bodyPr/>
          <a:lstStyle>
            <a:lvl1pPr>
              <a:defRPr/>
            </a:lvl1pPr>
          </a:lstStyle>
          <a:p>
            <a:fld id="{F613A398-C8CD-4BDC-80AE-B25016A9560B}" type="slidenum">
              <a:rPr altLang="en-US"/>
              <a:pPr/>
              <a:t>‹#›</a:t>
            </a:fld>
            <a:endParaRPr lang="zh-CN" altLang="en-US"/>
          </a:p>
        </p:txBody>
      </p:sp>
    </p:spTree>
    <p:extLst>
      <p:ext uri="{BB962C8B-B14F-4D97-AF65-F5344CB8AC3E}">
        <p14:creationId xmlns:p14="http://schemas.microsoft.com/office/powerpoint/2010/main" val="297511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03238" y="1728788"/>
            <a:ext cx="4444000"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28625" y="1728788"/>
            <a:ext cx="4444000"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5">
            <a:extLst>
              <a:ext uri="{FF2B5EF4-FFF2-40B4-BE49-F238E27FC236}">
                <a16:creationId xmlns:a16="http://schemas.microsoft.com/office/drawing/2014/main" id="{8A3F71BA-D9EE-8E1E-BF12-9748367EF012}"/>
              </a:ext>
            </a:extLst>
          </p:cNvPr>
          <p:cNvSpPr>
            <a:spLocks noGrp="1"/>
          </p:cNvSpPr>
          <p:nvPr>
            <p:ph type="dt"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8688DDCC-F928-7DB7-9E86-33DE6604A77A}"/>
              </a:ext>
            </a:extLst>
          </p:cNvPr>
          <p:cNvSpPr>
            <a:spLocks noGrp="1"/>
          </p:cNvSpPr>
          <p:nvPr>
            <p:ph type="ft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59A9F6DC-9B87-8971-B5A3-D0B78A8B36AD}"/>
              </a:ext>
            </a:extLst>
          </p:cNvPr>
          <p:cNvSpPr>
            <a:spLocks noGrp="1"/>
          </p:cNvSpPr>
          <p:nvPr>
            <p:ph type="sldNum" idx="12"/>
          </p:nvPr>
        </p:nvSpPr>
        <p:spPr>
          <a:ln/>
        </p:spPr>
        <p:txBody>
          <a:bodyPr/>
          <a:lstStyle>
            <a:lvl1pPr>
              <a:defRPr/>
            </a:lvl1pPr>
          </a:lstStyle>
          <a:p>
            <a:fld id="{871F0448-5CD3-4A4B-AFD8-1738F0AA83FE}" type="slidenum">
              <a:rPr altLang="en-US"/>
              <a:pPr/>
              <a:t>‹#›</a:t>
            </a:fld>
            <a:endParaRPr lang="zh-CN" altLang="en-US"/>
          </a:p>
        </p:txBody>
      </p:sp>
    </p:spTree>
    <p:extLst>
      <p:ext uri="{BB962C8B-B14F-4D97-AF65-F5344CB8AC3E}">
        <p14:creationId xmlns:p14="http://schemas.microsoft.com/office/powerpoint/2010/main" val="518226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94356" y="402483"/>
            <a:ext cx="8694539" cy="1461188"/>
          </a:xfrm>
        </p:spPr>
        <p:txBody>
          <a:bodyPr/>
          <a:lstStyle/>
          <a:p>
            <a:r>
              <a:rPr lang="zh-CN" altLang="en-US" noProof="1"/>
              <a:t>单击此处编辑母版标题样式</a:t>
            </a:r>
          </a:p>
        </p:txBody>
      </p:sp>
      <p:sp>
        <p:nvSpPr>
          <p:cNvPr id="3" name="文本占位符 2"/>
          <p:cNvSpPr>
            <a:spLocks noGrp="1"/>
          </p:cNvSpPr>
          <p:nvPr>
            <p:ph type="body" idx="1"/>
          </p:nvPr>
        </p:nvSpPr>
        <p:spPr>
          <a:xfrm>
            <a:off x="694356" y="1853171"/>
            <a:ext cx="4264576"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4" name="内容占位符 3"/>
          <p:cNvSpPr>
            <a:spLocks noGrp="1"/>
          </p:cNvSpPr>
          <p:nvPr>
            <p:ph sz="half" idx="2"/>
          </p:nvPr>
        </p:nvSpPr>
        <p:spPr>
          <a:xfrm>
            <a:off x="694356" y="2761381"/>
            <a:ext cx="4264576"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3316" y="1853171"/>
            <a:ext cx="4285579"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6" name="内容占位符 5"/>
          <p:cNvSpPr>
            <a:spLocks noGrp="1"/>
          </p:cNvSpPr>
          <p:nvPr>
            <p:ph sz="quarter" idx="4"/>
          </p:nvPr>
        </p:nvSpPr>
        <p:spPr>
          <a:xfrm>
            <a:off x="5103316" y="2761381"/>
            <a:ext cx="4285579"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5">
            <a:extLst>
              <a:ext uri="{FF2B5EF4-FFF2-40B4-BE49-F238E27FC236}">
                <a16:creationId xmlns:a16="http://schemas.microsoft.com/office/drawing/2014/main" id="{B1BA68B8-EE12-86A4-FE01-D5FD5D5F7B0C}"/>
              </a:ext>
            </a:extLst>
          </p:cNvPr>
          <p:cNvSpPr>
            <a:spLocks noGrp="1"/>
          </p:cNvSpPr>
          <p:nvPr>
            <p:ph type="dt" idx="10"/>
          </p:nvPr>
        </p:nvSpPr>
        <p:spPr>
          <a:ln/>
        </p:spPr>
        <p:txBody>
          <a:bodyPr/>
          <a:lstStyle>
            <a:lvl1pPr>
              <a:defRPr/>
            </a:lvl1pPr>
          </a:lstStyle>
          <a:p>
            <a:pPr>
              <a:defRPr/>
            </a:pPr>
            <a:endParaRPr lang="en-GB" altLang="en-US"/>
          </a:p>
        </p:txBody>
      </p:sp>
      <p:sp>
        <p:nvSpPr>
          <p:cNvPr id="8" name="Rectangle 6">
            <a:extLst>
              <a:ext uri="{FF2B5EF4-FFF2-40B4-BE49-F238E27FC236}">
                <a16:creationId xmlns:a16="http://schemas.microsoft.com/office/drawing/2014/main" id="{4CDA3CE2-2FE2-FA23-F4D9-E660E0D2705E}"/>
              </a:ext>
            </a:extLst>
          </p:cNvPr>
          <p:cNvSpPr>
            <a:spLocks noGrp="1"/>
          </p:cNvSpPr>
          <p:nvPr>
            <p:ph type="ftr" idx="11"/>
          </p:nvPr>
        </p:nvSpPr>
        <p:spPr>
          <a:ln/>
        </p:spPr>
        <p:txBody>
          <a:bodyPr/>
          <a:lstStyle>
            <a:lvl1pPr>
              <a:defRPr/>
            </a:lvl1pPr>
          </a:lstStyle>
          <a:p>
            <a:pPr>
              <a:defRPr/>
            </a:pPr>
            <a:endParaRPr lang="en-GB" altLang="en-US"/>
          </a:p>
        </p:txBody>
      </p:sp>
      <p:sp>
        <p:nvSpPr>
          <p:cNvPr id="9" name="Rectangle 7">
            <a:extLst>
              <a:ext uri="{FF2B5EF4-FFF2-40B4-BE49-F238E27FC236}">
                <a16:creationId xmlns:a16="http://schemas.microsoft.com/office/drawing/2014/main" id="{51664565-F4F5-E61A-08C7-A4AAB804D301}"/>
              </a:ext>
            </a:extLst>
          </p:cNvPr>
          <p:cNvSpPr>
            <a:spLocks noGrp="1"/>
          </p:cNvSpPr>
          <p:nvPr>
            <p:ph type="sldNum" idx="12"/>
          </p:nvPr>
        </p:nvSpPr>
        <p:spPr>
          <a:ln/>
        </p:spPr>
        <p:txBody>
          <a:bodyPr/>
          <a:lstStyle>
            <a:lvl1pPr>
              <a:defRPr/>
            </a:lvl1pPr>
          </a:lstStyle>
          <a:p>
            <a:fld id="{240F2727-115B-4873-9A53-0EE69CC5A645}" type="slidenum">
              <a:rPr altLang="en-US"/>
              <a:pPr/>
              <a:t>‹#›</a:t>
            </a:fld>
            <a:endParaRPr lang="zh-CN" altLang="en-US"/>
          </a:p>
        </p:txBody>
      </p:sp>
    </p:spTree>
    <p:extLst>
      <p:ext uri="{BB962C8B-B14F-4D97-AF65-F5344CB8AC3E}">
        <p14:creationId xmlns:p14="http://schemas.microsoft.com/office/powerpoint/2010/main" val="2677852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5">
            <a:extLst>
              <a:ext uri="{FF2B5EF4-FFF2-40B4-BE49-F238E27FC236}">
                <a16:creationId xmlns:a16="http://schemas.microsoft.com/office/drawing/2014/main" id="{5E8D8426-7848-699E-E1BE-A15481BD0C6B}"/>
              </a:ext>
            </a:extLst>
          </p:cNvPr>
          <p:cNvSpPr>
            <a:spLocks noGrp="1"/>
          </p:cNvSpPr>
          <p:nvPr>
            <p:ph type="dt" idx="10"/>
          </p:nvPr>
        </p:nvSpPr>
        <p:spPr>
          <a:ln/>
        </p:spPr>
        <p:txBody>
          <a:bodyPr/>
          <a:lstStyle>
            <a:lvl1pPr>
              <a:defRPr/>
            </a:lvl1pPr>
          </a:lstStyle>
          <a:p>
            <a:pPr>
              <a:defRPr/>
            </a:pPr>
            <a:endParaRPr lang="en-GB" altLang="en-US"/>
          </a:p>
        </p:txBody>
      </p:sp>
      <p:sp>
        <p:nvSpPr>
          <p:cNvPr id="4" name="Rectangle 6">
            <a:extLst>
              <a:ext uri="{FF2B5EF4-FFF2-40B4-BE49-F238E27FC236}">
                <a16:creationId xmlns:a16="http://schemas.microsoft.com/office/drawing/2014/main" id="{91D61DCF-3A73-082D-E01D-C57F7DBFE67D}"/>
              </a:ext>
            </a:extLst>
          </p:cNvPr>
          <p:cNvSpPr>
            <a:spLocks noGrp="1"/>
          </p:cNvSpPr>
          <p:nvPr>
            <p:ph type="ftr" idx="11"/>
          </p:nvPr>
        </p:nvSpPr>
        <p:spPr>
          <a:ln/>
        </p:spPr>
        <p:txBody>
          <a:bodyPr/>
          <a:lstStyle>
            <a:lvl1pPr>
              <a:defRPr/>
            </a:lvl1pPr>
          </a:lstStyle>
          <a:p>
            <a:pPr>
              <a:defRPr/>
            </a:pPr>
            <a:endParaRPr lang="en-GB" altLang="en-US"/>
          </a:p>
        </p:txBody>
      </p:sp>
      <p:sp>
        <p:nvSpPr>
          <p:cNvPr id="5" name="Rectangle 7">
            <a:extLst>
              <a:ext uri="{FF2B5EF4-FFF2-40B4-BE49-F238E27FC236}">
                <a16:creationId xmlns:a16="http://schemas.microsoft.com/office/drawing/2014/main" id="{6C5DD5B9-0EC5-7DBE-06D5-6D802626D57E}"/>
              </a:ext>
            </a:extLst>
          </p:cNvPr>
          <p:cNvSpPr>
            <a:spLocks noGrp="1"/>
          </p:cNvSpPr>
          <p:nvPr>
            <p:ph type="sldNum" idx="12"/>
          </p:nvPr>
        </p:nvSpPr>
        <p:spPr>
          <a:ln/>
        </p:spPr>
        <p:txBody>
          <a:bodyPr/>
          <a:lstStyle>
            <a:lvl1pPr>
              <a:defRPr/>
            </a:lvl1pPr>
          </a:lstStyle>
          <a:p>
            <a:fld id="{15A6D6A8-B015-4A92-AF99-2741A111599C}" type="slidenum">
              <a:rPr altLang="en-US"/>
              <a:pPr/>
              <a:t>‹#›</a:t>
            </a:fld>
            <a:endParaRPr lang="zh-CN" altLang="en-US"/>
          </a:p>
        </p:txBody>
      </p:sp>
    </p:spTree>
    <p:extLst>
      <p:ext uri="{BB962C8B-B14F-4D97-AF65-F5344CB8AC3E}">
        <p14:creationId xmlns:p14="http://schemas.microsoft.com/office/powerpoint/2010/main" val="3235444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922CBAE9-734E-AD7A-F5D4-A0019E919371}"/>
              </a:ext>
            </a:extLst>
          </p:cNvPr>
          <p:cNvSpPr>
            <a:spLocks noGrp="1"/>
          </p:cNvSpPr>
          <p:nvPr>
            <p:ph type="dt" idx="10"/>
          </p:nvPr>
        </p:nvSpPr>
        <p:spPr>
          <a:ln/>
        </p:spPr>
        <p:txBody>
          <a:bodyPr/>
          <a:lstStyle>
            <a:lvl1pPr>
              <a:defRPr/>
            </a:lvl1pPr>
          </a:lstStyle>
          <a:p>
            <a:pPr>
              <a:defRPr/>
            </a:pPr>
            <a:endParaRPr lang="en-GB" altLang="en-US"/>
          </a:p>
        </p:txBody>
      </p:sp>
      <p:sp>
        <p:nvSpPr>
          <p:cNvPr id="3" name="Rectangle 6">
            <a:extLst>
              <a:ext uri="{FF2B5EF4-FFF2-40B4-BE49-F238E27FC236}">
                <a16:creationId xmlns:a16="http://schemas.microsoft.com/office/drawing/2014/main" id="{D0C71D81-E406-29FA-85BA-61C15FB3A61B}"/>
              </a:ext>
            </a:extLst>
          </p:cNvPr>
          <p:cNvSpPr>
            <a:spLocks noGrp="1"/>
          </p:cNvSpPr>
          <p:nvPr>
            <p:ph type="ftr" idx="11"/>
          </p:nvPr>
        </p:nvSpPr>
        <p:spPr>
          <a:ln/>
        </p:spPr>
        <p:txBody>
          <a:bodyPr/>
          <a:lstStyle>
            <a:lvl1pPr>
              <a:defRPr/>
            </a:lvl1pPr>
          </a:lstStyle>
          <a:p>
            <a:pPr>
              <a:defRPr/>
            </a:pPr>
            <a:endParaRPr lang="en-GB" altLang="en-US"/>
          </a:p>
        </p:txBody>
      </p:sp>
      <p:sp>
        <p:nvSpPr>
          <p:cNvPr id="4" name="Rectangle 7">
            <a:extLst>
              <a:ext uri="{FF2B5EF4-FFF2-40B4-BE49-F238E27FC236}">
                <a16:creationId xmlns:a16="http://schemas.microsoft.com/office/drawing/2014/main" id="{44CC1658-778A-A51C-92D8-237031DAE562}"/>
              </a:ext>
            </a:extLst>
          </p:cNvPr>
          <p:cNvSpPr>
            <a:spLocks noGrp="1"/>
          </p:cNvSpPr>
          <p:nvPr>
            <p:ph type="sldNum" idx="12"/>
          </p:nvPr>
        </p:nvSpPr>
        <p:spPr>
          <a:ln/>
        </p:spPr>
        <p:txBody>
          <a:bodyPr/>
          <a:lstStyle>
            <a:lvl1pPr>
              <a:defRPr/>
            </a:lvl1pPr>
          </a:lstStyle>
          <a:p>
            <a:fld id="{B2E60E39-BD47-4E8D-9F94-C01AAABC901D}" type="slidenum">
              <a:rPr altLang="en-US"/>
              <a:pPr/>
              <a:t>‹#›</a:t>
            </a:fld>
            <a:endParaRPr lang="zh-CN" altLang="en-US"/>
          </a:p>
        </p:txBody>
      </p:sp>
    </p:spTree>
    <p:extLst>
      <p:ext uri="{BB962C8B-B14F-4D97-AF65-F5344CB8AC3E}">
        <p14:creationId xmlns:p14="http://schemas.microsoft.com/office/powerpoint/2010/main" val="3917537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内容占位符 2"/>
          <p:cNvSpPr>
            <a:spLocks noGrp="1"/>
          </p:cNvSpPr>
          <p:nvPr>
            <p:ph idx="1"/>
          </p:nvPr>
        </p:nvSpPr>
        <p:spPr>
          <a:xfrm>
            <a:off x="4285579" y="1088453"/>
            <a:ext cx="5103316" cy="5372269"/>
          </a:xfrm>
        </p:spPr>
        <p:txBody>
          <a:bodyPr/>
          <a:lstStyle>
            <a:lvl1pPr>
              <a:defRPr sz="2645"/>
            </a:lvl1pPr>
            <a:lvl2pPr>
              <a:defRPr sz="2315"/>
            </a:lvl2pPr>
            <a:lvl3pPr>
              <a:defRPr sz="1985"/>
            </a:lvl3pPr>
            <a:lvl4pPr>
              <a:defRPr sz="1655"/>
            </a:lvl4pPr>
            <a:lvl5pPr>
              <a:defRPr sz="1655"/>
            </a:lvl5pPr>
            <a:lvl6pPr>
              <a:defRPr sz="1655"/>
            </a:lvl6pPr>
            <a:lvl7pPr>
              <a:defRPr sz="1655"/>
            </a:lvl7pPr>
            <a:lvl8pPr>
              <a:defRPr sz="1655"/>
            </a:lvl8pPr>
            <a:lvl9pPr>
              <a:defRPr sz="1655"/>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
        <p:nvSpPr>
          <p:cNvPr id="5" name="Rectangle 5">
            <a:extLst>
              <a:ext uri="{FF2B5EF4-FFF2-40B4-BE49-F238E27FC236}">
                <a16:creationId xmlns:a16="http://schemas.microsoft.com/office/drawing/2014/main" id="{FD61FE1C-623D-EBDB-85A5-81012A2AC0A9}"/>
              </a:ext>
            </a:extLst>
          </p:cNvPr>
          <p:cNvSpPr>
            <a:spLocks noGrp="1"/>
          </p:cNvSpPr>
          <p:nvPr>
            <p:ph type="dt"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6D304969-81DF-FC49-E451-06F6B533CF9D}"/>
              </a:ext>
            </a:extLst>
          </p:cNvPr>
          <p:cNvSpPr>
            <a:spLocks noGrp="1"/>
          </p:cNvSpPr>
          <p:nvPr>
            <p:ph type="ft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642B98EF-10DC-57BB-1FA4-333416A6173A}"/>
              </a:ext>
            </a:extLst>
          </p:cNvPr>
          <p:cNvSpPr>
            <a:spLocks noGrp="1"/>
          </p:cNvSpPr>
          <p:nvPr>
            <p:ph type="sldNum" idx="12"/>
          </p:nvPr>
        </p:nvSpPr>
        <p:spPr>
          <a:ln/>
        </p:spPr>
        <p:txBody>
          <a:bodyPr/>
          <a:lstStyle>
            <a:lvl1pPr>
              <a:defRPr/>
            </a:lvl1pPr>
          </a:lstStyle>
          <a:p>
            <a:fld id="{5C88A188-762E-423A-8200-95226211E1BD}" type="slidenum">
              <a:rPr altLang="en-US"/>
              <a:pPr/>
              <a:t>‹#›</a:t>
            </a:fld>
            <a:endParaRPr lang="zh-CN" altLang="en-US"/>
          </a:p>
        </p:txBody>
      </p:sp>
    </p:spTree>
    <p:extLst>
      <p:ext uri="{BB962C8B-B14F-4D97-AF65-F5344CB8AC3E}">
        <p14:creationId xmlns:p14="http://schemas.microsoft.com/office/powerpoint/2010/main" val="2892365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图片占位符 2"/>
          <p:cNvSpPr>
            <a:spLocks noGrp="1"/>
          </p:cNvSpPr>
          <p:nvPr>
            <p:ph type="pic" idx="1"/>
          </p:nvPr>
        </p:nvSpPr>
        <p:spPr>
          <a:xfrm>
            <a:off x="4285579" y="1088453"/>
            <a:ext cx="5103316" cy="5372269"/>
          </a:xfrm>
        </p:spPr>
        <p:txBody>
          <a:bodyPr/>
          <a:lstStyle>
            <a:lvl1pPr marL="0" indent="0">
              <a:buNone/>
              <a:defRPr sz="2645"/>
            </a:lvl1pPr>
            <a:lvl2pPr marL="377825" indent="0">
              <a:buNone/>
              <a:defRPr sz="2315"/>
            </a:lvl2pPr>
            <a:lvl3pPr marL="756285" indent="0">
              <a:buNone/>
              <a:defRPr sz="1985"/>
            </a:lvl3pPr>
            <a:lvl4pPr marL="1134110" indent="0">
              <a:buNone/>
              <a:defRPr sz="1655"/>
            </a:lvl4pPr>
            <a:lvl5pPr marL="1511935" indent="0">
              <a:buNone/>
              <a:defRPr sz="1655"/>
            </a:lvl5pPr>
            <a:lvl6pPr marL="1890395" indent="0">
              <a:buNone/>
              <a:defRPr sz="1655"/>
            </a:lvl6pPr>
            <a:lvl7pPr marL="2268220" indent="0">
              <a:buNone/>
              <a:defRPr sz="1655"/>
            </a:lvl7pPr>
            <a:lvl8pPr marL="2646045" indent="0">
              <a:buNone/>
              <a:defRPr sz="1655"/>
            </a:lvl8pPr>
            <a:lvl9pPr marL="3024505" indent="0">
              <a:buNone/>
              <a:defRPr sz="1655"/>
            </a:lvl9pPr>
          </a:lstStyle>
          <a:p>
            <a:pPr lvl="0"/>
            <a:endParaRPr lang="zh-CN" altLang="en-US" noProof="1"/>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
        <p:nvSpPr>
          <p:cNvPr id="5" name="Rectangle 5">
            <a:extLst>
              <a:ext uri="{FF2B5EF4-FFF2-40B4-BE49-F238E27FC236}">
                <a16:creationId xmlns:a16="http://schemas.microsoft.com/office/drawing/2014/main" id="{FBDA8926-47E3-C742-7873-688991AD1839}"/>
              </a:ext>
            </a:extLst>
          </p:cNvPr>
          <p:cNvSpPr>
            <a:spLocks noGrp="1"/>
          </p:cNvSpPr>
          <p:nvPr>
            <p:ph type="dt"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86A5A83F-6BE8-CE45-DAA6-D02B6F14AB0E}"/>
              </a:ext>
            </a:extLst>
          </p:cNvPr>
          <p:cNvSpPr>
            <a:spLocks noGrp="1"/>
          </p:cNvSpPr>
          <p:nvPr>
            <p:ph type="ft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F1100CEF-DCFB-E37F-ACC8-EEAD071AF55B}"/>
              </a:ext>
            </a:extLst>
          </p:cNvPr>
          <p:cNvSpPr>
            <a:spLocks noGrp="1"/>
          </p:cNvSpPr>
          <p:nvPr>
            <p:ph type="sldNum" idx="12"/>
          </p:nvPr>
        </p:nvSpPr>
        <p:spPr>
          <a:ln/>
        </p:spPr>
        <p:txBody>
          <a:bodyPr/>
          <a:lstStyle>
            <a:lvl1pPr>
              <a:defRPr/>
            </a:lvl1pPr>
          </a:lstStyle>
          <a:p>
            <a:fld id="{602509C9-780E-46FA-9C03-7FD477A213E9}" type="slidenum">
              <a:rPr altLang="en-US"/>
              <a:pPr/>
              <a:t>‹#›</a:t>
            </a:fld>
            <a:endParaRPr lang="zh-CN" altLang="en-US"/>
          </a:p>
        </p:txBody>
      </p:sp>
    </p:spTree>
    <p:extLst>
      <p:ext uri="{BB962C8B-B14F-4D97-AF65-F5344CB8AC3E}">
        <p14:creationId xmlns:p14="http://schemas.microsoft.com/office/powerpoint/2010/main" val="2201852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EE6D87FA-7308-E58A-31CA-F4954C458737}"/>
              </a:ext>
            </a:extLst>
          </p:cNvPr>
          <p:cNvSpPr>
            <a:spLocks noGrp="1"/>
          </p:cNvSpPr>
          <p:nvPr>
            <p:ph type="dt"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7882B78A-5A58-62EE-EC2F-4BBCD7818405}"/>
              </a:ext>
            </a:extLst>
          </p:cNvPr>
          <p:cNvSpPr>
            <a:spLocks noGrp="1"/>
          </p:cNvSpPr>
          <p:nvPr>
            <p:ph type="ft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2A64BC39-2A65-FAEA-8B24-12551A7E9877}"/>
              </a:ext>
            </a:extLst>
          </p:cNvPr>
          <p:cNvSpPr>
            <a:spLocks noGrp="1"/>
          </p:cNvSpPr>
          <p:nvPr>
            <p:ph type="sldNum" idx="12"/>
          </p:nvPr>
        </p:nvSpPr>
        <p:spPr>
          <a:ln/>
        </p:spPr>
        <p:txBody>
          <a:bodyPr/>
          <a:lstStyle>
            <a:lvl1pPr>
              <a:defRPr/>
            </a:lvl1pPr>
          </a:lstStyle>
          <a:p>
            <a:fld id="{472DBB4C-1444-4071-BB81-100179DE6269}" type="slidenum">
              <a:rPr altLang="en-US"/>
              <a:pPr/>
              <a:t>‹#›</a:t>
            </a:fld>
            <a:endParaRPr lang="zh-CN" altLang="en-US"/>
          </a:p>
        </p:txBody>
      </p:sp>
    </p:spTree>
    <p:extLst>
      <p:ext uri="{BB962C8B-B14F-4D97-AF65-F5344CB8AC3E}">
        <p14:creationId xmlns:p14="http://schemas.microsoft.com/office/powerpoint/2010/main" val="624063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05278" y="301625"/>
            <a:ext cx="2267347" cy="581025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03238" y="301625"/>
            <a:ext cx="6670600" cy="581025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663977C6-2EC5-3A69-48F7-27B785D4BD7C}"/>
              </a:ext>
            </a:extLst>
          </p:cNvPr>
          <p:cNvSpPr>
            <a:spLocks noGrp="1"/>
          </p:cNvSpPr>
          <p:nvPr>
            <p:ph type="dt"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D1F09964-7027-F37A-65B2-6BA400E187D7}"/>
              </a:ext>
            </a:extLst>
          </p:cNvPr>
          <p:cNvSpPr>
            <a:spLocks noGrp="1"/>
          </p:cNvSpPr>
          <p:nvPr>
            <p:ph type="ft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C486D5F2-5BAC-3334-E693-E436E6D736CF}"/>
              </a:ext>
            </a:extLst>
          </p:cNvPr>
          <p:cNvSpPr>
            <a:spLocks noGrp="1"/>
          </p:cNvSpPr>
          <p:nvPr>
            <p:ph type="sldNum" idx="12"/>
          </p:nvPr>
        </p:nvSpPr>
        <p:spPr>
          <a:ln/>
        </p:spPr>
        <p:txBody>
          <a:bodyPr/>
          <a:lstStyle>
            <a:lvl1pPr>
              <a:defRPr/>
            </a:lvl1pPr>
          </a:lstStyle>
          <a:p>
            <a:fld id="{47C6649B-3E74-4543-92F4-1D5BBFBFD88A}" type="slidenum">
              <a:rPr altLang="en-US"/>
              <a:pPr/>
              <a:t>‹#›</a:t>
            </a:fld>
            <a:endParaRPr lang="zh-CN" altLang="en-US"/>
          </a:p>
        </p:txBody>
      </p:sp>
    </p:spTree>
    <p:extLst>
      <p:ext uri="{BB962C8B-B14F-4D97-AF65-F5344CB8AC3E}">
        <p14:creationId xmlns:p14="http://schemas.microsoft.com/office/powerpoint/2010/main" val="22369010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60078" y="1237197"/>
            <a:ext cx="7560469" cy="2631887"/>
          </a:xfrm>
        </p:spPr>
        <p:txBody>
          <a:bodyPr anchor="b"/>
          <a:lstStyle>
            <a:lvl1pPr algn="ctr">
              <a:defRPr sz="4960"/>
            </a:lvl1pPr>
          </a:lstStyle>
          <a:p>
            <a:r>
              <a:rPr lang="zh-CN" altLang="en-US" noProof="1"/>
              <a:t>单击此处编辑母版标题样式</a:t>
            </a:r>
          </a:p>
        </p:txBody>
      </p:sp>
      <p:sp>
        <p:nvSpPr>
          <p:cNvPr id="3" name="副标题 2"/>
          <p:cNvSpPr>
            <a:spLocks noGrp="1"/>
          </p:cNvSpPr>
          <p:nvPr>
            <p:ph type="subTitle" idx="1"/>
          </p:nvPr>
        </p:nvSpPr>
        <p:spPr>
          <a:xfrm>
            <a:off x="1260078" y="3970580"/>
            <a:ext cx="7560469" cy="1825171"/>
          </a:xfrm>
        </p:spPr>
        <p:txBody>
          <a:bodyPr/>
          <a:lstStyle>
            <a:lvl1pPr marL="0" indent="0" algn="ctr">
              <a:buNone/>
              <a:defRPr sz="1985"/>
            </a:lvl1pPr>
            <a:lvl2pPr marL="377825" indent="0" algn="ctr">
              <a:buNone/>
              <a:defRPr sz="1655"/>
            </a:lvl2pPr>
            <a:lvl3pPr marL="756285" indent="0" algn="ctr">
              <a:buNone/>
              <a:defRPr sz="1490"/>
            </a:lvl3pPr>
            <a:lvl4pPr marL="1134110" indent="0" algn="ctr">
              <a:buNone/>
              <a:defRPr sz="1325"/>
            </a:lvl4pPr>
            <a:lvl5pPr marL="1511935" indent="0" algn="ctr">
              <a:buNone/>
              <a:defRPr sz="1325"/>
            </a:lvl5pPr>
            <a:lvl6pPr marL="1890395" indent="0" algn="ctr">
              <a:buNone/>
              <a:defRPr sz="1325"/>
            </a:lvl6pPr>
            <a:lvl7pPr marL="2268220" indent="0" algn="ctr">
              <a:buNone/>
              <a:defRPr sz="1325"/>
            </a:lvl7pPr>
            <a:lvl8pPr marL="2646045" indent="0" algn="ctr">
              <a:buNone/>
              <a:defRPr sz="1325"/>
            </a:lvl8pPr>
            <a:lvl9pPr marL="3024505" indent="0" algn="ctr">
              <a:buNone/>
              <a:defRPr sz="1325"/>
            </a:lvl9pPr>
          </a:lstStyle>
          <a:p>
            <a:r>
              <a:rPr lang="zh-CN" altLang="en-US" noProof="1"/>
              <a:t>单击此处编辑母版副标题样式</a:t>
            </a:r>
          </a:p>
        </p:txBody>
      </p:sp>
    </p:spTree>
    <p:extLst>
      <p:ext uri="{BB962C8B-B14F-4D97-AF65-F5344CB8AC3E}">
        <p14:creationId xmlns:p14="http://schemas.microsoft.com/office/powerpoint/2010/main" val="41403073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9552303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87793" y="1884670"/>
            <a:ext cx="8694539" cy="3144614"/>
          </a:xfrm>
        </p:spPr>
        <p:txBody>
          <a:bodyPr anchor="b"/>
          <a:lstStyle>
            <a:lvl1pPr>
              <a:defRPr sz="4960"/>
            </a:lvl1pPr>
          </a:lstStyle>
          <a:p>
            <a:r>
              <a:rPr lang="zh-CN" altLang="en-US" noProof="1"/>
              <a:t>单击此处编辑母版标题样式</a:t>
            </a:r>
          </a:p>
        </p:txBody>
      </p:sp>
      <p:sp>
        <p:nvSpPr>
          <p:cNvPr id="3" name="文本占位符 2"/>
          <p:cNvSpPr>
            <a:spLocks noGrp="1"/>
          </p:cNvSpPr>
          <p:nvPr>
            <p:ph type="body" idx="1"/>
          </p:nvPr>
        </p:nvSpPr>
        <p:spPr>
          <a:xfrm>
            <a:off x="687793" y="5059033"/>
            <a:ext cx="8694539" cy="1653678"/>
          </a:xfrm>
        </p:spPr>
        <p:txBody>
          <a:bodyPr/>
          <a:lstStyle>
            <a:lvl1pPr marL="0" indent="0">
              <a:buNone/>
              <a:defRPr sz="1985">
                <a:solidFill>
                  <a:schemeClr val="tx1">
                    <a:tint val="75000"/>
                  </a:schemeClr>
                </a:solidFill>
              </a:defRPr>
            </a:lvl1pPr>
            <a:lvl2pPr marL="377825" indent="0">
              <a:buNone/>
              <a:defRPr sz="1655">
                <a:solidFill>
                  <a:schemeClr val="tx1">
                    <a:tint val="75000"/>
                  </a:schemeClr>
                </a:solidFill>
              </a:defRPr>
            </a:lvl2pPr>
            <a:lvl3pPr marL="756285" indent="0">
              <a:buNone/>
              <a:defRPr sz="1490">
                <a:solidFill>
                  <a:schemeClr val="tx1">
                    <a:tint val="75000"/>
                  </a:schemeClr>
                </a:solidFill>
              </a:defRPr>
            </a:lvl3pPr>
            <a:lvl4pPr marL="1134110" indent="0">
              <a:buNone/>
              <a:defRPr sz="1325">
                <a:solidFill>
                  <a:schemeClr val="tx1">
                    <a:tint val="75000"/>
                  </a:schemeClr>
                </a:solidFill>
              </a:defRPr>
            </a:lvl4pPr>
            <a:lvl5pPr marL="1511935" indent="0">
              <a:buNone/>
              <a:defRPr sz="1325">
                <a:solidFill>
                  <a:schemeClr val="tx1">
                    <a:tint val="75000"/>
                  </a:schemeClr>
                </a:solidFill>
              </a:defRPr>
            </a:lvl5pPr>
            <a:lvl6pPr marL="1890395" indent="0">
              <a:buNone/>
              <a:defRPr sz="1325">
                <a:solidFill>
                  <a:schemeClr val="tx1">
                    <a:tint val="75000"/>
                  </a:schemeClr>
                </a:solidFill>
              </a:defRPr>
            </a:lvl6pPr>
            <a:lvl7pPr marL="2268220" indent="0">
              <a:buNone/>
              <a:defRPr sz="1325">
                <a:solidFill>
                  <a:schemeClr val="tx1">
                    <a:tint val="75000"/>
                  </a:schemeClr>
                </a:solidFill>
              </a:defRPr>
            </a:lvl7pPr>
            <a:lvl8pPr marL="2646045" indent="0">
              <a:buNone/>
              <a:defRPr sz="1325">
                <a:solidFill>
                  <a:schemeClr val="tx1">
                    <a:tint val="75000"/>
                  </a:schemeClr>
                </a:solidFill>
              </a:defRPr>
            </a:lvl8pPr>
            <a:lvl9pPr marL="3024505" indent="0">
              <a:buNone/>
              <a:defRPr sz="1325">
                <a:solidFill>
                  <a:schemeClr val="tx1">
                    <a:tint val="75000"/>
                  </a:schemeClr>
                </a:solidFill>
              </a:defRPr>
            </a:lvl9pPr>
          </a:lstStyle>
          <a:p>
            <a:pPr lvl="0"/>
            <a:r>
              <a:rPr lang="zh-CN" altLang="en-US" noProof="1"/>
              <a:t>单击此处编辑母版文本样式</a:t>
            </a:r>
          </a:p>
        </p:txBody>
      </p:sp>
    </p:spTree>
    <p:extLst>
      <p:ext uri="{BB962C8B-B14F-4D97-AF65-F5344CB8AC3E}">
        <p14:creationId xmlns:p14="http://schemas.microsoft.com/office/powerpoint/2010/main" val="32290847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967288" y="1944688"/>
            <a:ext cx="2257393"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7316820" y="1944688"/>
            <a:ext cx="2257393"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827319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94356" y="402483"/>
            <a:ext cx="8694539" cy="1461188"/>
          </a:xfrm>
        </p:spPr>
        <p:txBody>
          <a:bodyPr/>
          <a:lstStyle/>
          <a:p>
            <a:r>
              <a:rPr lang="zh-CN" altLang="en-US" noProof="1"/>
              <a:t>单击此处编辑母版标题样式</a:t>
            </a:r>
          </a:p>
        </p:txBody>
      </p:sp>
      <p:sp>
        <p:nvSpPr>
          <p:cNvPr id="3" name="文本占位符 2"/>
          <p:cNvSpPr>
            <a:spLocks noGrp="1"/>
          </p:cNvSpPr>
          <p:nvPr>
            <p:ph type="body" idx="1"/>
          </p:nvPr>
        </p:nvSpPr>
        <p:spPr>
          <a:xfrm>
            <a:off x="694356" y="1853171"/>
            <a:ext cx="4264576"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4" name="内容占位符 3"/>
          <p:cNvSpPr>
            <a:spLocks noGrp="1"/>
          </p:cNvSpPr>
          <p:nvPr>
            <p:ph sz="half" idx="2"/>
          </p:nvPr>
        </p:nvSpPr>
        <p:spPr>
          <a:xfrm>
            <a:off x="694356" y="2761381"/>
            <a:ext cx="4264576"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3316" y="1853171"/>
            <a:ext cx="4285579"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6" name="内容占位符 5"/>
          <p:cNvSpPr>
            <a:spLocks noGrp="1"/>
          </p:cNvSpPr>
          <p:nvPr>
            <p:ph sz="quarter" idx="4"/>
          </p:nvPr>
        </p:nvSpPr>
        <p:spPr>
          <a:xfrm>
            <a:off x="5103316" y="2761381"/>
            <a:ext cx="4285579"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2275424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11717246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52650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内容占位符 2"/>
          <p:cNvSpPr>
            <a:spLocks noGrp="1"/>
          </p:cNvSpPr>
          <p:nvPr>
            <p:ph idx="1"/>
          </p:nvPr>
        </p:nvSpPr>
        <p:spPr>
          <a:xfrm>
            <a:off x="4285579" y="1088453"/>
            <a:ext cx="5103316" cy="5372269"/>
          </a:xfrm>
        </p:spPr>
        <p:txBody>
          <a:bodyPr/>
          <a:lstStyle>
            <a:lvl1pPr>
              <a:defRPr sz="2645"/>
            </a:lvl1pPr>
            <a:lvl2pPr>
              <a:defRPr sz="2315"/>
            </a:lvl2pPr>
            <a:lvl3pPr>
              <a:defRPr sz="1985"/>
            </a:lvl3pPr>
            <a:lvl4pPr>
              <a:defRPr sz="1655"/>
            </a:lvl4pPr>
            <a:lvl5pPr>
              <a:defRPr sz="1655"/>
            </a:lvl5pPr>
            <a:lvl6pPr>
              <a:defRPr sz="1655"/>
            </a:lvl6pPr>
            <a:lvl7pPr>
              <a:defRPr sz="1655"/>
            </a:lvl7pPr>
            <a:lvl8pPr>
              <a:defRPr sz="1655"/>
            </a:lvl8pPr>
            <a:lvl9pPr>
              <a:defRPr sz="1655"/>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Tree>
    <p:extLst>
      <p:ext uri="{BB962C8B-B14F-4D97-AF65-F5344CB8AC3E}">
        <p14:creationId xmlns:p14="http://schemas.microsoft.com/office/powerpoint/2010/main" val="36995787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图片占位符 2"/>
          <p:cNvSpPr>
            <a:spLocks noGrp="1"/>
          </p:cNvSpPr>
          <p:nvPr>
            <p:ph type="pic" idx="1"/>
          </p:nvPr>
        </p:nvSpPr>
        <p:spPr>
          <a:xfrm>
            <a:off x="4285579" y="1088453"/>
            <a:ext cx="5103316" cy="5372269"/>
          </a:xfrm>
        </p:spPr>
        <p:txBody>
          <a:bodyPr/>
          <a:lstStyle>
            <a:lvl1pPr marL="0" indent="0">
              <a:buNone/>
              <a:defRPr sz="2645"/>
            </a:lvl1pPr>
            <a:lvl2pPr marL="377825" indent="0">
              <a:buNone/>
              <a:defRPr sz="2315"/>
            </a:lvl2pPr>
            <a:lvl3pPr marL="756285" indent="0">
              <a:buNone/>
              <a:defRPr sz="1985"/>
            </a:lvl3pPr>
            <a:lvl4pPr marL="1134110" indent="0">
              <a:buNone/>
              <a:defRPr sz="1655"/>
            </a:lvl4pPr>
            <a:lvl5pPr marL="1511935" indent="0">
              <a:buNone/>
              <a:defRPr sz="1655"/>
            </a:lvl5pPr>
            <a:lvl6pPr marL="1890395" indent="0">
              <a:buNone/>
              <a:defRPr sz="1655"/>
            </a:lvl6pPr>
            <a:lvl7pPr marL="2268220" indent="0">
              <a:buNone/>
              <a:defRPr sz="1655"/>
            </a:lvl7pPr>
            <a:lvl8pPr marL="2646045" indent="0">
              <a:buNone/>
              <a:defRPr sz="1655"/>
            </a:lvl8pPr>
            <a:lvl9pPr marL="3024505" indent="0">
              <a:buNone/>
              <a:defRPr sz="1655"/>
            </a:lvl9pPr>
          </a:lstStyle>
          <a:p>
            <a:pPr lvl="0"/>
            <a:endParaRPr lang="zh-CN" altLang="en-US" noProof="1"/>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Tree>
    <p:extLst>
      <p:ext uri="{BB962C8B-B14F-4D97-AF65-F5344CB8AC3E}">
        <p14:creationId xmlns:p14="http://schemas.microsoft.com/office/powerpoint/2010/main" val="2178073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169980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06866" y="1944688"/>
            <a:ext cx="2267347" cy="438308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04825" y="1944688"/>
            <a:ext cx="6670601" cy="438308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750944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a:extLst>
              <a:ext uri="{FF2B5EF4-FFF2-40B4-BE49-F238E27FC236}">
                <a16:creationId xmlns:a16="http://schemas.microsoft.com/office/drawing/2014/main" id="{BBB31E35-0F4D-8A09-2D58-3FFB7C0D4F99}"/>
              </a:ext>
            </a:extLst>
          </p:cNvPr>
          <p:cNvGrpSpPr>
            <a:grpSpLocks/>
          </p:cNvGrpSpPr>
          <p:nvPr/>
        </p:nvGrpSpPr>
        <p:grpSpPr bwMode="auto">
          <a:xfrm>
            <a:off x="0" y="-9525"/>
            <a:ext cx="10080625" cy="7569200"/>
            <a:chOff x="0" y="-8467"/>
            <a:chExt cx="12192000" cy="6866467"/>
          </a:xfrm>
        </p:grpSpPr>
        <p:cxnSp>
          <p:nvCxnSpPr>
            <p:cNvPr id="5" name="Straight Connector 31">
              <a:extLst>
                <a:ext uri="{FF2B5EF4-FFF2-40B4-BE49-F238E27FC236}">
                  <a16:creationId xmlns:a16="http://schemas.microsoft.com/office/drawing/2014/main" id="{4BA90A37-384C-B356-AA20-25BDE8E63FDD}"/>
                </a:ext>
              </a:extLst>
            </p:cNvPr>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a:extLst>
                <a:ext uri="{FF2B5EF4-FFF2-40B4-BE49-F238E27FC236}">
                  <a16:creationId xmlns:a16="http://schemas.microsoft.com/office/drawing/2014/main" id="{8046DDFD-9CFC-69C8-5017-89905FA01C61}"/>
                </a:ext>
              </a:extLst>
            </p:cNvPr>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a:extLst>
                <a:ext uri="{FF2B5EF4-FFF2-40B4-BE49-F238E27FC236}">
                  <a16:creationId xmlns:a16="http://schemas.microsoft.com/office/drawing/2014/main" id="{D6F73E69-C6C2-AE54-A892-F6CCDFAE11D8}"/>
                </a:ext>
              </a:extLst>
            </p:cNvPr>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a:extLst>
                <a:ext uri="{FF2B5EF4-FFF2-40B4-BE49-F238E27FC236}">
                  <a16:creationId xmlns:a16="http://schemas.microsoft.com/office/drawing/2014/main" id="{31AD4181-FBEF-757D-7623-902198135E25}"/>
                </a:ext>
              </a:extLst>
            </p:cNvPr>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a:extLst>
                <a:ext uri="{FF2B5EF4-FFF2-40B4-BE49-F238E27FC236}">
                  <a16:creationId xmlns:a16="http://schemas.microsoft.com/office/drawing/2014/main" id="{1CC2E261-182F-4C33-250A-C35AD939C07F}"/>
                </a:ext>
              </a:extLst>
            </p:cNvPr>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a:extLst>
                <a:ext uri="{FF2B5EF4-FFF2-40B4-BE49-F238E27FC236}">
                  <a16:creationId xmlns:a16="http://schemas.microsoft.com/office/drawing/2014/main" id="{819F46FD-7E01-2F04-F19B-807EA946F29D}"/>
                </a:ext>
              </a:extLst>
            </p:cNvPr>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a:extLst>
                <a:ext uri="{FF2B5EF4-FFF2-40B4-BE49-F238E27FC236}">
                  <a16:creationId xmlns:a16="http://schemas.microsoft.com/office/drawing/2014/main" id="{0C206807-7856-5D5B-523E-67EAF28A9763}"/>
                </a:ext>
              </a:extLst>
            </p:cNvPr>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a:extLst>
                <a:ext uri="{FF2B5EF4-FFF2-40B4-BE49-F238E27FC236}">
                  <a16:creationId xmlns:a16="http://schemas.microsoft.com/office/drawing/2014/main" id="{0C76BA80-E1A8-2E68-2454-F6339E534E37}"/>
                </a:ext>
              </a:extLst>
            </p:cNvPr>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a:extLst>
                <a:ext uri="{FF2B5EF4-FFF2-40B4-BE49-F238E27FC236}">
                  <a16:creationId xmlns:a16="http://schemas.microsoft.com/office/drawing/2014/main" id="{94CADA71-95DB-2381-56AC-1719B842CFFB}"/>
                </a:ext>
              </a:extLst>
            </p:cNvPr>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a:extLst>
                <a:ext uri="{FF2B5EF4-FFF2-40B4-BE49-F238E27FC236}">
                  <a16:creationId xmlns:a16="http://schemas.microsoft.com/office/drawing/2014/main" id="{5AE40CF4-D672-AC0F-3CFD-026FC38E3B6B}"/>
                </a:ext>
              </a:extLst>
            </p:cNvPr>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3968">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a:t>单击此处编辑母版副标题样式</a:t>
            </a:r>
            <a:endParaRPr lang="en-US" dirty="0"/>
          </a:p>
        </p:txBody>
      </p:sp>
      <p:sp>
        <p:nvSpPr>
          <p:cNvPr id="15" name="Date Placeholder 3">
            <a:extLst>
              <a:ext uri="{FF2B5EF4-FFF2-40B4-BE49-F238E27FC236}">
                <a16:creationId xmlns:a16="http://schemas.microsoft.com/office/drawing/2014/main" id="{BBF43DC4-A596-519B-727C-F044891625ED}"/>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9E1EE021-267E-44D4-A36B-5F3D1E0FFA6A}" type="datetime1">
              <a:rPr lang="en-US" altLang="zh-CN" smtClean="0"/>
              <a:pPr>
                <a:defRPr/>
              </a:pPr>
              <a:t>8/22/2025</a:t>
            </a:fld>
            <a:endParaRPr lang="en-US" dirty="0"/>
          </a:p>
        </p:txBody>
      </p:sp>
      <p:sp>
        <p:nvSpPr>
          <p:cNvPr id="16" name="Footer Placeholder 4">
            <a:extLst>
              <a:ext uri="{FF2B5EF4-FFF2-40B4-BE49-F238E27FC236}">
                <a16:creationId xmlns:a16="http://schemas.microsoft.com/office/drawing/2014/main" id="{7E15C68A-57E2-C7BA-4EC8-91A7341F4606}"/>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a:extLst>
              <a:ext uri="{FF2B5EF4-FFF2-40B4-BE49-F238E27FC236}">
                <a16:creationId xmlns:a16="http://schemas.microsoft.com/office/drawing/2014/main" id="{078B4B1A-82CE-9AC8-7DB4-D892A276FDC2}"/>
              </a:ext>
            </a:extLst>
          </p:cNvPr>
          <p:cNvSpPr>
            <a:spLocks noGrp="1"/>
          </p:cNvSpPr>
          <p:nvPr>
            <p:ph type="sldNum" sz="quarter" idx="12"/>
          </p:nvPr>
        </p:nvSpPr>
        <p:spPr/>
        <p:txBody>
          <a:bodyPr/>
          <a:lstStyle>
            <a:lvl1pPr defTabSz="449263" eaLnBrk="0" hangingPunct="0">
              <a:defRPr/>
            </a:lvl1pPr>
          </a:lstStyle>
          <a:p>
            <a:fld id="{115AD679-30CE-43BA-B528-E84ECF797DA5}" type="slidenum">
              <a:rPr lang="en-US" altLang="zh-CN"/>
              <a:pPr/>
              <a:t>‹#›</a:t>
            </a:fld>
            <a:endParaRPr lang="en-US" altLang="zh-CN"/>
          </a:p>
        </p:txBody>
      </p:sp>
    </p:spTree>
    <p:extLst>
      <p:ext uri="{BB962C8B-B14F-4D97-AF65-F5344CB8AC3E}">
        <p14:creationId xmlns:p14="http://schemas.microsoft.com/office/powerpoint/2010/main" val="2768234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a:extLst>
              <a:ext uri="{FF2B5EF4-FFF2-40B4-BE49-F238E27FC236}">
                <a16:creationId xmlns:a16="http://schemas.microsoft.com/office/drawing/2014/main" id="{2D159544-3595-4671-DC83-54785D36A5D9}"/>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EBDEEB87-C240-4DD9-9D7C-76230BE4139A}"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B4576581-CC4A-0B3A-14D5-C1D508D8C6B8}"/>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a:extLst>
              <a:ext uri="{FF2B5EF4-FFF2-40B4-BE49-F238E27FC236}">
                <a16:creationId xmlns:a16="http://schemas.microsoft.com/office/drawing/2014/main" id="{B8056705-1B48-A442-C554-83E2C083888D}"/>
              </a:ext>
            </a:extLst>
          </p:cNvPr>
          <p:cNvSpPr>
            <a:spLocks noGrp="1"/>
          </p:cNvSpPr>
          <p:nvPr>
            <p:ph type="sldNum" sz="quarter" idx="12"/>
          </p:nvPr>
        </p:nvSpPr>
        <p:spPr/>
        <p:txBody>
          <a:bodyPr/>
          <a:lstStyle>
            <a:lvl1pPr defTabSz="449263" eaLnBrk="0" hangingPunct="0">
              <a:defRPr/>
            </a:lvl1pPr>
          </a:lstStyle>
          <a:p>
            <a:fld id="{9266A94A-1657-4D21-AB09-31243D79106B}" type="slidenum">
              <a:rPr lang="en-US" altLang="zh-CN"/>
              <a:pPr/>
              <a:t>‹#›</a:t>
            </a:fld>
            <a:endParaRPr lang="en-US" altLang="zh-CN"/>
          </a:p>
        </p:txBody>
      </p:sp>
    </p:spTree>
    <p:extLst>
      <p:ext uri="{BB962C8B-B14F-4D97-AF65-F5344CB8AC3E}">
        <p14:creationId xmlns:p14="http://schemas.microsoft.com/office/powerpoint/2010/main" val="20957760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A9C2A43A-C8B2-3F73-0F8F-5120B9DCC9F7}"/>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C0D628AC-B94B-4171-9D28-6607A7B581B1}"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38A0F4DA-87F1-CC83-3D6C-354297F9F086}"/>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a:extLst>
              <a:ext uri="{FF2B5EF4-FFF2-40B4-BE49-F238E27FC236}">
                <a16:creationId xmlns:a16="http://schemas.microsoft.com/office/drawing/2014/main" id="{A8531CF4-BAF0-E3A5-663D-17D8827E052A}"/>
              </a:ext>
            </a:extLst>
          </p:cNvPr>
          <p:cNvSpPr>
            <a:spLocks noGrp="1"/>
          </p:cNvSpPr>
          <p:nvPr>
            <p:ph type="sldNum" sz="quarter" idx="12"/>
          </p:nvPr>
        </p:nvSpPr>
        <p:spPr/>
        <p:txBody>
          <a:bodyPr/>
          <a:lstStyle>
            <a:lvl1pPr defTabSz="449263" eaLnBrk="0" hangingPunct="0">
              <a:defRPr/>
            </a:lvl1pPr>
          </a:lstStyle>
          <a:p>
            <a:fld id="{29ACAE73-75F4-49B6-9B43-F399F6B63B26}" type="slidenum">
              <a:rPr lang="en-US" altLang="zh-CN"/>
              <a:pPr/>
              <a:t>‹#›</a:t>
            </a:fld>
            <a:endParaRPr lang="en-US" altLang="zh-CN"/>
          </a:p>
        </p:txBody>
      </p:sp>
    </p:spTree>
    <p:extLst>
      <p:ext uri="{BB962C8B-B14F-4D97-AF65-F5344CB8AC3E}">
        <p14:creationId xmlns:p14="http://schemas.microsoft.com/office/powerpoint/2010/main" val="23157595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a:extLst>
              <a:ext uri="{FF2B5EF4-FFF2-40B4-BE49-F238E27FC236}">
                <a16:creationId xmlns:a16="http://schemas.microsoft.com/office/drawing/2014/main" id="{1FEE112A-4989-59E9-20AE-E45BB64E1982}"/>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C0F36723-A43A-40C4-9930-521A0DC3738A}" type="datetime1">
              <a:rPr lang="en-US" altLang="zh-CN" smtClean="0"/>
              <a:pPr>
                <a:defRPr/>
              </a:pPr>
              <a:t>8/22/2025</a:t>
            </a:fld>
            <a:endParaRPr lang="en-US" dirty="0"/>
          </a:p>
        </p:txBody>
      </p:sp>
      <p:sp>
        <p:nvSpPr>
          <p:cNvPr id="6" name="Footer Placeholder 5">
            <a:extLst>
              <a:ext uri="{FF2B5EF4-FFF2-40B4-BE49-F238E27FC236}">
                <a16:creationId xmlns:a16="http://schemas.microsoft.com/office/drawing/2014/main" id="{9F927B34-92DD-C0C7-0942-BE2F06CFAE75}"/>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a:extLst>
              <a:ext uri="{FF2B5EF4-FFF2-40B4-BE49-F238E27FC236}">
                <a16:creationId xmlns:a16="http://schemas.microsoft.com/office/drawing/2014/main" id="{21B0A17F-6956-00B3-65ED-59747FF06DCB}"/>
              </a:ext>
            </a:extLst>
          </p:cNvPr>
          <p:cNvSpPr>
            <a:spLocks noGrp="1"/>
          </p:cNvSpPr>
          <p:nvPr>
            <p:ph type="sldNum" sz="quarter" idx="12"/>
          </p:nvPr>
        </p:nvSpPr>
        <p:spPr/>
        <p:txBody>
          <a:bodyPr/>
          <a:lstStyle>
            <a:lvl1pPr defTabSz="449263" eaLnBrk="0" hangingPunct="0">
              <a:defRPr/>
            </a:lvl1pPr>
          </a:lstStyle>
          <a:p>
            <a:fld id="{8E86B894-9208-48AF-A775-AB3DDA5FBED7}" type="slidenum">
              <a:rPr lang="en-US" altLang="zh-CN"/>
              <a:pPr/>
              <a:t>‹#›</a:t>
            </a:fld>
            <a:endParaRPr lang="en-US" altLang="zh-CN"/>
          </a:p>
        </p:txBody>
      </p:sp>
    </p:spTree>
    <p:extLst>
      <p:ext uri="{BB962C8B-B14F-4D97-AF65-F5344CB8AC3E}">
        <p14:creationId xmlns:p14="http://schemas.microsoft.com/office/powerpoint/2010/main" val="36011323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a:extLst>
              <a:ext uri="{FF2B5EF4-FFF2-40B4-BE49-F238E27FC236}">
                <a16:creationId xmlns:a16="http://schemas.microsoft.com/office/drawing/2014/main" id="{DC454F71-1B9D-0FEC-BD02-D1D7375CADE9}"/>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6ECCA7C1-6BBF-43DE-9777-216C7AABDE2A}" type="datetime1">
              <a:rPr lang="en-US" altLang="zh-CN" smtClean="0"/>
              <a:pPr>
                <a:defRPr/>
              </a:pPr>
              <a:t>8/22/2025</a:t>
            </a:fld>
            <a:endParaRPr lang="en-US" dirty="0"/>
          </a:p>
        </p:txBody>
      </p:sp>
      <p:sp>
        <p:nvSpPr>
          <p:cNvPr id="8" name="Footer Placeholder 7">
            <a:extLst>
              <a:ext uri="{FF2B5EF4-FFF2-40B4-BE49-F238E27FC236}">
                <a16:creationId xmlns:a16="http://schemas.microsoft.com/office/drawing/2014/main" id="{BDF4CE62-EB4E-005C-0FC2-EC7376E30EA2}"/>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a:extLst>
              <a:ext uri="{FF2B5EF4-FFF2-40B4-BE49-F238E27FC236}">
                <a16:creationId xmlns:a16="http://schemas.microsoft.com/office/drawing/2014/main" id="{5D74E54A-9C4A-3805-318D-312A16744BF2}"/>
              </a:ext>
            </a:extLst>
          </p:cNvPr>
          <p:cNvSpPr>
            <a:spLocks noGrp="1"/>
          </p:cNvSpPr>
          <p:nvPr>
            <p:ph type="sldNum" sz="quarter" idx="12"/>
          </p:nvPr>
        </p:nvSpPr>
        <p:spPr/>
        <p:txBody>
          <a:bodyPr/>
          <a:lstStyle>
            <a:lvl1pPr defTabSz="449263" eaLnBrk="0" hangingPunct="0">
              <a:defRPr/>
            </a:lvl1pPr>
          </a:lstStyle>
          <a:p>
            <a:fld id="{45F882CE-A9CD-4E0F-82B0-ABC65BCA9741}" type="slidenum">
              <a:rPr lang="en-US" altLang="zh-CN"/>
              <a:pPr/>
              <a:t>‹#›</a:t>
            </a:fld>
            <a:endParaRPr lang="en-US" altLang="zh-CN"/>
          </a:p>
        </p:txBody>
      </p:sp>
    </p:spTree>
    <p:extLst>
      <p:ext uri="{BB962C8B-B14F-4D97-AF65-F5344CB8AC3E}">
        <p14:creationId xmlns:p14="http://schemas.microsoft.com/office/powerpoint/2010/main" val="11099327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a:extLst>
              <a:ext uri="{FF2B5EF4-FFF2-40B4-BE49-F238E27FC236}">
                <a16:creationId xmlns:a16="http://schemas.microsoft.com/office/drawing/2014/main" id="{B64DA2C2-6178-6017-E96C-CE806FBFDC37}"/>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D1EB903B-0AC6-4F70-BABE-F0C639CF17A4}" type="datetime1">
              <a:rPr lang="en-US" altLang="zh-CN" smtClean="0"/>
              <a:pPr>
                <a:defRPr/>
              </a:pPr>
              <a:t>8/22/2025</a:t>
            </a:fld>
            <a:endParaRPr lang="en-US" dirty="0"/>
          </a:p>
        </p:txBody>
      </p:sp>
      <p:sp>
        <p:nvSpPr>
          <p:cNvPr id="4" name="Footer Placeholder 3">
            <a:extLst>
              <a:ext uri="{FF2B5EF4-FFF2-40B4-BE49-F238E27FC236}">
                <a16:creationId xmlns:a16="http://schemas.microsoft.com/office/drawing/2014/main" id="{F73DDFD8-254B-579D-12A6-D0FF4F665FFA}"/>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a:extLst>
              <a:ext uri="{FF2B5EF4-FFF2-40B4-BE49-F238E27FC236}">
                <a16:creationId xmlns:a16="http://schemas.microsoft.com/office/drawing/2014/main" id="{ABE6836A-36C0-6CD5-7EBA-2D459067099A}"/>
              </a:ext>
            </a:extLst>
          </p:cNvPr>
          <p:cNvSpPr>
            <a:spLocks noGrp="1"/>
          </p:cNvSpPr>
          <p:nvPr>
            <p:ph type="sldNum" sz="quarter" idx="12"/>
          </p:nvPr>
        </p:nvSpPr>
        <p:spPr/>
        <p:txBody>
          <a:bodyPr/>
          <a:lstStyle>
            <a:lvl1pPr defTabSz="449263" eaLnBrk="0" hangingPunct="0">
              <a:defRPr/>
            </a:lvl1pPr>
          </a:lstStyle>
          <a:p>
            <a:fld id="{51A53922-836D-4B3A-8277-1D75A5B0395D}" type="slidenum">
              <a:rPr lang="en-US" altLang="zh-CN"/>
              <a:pPr/>
              <a:t>‹#›</a:t>
            </a:fld>
            <a:endParaRPr lang="en-US" altLang="zh-CN"/>
          </a:p>
        </p:txBody>
      </p:sp>
    </p:spTree>
    <p:extLst>
      <p:ext uri="{BB962C8B-B14F-4D97-AF65-F5344CB8AC3E}">
        <p14:creationId xmlns:p14="http://schemas.microsoft.com/office/powerpoint/2010/main" val="11299550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CCC8F2-6FE3-F614-6DAB-25D7D06E1C5E}"/>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FED80D1B-C1DE-4C2E-BF42-55BD72D1091A}" type="datetime1">
              <a:rPr lang="en-US" altLang="zh-CN" smtClean="0"/>
              <a:pPr>
                <a:defRPr/>
              </a:pPr>
              <a:t>8/22/2025</a:t>
            </a:fld>
            <a:endParaRPr lang="en-US" dirty="0"/>
          </a:p>
        </p:txBody>
      </p:sp>
      <p:sp>
        <p:nvSpPr>
          <p:cNvPr id="3" name="Footer Placeholder 2">
            <a:extLst>
              <a:ext uri="{FF2B5EF4-FFF2-40B4-BE49-F238E27FC236}">
                <a16:creationId xmlns:a16="http://schemas.microsoft.com/office/drawing/2014/main" id="{22FF5DCF-E092-0BB1-30AE-60AA1E586343}"/>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a:extLst>
              <a:ext uri="{FF2B5EF4-FFF2-40B4-BE49-F238E27FC236}">
                <a16:creationId xmlns:a16="http://schemas.microsoft.com/office/drawing/2014/main" id="{27028B3A-54DC-4691-8F81-E18AA272839F}"/>
              </a:ext>
            </a:extLst>
          </p:cNvPr>
          <p:cNvSpPr>
            <a:spLocks noGrp="1"/>
          </p:cNvSpPr>
          <p:nvPr>
            <p:ph type="sldNum" sz="quarter" idx="12"/>
          </p:nvPr>
        </p:nvSpPr>
        <p:spPr/>
        <p:txBody>
          <a:bodyPr/>
          <a:lstStyle>
            <a:lvl1pPr defTabSz="449263" eaLnBrk="0" hangingPunct="0">
              <a:defRPr/>
            </a:lvl1pPr>
          </a:lstStyle>
          <a:p>
            <a:fld id="{7900EEE9-DBA6-463C-8889-13CC3CDD537E}" type="slidenum">
              <a:rPr lang="en-US" altLang="zh-CN"/>
              <a:pPr/>
              <a:t>‹#›</a:t>
            </a:fld>
            <a:endParaRPr lang="en-US" altLang="zh-CN"/>
          </a:p>
        </p:txBody>
      </p:sp>
    </p:spTree>
    <p:extLst>
      <p:ext uri="{BB962C8B-B14F-4D97-AF65-F5344CB8AC3E}">
        <p14:creationId xmlns:p14="http://schemas.microsoft.com/office/powerpoint/2010/main" val="26493722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A05E8873-2A85-CE72-5882-D0AE77473141}"/>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7AC869EB-E2F0-450B-B0B6-8C4F2044B406}" type="datetime1">
              <a:rPr lang="en-US" altLang="zh-CN" smtClean="0"/>
              <a:pPr>
                <a:defRPr/>
              </a:pPr>
              <a:t>8/22/2025</a:t>
            </a:fld>
            <a:endParaRPr lang="en-US" dirty="0"/>
          </a:p>
        </p:txBody>
      </p:sp>
      <p:sp>
        <p:nvSpPr>
          <p:cNvPr id="6" name="Footer Placeholder 5">
            <a:extLst>
              <a:ext uri="{FF2B5EF4-FFF2-40B4-BE49-F238E27FC236}">
                <a16:creationId xmlns:a16="http://schemas.microsoft.com/office/drawing/2014/main" id="{61F13332-5BBE-1E3B-C24A-C07EB34D3C96}"/>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a:extLst>
              <a:ext uri="{FF2B5EF4-FFF2-40B4-BE49-F238E27FC236}">
                <a16:creationId xmlns:a16="http://schemas.microsoft.com/office/drawing/2014/main" id="{41C9E851-5390-D268-9738-0E9051397599}"/>
              </a:ext>
            </a:extLst>
          </p:cNvPr>
          <p:cNvSpPr>
            <a:spLocks noGrp="1"/>
          </p:cNvSpPr>
          <p:nvPr>
            <p:ph type="sldNum" sz="quarter" idx="12"/>
          </p:nvPr>
        </p:nvSpPr>
        <p:spPr/>
        <p:txBody>
          <a:bodyPr/>
          <a:lstStyle>
            <a:lvl1pPr defTabSz="449263" eaLnBrk="0" hangingPunct="0">
              <a:defRPr/>
            </a:lvl1pPr>
          </a:lstStyle>
          <a:p>
            <a:fld id="{408916A2-3935-43FC-8FA1-DC4ABF87A12F}" type="slidenum">
              <a:rPr lang="en-US" altLang="zh-CN"/>
              <a:pPr/>
              <a:t>‹#›</a:t>
            </a:fld>
            <a:endParaRPr lang="en-US" altLang="zh-CN"/>
          </a:p>
        </p:txBody>
      </p:sp>
    </p:spTree>
    <p:extLst>
      <p:ext uri="{BB962C8B-B14F-4D97-AF65-F5344CB8AC3E}">
        <p14:creationId xmlns:p14="http://schemas.microsoft.com/office/powerpoint/2010/main" val="4867153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29AE872B-77AD-62BC-8211-C162462D2C79}"/>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A2C8A45A-E8C9-41ED-9140-E5753E958AFB}" type="datetime1">
              <a:rPr lang="en-US" altLang="zh-CN" smtClean="0"/>
              <a:pPr>
                <a:defRPr/>
              </a:pPr>
              <a:t>8/22/2025</a:t>
            </a:fld>
            <a:endParaRPr lang="en-US" dirty="0"/>
          </a:p>
        </p:txBody>
      </p:sp>
      <p:sp>
        <p:nvSpPr>
          <p:cNvPr id="6" name="Footer Placeholder 5">
            <a:extLst>
              <a:ext uri="{FF2B5EF4-FFF2-40B4-BE49-F238E27FC236}">
                <a16:creationId xmlns:a16="http://schemas.microsoft.com/office/drawing/2014/main" id="{A6BBBF0B-257D-038F-0029-CE64DDCE7CB4}"/>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a:extLst>
              <a:ext uri="{FF2B5EF4-FFF2-40B4-BE49-F238E27FC236}">
                <a16:creationId xmlns:a16="http://schemas.microsoft.com/office/drawing/2014/main" id="{DB00DAF1-A7CA-B32A-1A90-C08E732F9D44}"/>
              </a:ext>
            </a:extLst>
          </p:cNvPr>
          <p:cNvSpPr>
            <a:spLocks noGrp="1"/>
          </p:cNvSpPr>
          <p:nvPr>
            <p:ph type="sldNum" sz="quarter" idx="12"/>
          </p:nvPr>
        </p:nvSpPr>
        <p:spPr/>
        <p:txBody>
          <a:bodyPr/>
          <a:lstStyle>
            <a:lvl1pPr defTabSz="449263" eaLnBrk="0" hangingPunct="0">
              <a:defRPr/>
            </a:lvl1pPr>
          </a:lstStyle>
          <a:p>
            <a:fld id="{760706DF-4335-44F3-9274-2460A650FE00}" type="slidenum">
              <a:rPr lang="en-US" altLang="zh-CN"/>
              <a:pPr/>
              <a:t>‹#›</a:t>
            </a:fld>
            <a:endParaRPr lang="en-US" altLang="zh-CN"/>
          </a:p>
        </p:txBody>
      </p:sp>
    </p:spTree>
    <p:extLst>
      <p:ext uri="{BB962C8B-B14F-4D97-AF65-F5344CB8AC3E}">
        <p14:creationId xmlns:p14="http://schemas.microsoft.com/office/powerpoint/2010/main" val="9316284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F0D6EF93-F3A1-A2FF-993D-967E1536E773}"/>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C616D759-462A-49D0-A58B-EB8FF880E267}"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01B91879-BD6B-8266-623F-790DAC5C833D}"/>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a:extLst>
              <a:ext uri="{FF2B5EF4-FFF2-40B4-BE49-F238E27FC236}">
                <a16:creationId xmlns:a16="http://schemas.microsoft.com/office/drawing/2014/main" id="{18668F19-0D42-FAF0-0FC6-3E997940850C}"/>
              </a:ext>
            </a:extLst>
          </p:cNvPr>
          <p:cNvSpPr>
            <a:spLocks noGrp="1"/>
          </p:cNvSpPr>
          <p:nvPr>
            <p:ph type="sldNum" sz="quarter" idx="12"/>
          </p:nvPr>
        </p:nvSpPr>
        <p:spPr/>
        <p:txBody>
          <a:bodyPr/>
          <a:lstStyle>
            <a:lvl1pPr defTabSz="449263" eaLnBrk="0" hangingPunct="0">
              <a:defRPr/>
            </a:lvl1pPr>
          </a:lstStyle>
          <a:p>
            <a:fld id="{A36F484E-CE15-4A78-8AB4-B169AAE25B92}" type="slidenum">
              <a:rPr lang="en-US" altLang="zh-CN"/>
              <a:pPr/>
              <a:t>‹#›</a:t>
            </a:fld>
            <a:endParaRPr lang="en-US" altLang="zh-CN"/>
          </a:p>
        </p:txBody>
      </p:sp>
    </p:spTree>
    <p:extLst>
      <p:ext uri="{BB962C8B-B14F-4D97-AF65-F5344CB8AC3E}">
        <p14:creationId xmlns:p14="http://schemas.microsoft.com/office/powerpoint/2010/main" val="32773433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4" name="TextBox 19">
            <a:extLst>
              <a:ext uri="{FF2B5EF4-FFF2-40B4-BE49-F238E27FC236}">
                <a16:creationId xmlns:a16="http://schemas.microsoft.com/office/drawing/2014/main" id="{A9D0D6F3-F238-A5E8-C611-3BC9040394E8}"/>
              </a:ext>
            </a:extLst>
          </p:cNvPr>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5" name="TextBox 21">
            <a:extLst>
              <a:ext uri="{FF2B5EF4-FFF2-40B4-BE49-F238E27FC236}">
                <a16:creationId xmlns:a16="http://schemas.microsoft.com/office/drawing/2014/main" id="{BF7A3892-1A93-88D7-346D-4773C78E6A48}"/>
              </a:ext>
            </a:extLst>
          </p:cNvPr>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6" name="Date Placeholder 3">
            <a:extLst>
              <a:ext uri="{FF2B5EF4-FFF2-40B4-BE49-F238E27FC236}">
                <a16:creationId xmlns:a16="http://schemas.microsoft.com/office/drawing/2014/main" id="{EC241082-0FB6-9119-AB09-50C0BEC82B9A}"/>
              </a:ext>
            </a:extLst>
          </p:cNvPr>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3F4797BD-AE64-4F56-9EDF-F9B5CABC85F0}" type="datetime1">
              <a:rPr lang="en-US" altLang="zh-CN" smtClean="0"/>
              <a:pPr>
                <a:defRPr/>
              </a:pPr>
              <a:t>8/22/2025</a:t>
            </a:fld>
            <a:endParaRPr lang="en-US" dirty="0"/>
          </a:p>
        </p:txBody>
      </p:sp>
      <p:sp>
        <p:nvSpPr>
          <p:cNvPr id="7" name="Footer Placeholder 4">
            <a:extLst>
              <a:ext uri="{FF2B5EF4-FFF2-40B4-BE49-F238E27FC236}">
                <a16:creationId xmlns:a16="http://schemas.microsoft.com/office/drawing/2014/main" id="{53D4CD40-2334-BF47-59E4-E0BE39F52322}"/>
              </a:ext>
            </a:extLst>
          </p:cNvPr>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8" name="Slide Number Placeholder 5">
            <a:extLst>
              <a:ext uri="{FF2B5EF4-FFF2-40B4-BE49-F238E27FC236}">
                <a16:creationId xmlns:a16="http://schemas.microsoft.com/office/drawing/2014/main" id="{4BC65978-2E2A-3835-347C-6EFA9D27E581}"/>
              </a:ext>
            </a:extLst>
          </p:cNvPr>
          <p:cNvSpPr>
            <a:spLocks noGrp="1"/>
          </p:cNvSpPr>
          <p:nvPr>
            <p:ph type="sldNum" sz="quarter" idx="16"/>
          </p:nvPr>
        </p:nvSpPr>
        <p:spPr/>
        <p:txBody>
          <a:bodyPr/>
          <a:lstStyle>
            <a:lvl1pPr defTabSz="449263" eaLnBrk="0" hangingPunct="0">
              <a:defRPr/>
            </a:lvl1pPr>
          </a:lstStyle>
          <a:p>
            <a:fld id="{90FE1DFF-63CA-414B-88C7-BEDB17BA946B}" type="slidenum">
              <a:rPr lang="en-US" altLang="zh-CN"/>
              <a:pPr/>
              <a:t>‹#›</a:t>
            </a:fld>
            <a:endParaRPr lang="en-US" altLang="zh-CN"/>
          </a:p>
        </p:txBody>
      </p:sp>
    </p:spTree>
    <p:extLst>
      <p:ext uri="{BB962C8B-B14F-4D97-AF65-F5344CB8AC3E}">
        <p14:creationId xmlns:p14="http://schemas.microsoft.com/office/powerpoint/2010/main" val="27979187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A69B6A61-5344-2663-8727-3EA56E7657A5}"/>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FD5DF2CB-9D03-47D2-ACDC-9872B816C5B4}"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0792AB5C-DAFF-C9D3-2792-7A39065A1B0B}"/>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a:extLst>
              <a:ext uri="{FF2B5EF4-FFF2-40B4-BE49-F238E27FC236}">
                <a16:creationId xmlns:a16="http://schemas.microsoft.com/office/drawing/2014/main" id="{8B1A9A5D-2F1B-0D3B-CA38-6B33F5F69C34}"/>
              </a:ext>
            </a:extLst>
          </p:cNvPr>
          <p:cNvSpPr>
            <a:spLocks noGrp="1"/>
          </p:cNvSpPr>
          <p:nvPr>
            <p:ph type="sldNum" sz="quarter" idx="12"/>
          </p:nvPr>
        </p:nvSpPr>
        <p:spPr/>
        <p:txBody>
          <a:bodyPr/>
          <a:lstStyle>
            <a:lvl1pPr defTabSz="449263" eaLnBrk="0" hangingPunct="0">
              <a:defRPr/>
            </a:lvl1pPr>
          </a:lstStyle>
          <a:p>
            <a:fld id="{06321065-D77C-44A1-8B2B-661E27FA0331}" type="slidenum">
              <a:rPr lang="en-US" altLang="zh-CN"/>
              <a:pPr/>
              <a:t>‹#›</a:t>
            </a:fld>
            <a:endParaRPr lang="en-US" altLang="zh-CN"/>
          </a:p>
        </p:txBody>
      </p:sp>
    </p:spTree>
    <p:extLst>
      <p:ext uri="{BB962C8B-B14F-4D97-AF65-F5344CB8AC3E}">
        <p14:creationId xmlns:p14="http://schemas.microsoft.com/office/powerpoint/2010/main" val="1088217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4" name="TextBox 23">
            <a:extLst>
              <a:ext uri="{FF2B5EF4-FFF2-40B4-BE49-F238E27FC236}">
                <a16:creationId xmlns:a16="http://schemas.microsoft.com/office/drawing/2014/main" id="{7AF4618B-0046-CC50-DD0D-157CCB317565}"/>
              </a:ext>
            </a:extLst>
          </p:cNvPr>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5" name="TextBox 24">
            <a:extLst>
              <a:ext uri="{FF2B5EF4-FFF2-40B4-BE49-F238E27FC236}">
                <a16:creationId xmlns:a16="http://schemas.microsoft.com/office/drawing/2014/main" id="{86CD246D-5AAA-60E1-7FC1-BA87D2849F97}"/>
              </a:ext>
            </a:extLst>
          </p:cNvPr>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6" name="Date Placeholder 3">
            <a:extLst>
              <a:ext uri="{FF2B5EF4-FFF2-40B4-BE49-F238E27FC236}">
                <a16:creationId xmlns:a16="http://schemas.microsoft.com/office/drawing/2014/main" id="{29D912A3-20DB-E7CB-EE92-A7808E89C2C2}"/>
              </a:ext>
            </a:extLst>
          </p:cNvPr>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691088B0-6503-4FD3-BB0A-2D324207FCEB}" type="datetime1">
              <a:rPr lang="en-US" altLang="zh-CN" smtClean="0"/>
              <a:pPr>
                <a:defRPr/>
              </a:pPr>
              <a:t>8/22/2025</a:t>
            </a:fld>
            <a:endParaRPr lang="en-US" dirty="0"/>
          </a:p>
        </p:txBody>
      </p:sp>
      <p:sp>
        <p:nvSpPr>
          <p:cNvPr id="7" name="Footer Placeholder 4">
            <a:extLst>
              <a:ext uri="{FF2B5EF4-FFF2-40B4-BE49-F238E27FC236}">
                <a16:creationId xmlns:a16="http://schemas.microsoft.com/office/drawing/2014/main" id="{27CE3F59-045D-28AA-9C5C-D47DFEED8EDE}"/>
              </a:ext>
            </a:extLst>
          </p:cNvPr>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8" name="Slide Number Placeholder 5">
            <a:extLst>
              <a:ext uri="{FF2B5EF4-FFF2-40B4-BE49-F238E27FC236}">
                <a16:creationId xmlns:a16="http://schemas.microsoft.com/office/drawing/2014/main" id="{97054D9C-A8F9-8A5D-D2ED-410B896CC51D}"/>
              </a:ext>
            </a:extLst>
          </p:cNvPr>
          <p:cNvSpPr>
            <a:spLocks noGrp="1"/>
          </p:cNvSpPr>
          <p:nvPr>
            <p:ph type="sldNum" sz="quarter" idx="16"/>
          </p:nvPr>
        </p:nvSpPr>
        <p:spPr/>
        <p:txBody>
          <a:bodyPr/>
          <a:lstStyle>
            <a:lvl1pPr defTabSz="449263" eaLnBrk="0" hangingPunct="0">
              <a:defRPr/>
            </a:lvl1pPr>
          </a:lstStyle>
          <a:p>
            <a:fld id="{663E8984-9C5A-4D18-9654-D425394C2814}" type="slidenum">
              <a:rPr lang="en-US" altLang="zh-CN"/>
              <a:pPr/>
              <a:t>‹#›</a:t>
            </a:fld>
            <a:endParaRPr lang="en-US" altLang="zh-CN"/>
          </a:p>
        </p:txBody>
      </p:sp>
    </p:spTree>
    <p:extLst>
      <p:ext uri="{BB962C8B-B14F-4D97-AF65-F5344CB8AC3E}">
        <p14:creationId xmlns:p14="http://schemas.microsoft.com/office/powerpoint/2010/main" val="17045237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4D20671A-7F04-CDB0-AFC4-54DBC7579FEB}"/>
              </a:ext>
            </a:extLst>
          </p:cNvPr>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0ECF73BA-A5F5-46E2-9357-8BFF88C1DEB7}"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1E9FEF95-20F6-5414-2261-2A13E1480C96}"/>
              </a:ext>
            </a:extLst>
          </p:cNvPr>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a:extLst>
              <a:ext uri="{FF2B5EF4-FFF2-40B4-BE49-F238E27FC236}">
                <a16:creationId xmlns:a16="http://schemas.microsoft.com/office/drawing/2014/main" id="{5D3AD931-70D5-55F7-2CF8-F614AE506E90}"/>
              </a:ext>
            </a:extLst>
          </p:cNvPr>
          <p:cNvSpPr>
            <a:spLocks noGrp="1"/>
          </p:cNvSpPr>
          <p:nvPr>
            <p:ph type="sldNum" sz="quarter" idx="16"/>
          </p:nvPr>
        </p:nvSpPr>
        <p:spPr/>
        <p:txBody>
          <a:bodyPr/>
          <a:lstStyle>
            <a:lvl1pPr defTabSz="449263" eaLnBrk="0" hangingPunct="0">
              <a:defRPr/>
            </a:lvl1pPr>
          </a:lstStyle>
          <a:p>
            <a:fld id="{78C064D8-8781-4447-9874-5814F711C130}" type="slidenum">
              <a:rPr lang="en-US" altLang="zh-CN"/>
              <a:pPr/>
              <a:t>‹#›</a:t>
            </a:fld>
            <a:endParaRPr lang="en-US" altLang="zh-CN"/>
          </a:p>
        </p:txBody>
      </p:sp>
    </p:spTree>
    <p:extLst>
      <p:ext uri="{BB962C8B-B14F-4D97-AF65-F5344CB8AC3E}">
        <p14:creationId xmlns:p14="http://schemas.microsoft.com/office/powerpoint/2010/main" val="17382443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a:extLst>
              <a:ext uri="{FF2B5EF4-FFF2-40B4-BE49-F238E27FC236}">
                <a16:creationId xmlns:a16="http://schemas.microsoft.com/office/drawing/2014/main" id="{60A12EFE-62A3-6585-3CD1-7767CF9CDECE}"/>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25EBA6E8-08A2-4776-A4C1-4BD82E709470}"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01FD4FD4-C545-F2B4-BF54-45F220573100}"/>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a:extLst>
              <a:ext uri="{FF2B5EF4-FFF2-40B4-BE49-F238E27FC236}">
                <a16:creationId xmlns:a16="http://schemas.microsoft.com/office/drawing/2014/main" id="{3C778AC9-61FB-9AE6-A701-ADCFD7B9F4D6}"/>
              </a:ext>
            </a:extLst>
          </p:cNvPr>
          <p:cNvSpPr>
            <a:spLocks noGrp="1"/>
          </p:cNvSpPr>
          <p:nvPr>
            <p:ph type="sldNum" sz="quarter" idx="12"/>
          </p:nvPr>
        </p:nvSpPr>
        <p:spPr/>
        <p:txBody>
          <a:bodyPr/>
          <a:lstStyle>
            <a:lvl1pPr defTabSz="449263" eaLnBrk="0" hangingPunct="0">
              <a:defRPr/>
            </a:lvl1pPr>
          </a:lstStyle>
          <a:p>
            <a:fld id="{53D94B0E-8240-44F2-98A5-B66ED4C63098}" type="slidenum">
              <a:rPr lang="en-US" altLang="zh-CN"/>
              <a:pPr/>
              <a:t>‹#›</a:t>
            </a:fld>
            <a:endParaRPr lang="en-US" altLang="zh-CN"/>
          </a:p>
        </p:txBody>
      </p:sp>
    </p:spTree>
    <p:extLst>
      <p:ext uri="{BB962C8B-B14F-4D97-AF65-F5344CB8AC3E}">
        <p14:creationId xmlns:p14="http://schemas.microsoft.com/office/powerpoint/2010/main" val="2430985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a:extLst>
              <a:ext uri="{FF2B5EF4-FFF2-40B4-BE49-F238E27FC236}">
                <a16:creationId xmlns:a16="http://schemas.microsoft.com/office/drawing/2014/main" id="{D2A5A94E-36FE-FC6E-C596-CAADC7CC5158}"/>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fld id="{76A1E3F2-2B03-40E9-834D-C44088B8A9C3}"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B13A8550-D3FC-7317-B16C-0B85A0FD1540}"/>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a:extLst>
              <a:ext uri="{FF2B5EF4-FFF2-40B4-BE49-F238E27FC236}">
                <a16:creationId xmlns:a16="http://schemas.microsoft.com/office/drawing/2014/main" id="{F61BFB2E-4463-6F72-7C0E-F28594F30D59}"/>
              </a:ext>
            </a:extLst>
          </p:cNvPr>
          <p:cNvSpPr>
            <a:spLocks noGrp="1"/>
          </p:cNvSpPr>
          <p:nvPr>
            <p:ph type="sldNum" sz="quarter" idx="12"/>
          </p:nvPr>
        </p:nvSpPr>
        <p:spPr/>
        <p:txBody>
          <a:bodyPr/>
          <a:lstStyle>
            <a:lvl1pPr defTabSz="449263" eaLnBrk="0" hangingPunct="0">
              <a:defRPr/>
            </a:lvl1pPr>
          </a:lstStyle>
          <a:p>
            <a:fld id="{07B4AFDE-86B2-4459-B779-B15E26842260}" type="slidenum">
              <a:rPr lang="en-US" altLang="zh-CN"/>
              <a:pPr/>
              <a:t>‹#›</a:t>
            </a:fld>
            <a:endParaRPr lang="en-US" altLang="zh-CN"/>
          </a:p>
        </p:txBody>
      </p:sp>
    </p:spTree>
    <p:extLst>
      <p:ext uri="{BB962C8B-B14F-4D97-AF65-F5344CB8AC3E}">
        <p14:creationId xmlns:p14="http://schemas.microsoft.com/office/powerpoint/2010/main" val="19373108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a:extLst>
              <a:ext uri="{FF2B5EF4-FFF2-40B4-BE49-F238E27FC236}">
                <a16:creationId xmlns:a16="http://schemas.microsoft.com/office/drawing/2014/main" id="{C297048A-893D-F5FC-A26B-626A3705BD01}"/>
              </a:ext>
            </a:extLst>
          </p:cNvPr>
          <p:cNvGrpSpPr>
            <a:grpSpLocks/>
          </p:cNvGrpSpPr>
          <p:nvPr/>
        </p:nvGrpSpPr>
        <p:grpSpPr bwMode="auto">
          <a:xfrm>
            <a:off x="0" y="-9525"/>
            <a:ext cx="10080625" cy="7569200"/>
            <a:chOff x="0" y="-8467"/>
            <a:chExt cx="12192000" cy="6866467"/>
          </a:xfrm>
        </p:grpSpPr>
        <p:cxnSp>
          <p:nvCxnSpPr>
            <p:cNvPr id="5" name="Straight Connector 31">
              <a:extLst>
                <a:ext uri="{FF2B5EF4-FFF2-40B4-BE49-F238E27FC236}">
                  <a16:creationId xmlns:a16="http://schemas.microsoft.com/office/drawing/2014/main" id="{78A51D7C-3B37-D770-707C-C55B4F187C68}"/>
                </a:ext>
              </a:extLst>
            </p:cNvPr>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a:extLst>
                <a:ext uri="{FF2B5EF4-FFF2-40B4-BE49-F238E27FC236}">
                  <a16:creationId xmlns:a16="http://schemas.microsoft.com/office/drawing/2014/main" id="{5E6A2719-DB4B-1BCE-91DB-040A2F1A46AB}"/>
                </a:ext>
              </a:extLst>
            </p:cNvPr>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a:extLst>
                <a:ext uri="{FF2B5EF4-FFF2-40B4-BE49-F238E27FC236}">
                  <a16:creationId xmlns:a16="http://schemas.microsoft.com/office/drawing/2014/main" id="{15E2EB99-52AB-33C8-09D4-55851BFDB1B1}"/>
                </a:ext>
              </a:extLst>
            </p:cNvPr>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a:extLst>
                <a:ext uri="{FF2B5EF4-FFF2-40B4-BE49-F238E27FC236}">
                  <a16:creationId xmlns:a16="http://schemas.microsoft.com/office/drawing/2014/main" id="{56684EB6-D6AA-9EFA-BA09-01FFF09DD291}"/>
                </a:ext>
              </a:extLst>
            </p:cNvPr>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a:extLst>
                <a:ext uri="{FF2B5EF4-FFF2-40B4-BE49-F238E27FC236}">
                  <a16:creationId xmlns:a16="http://schemas.microsoft.com/office/drawing/2014/main" id="{07259A79-F61F-2DDD-8E5D-25F91D832AD7}"/>
                </a:ext>
              </a:extLst>
            </p:cNvPr>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a:extLst>
                <a:ext uri="{FF2B5EF4-FFF2-40B4-BE49-F238E27FC236}">
                  <a16:creationId xmlns:a16="http://schemas.microsoft.com/office/drawing/2014/main" id="{C8153423-4CCA-9BE2-F1D7-207D33E2792A}"/>
                </a:ext>
              </a:extLst>
            </p:cNvPr>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a:extLst>
                <a:ext uri="{FF2B5EF4-FFF2-40B4-BE49-F238E27FC236}">
                  <a16:creationId xmlns:a16="http://schemas.microsoft.com/office/drawing/2014/main" id="{9A758B8B-6728-5152-1A87-09CABF87CC6C}"/>
                </a:ext>
              </a:extLst>
            </p:cNvPr>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a:extLst>
                <a:ext uri="{FF2B5EF4-FFF2-40B4-BE49-F238E27FC236}">
                  <a16:creationId xmlns:a16="http://schemas.microsoft.com/office/drawing/2014/main" id="{7C77C802-5983-24A5-BE30-7D38F400A4DE}"/>
                </a:ext>
              </a:extLst>
            </p:cNvPr>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a:extLst>
                <a:ext uri="{FF2B5EF4-FFF2-40B4-BE49-F238E27FC236}">
                  <a16:creationId xmlns:a16="http://schemas.microsoft.com/office/drawing/2014/main" id="{443E3448-F2CC-F1CF-DFE2-C50AB45F4D34}"/>
                </a:ext>
              </a:extLst>
            </p:cNvPr>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a:extLst>
                <a:ext uri="{FF2B5EF4-FFF2-40B4-BE49-F238E27FC236}">
                  <a16:creationId xmlns:a16="http://schemas.microsoft.com/office/drawing/2014/main" id="{50A1AE91-DFA8-8F86-5BF5-F645295EDC74}"/>
                </a:ext>
              </a:extLst>
            </p:cNvPr>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3968">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a:t>单击此处编辑母版副标题样式</a:t>
            </a:r>
            <a:endParaRPr lang="en-US" dirty="0"/>
          </a:p>
        </p:txBody>
      </p:sp>
      <p:sp>
        <p:nvSpPr>
          <p:cNvPr id="15" name="Date Placeholder 3">
            <a:extLst>
              <a:ext uri="{FF2B5EF4-FFF2-40B4-BE49-F238E27FC236}">
                <a16:creationId xmlns:a16="http://schemas.microsoft.com/office/drawing/2014/main" id="{26340A9E-0405-A075-D6E0-B82C7C115E98}"/>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95E90D7E-CC01-49A5-BAE3-8F9BD44F6B91}" type="datetime1">
              <a:rPr lang="en-US" altLang="zh-CN" smtClean="0"/>
              <a:pPr>
                <a:defRPr/>
              </a:pPr>
              <a:t>8/22/2025</a:t>
            </a:fld>
            <a:endParaRPr lang="en-US" dirty="0"/>
          </a:p>
        </p:txBody>
      </p:sp>
      <p:sp>
        <p:nvSpPr>
          <p:cNvPr id="16" name="Footer Placeholder 4">
            <a:extLst>
              <a:ext uri="{FF2B5EF4-FFF2-40B4-BE49-F238E27FC236}">
                <a16:creationId xmlns:a16="http://schemas.microsoft.com/office/drawing/2014/main" id="{C612E067-9058-E080-B665-D5359FA38A43}"/>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17" name="Slide Number Placeholder 5">
            <a:extLst>
              <a:ext uri="{FF2B5EF4-FFF2-40B4-BE49-F238E27FC236}">
                <a16:creationId xmlns:a16="http://schemas.microsoft.com/office/drawing/2014/main" id="{3CBBDF14-0A42-71C2-8A52-A28FAB07C034}"/>
              </a:ext>
            </a:extLst>
          </p:cNvPr>
          <p:cNvSpPr>
            <a:spLocks noGrp="1"/>
          </p:cNvSpPr>
          <p:nvPr>
            <p:ph type="sldNum" sz="quarter" idx="12"/>
          </p:nvPr>
        </p:nvSpPr>
        <p:spPr/>
        <p:txBody>
          <a:bodyPr/>
          <a:lstStyle>
            <a:lvl1pPr defTabSz="449263" eaLnBrk="0" hangingPunct="0">
              <a:defRPr/>
            </a:lvl1pPr>
          </a:lstStyle>
          <a:p>
            <a:fld id="{E51FA948-47A1-4AD5-B2EA-715E90FE7CAE}" type="slidenum">
              <a:rPr lang="en-US" altLang="zh-CN"/>
              <a:pPr/>
              <a:t>‹#›</a:t>
            </a:fld>
            <a:endParaRPr lang="en-US" altLang="zh-CN"/>
          </a:p>
        </p:txBody>
      </p:sp>
    </p:spTree>
    <p:extLst>
      <p:ext uri="{BB962C8B-B14F-4D97-AF65-F5344CB8AC3E}">
        <p14:creationId xmlns:p14="http://schemas.microsoft.com/office/powerpoint/2010/main" val="12227797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a:extLst>
              <a:ext uri="{FF2B5EF4-FFF2-40B4-BE49-F238E27FC236}">
                <a16:creationId xmlns:a16="http://schemas.microsoft.com/office/drawing/2014/main" id="{4105603A-010C-8EAF-523C-B81D02DA5F78}"/>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823AC331-0538-4867-B0AA-EEEFED1A1C80}"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E1AC8451-B4AC-A5D6-166D-53E68D8D85CA}"/>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6" name="Slide Number Placeholder 5">
            <a:extLst>
              <a:ext uri="{FF2B5EF4-FFF2-40B4-BE49-F238E27FC236}">
                <a16:creationId xmlns:a16="http://schemas.microsoft.com/office/drawing/2014/main" id="{D4A71B89-8366-4FF9-1060-E6EB35C83FED}"/>
              </a:ext>
            </a:extLst>
          </p:cNvPr>
          <p:cNvSpPr>
            <a:spLocks noGrp="1"/>
          </p:cNvSpPr>
          <p:nvPr>
            <p:ph type="sldNum" sz="quarter" idx="12"/>
          </p:nvPr>
        </p:nvSpPr>
        <p:spPr/>
        <p:txBody>
          <a:bodyPr/>
          <a:lstStyle>
            <a:lvl1pPr defTabSz="449263" eaLnBrk="0" hangingPunct="0">
              <a:defRPr/>
            </a:lvl1pPr>
          </a:lstStyle>
          <a:p>
            <a:fld id="{19EA9E33-FDCE-4940-A694-E61AEA3CCEDD}" type="slidenum">
              <a:rPr lang="en-US" altLang="zh-CN"/>
              <a:pPr/>
              <a:t>‹#›</a:t>
            </a:fld>
            <a:endParaRPr lang="en-US" altLang="zh-CN"/>
          </a:p>
        </p:txBody>
      </p:sp>
    </p:spTree>
    <p:extLst>
      <p:ext uri="{BB962C8B-B14F-4D97-AF65-F5344CB8AC3E}">
        <p14:creationId xmlns:p14="http://schemas.microsoft.com/office/powerpoint/2010/main" val="32835690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B2250378-0E23-A2BB-FE30-7779F31DB197}"/>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3518B9C4-1F86-4A93-AF48-16DE3E5C4A58}"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36EA0BD7-0C65-5579-6AD1-14D1913CCCA0}"/>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6" name="Slide Number Placeholder 5">
            <a:extLst>
              <a:ext uri="{FF2B5EF4-FFF2-40B4-BE49-F238E27FC236}">
                <a16:creationId xmlns:a16="http://schemas.microsoft.com/office/drawing/2014/main" id="{7AD82A3B-C2D8-D9F2-D132-89F58676C622}"/>
              </a:ext>
            </a:extLst>
          </p:cNvPr>
          <p:cNvSpPr>
            <a:spLocks noGrp="1"/>
          </p:cNvSpPr>
          <p:nvPr>
            <p:ph type="sldNum" sz="quarter" idx="12"/>
          </p:nvPr>
        </p:nvSpPr>
        <p:spPr/>
        <p:txBody>
          <a:bodyPr/>
          <a:lstStyle>
            <a:lvl1pPr defTabSz="449263" eaLnBrk="0" hangingPunct="0">
              <a:defRPr/>
            </a:lvl1pPr>
          </a:lstStyle>
          <a:p>
            <a:fld id="{026D01B9-93D5-474C-9CEE-BAE79F9671DB}" type="slidenum">
              <a:rPr lang="en-US" altLang="zh-CN"/>
              <a:pPr/>
              <a:t>‹#›</a:t>
            </a:fld>
            <a:endParaRPr lang="en-US" altLang="zh-CN"/>
          </a:p>
        </p:txBody>
      </p:sp>
    </p:spTree>
    <p:extLst>
      <p:ext uri="{BB962C8B-B14F-4D97-AF65-F5344CB8AC3E}">
        <p14:creationId xmlns:p14="http://schemas.microsoft.com/office/powerpoint/2010/main" val="40098654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a:extLst>
              <a:ext uri="{FF2B5EF4-FFF2-40B4-BE49-F238E27FC236}">
                <a16:creationId xmlns:a16="http://schemas.microsoft.com/office/drawing/2014/main" id="{0BF7E4EC-89F6-F191-E83B-7835E5360B4C}"/>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D14C16BC-8C11-470A-9818-556F2FBCDB92}" type="datetime1">
              <a:rPr lang="en-US" altLang="zh-CN" smtClean="0"/>
              <a:pPr>
                <a:defRPr/>
              </a:pPr>
              <a:t>8/22/2025</a:t>
            </a:fld>
            <a:endParaRPr lang="en-US" dirty="0"/>
          </a:p>
        </p:txBody>
      </p:sp>
      <p:sp>
        <p:nvSpPr>
          <p:cNvPr id="6" name="Footer Placeholder 5">
            <a:extLst>
              <a:ext uri="{FF2B5EF4-FFF2-40B4-BE49-F238E27FC236}">
                <a16:creationId xmlns:a16="http://schemas.microsoft.com/office/drawing/2014/main" id="{E691AC2E-9E22-56D1-CCD7-E802A5B1CCD6}"/>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7" name="Slide Number Placeholder 6">
            <a:extLst>
              <a:ext uri="{FF2B5EF4-FFF2-40B4-BE49-F238E27FC236}">
                <a16:creationId xmlns:a16="http://schemas.microsoft.com/office/drawing/2014/main" id="{3A554E71-A901-C4AE-363D-BA22943AEED1}"/>
              </a:ext>
            </a:extLst>
          </p:cNvPr>
          <p:cNvSpPr>
            <a:spLocks noGrp="1"/>
          </p:cNvSpPr>
          <p:nvPr>
            <p:ph type="sldNum" sz="quarter" idx="12"/>
          </p:nvPr>
        </p:nvSpPr>
        <p:spPr/>
        <p:txBody>
          <a:bodyPr/>
          <a:lstStyle>
            <a:lvl1pPr defTabSz="449263" eaLnBrk="0" hangingPunct="0">
              <a:defRPr/>
            </a:lvl1pPr>
          </a:lstStyle>
          <a:p>
            <a:fld id="{569BDDC3-C296-40C9-99D7-27C3771A111F}" type="slidenum">
              <a:rPr lang="en-US" altLang="zh-CN"/>
              <a:pPr/>
              <a:t>‹#›</a:t>
            </a:fld>
            <a:endParaRPr lang="en-US" altLang="zh-CN"/>
          </a:p>
        </p:txBody>
      </p:sp>
    </p:spTree>
    <p:extLst>
      <p:ext uri="{BB962C8B-B14F-4D97-AF65-F5344CB8AC3E}">
        <p14:creationId xmlns:p14="http://schemas.microsoft.com/office/powerpoint/2010/main" val="30669478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a:extLst>
              <a:ext uri="{FF2B5EF4-FFF2-40B4-BE49-F238E27FC236}">
                <a16:creationId xmlns:a16="http://schemas.microsoft.com/office/drawing/2014/main" id="{BFE87076-0345-FC79-13E2-E96240B5A8DF}"/>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90FC55AF-AEE8-4996-8412-189B82AC6062}" type="datetime1">
              <a:rPr lang="en-US" altLang="zh-CN" smtClean="0"/>
              <a:pPr>
                <a:defRPr/>
              </a:pPr>
              <a:t>8/22/2025</a:t>
            </a:fld>
            <a:endParaRPr lang="en-US" dirty="0"/>
          </a:p>
        </p:txBody>
      </p:sp>
      <p:sp>
        <p:nvSpPr>
          <p:cNvPr id="8" name="Footer Placeholder 7">
            <a:extLst>
              <a:ext uri="{FF2B5EF4-FFF2-40B4-BE49-F238E27FC236}">
                <a16:creationId xmlns:a16="http://schemas.microsoft.com/office/drawing/2014/main" id="{BD9302DE-C465-7BB3-40BF-6F030DA578A4}"/>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9" name="Slide Number Placeholder 8">
            <a:extLst>
              <a:ext uri="{FF2B5EF4-FFF2-40B4-BE49-F238E27FC236}">
                <a16:creationId xmlns:a16="http://schemas.microsoft.com/office/drawing/2014/main" id="{E37469E4-A658-E711-21F2-3584C5247C09}"/>
              </a:ext>
            </a:extLst>
          </p:cNvPr>
          <p:cNvSpPr>
            <a:spLocks noGrp="1"/>
          </p:cNvSpPr>
          <p:nvPr>
            <p:ph type="sldNum" sz="quarter" idx="12"/>
          </p:nvPr>
        </p:nvSpPr>
        <p:spPr/>
        <p:txBody>
          <a:bodyPr/>
          <a:lstStyle>
            <a:lvl1pPr defTabSz="449263" eaLnBrk="0" hangingPunct="0">
              <a:defRPr/>
            </a:lvl1pPr>
          </a:lstStyle>
          <a:p>
            <a:fld id="{0607C321-7C64-4E75-90FE-9B216956287C}" type="slidenum">
              <a:rPr lang="en-US" altLang="zh-CN"/>
              <a:pPr/>
              <a:t>‹#›</a:t>
            </a:fld>
            <a:endParaRPr lang="en-US" altLang="zh-CN"/>
          </a:p>
        </p:txBody>
      </p:sp>
    </p:spTree>
    <p:extLst>
      <p:ext uri="{BB962C8B-B14F-4D97-AF65-F5344CB8AC3E}">
        <p14:creationId xmlns:p14="http://schemas.microsoft.com/office/powerpoint/2010/main" val="25987179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a:extLst>
              <a:ext uri="{FF2B5EF4-FFF2-40B4-BE49-F238E27FC236}">
                <a16:creationId xmlns:a16="http://schemas.microsoft.com/office/drawing/2014/main" id="{3D9FD869-7C71-920B-788A-2AA57B2B1552}"/>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4D43EB70-F9C7-4131-8BF4-A22AC29D44D4}" type="datetime1">
              <a:rPr lang="en-US" altLang="zh-CN" smtClean="0"/>
              <a:pPr>
                <a:defRPr/>
              </a:pPr>
              <a:t>8/22/2025</a:t>
            </a:fld>
            <a:endParaRPr lang="en-US" dirty="0"/>
          </a:p>
        </p:txBody>
      </p:sp>
      <p:sp>
        <p:nvSpPr>
          <p:cNvPr id="4" name="Footer Placeholder 3">
            <a:extLst>
              <a:ext uri="{FF2B5EF4-FFF2-40B4-BE49-F238E27FC236}">
                <a16:creationId xmlns:a16="http://schemas.microsoft.com/office/drawing/2014/main" id="{BAADA798-A12B-4DAB-EF89-AB12C6CC4E77}"/>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5" name="Slide Number Placeholder 4">
            <a:extLst>
              <a:ext uri="{FF2B5EF4-FFF2-40B4-BE49-F238E27FC236}">
                <a16:creationId xmlns:a16="http://schemas.microsoft.com/office/drawing/2014/main" id="{242207EB-1B7B-D9C9-BB53-C8F18F01CF44}"/>
              </a:ext>
            </a:extLst>
          </p:cNvPr>
          <p:cNvSpPr>
            <a:spLocks noGrp="1"/>
          </p:cNvSpPr>
          <p:nvPr>
            <p:ph type="sldNum" sz="quarter" idx="12"/>
          </p:nvPr>
        </p:nvSpPr>
        <p:spPr/>
        <p:txBody>
          <a:bodyPr/>
          <a:lstStyle>
            <a:lvl1pPr defTabSz="449263" eaLnBrk="0" hangingPunct="0">
              <a:defRPr/>
            </a:lvl1pPr>
          </a:lstStyle>
          <a:p>
            <a:fld id="{80EC6C8F-EB61-40E0-BEFA-19A42F8459D2}" type="slidenum">
              <a:rPr lang="en-US" altLang="zh-CN"/>
              <a:pPr/>
              <a:t>‹#›</a:t>
            </a:fld>
            <a:endParaRPr lang="en-US" altLang="zh-CN"/>
          </a:p>
        </p:txBody>
      </p:sp>
    </p:spTree>
    <p:extLst>
      <p:ext uri="{BB962C8B-B14F-4D97-AF65-F5344CB8AC3E}">
        <p14:creationId xmlns:p14="http://schemas.microsoft.com/office/powerpoint/2010/main" val="7069588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4308A3-993D-FE70-2ADF-0AA8624D8201}"/>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DCB289CE-51F3-4832-87EE-78AEC23EC9E7}" type="datetime1">
              <a:rPr lang="en-US" altLang="zh-CN" smtClean="0"/>
              <a:pPr>
                <a:defRPr/>
              </a:pPr>
              <a:t>8/22/2025</a:t>
            </a:fld>
            <a:endParaRPr lang="en-US" dirty="0"/>
          </a:p>
        </p:txBody>
      </p:sp>
      <p:sp>
        <p:nvSpPr>
          <p:cNvPr id="3" name="Footer Placeholder 2">
            <a:extLst>
              <a:ext uri="{FF2B5EF4-FFF2-40B4-BE49-F238E27FC236}">
                <a16:creationId xmlns:a16="http://schemas.microsoft.com/office/drawing/2014/main" id="{E1EDCFE3-80F1-384A-4DFF-9C6DECED5C2D}"/>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4" name="Slide Number Placeholder 3">
            <a:extLst>
              <a:ext uri="{FF2B5EF4-FFF2-40B4-BE49-F238E27FC236}">
                <a16:creationId xmlns:a16="http://schemas.microsoft.com/office/drawing/2014/main" id="{699E35AA-ABAE-16DD-58C9-9AA14884355A}"/>
              </a:ext>
            </a:extLst>
          </p:cNvPr>
          <p:cNvSpPr>
            <a:spLocks noGrp="1"/>
          </p:cNvSpPr>
          <p:nvPr>
            <p:ph type="sldNum" sz="quarter" idx="12"/>
          </p:nvPr>
        </p:nvSpPr>
        <p:spPr/>
        <p:txBody>
          <a:bodyPr/>
          <a:lstStyle>
            <a:lvl1pPr defTabSz="449263" eaLnBrk="0" hangingPunct="0">
              <a:defRPr/>
            </a:lvl1pPr>
          </a:lstStyle>
          <a:p>
            <a:fld id="{A37485AB-57FE-4061-B176-291EFC3A0680}" type="slidenum">
              <a:rPr lang="en-US" altLang="zh-CN"/>
              <a:pPr/>
              <a:t>‹#›</a:t>
            </a:fld>
            <a:endParaRPr lang="en-US" altLang="zh-CN"/>
          </a:p>
        </p:txBody>
      </p:sp>
    </p:spTree>
    <p:extLst>
      <p:ext uri="{BB962C8B-B14F-4D97-AF65-F5344CB8AC3E}">
        <p14:creationId xmlns:p14="http://schemas.microsoft.com/office/powerpoint/2010/main" val="23153891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6C1D8907-A4D3-5891-DCFC-8DFBE44ABB05}"/>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2B762B75-7C37-46CE-AB81-A9A4A291B115}" type="datetime1">
              <a:rPr lang="en-US" altLang="zh-CN" smtClean="0"/>
              <a:pPr>
                <a:defRPr/>
              </a:pPr>
              <a:t>8/22/2025</a:t>
            </a:fld>
            <a:endParaRPr lang="en-US" dirty="0"/>
          </a:p>
        </p:txBody>
      </p:sp>
      <p:sp>
        <p:nvSpPr>
          <p:cNvPr id="6" name="Footer Placeholder 5">
            <a:extLst>
              <a:ext uri="{FF2B5EF4-FFF2-40B4-BE49-F238E27FC236}">
                <a16:creationId xmlns:a16="http://schemas.microsoft.com/office/drawing/2014/main" id="{8699ECCF-7246-FD33-121B-ABE5169157ED}"/>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7" name="Slide Number Placeholder 6">
            <a:extLst>
              <a:ext uri="{FF2B5EF4-FFF2-40B4-BE49-F238E27FC236}">
                <a16:creationId xmlns:a16="http://schemas.microsoft.com/office/drawing/2014/main" id="{27E276B9-CA54-932A-E458-594F2E8447DC}"/>
              </a:ext>
            </a:extLst>
          </p:cNvPr>
          <p:cNvSpPr>
            <a:spLocks noGrp="1"/>
          </p:cNvSpPr>
          <p:nvPr>
            <p:ph type="sldNum" sz="quarter" idx="12"/>
          </p:nvPr>
        </p:nvSpPr>
        <p:spPr/>
        <p:txBody>
          <a:bodyPr/>
          <a:lstStyle>
            <a:lvl1pPr defTabSz="449263" eaLnBrk="0" hangingPunct="0">
              <a:defRPr/>
            </a:lvl1pPr>
          </a:lstStyle>
          <a:p>
            <a:fld id="{1970863D-D235-4174-94B2-8E697215BCA0}" type="slidenum">
              <a:rPr lang="en-US" altLang="zh-CN"/>
              <a:pPr/>
              <a:t>‹#›</a:t>
            </a:fld>
            <a:endParaRPr lang="en-US" altLang="zh-CN"/>
          </a:p>
        </p:txBody>
      </p:sp>
    </p:spTree>
    <p:extLst>
      <p:ext uri="{BB962C8B-B14F-4D97-AF65-F5344CB8AC3E}">
        <p14:creationId xmlns:p14="http://schemas.microsoft.com/office/powerpoint/2010/main" val="22977972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E5A904BE-C822-ECAB-5005-1F8901160280}"/>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4DE88E2F-B370-4F91-AD4B-0EA43675762E}" type="datetime1">
              <a:rPr lang="en-US" altLang="zh-CN" smtClean="0"/>
              <a:pPr>
                <a:defRPr/>
              </a:pPr>
              <a:t>8/22/2025</a:t>
            </a:fld>
            <a:endParaRPr lang="en-US" dirty="0"/>
          </a:p>
        </p:txBody>
      </p:sp>
      <p:sp>
        <p:nvSpPr>
          <p:cNvPr id="6" name="Footer Placeholder 5">
            <a:extLst>
              <a:ext uri="{FF2B5EF4-FFF2-40B4-BE49-F238E27FC236}">
                <a16:creationId xmlns:a16="http://schemas.microsoft.com/office/drawing/2014/main" id="{E87BC43E-70FB-B159-A7F9-4CCCED89F7CC}"/>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7" name="Slide Number Placeholder 6">
            <a:extLst>
              <a:ext uri="{FF2B5EF4-FFF2-40B4-BE49-F238E27FC236}">
                <a16:creationId xmlns:a16="http://schemas.microsoft.com/office/drawing/2014/main" id="{22DA91C9-71EA-C8EA-6BA7-4DF39B94382B}"/>
              </a:ext>
            </a:extLst>
          </p:cNvPr>
          <p:cNvSpPr>
            <a:spLocks noGrp="1"/>
          </p:cNvSpPr>
          <p:nvPr>
            <p:ph type="sldNum" sz="quarter" idx="12"/>
          </p:nvPr>
        </p:nvSpPr>
        <p:spPr/>
        <p:txBody>
          <a:bodyPr/>
          <a:lstStyle>
            <a:lvl1pPr defTabSz="449263" eaLnBrk="0" hangingPunct="0">
              <a:defRPr/>
            </a:lvl1pPr>
          </a:lstStyle>
          <a:p>
            <a:fld id="{3F366151-03BB-4834-987C-093078C269D3}" type="slidenum">
              <a:rPr lang="en-US" altLang="zh-CN"/>
              <a:pPr/>
              <a:t>‹#›</a:t>
            </a:fld>
            <a:endParaRPr lang="en-US" altLang="zh-CN"/>
          </a:p>
        </p:txBody>
      </p:sp>
    </p:spTree>
    <p:extLst>
      <p:ext uri="{BB962C8B-B14F-4D97-AF65-F5344CB8AC3E}">
        <p14:creationId xmlns:p14="http://schemas.microsoft.com/office/powerpoint/2010/main" val="8711546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A9FC268E-AC43-598C-8F65-EF88CF08DE34}"/>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ECCC543C-8F01-4ED3-9E4D-B70305688965}"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B97C130B-8D37-D40D-5BD9-427A4C22CEA9}"/>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6" name="Slide Number Placeholder 5">
            <a:extLst>
              <a:ext uri="{FF2B5EF4-FFF2-40B4-BE49-F238E27FC236}">
                <a16:creationId xmlns:a16="http://schemas.microsoft.com/office/drawing/2014/main" id="{7183673C-6704-6982-012E-AC52A23858C7}"/>
              </a:ext>
            </a:extLst>
          </p:cNvPr>
          <p:cNvSpPr>
            <a:spLocks noGrp="1"/>
          </p:cNvSpPr>
          <p:nvPr>
            <p:ph type="sldNum" sz="quarter" idx="12"/>
          </p:nvPr>
        </p:nvSpPr>
        <p:spPr/>
        <p:txBody>
          <a:bodyPr/>
          <a:lstStyle>
            <a:lvl1pPr defTabSz="449263" eaLnBrk="0" hangingPunct="0">
              <a:defRPr/>
            </a:lvl1pPr>
          </a:lstStyle>
          <a:p>
            <a:fld id="{089426BC-E3D9-4494-8287-B5E686CB3E41}" type="slidenum">
              <a:rPr lang="en-US" altLang="zh-CN"/>
              <a:pPr/>
              <a:t>‹#›</a:t>
            </a:fld>
            <a:endParaRPr lang="en-US" altLang="zh-CN"/>
          </a:p>
        </p:txBody>
      </p:sp>
    </p:spTree>
    <p:extLst>
      <p:ext uri="{BB962C8B-B14F-4D97-AF65-F5344CB8AC3E}">
        <p14:creationId xmlns:p14="http://schemas.microsoft.com/office/powerpoint/2010/main" val="27369504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4" name="TextBox 19">
            <a:extLst>
              <a:ext uri="{FF2B5EF4-FFF2-40B4-BE49-F238E27FC236}">
                <a16:creationId xmlns:a16="http://schemas.microsoft.com/office/drawing/2014/main" id="{7B4E872C-DC55-96D1-40EE-1141E4BD0E36}"/>
              </a:ext>
            </a:extLst>
          </p:cNvPr>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5" name="TextBox 21">
            <a:extLst>
              <a:ext uri="{FF2B5EF4-FFF2-40B4-BE49-F238E27FC236}">
                <a16:creationId xmlns:a16="http://schemas.microsoft.com/office/drawing/2014/main" id="{1D67A440-0E74-AEEE-7B41-EEDB4165CC33}"/>
              </a:ext>
            </a:extLst>
          </p:cNvPr>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6" name="Date Placeholder 3">
            <a:extLst>
              <a:ext uri="{FF2B5EF4-FFF2-40B4-BE49-F238E27FC236}">
                <a16:creationId xmlns:a16="http://schemas.microsoft.com/office/drawing/2014/main" id="{619E76B8-1423-FCC7-7C84-A5C83C0F053A}"/>
              </a:ext>
            </a:extLst>
          </p:cNvPr>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AF8937C7-3F78-4289-B2BE-C8440AFD4595}" type="datetime1">
              <a:rPr lang="en-US" altLang="zh-CN" smtClean="0"/>
              <a:pPr>
                <a:defRPr/>
              </a:pPr>
              <a:t>8/22/2025</a:t>
            </a:fld>
            <a:endParaRPr lang="en-US" dirty="0"/>
          </a:p>
        </p:txBody>
      </p:sp>
      <p:sp>
        <p:nvSpPr>
          <p:cNvPr id="7" name="Footer Placeholder 4">
            <a:extLst>
              <a:ext uri="{FF2B5EF4-FFF2-40B4-BE49-F238E27FC236}">
                <a16:creationId xmlns:a16="http://schemas.microsoft.com/office/drawing/2014/main" id="{A5FBDF9B-F259-3AAC-1896-E76AC108DC72}"/>
              </a:ext>
            </a:extLst>
          </p:cNvPr>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8" name="Slide Number Placeholder 5">
            <a:extLst>
              <a:ext uri="{FF2B5EF4-FFF2-40B4-BE49-F238E27FC236}">
                <a16:creationId xmlns:a16="http://schemas.microsoft.com/office/drawing/2014/main" id="{F3D417B6-7542-0EDC-D014-3EE3F6485136}"/>
              </a:ext>
            </a:extLst>
          </p:cNvPr>
          <p:cNvSpPr>
            <a:spLocks noGrp="1"/>
          </p:cNvSpPr>
          <p:nvPr>
            <p:ph type="sldNum" sz="quarter" idx="16"/>
          </p:nvPr>
        </p:nvSpPr>
        <p:spPr/>
        <p:txBody>
          <a:bodyPr/>
          <a:lstStyle>
            <a:lvl1pPr defTabSz="449263" eaLnBrk="0" hangingPunct="0">
              <a:defRPr/>
            </a:lvl1pPr>
          </a:lstStyle>
          <a:p>
            <a:fld id="{89C1044E-F82B-4A9A-B139-F9299A628CF5}" type="slidenum">
              <a:rPr lang="en-US" altLang="zh-CN"/>
              <a:pPr/>
              <a:t>‹#›</a:t>
            </a:fld>
            <a:endParaRPr lang="en-US" altLang="zh-CN"/>
          </a:p>
        </p:txBody>
      </p:sp>
    </p:spTree>
    <p:extLst>
      <p:ext uri="{BB962C8B-B14F-4D97-AF65-F5344CB8AC3E}">
        <p14:creationId xmlns:p14="http://schemas.microsoft.com/office/powerpoint/2010/main" val="27187525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85CE9791-1AFB-2079-DFAC-5AE6FAD584D4}"/>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3877D93B-1121-4D21-91FA-F3424DD3F128}"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BE5DFC16-7DE8-8CF9-ABA0-63418FB9DD94}"/>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6" name="Slide Number Placeholder 5">
            <a:extLst>
              <a:ext uri="{FF2B5EF4-FFF2-40B4-BE49-F238E27FC236}">
                <a16:creationId xmlns:a16="http://schemas.microsoft.com/office/drawing/2014/main" id="{0A910D7B-8CD7-F162-5279-7E6D92A17293}"/>
              </a:ext>
            </a:extLst>
          </p:cNvPr>
          <p:cNvSpPr>
            <a:spLocks noGrp="1"/>
          </p:cNvSpPr>
          <p:nvPr>
            <p:ph type="sldNum" sz="quarter" idx="12"/>
          </p:nvPr>
        </p:nvSpPr>
        <p:spPr/>
        <p:txBody>
          <a:bodyPr/>
          <a:lstStyle>
            <a:lvl1pPr defTabSz="449263" eaLnBrk="0" hangingPunct="0">
              <a:defRPr/>
            </a:lvl1pPr>
          </a:lstStyle>
          <a:p>
            <a:fld id="{5131C86A-7438-4861-8E88-FF2666C2E4CB}" type="slidenum">
              <a:rPr lang="en-US" altLang="zh-CN"/>
              <a:pPr/>
              <a:t>‹#›</a:t>
            </a:fld>
            <a:endParaRPr lang="en-US" altLang="zh-CN"/>
          </a:p>
        </p:txBody>
      </p:sp>
    </p:spTree>
    <p:extLst>
      <p:ext uri="{BB962C8B-B14F-4D97-AF65-F5344CB8AC3E}">
        <p14:creationId xmlns:p14="http://schemas.microsoft.com/office/powerpoint/2010/main" val="409721724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4" name="TextBox 23">
            <a:extLst>
              <a:ext uri="{FF2B5EF4-FFF2-40B4-BE49-F238E27FC236}">
                <a16:creationId xmlns:a16="http://schemas.microsoft.com/office/drawing/2014/main" id="{DAAD1B08-73A8-1930-6152-FE9E32F6FC18}"/>
              </a:ext>
            </a:extLst>
          </p:cNvPr>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5" name="TextBox 24">
            <a:extLst>
              <a:ext uri="{FF2B5EF4-FFF2-40B4-BE49-F238E27FC236}">
                <a16:creationId xmlns:a16="http://schemas.microsoft.com/office/drawing/2014/main" id="{27C69BA8-0F4B-F78C-D469-F8C2E8BE0A2B}"/>
              </a:ext>
            </a:extLst>
          </p:cNvPr>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6" name="Date Placeholder 3">
            <a:extLst>
              <a:ext uri="{FF2B5EF4-FFF2-40B4-BE49-F238E27FC236}">
                <a16:creationId xmlns:a16="http://schemas.microsoft.com/office/drawing/2014/main" id="{0F2F9352-75D6-D7D5-2B1E-EEDFEBADF64B}"/>
              </a:ext>
            </a:extLst>
          </p:cNvPr>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1447DAC0-CB18-491E-9E40-D18C2A3762E4}" type="datetime1">
              <a:rPr lang="en-US" altLang="zh-CN" smtClean="0"/>
              <a:pPr>
                <a:defRPr/>
              </a:pPr>
              <a:t>8/22/2025</a:t>
            </a:fld>
            <a:endParaRPr lang="en-US" dirty="0"/>
          </a:p>
        </p:txBody>
      </p:sp>
      <p:sp>
        <p:nvSpPr>
          <p:cNvPr id="7" name="Footer Placeholder 4">
            <a:extLst>
              <a:ext uri="{FF2B5EF4-FFF2-40B4-BE49-F238E27FC236}">
                <a16:creationId xmlns:a16="http://schemas.microsoft.com/office/drawing/2014/main" id="{9C5D4C53-BB84-4AB0-84D7-BD217CCAC6BE}"/>
              </a:ext>
            </a:extLst>
          </p:cNvPr>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8" name="Slide Number Placeholder 5">
            <a:extLst>
              <a:ext uri="{FF2B5EF4-FFF2-40B4-BE49-F238E27FC236}">
                <a16:creationId xmlns:a16="http://schemas.microsoft.com/office/drawing/2014/main" id="{0C96F183-06A3-AB4E-F851-74F188DD3C0E}"/>
              </a:ext>
            </a:extLst>
          </p:cNvPr>
          <p:cNvSpPr>
            <a:spLocks noGrp="1"/>
          </p:cNvSpPr>
          <p:nvPr>
            <p:ph type="sldNum" sz="quarter" idx="16"/>
          </p:nvPr>
        </p:nvSpPr>
        <p:spPr/>
        <p:txBody>
          <a:bodyPr/>
          <a:lstStyle>
            <a:lvl1pPr defTabSz="449263" eaLnBrk="0" hangingPunct="0">
              <a:defRPr/>
            </a:lvl1pPr>
          </a:lstStyle>
          <a:p>
            <a:fld id="{41907526-DAAB-429F-BD6E-E9CD42C00597}" type="slidenum">
              <a:rPr lang="en-US" altLang="zh-CN"/>
              <a:pPr/>
              <a:t>‹#›</a:t>
            </a:fld>
            <a:endParaRPr lang="en-US" altLang="zh-CN"/>
          </a:p>
        </p:txBody>
      </p:sp>
    </p:spTree>
    <p:extLst>
      <p:ext uri="{BB962C8B-B14F-4D97-AF65-F5344CB8AC3E}">
        <p14:creationId xmlns:p14="http://schemas.microsoft.com/office/powerpoint/2010/main" val="42068302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A439117F-A7F0-DAF1-0F24-2911026DFF94}"/>
              </a:ext>
            </a:extLst>
          </p:cNvPr>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3A68B44D-03FE-4B6A-A3CC-E107F1087325}"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25855BC6-915B-1BDA-C651-BC688DC2D8D6}"/>
              </a:ext>
            </a:extLst>
          </p:cNvPr>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6" name="Slide Number Placeholder 5">
            <a:extLst>
              <a:ext uri="{FF2B5EF4-FFF2-40B4-BE49-F238E27FC236}">
                <a16:creationId xmlns:a16="http://schemas.microsoft.com/office/drawing/2014/main" id="{53B34B2C-8CC4-23B4-76CF-E59B325520E3}"/>
              </a:ext>
            </a:extLst>
          </p:cNvPr>
          <p:cNvSpPr>
            <a:spLocks noGrp="1"/>
          </p:cNvSpPr>
          <p:nvPr>
            <p:ph type="sldNum" sz="quarter" idx="16"/>
          </p:nvPr>
        </p:nvSpPr>
        <p:spPr/>
        <p:txBody>
          <a:bodyPr/>
          <a:lstStyle>
            <a:lvl1pPr defTabSz="449263" eaLnBrk="0" hangingPunct="0">
              <a:defRPr/>
            </a:lvl1pPr>
          </a:lstStyle>
          <a:p>
            <a:fld id="{F347A353-2E75-4B2F-8F62-E07F15F48978}" type="slidenum">
              <a:rPr lang="en-US" altLang="zh-CN"/>
              <a:pPr/>
              <a:t>‹#›</a:t>
            </a:fld>
            <a:endParaRPr lang="en-US" altLang="zh-CN"/>
          </a:p>
        </p:txBody>
      </p:sp>
    </p:spTree>
    <p:extLst>
      <p:ext uri="{BB962C8B-B14F-4D97-AF65-F5344CB8AC3E}">
        <p14:creationId xmlns:p14="http://schemas.microsoft.com/office/powerpoint/2010/main" val="2683218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a:extLst>
              <a:ext uri="{FF2B5EF4-FFF2-40B4-BE49-F238E27FC236}">
                <a16:creationId xmlns:a16="http://schemas.microsoft.com/office/drawing/2014/main" id="{6C1E5C53-17C9-9288-C0D9-370F2D743872}"/>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1B0A7399-6609-415C-BF3B-4F6E145108B9}"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4DC9B1F9-F1FF-2109-1F04-41162E5B0608}"/>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6" name="Slide Number Placeholder 5">
            <a:extLst>
              <a:ext uri="{FF2B5EF4-FFF2-40B4-BE49-F238E27FC236}">
                <a16:creationId xmlns:a16="http://schemas.microsoft.com/office/drawing/2014/main" id="{BA3113E3-0609-3365-3D7E-998BA8283459}"/>
              </a:ext>
            </a:extLst>
          </p:cNvPr>
          <p:cNvSpPr>
            <a:spLocks noGrp="1"/>
          </p:cNvSpPr>
          <p:nvPr>
            <p:ph type="sldNum" sz="quarter" idx="12"/>
          </p:nvPr>
        </p:nvSpPr>
        <p:spPr/>
        <p:txBody>
          <a:bodyPr/>
          <a:lstStyle>
            <a:lvl1pPr defTabSz="449263" eaLnBrk="0" hangingPunct="0">
              <a:defRPr/>
            </a:lvl1pPr>
          </a:lstStyle>
          <a:p>
            <a:fld id="{7522E747-17F2-4A95-B9CF-BAF14AC4B0FC}" type="slidenum">
              <a:rPr lang="en-US" altLang="zh-CN"/>
              <a:pPr/>
              <a:t>‹#›</a:t>
            </a:fld>
            <a:endParaRPr lang="en-US" altLang="zh-CN"/>
          </a:p>
        </p:txBody>
      </p:sp>
    </p:spTree>
    <p:extLst>
      <p:ext uri="{BB962C8B-B14F-4D97-AF65-F5344CB8AC3E}">
        <p14:creationId xmlns:p14="http://schemas.microsoft.com/office/powerpoint/2010/main" val="277712282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a:extLst>
              <a:ext uri="{FF2B5EF4-FFF2-40B4-BE49-F238E27FC236}">
                <a16:creationId xmlns:a16="http://schemas.microsoft.com/office/drawing/2014/main" id="{810F36AD-995C-A319-5404-B46687E68EAC}"/>
              </a:ext>
            </a:extLst>
          </p:cNvPr>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fld id="{EAE62C2D-033F-48DF-B8AC-ABA5A0D615C6}" type="datetime1">
              <a:rPr lang="en-US" altLang="zh-CN" smtClean="0"/>
              <a:pPr>
                <a:defRPr/>
              </a:pPr>
              <a:t>8/22/2025</a:t>
            </a:fld>
            <a:endParaRPr lang="en-US" dirty="0"/>
          </a:p>
        </p:txBody>
      </p:sp>
      <p:sp>
        <p:nvSpPr>
          <p:cNvPr id="5" name="Footer Placeholder 4">
            <a:extLst>
              <a:ext uri="{FF2B5EF4-FFF2-40B4-BE49-F238E27FC236}">
                <a16:creationId xmlns:a16="http://schemas.microsoft.com/office/drawing/2014/main" id="{59BCE725-D968-F5D4-B06A-0BF1C4F7DC5D}"/>
              </a:ext>
            </a:extLst>
          </p:cNvPr>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方正书宋_GBK" charset="-122"/>
              </a:defRPr>
            </a:lvl1pPr>
          </a:lstStyle>
          <a:p>
            <a:pPr>
              <a:defRPr/>
            </a:pPr>
            <a:endParaRPr lang="en-US"/>
          </a:p>
        </p:txBody>
      </p:sp>
      <p:sp>
        <p:nvSpPr>
          <p:cNvPr id="6" name="Slide Number Placeholder 5">
            <a:extLst>
              <a:ext uri="{FF2B5EF4-FFF2-40B4-BE49-F238E27FC236}">
                <a16:creationId xmlns:a16="http://schemas.microsoft.com/office/drawing/2014/main" id="{6342A868-96E0-31B1-8E48-65DB62FACED6}"/>
              </a:ext>
            </a:extLst>
          </p:cNvPr>
          <p:cNvSpPr>
            <a:spLocks noGrp="1"/>
          </p:cNvSpPr>
          <p:nvPr>
            <p:ph type="sldNum" sz="quarter" idx="12"/>
          </p:nvPr>
        </p:nvSpPr>
        <p:spPr/>
        <p:txBody>
          <a:bodyPr/>
          <a:lstStyle>
            <a:lvl1pPr defTabSz="449263" eaLnBrk="0" hangingPunct="0">
              <a:defRPr/>
            </a:lvl1pPr>
          </a:lstStyle>
          <a:p>
            <a:fld id="{D2A0835A-513F-4530-8DF9-CAD6DCB60A2B}" type="slidenum">
              <a:rPr lang="en-US" altLang="zh-CN"/>
              <a:pPr/>
              <a:t>‹#›</a:t>
            </a:fld>
            <a:endParaRPr lang="en-US" altLang="zh-CN"/>
          </a:p>
        </p:txBody>
      </p:sp>
    </p:spTree>
    <p:extLst>
      <p:ext uri="{BB962C8B-B14F-4D97-AF65-F5344CB8AC3E}">
        <p14:creationId xmlns:p14="http://schemas.microsoft.com/office/powerpoint/2010/main" val="42283700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355783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840751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446954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t>8/22/2025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7257396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t>8/22/2025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2272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t>8/22/2025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000112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t>8/22/2025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721705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t>8/22/2025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79043849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t>8/22/2025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0985972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6683230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latin typeface="Arial"/>
              </a:rPr>
              <a:t>”</a:t>
            </a:r>
            <a:endParaRPr lang="en-US" sz="1984" dirty="0">
              <a:solidFill>
                <a:schemeClr val="accent1">
                  <a:lumMod val="60000"/>
                  <a:lumOff val="40000"/>
                </a:schemeClr>
              </a:solidFill>
              <a:latin typeface="Arial"/>
            </a:endParaRPr>
          </a:p>
        </p:txBody>
      </p:sp>
    </p:spTree>
    <p:extLst>
      <p:ext uri="{BB962C8B-B14F-4D97-AF65-F5344CB8AC3E}">
        <p14:creationId xmlns:p14="http://schemas.microsoft.com/office/powerpoint/2010/main" val="2760603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7632502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7225533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2027949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257273114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84146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3.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theme" Target="../theme/theme4.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theme" Target="../theme/theme5.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99CCFF"/>
        </a:solidFill>
        <a:effectLst/>
      </p:bgPr>
    </p:bg>
    <p:spTree>
      <p:nvGrpSpPr>
        <p:cNvPr id="1" name=""/>
        <p:cNvGrpSpPr/>
        <p:nvPr/>
      </p:nvGrpSpPr>
      <p:grpSpPr>
        <a:xfrm>
          <a:off x="0" y="0"/>
          <a:ext cx="0" cy="0"/>
          <a:chOff x="0" y="0"/>
          <a:chExt cx="0" cy="0"/>
        </a:xfrm>
      </p:grpSpPr>
      <p:sp>
        <p:nvSpPr>
          <p:cNvPr id="1026" name="AutoShape 2">
            <a:extLst>
              <a:ext uri="{FF2B5EF4-FFF2-40B4-BE49-F238E27FC236}">
                <a16:creationId xmlns:a16="http://schemas.microsoft.com/office/drawing/2014/main" id="{26FE5592-EFCA-56BF-1EB5-7FDE2FD2F4CF}"/>
              </a:ext>
            </a:extLst>
          </p:cNvPr>
          <p:cNvSpPr>
            <a:spLocks noChangeArrowheads="1"/>
          </p:cNvSpPr>
          <p:nvPr/>
        </p:nvSpPr>
        <p:spPr bwMode="auto">
          <a:xfrm>
            <a:off x="144463" y="161925"/>
            <a:ext cx="9791700" cy="6613525"/>
          </a:xfrm>
          <a:prstGeom prst="roundRect">
            <a:avLst>
              <a:gd name="adj" fmla="val 281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Font typeface="Times New Roman" panose="02020603050405020304" pitchFamily="18" charset="0"/>
              <a:buNone/>
            </a:pPr>
            <a:endParaRPr lang="zh-CN" altLang="en-US">
              <a:ea typeface="宋体" panose="02010600030101010101" pitchFamily="2" charset="-122"/>
            </a:endParaRPr>
          </a:p>
        </p:txBody>
      </p:sp>
      <p:sp>
        <p:nvSpPr>
          <p:cNvPr id="1027" name="Rectangle 3">
            <a:extLst>
              <a:ext uri="{FF2B5EF4-FFF2-40B4-BE49-F238E27FC236}">
                <a16:creationId xmlns:a16="http://schemas.microsoft.com/office/drawing/2014/main" id="{85120580-15AD-0E4C-F3D7-007A0260CA80}"/>
              </a:ext>
            </a:extLst>
          </p:cNvPr>
          <p:cNvSpPr>
            <a:spLocks noGrp="1" noChangeArrowheads="1"/>
          </p:cNvSpPr>
          <p:nvPr>
            <p:ph type="title" idx="4294967295"/>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CN"/>
              <a:t>Click to edit the title text format</a:t>
            </a:r>
          </a:p>
        </p:txBody>
      </p:sp>
      <p:sp>
        <p:nvSpPr>
          <p:cNvPr id="1028" name="Rectangle 4">
            <a:extLst>
              <a:ext uri="{FF2B5EF4-FFF2-40B4-BE49-F238E27FC236}">
                <a16:creationId xmlns:a16="http://schemas.microsoft.com/office/drawing/2014/main" id="{22309590-ABD1-C722-5482-1391A436D9EF}"/>
              </a:ext>
            </a:extLst>
          </p:cNvPr>
          <p:cNvSpPr>
            <a:spLocks noGrp="1" noChangeArrowheads="1"/>
          </p:cNvSpPr>
          <p:nvPr>
            <p:ph type="body" idx="4294967295"/>
          </p:nvPr>
        </p:nvSpPr>
        <p:spPr bwMode="auto">
          <a:xfrm>
            <a:off x="503238" y="1728788"/>
            <a:ext cx="9069387"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22680" rIns="0" bIns="0" numCol="1" anchor="t" anchorCtr="0" compatLnSpc="1">
            <a:prstTxWarp prst="textNoShape">
              <a:avLst/>
            </a:prstTxWarp>
          </a:bodyPr>
          <a:lstStyle/>
          <a:p>
            <a:pPr lvl="0"/>
            <a:r>
              <a:rPr lang="en-US" altLang="zh-CN"/>
              <a:t>Click to edit the outline text format</a:t>
            </a:r>
          </a:p>
          <a:p>
            <a:pPr lvl="1"/>
            <a:r>
              <a:rPr lang="en-US" altLang="zh-CN"/>
              <a:t>Second Outline Level</a:t>
            </a:r>
          </a:p>
          <a:p>
            <a:pPr lvl="2"/>
            <a:r>
              <a:rPr lang="en-US" altLang="zh-CN"/>
              <a:t>Third Outline Level</a:t>
            </a:r>
          </a:p>
          <a:p>
            <a:pPr lvl="3"/>
            <a:r>
              <a:rPr lang="en-US" altLang="zh-CN"/>
              <a:t>Fourth Outline Level</a:t>
            </a:r>
          </a:p>
          <a:p>
            <a:pPr lvl="4"/>
            <a:r>
              <a:rPr lang="en-US" altLang="zh-CN"/>
              <a:t>Fifth Outline Level</a:t>
            </a:r>
          </a:p>
          <a:p>
            <a:pPr lvl="4"/>
            <a:r>
              <a:rPr lang="en-US" altLang="zh-CN"/>
              <a:t>Sixth Outline Level</a:t>
            </a:r>
          </a:p>
          <a:p>
            <a:pPr lvl="4"/>
            <a:r>
              <a:rPr lang="en-US" altLang="zh-CN"/>
              <a:t>Seventh Outline Level</a:t>
            </a:r>
          </a:p>
        </p:txBody>
      </p:sp>
      <p:sp>
        <p:nvSpPr>
          <p:cNvPr id="1029" name="Rectangle 5">
            <a:extLst>
              <a:ext uri="{FF2B5EF4-FFF2-40B4-BE49-F238E27FC236}">
                <a16:creationId xmlns:a16="http://schemas.microsoft.com/office/drawing/2014/main" id="{B1787F68-86F3-AC05-8E73-3278896BE237}"/>
              </a:ext>
            </a:extLst>
          </p:cNvPr>
          <p:cNvSpPr>
            <a:spLocks noGrp="1"/>
          </p:cNvSpPr>
          <p:nvPr>
            <p:ph type="dt"/>
          </p:nvPr>
        </p:nvSpPr>
        <p:spPr>
          <a:xfrm>
            <a:off x="144463" y="6886575"/>
            <a:ext cx="3094037" cy="519113"/>
          </a:xfrm>
          <a:prstGeom prst="rect">
            <a:avLst/>
          </a:prstGeom>
          <a:noFill/>
          <a:ln w="9525">
            <a:noFill/>
            <a:miter/>
          </a:ln>
        </p:spPr>
        <p:txBody>
          <a:bodyPr lIns="0" tIns="0" rIns="0" bIns="0"/>
          <a:lstStyle>
            <a:lvl1pPr eaLnBrk="1" hangingPunct="1">
              <a:lnSpc>
                <a:spcPct val="116000"/>
              </a:lnSpc>
              <a:buFont typeface="Times New Roman" panose="02060603050605020204" charset="0"/>
              <a:buChar char="•"/>
              <a:defRPr sz="1000" noProof="1">
                <a:latin typeface="Comic Sans MS" panose="030F0702030302020204" pitchFamily="2" charset="0"/>
                <a:ea typeface="宋体" panose="02010600030101010101" pitchFamily="2" charset="-122"/>
                <a:cs typeface="楷体_GB2312" panose="02010609030101010101" pitchFamily="1" charset="-122"/>
              </a:defRPr>
            </a:lvl1pPr>
          </a:lstStyle>
          <a:p>
            <a:pPr>
              <a:defRPr/>
            </a:pPr>
            <a:endParaRPr lang="en-GB" altLang="en-US"/>
          </a:p>
        </p:txBody>
      </p:sp>
      <p:sp>
        <p:nvSpPr>
          <p:cNvPr id="1030" name="Rectangle 6">
            <a:extLst>
              <a:ext uri="{FF2B5EF4-FFF2-40B4-BE49-F238E27FC236}">
                <a16:creationId xmlns:a16="http://schemas.microsoft.com/office/drawing/2014/main" id="{EE296168-907A-F5C8-5EDA-7336B347588E}"/>
              </a:ext>
            </a:extLst>
          </p:cNvPr>
          <p:cNvSpPr>
            <a:spLocks noGrp="1"/>
          </p:cNvSpPr>
          <p:nvPr>
            <p:ph type="ftr"/>
          </p:nvPr>
        </p:nvSpPr>
        <p:spPr>
          <a:xfrm>
            <a:off x="3448050" y="6886575"/>
            <a:ext cx="3194050" cy="519113"/>
          </a:xfrm>
          <a:prstGeom prst="rect">
            <a:avLst/>
          </a:prstGeom>
          <a:noFill/>
          <a:ln w="9525">
            <a:noFill/>
            <a:miter/>
          </a:ln>
        </p:spPr>
        <p:txBody>
          <a:bodyPr lIns="0" tIns="0" rIns="0" bIns="0"/>
          <a:lstStyle>
            <a:lvl1pPr algn="ctr" eaLnBrk="1" hangingPunct="1">
              <a:lnSpc>
                <a:spcPct val="116000"/>
              </a:lnSpc>
              <a:buFont typeface="Times New Roman" panose="02060603050605020204" charset="0"/>
              <a:buChar char="•"/>
              <a:defRPr sz="1000" noProof="1">
                <a:latin typeface="Comic Sans MS" panose="030F0702030302020204" pitchFamily="2" charset="0"/>
                <a:ea typeface="宋体" panose="02010600030101010101" pitchFamily="2" charset="-122"/>
                <a:cs typeface="楷体_GB2312" panose="02010609030101010101" pitchFamily="1" charset="-122"/>
              </a:defRPr>
            </a:lvl1pPr>
          </a:lstStyle>
          <a:p>
            <a:pPr>
              <a:defRPr/>
            </a:pPr>
            <a:endParaRPr lang="en-GB" altLang="en-US"/>
          </a:p>
        </p:txBody>
      </p:sp>
      <p:sp>
        <p:nvSpPr>
          <p:cNvPr id="1031" name="Rectangle 7">
            <a:extLst>
              <a:ext uri="{FF2B5EF4-FFF2-40B4-BE49-F238E27FC236}">
                <a16:creationId xmlns:a16="http://schemas.microsoft.com/office/drawing/2014/main" id="{7862C27B-9A13-50B6-A110-5095B9ABB4A2}"/>
              </a:ext>
            </a:extLst>
          </p:cNvPr>
          <p:cNvSpPr>
            <a:spLocks noGrp="1"/>
          </p:cNvSpPr>
          <p:nvPr>
            <p:ph type="sldNum"/>
          </p:nvPr>
        </p:nvSpPr>
        <p:spPr>
          <a:xfrm>
            <a:off x="7227888" y="6886575"/>
            <a:ext cx="2346325" cy="519113"/>
          </a:xfrm>
          <a:prstGeom prst="rect">
            <a:avLst/>
          </a:prstGeom>
          <a:noFill/>
          <a:ln w="9525">
            <a:noFill/>
            <a:miter/>
          </a:ln>
        </p:spPr>
        <p:txBody>
          <a:bodyPr vert="horz" wrap="square" lIns="0" tIns="0" rIns="0" bIns="0" numCol="1" anchor="t" anchorCtr="0" compatLnSpc="1">
            <a:prstTxWarp prst="textNoShape">
              <a:avLst/>
            </a:prstTxWarp>
          </a:bodyPr>
          <a:lstStyle>
            <a:lvl1pPr algn="r" eaLnBrk="1" hangingPunct="1">
              <a:lnSpc>
                <a:spcPct val="116000"/>
              </a:lnSpc>
              <a:buFont typeface="Times New Roman" panose="02020603050405020304" pitchFamily="18" charset="0"/>
              <a:buChar char="•"/>
              <a:defRPr sz="1200" noProof="1">
                <a:latin typeface="Comic Sans MS" panose="030F0702030302020204" pitchFamily="66" charset="0"/>
                <a:ea typeface="宋体" panose="02010600030101010101" pitchFamily="2" charset="-122"/>
                <a:cs typeface="楷体_GB2312"/>
              </a:defRPr>
            </a:lvl1pPr>
          </a:lstStyle>
          <a:p>
            <a:fld id="{3F24025A-61D3-4A75-944C-EDF3030E9D8A}" type="slidenum">
              <a:rPr altLang="en-US"/>
              <a:pPr/>
              <a:t>‹#›</a:t>
            </a:fld>
            <a:endParaRPr lang="zh-CN" altLang="en-US"/>
          </a:p>
        </p:txBody>
      </p:sp>
      <p:sp>
        <p:nvSpPr>
          <p:cNvPr id="1032" name="Rectangle 8">
            <a:extLst>
              <a:ext uri="{FF2B5EF4-FFF2-40B4-BE49-F238E27FC236}">
                <a16:creationId xmlns:a16="http://schemas.microsoft.com/office/drawing/2014/main" id="{CFED9DF5-F481-CD44-6DF1-3A262A83FFB7}"/>
              </a:ext>
            </a:extLst>
          </p:cNvPr>
          <p:cNvSpPr>
            <a:spLocks noChangeArrowheads="1"/>
          </p:cNvSpPr>
          <p:nvPr/>
        </p:nvSpPr>
        <p:spPr bwMode="auto">
          <a:xfrm>
            <a:off x="1439863" y="1223963"/>
            <a:ext cx="8640762" cy="144462"/>
          </a:xfrm>
          <a:prstGeom prst="rect">
            <a:avLst/>
          </a:prstGeom>
          <a:gradFill rotWithShape="0">
            <a:gsLst>
              <a:gs pos="0">
                <a:srgbClr val="FFFFFF"/>
              </a:gs>
              <a:gs pos="100000">
                <a:srgbClr val="0047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a:lnSpc>
                <a:spcPct val="93000"/>
              </a:lnSpc>
              <a:buFont typeface="Times New Roman" panose="02020603050405020304" pitchFamily="18" charset="0"/>
              <a:buNone/>
            </a:pPr>
            <a:endParaRPr lang="zh-CN" altLang="en-US">
              <a:ea typeface="宋体" panose="02010600030101010101" pitchFamily="2" charset="-122"/>
            </a:endParaRPr>
          </a:p>
        </p:txBody>
      </p:sp>
      <p:pic>
        <p:nvPicPr>
          <p:cNvPr id="1033" name="Picture 9">
            <a:extLst>
              <a:ext uri="{FF2B5EF4-FFF2-40B4-BE49-F238E27FC236}">
                <a16:creationId xmlns:a16="http://schemas.microsoft.com/office/drawing/2014/main" id="{635E3BBF-57F7-82ED-B30F-22C74B3186A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28100" y="215900"/>
            <a:ext cx="9366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Lst>
  <p:txStyles>
    <p:title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kern="1200">
          <a:solidFill>
            <a:srgbClr val="000000"/>
          </a:solidFill>
          <a:latin typeface="+mj-lt"/>
          <a:ea typeface="楷体_GB2312" panose="02010609030101010101" pitchFamily="1" charset="-122"/>
          <a:cs typeface="楷体_GB2312"/>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cs typeface="楷体_GB231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cs typeface="楷体_GB231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cs typeface="楷体_GB231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cs typeface="楷体_GB231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9pPr>
    </p:titleStyle>
    <p:bodyStyle>
      <a:lvl1pPr marL="342900" indent="-342900" algn="l" defTabSz="449263" rtl="0" eaLnBrk="0" fontAlgn="base" hangingPunct="0">
        <a:lnSpc>
          <a:spcPct val="95000"/>
        </a:lnSpc>
        <a:spcBef>
          <a:spcPct val="0"/>
        </a:spcBef>
        <a:spcAft>
          <a:spcPts val="1413"/>
        </a:spcAft>
        <a:buSzPct val="100000"/>
        <a:buFont typeface="Times New Roman" panose="02020603050405020304" pitchFamily="18" charset="0"/>
        <a:buChar char="•"/>
        <a:defRPr sz="3600" kern="1200">
          <a:solidFill>
            <a:srgbClr val="000000"/>
          </a:solidFill>
          <a:latin typeface="+mn-lt"/>
          <a:ea typeface="楷体_GB2312" panose="02010609030101010101" pitchFamily="1" charset="-122"/>
          <a:cs typeface="楷体_GB2312"/>
        </a:defRPr>
      </a:lvl1pPr>
      <a:lvl2pPr marL="742950" lvl="1" indent="-285750" algn="l" defTabSz="449263" rtl="0" eaLnBrk="0" fontAlgn="base" hangingPunct="0">
        <a:lnSpc>
          <a:spcPct val="95000"/>
        </a:lnSpc>
        <a:spcBef>
          <a:spcPct val="0"/>
        </a:spcBef>
        <a:spcAft>
          <a:spcPts val="1138"/>
        </a:spcAft>
        <a:buSzPct val="100000"/>
        <a:buFont typeface="Times New Roman" panose="02020603050405020304" pitchFamily="18" charset="0"/>
        <a:buChar char="–"/>
        <a:defRPr sz="2800" kern="1200">
          <a:solidFill>
            <a:srgbClr val="000000"/>
          </a:solidFill>
          <a:latin typeface="+mn-lt"/>
          <a:ea typeface="楷体_GB2312" panose="02010609030101010101" pitchFamily="1" charset="-122"/>
          <a:cs typeface="楷体_GB2312"/>
        </a:defRPr>
      </a:lvl2pPr>
      <a:lvl3pPr marL="1143000" lvl="2" indent="-228600" algn="l" defTabSz="449263" rtl="0" eaLnBrk="0" fontAlgn="base" hangingPunct="0">
        <a:lnSpc>
          <a:spcPct val="95000"/>
        </a:lnSpc>
        <a:spcBef>
          <a:spcPct val="0"/>
        </a:spcBef>
        <a:spcAft>
          <a:spcPts val="850"/>
        </a:spcAft>
        <a:buSzPct val="100000"/>
        <a:buFont typeface="Times New Roman" panose="02020603050405020304" pitchFamily="18" charset="0"/>
        <a:buChar char="•"/>
        <a:defRPr sz="2400" kern="1200">
          <a:solidFill>
            <a:srgbClr val="000000"/>
          </a:solidFill>
          <a:latin typeface="+mn-lt"/>
          <a:ea typeface="楷体_GB2312" panose="02010609030101010101" pitchFamily="1" charset="-122"/>
          <a:cs typeface="楷体_GB2312"/>
        </a:defRPr>
      </a:lvl3pPr>
      <a:lvl4pPr marL="1600200" lvl="3" indent="-228600" algn="l" defTabSz="449263" rtl="0" eaLnBrk="0" fontAlgn="base" hangingPunct="0">
        <a:lnSpc>
          <a:spcPct val="95000"/>
        </a:lnSpc>
        <a:spcBef>
          <a:spcPct val="0"/>
        </a:spcBef>
        <a:spcAft>
          <a:spcPts val="575"/>
        </a:spcAft>
        <a:buSzPct val="100000"/>
        <a:buFont typeface="Times New Roman" panose="02020603050405020304" pitchFamily="18" charset="0"/>
        <a:buChar char="–"/>
        <a:defRPr sz="2000" kern="1200">
          <a:solidFill>
            <a:srgbClr val="000000"/>
          </a:solidFill>
          <a:latin typeface="+mn-lt"/>
          <a:ea typeface="楷体_GB2312" panose="02010609030101010101" pitchFamily="1" charset="-122"/>
          <a:cs typeface="楷体_GB2312"/>
        </a:defRPr>
      </a:lvl4pPr>
      <a:lvl5pPr marL="2057400" lvl="4" indent="-228600" algn="l" defTabSz="449263" rtl="0" eaLnBrk="0" fontAlgn="base" hangingPunct="0">
        <a:lnSpc>
          <a:spcPct val="95000"/>
        </a:lnSpc>
        <a:spcBef>
          <a:spcPct val="0"/>
        </a:spcBef>
        <a:spcAft>
          <a:spcPts val="288"/>
        </a:spcAft>
        <a:buSzPct val="100000"/>
        <a:buFont typeface="Times New Roman" panose="02020603050405020304" pitchFamily="18" charset="0"/>
        <a:buChar char="»"/>
        <a:defRPr sz="1400" kern="1200">
          <a:solidFill>
            <a:srgbClr val="000000"/>
          </a:solidFill>
          <a:latin typeface="+mn-lt"/>
          <a:ea typeface="楷体_GB2312" panose="02010609030101010101" pitchFamily="1" charset="-122"/>
          <a:cs typeface="楷体_GB2312"/>
        </a:defRPr>
      </a:lvl5pPr>
      <a:lvl6pPr marL="2514600" lvl="5" indent="-51206400" algn="l" defTabSz="449580" eaLnBrk="0" fontAlgn="base" latinLnBrk="0" hangingPunct="0">
        <a:lnSpc>
          <a:spcPct val="95000"/>
        </a:lnSpc>
        <a:spcBef>
          <a:spcPct val="0"/>
        </a:spcBef>
        <a:spcAft>
          <a:spcPts val="290"/>
        </a:spcAft>
        <a:buSzPct val="100000"/>
        <a:buFont typeface="Times New Roman" panose="02060603050605020204" charset="0"/>
        <a:buChar char="»"/>
        <a:defRPr sz="1400" b="0" i="0" u="none" kern="1200" baseline="0">
          <a:solidFill>
            <a:srgbClr val="000000"/>
          </a:solidFill>
          <a:latin typeface="+mn-lt"/>
          <a:ea typeface="+mn-ea"/>
          <a:cs typeface="+mn-cs"/>
        </a:defRPr>
      </a:lvl6pPr>
      <a:lvl7pPr marL="2971800" lvl="6" indent="-51206400" algn="l" defTabSz="449580" eaLnBrk="0" fontAlgn="base" latinLnBrk="0" hangingPunct="0">
        <a:lnSpc>
          <a:spcPct val="95000"/>
        </a:lnSpc>
        <a:spcBef>
          <a:spcPct val="0"/>
        </a:spcBef>
        <a:spcAft>
          <a:spcPts val="290"/>
        </a:spcAft>
        <a:buSzPct val="100000"/>
        <a:buFont typeface="Times New Roman" panose="02060603050605020204" charset="0"/>
        <a:buChar char="»"/>
        <a:defRPr sz="1400" b="0" i="0" u="none" kern="1200" baseline="0">
          <a:solidFill>
            <a:srgbClr val="000000"/>
          </a:solidFill>
          <a:latin typeface="+mn-lt"/>
          <a:ea typeface="+mn-ea"/>
          <a:cs typeface="+mn-cs"/>
        </a:defRPr>
      </a:lvl7pPr>
      <a:lvl8pPr marL="3429000" lvl="7" indent="-51206400" algn="l" defTabSz="449580" eaLnBrk="0" fontAlgn="base" latinLnBrk="0" hangingPunct="0">
        <a:lnSpc>
          <a:spcPct val="95000"/>
        </a:lnSpc>
        <a:spcBef>
          <a:spcPct val="0"/>
        </a:spcBef>
        <a:spcAft>
          <a:spcPts val="290"/>
        </a:spcAft>
        <a:buSzPct val="100000"/>
        <a:buFont typeface="Times New Roman" panose="02060603050605020204" charset="0"/>
        <a:buChar char="»"/>
        <a:defRPr sz="1400" b="0" i="0" u="none" kern="1200" baseline="0">
          <a:solidFill>
            <a:srgbClr val="000000"/>
          </a:solidFill>
          <a:latin typeface="+mn-lt"/>
          <a:ea typeface="+mn-ea"/>
          <a:cs typeface="+mn-cs"/>
        </a:defRPr>
      </a:lvl8pPr>
      <a:lvl9pPr marL="3886200" lvl="8" indent="-51206400" algn="l" defTabSz="449580" eaLnBrk="0" fontAlgn="base" latinLnBrk="0" hangingPunct="0">
        <a:lnSpc>
          <a:spcPct val="95000"/>
        </a:lnSpc>
        <a:spcBef>
          <a:spcPct val="0"/>
        </a:spcBef>
        <a:spcAft>
          <a:spcPts val="290"/>
        </a:spcAft>
        <a:buSzPct val="100000"/>
        <a:buFont typeface="Times New Roman" panose="02060603050605020204" charset="0"/>
        <a:buChar char="»"/>
        <a:defRPr sz="1400" b="0" i="0" u="none" kern="1200" baseline="0">
          <a:solidFill>
            <a:srgbClr val="000000"/>
          </a:solidFill>
          <a:latin typeface="+mn-lt"/>
          <a:ea typeface="+mn-ea"/>
          <a:cs typeface="+mn-cs"/>
        </a:defRPr>
      </a:lvl9pPr>
    </p:bodyStyle>
    <p:otherStyle>
      <a:lvl1pPr marL="0" lvl="0" indent="0" algn="l" defTabSz="449580" eaLnBrk="0" fontAlgn="base" latinLnBrk="0" hangingPunct="0">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1pPr>
      <a:lvl2pPr marL="742950" lvl="1" indent="-28575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2pPr>
      <a:lvl3pPr marL="1143000" lvl="2"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3pPr>
      <a:lvl4pPr marL="1600200" lvl="3"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4pPr>
      <a:lvl5pPr marL="2057400" lvl="4"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5pPr>
      <a:lvl6pPr marL="2286000" lvl="5"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6pPr>
      <a:lvl7pPr marL="2743200" lvl="6"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7pPr>
      <a:lvl8pPr marL="3200400" lvl="7"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8pPr>
      <a:lvl9pPr marL="3657600" lvl="8"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99CCFF"/>
        </a:solidFill>
        <a:effectLst/>
      </p:bgPr>
    </p:bg>
    <p:spTree>
      <p:nvGrpSpPr>
        <p:cNvPr id="1" name=""/>
        <p:cNvGrpSpPr/>
        <p:nvPr/>
      </p:nvGrpSpPr>
      <p:grpSpPr>
        <a:xfrm>
          <a:off x="0" y="0"/>
          <a:ext cx="0" cy="0"/>
          <a:chOff x="0" y="0"/>
          <a:chExt cx="0" cy="0"/>
        </a:xfrm>
      </p:grpSpPr>
      <p:sp>
        <p:nvSpPr>
          <p:cNvPr id="2050" name="AutoShape 2">
            <a:extLst>
              <a:ext uri="{FF2B5EF4-FFF2-40B4-BE49-F238E27FC236}">
                <a16:creationId xmlns:a16="http://schemas.microsoft.com/office/drawing/2014/main" id="{3FFB1536-B6B7-09B6-F3BD-2178B80772AB}"/>
              </a:ext>
            </a:extLst>
          </p:cNvPr>
          <p:cNvSpPr>
            <a:spLocks noChangeArrowheads="1"/>
          </p:cNvSpPr>
          <p:nvPr/>
        </p:nvSpPr>
        <p:spPr bwMode="auto">
          <a:xfrm>
            <a:off x="-339725" y="5973763"/>
            <a:ext cx="2066925" cy="2162175"/>
          </a:xfrm>
          <a:prstGeom prst="roundRect">
            <a:avLst>
              <a:gd name="adj" fmla="val 16667"/>
            </a:avLst>
          </a:prstGeom>
          <a:gradFill rotWithShape="0">
            <a:gsLst>
              <a:gs pos="0">
                <a:srgbClr val="CCFFFF">
                  <a:alpha val="50000"/>
                </a:srgbClr>
              </a:gs>
              <a:gs pos="100000">
                <a:srgbClr val="FFFFFF">
                  <a:alpha val="0"/>
                </a:srgbClr>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Font typeface="Times New Roman" panose="02020603050405020304" pitchFamily="18" charset="0"/>
              <a:buNone/>
            </a:pPr>
            <a:endParaRPr lang="zh-CN" altLang="en-US">
              <a:ea typeface="宋体" panose="02010600030101010101" pitchFamily="2" charset="-122"/>
            </a:endParaRPr>
          </a:p>
        </p:txBody>
      </p:sp>
      <p:sp>
        <p:nvSpPr>
          <p:cNvPr id="2051" name="AutoShape 3">
            <a:extLst>
              <a:ext uri="{FF2B5EF4-FFF2-40B4-BE49-F238E27FC236}">
                <a16:creationId xmlns:a16="http://schemas.microsoft.com/office/drawing/2014/main" id="{EAE90E4A-5C30-F0DE-069B-55559ACC988F}"/>
              </a:ext>
            </a:extLst>
          </p:cNvPr>
          <p:cNvSpPr>
            <a:spLocks noChangeArrowheads="1"/>
          </p:cNvSpPr>
          <p:nvPr/>
        </p:nvSpPr>
        <p:spPr bwMode="auto">
          <a:xfrm>
            <a:off x="4679950" y="296863"/>
            <a:ext cx="5256213" cy="6330950"/>
          </a:xfrm>
          <a:prstGeom prst="roundRect">
            <a:avLst>
              <a:gd name="adj" fmla="val 8264"/>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Font typeface="Times New Roman" panose="02020603050405020304" pitchFamily="18" charset="0"/>
              <a:buNone/>
            </a:pPr>
            <a:endParaRPr lang="zh-CN" altLang="en-US">
              <a:ea typeface="宋体" panose="02010600030101010101" pitchFamily="2" charset="-122"/>
            </a:endParaRPr>
          </a:p>
        </p:txBody>
      </p:sp>
      <p:sp>
        <p:nvSpPr>
          <p:cNvPr id="2052" name="AutoShape 4">
            <a:extLst>
              <a:ext uri="{FF2B5EF4-FFF2-40B4-BE49-F238E27FC236}">
                <a16:creationId xmlns:a16="http://schemas.microsoft.com/office/drawing/2014/main" id="{221F2000-0A8C-942B-2461-71509B504D1C}"/>
              </a:ext>
            </a:extLst>
          </p:cNvPr>
          <p:cNvSpPr>
            <a:spLocks noChangeArrowheads="1"/>
          </p:cNvSpPr>
          <p:nvPr/>
        </p:nvSpPr>
        <p:spPr bwMode="auto">
          <a:xfrm>
            <a:off x="9215438" y="3384550"/>
            <a:ext cx="1800225" cy="1295400"/>
          </a:xfrm>
          <a:prstGeom prst="roundRect">
            <a:avLst>
              <a:gd name="adj" fmla="val 16667"/>
            </a:avLst>
          </a:prstGeom>
          <a:gradFill rotWithShape="0">
            <a:gsLst>
              <a:gs pos="0">
                <a:srgbClr val="B2B2B2">
                  <a:alpha val="0"/>
                </a:srgb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Font typeface="Times New Roman" panose="02020603050405020304" pitchFamily="18" charset="0"/>
              <a:buNone/>
            </a:pPr>
            <a:endParaRPr lang="zh-CN" altLang="en-US">
              <a:ea typeface="宋体" panose="02010600030101010101" pitchFamily="2" charset="-122"/>
            </a:endParaRPr>
          </a:p>
        </p:txBody>
      </p:sp>
      <p:sp>
        <p:nvSpPr>
          <p:cNvPr id="2053" name="Rectangle 5">
            <a:extLst>
              <a:ext uri="{FF2B5EF4-FFF2-40B4-BE49-F238E27FC236}">
                <a16:creationId xmlns:a16="http://schemas.microsoft.com/office/drawing/2014/main" id="{DA7A79EB-0237-8C2C-58E6-747585966D59}"/>
              </a:ext>
            </a:extLst>
          </p:cNvPr>
          <p:cNvSpPr>
            <a:spLocks noChangeArrowheads="1"/>
          </p:cNvSpPr>
          <p:nvPr/>
        </p:nvSpPr>
        <p:spPr bwMode="auto">
          <a:xfrm>
            <a:off x="0" y="4356100"/>
            <a:ext cx="8496300" cy="1584325"/>
          </a:xfrm>
          <a:prstGeom prst="rect">
            <a:avLst/>
          </a:prstGeom>
          <a:gradFill rotWithShape="0">
            <a:gsLst>
              <a:gs pos="0">
                <a:srgbClr val="0047FF"/>
              </a:gs>
              <a:gs pos="100000">
                <a:srgbClr val="99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3000"/>
              </a:lnSpc>
              <a:buFont typeface="Times New Roman" panose="02020603050405020304" pitchFamily="18" charset="0"/>
              <a:buNone/>
            </a:pPr>
            <a:endParaRPr lang="zh-CN" altLang="en-US">
              <a:ea typeface="宋体" panose="02010600030101010101" pitchFamily="2" charset="-122"/>
            </a:endParaRPr>
          </a:p>
        </p:txBody>
      </p:sp>
      <p:sp>
        <p:nvSpPr>
          <p:cNvPr id="2054" name="Rectangle 6">
            <a:extLst>
              <a:ext uri="{FF2B5EF4-FFF2-40B4-BE49-F238E27FC236}">
                <a16:creationId xmlns:a16="http://schemas.microsoft.com/office/drawing/2014/main" id="{7F8B3F93-ED0D-BA0F-F4D7-A58BFD2BC0DA}"/>
              </a:ext>
            </a:extLst>
          </p:cNvPr>
          <p:cNvSpPr>
            <a:spLocks noGrp="1" noChangeArrowheads="1"/>
          </p:cNvSpPr>
          <p:nvPr>
            <p:ph type="title" idx="4294967295"/>
          </p:nvPr>
        </p:nvSpPr>
        <p:spPr bwMode="auto">
          <a:xfrm>
            <a:off x="504825" y="4500563"/>
            <a:ext cx="748665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CN"/>
              <a:t>Click to edit the title text format</a:t>
            </a:r>
          </a:p>
        </p:txBody>
      </p:sp>
      <p:sp>
        <p:nvSpPr>
          <p:cNvPr id="2055" name="Rectangle 7">
            <a:extLst>
              <a:ext uri="{FF2B5EF4-FFF2-40B4-BE49-F238E27FC236}">
                <a16:creationId xmlns:a16="http://schemas.microsoft.com/office/drawing/2014/main" id="{9DE9FA06-F7FE-1013-501A-3C8CAA65A6D2}"/>
              </a:ext>
            </a:extLst>
          </p:cNvPr>
          <p:cNvSpPr>
            <a:spLocks noGrp="1" noChangeArrowheads="1"/>
          </p:cNvSpPr>
          <p:nvPr>
            <p:ph type="body" idx="4294967295"/>
          </p:nvPr>
        </p:nvSpPr>
        <p:spPr bwMode="auto">
          <a:xfrm>
            <a:off x="4967288" y="1944688"/>
            <a:ext cx="4606925"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28224" rIns="0" bIns="0" numCol="1" anchor="t" anchorCtr="0" compatLnSpc="1">
            <a:prstTxWarp prst="textNoShape">
              <a:avLst/>
            </a:prstTxWarp>
          </a:bodyPr>
          <a:lstStyle/>
          <a:p>
            <a:pPr lvl="0"/>
            <a:r>
              <a:rPr lang="en-US" altLang="zh-CN"/>
              <a:t>Click to edit the outline text format</a:t>
            </a:r>
          </a:p>
          <a:p>
            <a:pPr lvl="1"/>
            <a:r>
              <a:rPr lang="en-US" altLang="zh-CN"/>
              <a:t>Second Outline Level</a:t>
            </a:r>
          </a:p>
          <a:p>
            <a:pPr lvl="2"/>
            <a:r>
              <a:rPr lang="en-US" altLang="zh-CN"/>
              <a:t>Third Outline Level</a:t>
            </a:r>
          </a:p>
          <a:p>
            <a:pPr lvl="3"/>
            <a:r>
              <a:rPr lang="en-US" altLang="zh-CN"/>
              <a:t>Fourth Outline Level</a:t>
            </a:r>
          </a:p>
          <a:p>
            <a:pPr lvl="4"/>
            <a:r>
              <a:rPr lang="en-US" altLang="zh-CN"/>
              <a:t>Fifth Outline Level</a:t>
            </a:r>
          </a:p>
          <a:p>
            <a:pPr lvl="4"/>
            <a:r>
              <a:rPr lang="en-US" altLang="zh-CN"/>
              <a:t>Sixth Outline Level</a:t>
            </a:r>
          </a:p>
          <a:p>
            <a:pPr lvl="4"/>
            <a:r>
              <a:rPr lang="en-US" altLang="zh-CN"/>
              <a:t>Seventh Outline Level</a:t>
            </a:r>
          </a:p>
        </p:txBody>
      </p:sp>
      <p:sp>
        <p:nvSpPr>
          <p:cNvPr id="2056" name="AutoShape 8">
            <a:extLst>
              <a:ext uri="{FF2B5EF4-FFF2-40B4-BE49-F238E27FC236}">
                <a16:creationId xmlns:a16="http://schemas.microsoft.com/office/drawing/2014/main" id="{6BEE3E58-7165-585F-574C-3A57A456B625}"/>
              </a:ext>
            </a:extLst>
          </p:cNvPr>
          <p:cNvSpPr>
            <a:spLocks noChangeArrowheads="1"/>
          </p:cNvSpPr>
          <p:nvPr/>
        </p:nvSpPr>
        <p:spPr bwMode="auto">
          <a:xfrm>
            <a:off x="-195263" y="-266700"/>
            <a:ext cx="2065338" cy="2139950"/>
          </a:xfrm>
          <a:prstGeom prst="roundRect">
            <a:avLst>
              <a:gd name="adj" fmla="val 16667"/>
            </a:avLst>
          </a:prstGeom>
          <a:gradFill rotWithShape="0">
            <a:gsLst>
              <a:gs pos="0">
                <a:srgbClr val="CCFFFF">
                  <a:alpha val="50000"/>
                </a:srgbClr>
              </a:gs>
              <a:gs pos="100000">
                <a:srgbClr val="FFFFFF">
                  <a:alpha val="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Font typeface="Times New Roman" panose="02020603050405020304" pitchFamily="18" charset="0"/>
              <a:buNone/>
            </a:pPr>
            <a:endParaRPr lang="zh-CN" altLang="en-US">
              <a:ea typeface="宋体" panose="02010600030101010101" pitchFamily="2" charset="-122"/>
            </a:endParaRPr>
          </a:p>
        </p:txBody>
      </p:sp>
      <p:sp>
        <p:nvSpPr>
          <p:cNvPr id="2057" name="AutoShape 9">
            <a:extLst>
              <a:ext uri="{FF2B5EF4-FFF2-40B4-BE49-F238E27FC236}">
                <a16:creationId xmlns:a16="http://schemas.microsoft.com/office/drawing/2014/main" id="{238BE75E-FF2E-4C51-F553-5AE10E52CACC}"/>
              </a:ext>
            </a:extLst>
          </p:cNvPr>
          <p:cNvSpPr>
            <a:spLocks noChangeArrowheads="1"/>
          </p:cNvSpPr>
          <p:nvPr/>
        </p:nvSpPr>
        <p:spPr bwMode="auto">
          <a:xfrm>
            <a:off x="1079500" y="-393700"/>
            <a:ext cx="1295400" cy="1257300"/>
          </a:xfrm>
          <a:prstGeom prst="roundRect">
            <a:avLst>
              <a:gd name="adj" fmla="val 16667"/>
            </a:avLst>
          </a:prstGeom>
          <a:gradFill rotWithShape="0">
            <a:gsLst>
              <a:gs pos="0">
                <a:srgbClr val="FFFF99">
                  <a:alpha val="50000"/>
                </a:srgb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Font typeface="Times New Roman" panose="02020603050405020304" pitchFamily="18" charset="0"/>
              <a:buNone/>
            </a:pPr>
            <a:endParaRPr lang="zh-CN" altLang="en-US">
              <a:ea typeface="宋体" panose="02010600030101010101" pitchFamily="2" charset="-122"/>
            </a:endParaRPr>
          </a:p>
        </p:txBody>
      </p:sp>
      <p:sp>
        <p:nvSpPr>
          <p:cNvPr id="2058" name="AutoShape 10">
            <a:extLst>
              <a:ext uri="{FF2B5EF4-FFF2-40B4-BE49-F238E27FC236}">
                <a16:creationId xmlns:a16="http://schemas.microsoft.com/office/drawing/2014/main" id="{B065C465-8F2B-DDB8-5E3B-16FB7710F862}"/>
              </a:ext>
            </a:extLst>
          </p:cNvPr>
          <p:cNvSpPr>
            <a:spLocks noChangeArrowheads="1"/>
          </p:cNvSpPr>
          <p:nvPr/>
        </p:nvSpPr>
        <p:spPr bwMode="auto">
          <a:xfrm>
            <a:off x="-339725" y="1150938"/>
            <a:ext cx="4154488" cy="1296987"/>
          </a:xfrm>
          <a:prstGeom prst="roundRect">
            <a:avLst>
              <a:gd name="adj" fmla="val 16667"/>
            </a:avLst>
          </a:prstGeom>
          <a:solidFill>
            <a:srgbClr val="FFFFFF"/>
          </a:solidFill>
          <a:ln>
            <a:noFill/>
          </a:ln>
          <a:effectLst>
            <a:outerShdw dist="101823" dir="2700000" algn="ctr" rotWithShape="0">
              <a:srgbClr val="C0C0C0">
                <a:alpha val="28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Font typeface="Times New Roman" panose="02020603050405020304" pitchFamily="18" charset="0"/>
              <a:buNone/>
            </a:pPr>
            <a:endParaRPr lang="zh-CN" altLang="en-US">
              <a:ea typeface="宋体" panose="02010600030101010101" pitchFamily="2" charset="-122"/>
            </a:endParaRPr>
          </a:p>
        </p:txBody>
      </p:sp>
      <p:sp>
        <p:nvSpPr>
          <p:cNvPr id="2059" name="AutoShape 11">
            <a:extLst>
              <a:ext uri="{FF2B5EF4-FFF2-40B4-BE49-F238E27FC236}">
                <a16:creationId xmlns:a16="http://schemas.microsoft.com/office/drawing/2014/main" id="{15362B25-1AFB-67F2-32F0-10C94D6FCDBC}"/>
              </a:ext>
            </a:extLst>
          </p:cNvPr>
          <p:cNvSpPr>
            <a:spLocks noChangeArrowheads="1"/>
          </p:cNvSpPr>
          <p:nvPr/>
        </p:nvSpPr>
        <p:spPr bwMode="auto">
          <a:xfrm flipH="1" flipV="1">
            <a:off x="9361488" y="-954088"/>
            <a:ext cx="2087562" cy="2122488"/>
          </a:xfrm>
          <a:prstGeom prst="roundRect">
            <a:avLst>
              <a:gd name="adj" fmla="val 16667"/>
            </a:avLst>
          </a:prstGeom>
          <a:gradFill rotWithShape="0">
            <a:gsLst>
              <a:gs pos="0">
                <a:srgbClr val="CCFFFF">
                  <a:alpha val="50000"/>
                </a:srgbClr>
              </a:gs>
              <a:gs pos="100000">
                <a:srgbClr val="FFFFFF">
                  <a:alpha val="0"/>
                </a:srgbClr>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Font typeface="Times New Roman" panose="02020603050405020304" pitchFamily="18" charset="0"/>
              <a:buNone/>
            </a:pPr>
            <a:endParaRPr lang="zh-CN" altLang="en-US">
              <a:ea typeface="宋体" panose="02010600030101010101" pitchFamily="2" charset="-122"/>
            </a:endParaRPr>
          </a:p>
        </p:txBody>
      </p:sp>
      <p:pic>
        <p:nvPicPr>
          <p:cNvPr id="2060" name="Picture 12">
            <a:extLst>
              <a:ext uri="{FF2B5EF4-FFF2-40B4-BE49-F238E27FC236}">
                <a16:creationId xmlns:a16="http://schemas.microsoft.com/office/drawing/2014/main" id="{D1DB007C-1231-F664-A4F3-28A0997D2A9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36625" y="1116013"/>
            <a:ext cx="136842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Lst>
  <p:txStyles>
    <p:title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b="1" kern="1200">
          <a:solidFill>
            <a:srgbClr val="FFFFFF"/>
          </a:solidFill>
          <a:latin typeface="+mj-lt"/>
          <a:ea typeface="楷体_GB2312" panose="02010609030101010101" pitchFamily="1" charset="-122"/>
          <a:cs typeface="楷体_GB2312"/>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cs typeface="楷体_GB231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cs typeface="楷体_GB231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cs typeface="楷体_GB231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cs typeface="楷体_GB231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defRPr>
      </a:lvl9pPr>
    </p:titleStyle>
    <p:bodyStyle>
      <a:lvl1pPr marL="342900" indent="-342900" algn="l" defTabSz="449263" rtl="0" eaLnBrk="0" fontAlgn="base" hangingPunct="0">
        <a:lnSpc>
          <a:spcPct val="93000"/>
        </a:lnSpc>
        <a:spcBef>
          <a:spcPct val="0"/>
        </a:spcBef>
        <a:spcAft>
          <a:spcPts val="1425"/>
        </a:spcAft>
        <a:buSzPct val="100000"/>
        <a:buFont typeface="Times New Roman" panose="02020603050405020304" pitchFamily="18" charset="0"/>
        <a:buChar char="•"/>
        <a:defRPr sz="3200" kern="1200">
          <a:solidFill>
            <a:srgbClr val="000000"/>
          </a:solidFill>
          <a:latin typeface="+mn-lt"/>
          <a:ea typeface="楷体_GB2312" panose="02010609030101010101" pitchFamily="1" charset="-122"/>
          <a:cs typeface="楷体_GB2312"/>
        </a:defRPr>
      </a:lvl1pPr>
      <a:lvl2pPr marL="742950" lvl="1" indent="-285750" algn="l" defTabSz="449263" rtl="0" eaLnBrk="0" fontAlgn="base" hangingPunct="0">
        <a:lnSpc>
          <a:spcPct val="93000"/>
        </a:lnSpc>
        <a:spcBef>
          <a:spcPct val="0"/>
        </a:spcBef>
        <a:spcAft>
          <a:spcPts val="1138"/>
        </a:spcAft>
        <a:buSzPct val="100000"/>
        <a:buFont typeface="Times New Roman" panose="02020603050405020304" pitchFamily="18" charset="0"/>
        <a:buChar char="–"/>
        <a:defRPr sz="2800" kern="1200">
          <a:solidFill>
            <a:srgbClr val="000000"/>
          </a:solidFill>
          <a:latin typeface="+mn-lt"/>
          <a:ea typeface="楷体_GB2312" panose="02010609030101010101" pitchFamily="1" charset="-122"/>
          <a:cs typeface="楷体_GB2312"/>
        </a:defRPr>
      </a:lvl2pPr>
      <a:lvl3pPr marL="1143000" lvl="2" indent="-228600" algn="l" defTabSz="449263" rtl="0" eaLnBrk="0" fontAlgn="base" hangingPunct="0">
        <a:lnSpc>
          <a:spcPct val="93000"/>
        </a:lnSpc>
        <a:spcBef>
          <a:spcPct val="0"/>
        </a:spcBef>
        <a:spcAft>
          <a:spcPts val="850"/>
        </a:spcAft>
        <a:buSzPct val="100000"/>
        <a:buFont typeface="Times New Roman" panose="02020603050405020304" pitchFamily="18" charset="0"/>
        <a:buChar char="•"/>
        <a:defRPr sz="2400" kern="1200">
          <a:solidFill>
            <a:srgbClr val="000000"/>
          </a:solidFill>
          <a:latin typeface="+mn-lt"/>
          <a:ea typeface="楷体_GB2312" panose="02010609030101010101" pitchFamily="1" charset="-122"/>
          <a:cs typeface="楷体_GB2312"/>
        </a:defRPr>
      </a:lvl3pPr>
      <a:lvl4pPr marL="1600200" lvl="3" indent="-228600" algn="l" defTabSz="449263" rtl="0" eaLnBrk="0" fontAlgn="base" hangingPunct="0">
        <a:lnSpc>
          <a:spcPct val="93000"/>
        </a:lnSpc>
        <a:spcBef>
          <a:spcPct val="0"/>
        </a:spcBef>
        <a:spcAft>
          <a:spcPts val="575"/>
        </a:spcAft>
        <a:buSzPct val="100000"/>
        <a:buFont typeface="Times New Roman" panose="02020603050405020304" pitchFamily="18" charset="0"/>
        <a:buChar char="–"/>
        <a:defRPr sz="2000" kern="1200">
          <a:solidFill>
            <a:srgbClr val="000000"/>
          </a:solidFill>
          <a:latin typeface="+mn-lt"/>
          <a:ea typeface="楷体_GB2312" panose="02010609030101010101" pitchFamily="1" charset="-122"/>
          <a:cs typeface="楷体_GB2312"/>
        </a:defRPr>
      </a:lvl4pPr>
      <a:lvl5pPr marL="2057400" lvl="4" indent="-228600" algn="l" defTabSz="449263" rtl="0" eaLnBrk="0" fontAlgn="base" hangingPunct="0">
        <a:lnSpc>
          <a:spcPct val="93000"/>
        </a:lnSpc>
        <a:spcBef>
          <a:spcPct val="0"/>
        </a:spcBef>
        <a:spcAft>
          <a:spcPts val="288"/>
        </a:spcAft>
        <a:buSzPct val="100000"/>
        <a:buFont typeface="Times New Roman" panose="02020603050405020304" pitchFamily="18" charset="0"/>
        <a:buChar char="»"/>
        <a:defRPr sz="2000" kern="1200">
          <a:solidFill>
            <a:srgbClr val="000000"/>
          </a:solidFill>
          <a:latin typeface="+mn-lt"/>
          <a:ea typeface="楷体_GB2312" panose="02010609030101010101" pitchFamily="1" charset="-122"/>
          <a:cs typeface="楷体_GB2312"/>
        </a:defRPr>
      </a:lvl5pPr>
      <a:lvl6pPr marL="2514600" lvl="5" indent="-51206400" algn="l" defTabSz="449580" eaLnBrk="0" fontAlgn="base" latinLnBrk="0" hangingPunct="0">
        <a:lnSpc>
          <a:spcPct val="93000"/>
        </a:lnSpc>
        <a:spcBef>
          <a:spcPct val="0"/>
        </a:spcBef>
        <a:spcAft>
          <a:spcPts val="290"/>
        </a:spcAft>
        <a:buSzPct val="100000"/>
        <a:buFont typeface="Times New Roman" panose="02060603050605020204" charset="0"/>
        <a:buChar char="»"/>
        <a:defRPr sz="2000" b="0" i="0" u="none" kern="1200" baseline="0">
          <a:solidFill>
            <a:srgbClr val="000000"/>
          </a:solidFill>
          <a:latin typeface="+mn-lt"/>
          <a:ea typeface="+mn-ea"/>
          <a:cs typeface="+mn-cs"/>
        </a:defRPr>
      </a:lvl6pPr>
      <a:lvl7pPr marL="2971800" lvl="6" indent="-51206400" algn="l" defTabSz="449580" eaLnBrk="0" fontAlgn="base" latinLnBrk="0" hangingPunct="0">
        <a:lnSpc>
          <a:spcPct val="93000"/>
        </a:lnSpc>
        <a:spcBef>
          <a:spcPct val="0"/>
        </a:spcBef>
        <a:spcAft>
          <a:spcPts val="290"/>
        </a:spcAft>
        <a:buSzPct val="100000"/>
        <a:buFont typeface="Times New Roman" panose="02060603050605020204" charset="0"/>
        <a:buChar char="»"/>
        <a:defRPr sz="2000" b="0" i="0" u="none" kern="1200" baseline="0">
          <a:solidFill>
            <a:srgbClr val="000000"/>
          </a:solidFill>
          <a:latin typeface="+mn-lt"/>
          <a:ea typeface="+mn-ea"/>
          <a:cs typeface="+mn-cs"/>
        </a:defRPr>
      </a:lvl7pPr>
      <a:lvl8pPr marL="3429000" lvl="7" indent="-51206400" algn="l" defTabSz="449580" eaLnBrk="0" fontAlgn="base" latinLnBrk="0" hangingPunct="0">
        <a:lnSpc>
          <a:spcPct val="93000"/>
        </a:lnSpc>
        <a:spcBef>
          <a:spcPct val="0"/>
        </a:spcBef>
        <a:spcAft>
          <a:spcPts val="290"/>
        </a:spcAft>
        <a:buSzPct val="100000"/>
        <a:buFont typeface="Times New Roman" panose="02060603050605020204" charset="0"/>
        <a:buChar char="»"/>
        <a:defRPr sz="2000" b="0" i="0" u="none" kern="1200" baseline="0">
          <a:solidFill>
            <a:srgbClr val="000000"/>
          </a:solidFill>
          <a:latin typeface="+mn-lt"/>
          <a:ea typeface="+mn-ea"/>
          <a:cs typeface="+mn-cs"/>
        </a:defRPr>
      </a:lvl8pPr>
      <a:lvl9pPr marL="3886200" lvl="8" indent="-51206400" algn="l" defTabSz="449580" eaLnBrk="0" fontAlgn="base" latinLnBrk="0" hangingPunct="0">
        <a:lnSpc>
          <a:spcPct val="93000"/>
        </a:lnSpc>
        <a:spcBef>
          <a:spcPct val="0"/>
        </a:spcBef>
        <a:spcAft>
          <a:spcPts val="290"/>
        </a:spcAft>
        <a:buSzPct val="100000"/>
        <a:buFont typeface="Times New Roman" panose="02060603050605020204" charset="0"/>
        <a:buChar char="»"/>
        <a:defRPr sz="2000" b="0" i="0" u="none" kern="1200" baseline="0">
          <a:solidFill>
            <a:srgbClr val="000000"/>
          </a:solidFill>
          <a:latin typeface="+mn-lt"/>
          <a:ea typeface="+mn-ea"/>
          <a:cs typeface="+mn-cs"/>
        </a:defRPr>
      </a:lvl9pPr>
    </p:bodyStyle>
    <p:otherStyle>
      <a:lvl1pPr marL="0" lvl="0" indent="0" algn="l" defTabSz="449580" eaLnBrk="0" fontAlgn="base" latinLnBrk="0" hangingPunct="0">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1pPr>
      <a:lvl2pPr marL="742950" lvl="1" indent="-28575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2pPr>
      <a:lvl3pPr marL="1143000" lvl="2"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3pPr>
      <a:lvl4pPr marL="1600200" lvl="3"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4pPr>
      <a:lvl5pPr marL="2057400" lvl="4"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5pPr>
      <a:lvl6pPr marL="2286000" lvl="5"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6pPr>
      <a:lvl7pPr marL="2743200" lvl="6"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7pPr>
      <a:lvl8pPr marL="3200400" lvl="7"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8pPr>
      <a:lvl9pPr marL="3657600" lvl="8" indent="-228600" algn="l" defTabSz="449580" eaLnBrk="1" fontAlgn="base" latinLnBrk="0" hangingPunct="1">
        <a:lnSpc>
          <a:spcPct val="100000"/>
        </a:lnSpc>
        <a:spcBef>
          <a:spcPct val="0"/>
        </a:spcBef>
        <a:spcAft>
          <a:spcPct val="0"/>
        </a:spcAft>
        <a:buFont typeface="Arial" panose="020B0604020202020204" pitchFamily="34" charset="0"/>
        <a:buNone/>
        <a:defRPr sz="1800" b="0" i="0" u="none" kern="1200" baseline="0">
          <a:solidFill>
            <a:srgbClr val="000000"/>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EF42F71F-2F9B-509A-1828-A9C7C250E14D}"/>
              </a:ext>
            </a:extLst>
          </p:cNvPr>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075" name="Text Placeholder 2">
            <a:extLst>
              <a:ext uri="{FF2B5EF4-FFF2-40B4-BE49-F238E27FC236}">
                <a16:creationId xmlns:a16="http://schemas.microsoft.com/office/drawing/2014/main" id="{E3FCE772-A10F-39C6-287B-777F5E278FA4}"/>
              </a:ext>
            </a:extLst>
          </p:cNvPr>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a:extLst>
              <a:ext uri="{FF2B5EF4-FFF2-40B4-BE49-F238E27FC236}">
                <a16:creationId xmlns:a16="http://schemas.microsoft.com/office/drawing/2014/main" id="{1DFAED20-BCC2-331A-82BC-07A918EDF663}"/>
              </a:ext>
            </a:extLst>
          </p:cNvPr>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fld id="{A8EB42FB-6338-44E1-B854-AE3034AEEB6A}" type="datetime1">
              <a:rPr lang="en-US" altLang="zh-CN" smtClean="0"/>
              <a:pPr>
                <a:defRPr/>
              </a:pPr>
              <a:t>8/22/2025</a:t>
            </a:fld>
            <a:endParaRPr lang="en-US" dirty="0">
              <a:ea typeface="+mn-ea"/>
            </a:endParaRPr>
          </a:p>
        </p:txBody>
      </p:sp>
      <p:sp>
        <p:nvSpPr>
          <p:cNvPr id="5" name="Footer Placeholder 4">
            <a:extLst>
              <a:ext uri="{FF2B5EF4-FFF2-40B4-BE49-F238E27FC236}">
                <a16:creationId xmlns:a16="http://schemas.microsoft.com/office/drawing/2014/main" id="{A3042729-1355-8ACD-1D6B-E86028613A04}"/>
              </a:ext>
            </a:extLst>
          </p:cNvPr>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0B8EC568-86EC-FD82-6A60-3ABA70DEA3EA}"/>
              </a:ext>
            </a:extLst>
          </p:cNvPr>
          <p:cNvSpPr>
            <a:spLocks noGrp="1"/>
          </p:cNvSpPr>
          <p:nvPr>
            <p:ph type="sldNum" sz="quarter" idx="4"/>
          </p:nvPr>
        </p:nvSpPr>
        <p:spPr>
          <a:xfrm>
            <a:off x="7119938" y="7008813"/>
            <a:ext cx="2270125" cy="401637"/>
          </a:xfrm>
          <a:prstGeom prst="rect">
            <a:avLst/>
          </a:prstGeom>
        </p:spPr>
        <p:txBody>
          <a:bodyPr vert="horz" wrap="square" lIns="91440" tIns="45720" rIns="91440" bIns="45720" numCol="1" anchor="ctr" anchorCtr="0" compatLnSpc="1">
            <a:prstTxWarp prst="textNoShape">
              <a:avLst/>
            </a:prstTxWarp>
          </a:bodyPr>
          <a:lstStyle>
            <a:lvl1pPr algn="r" defTabSz="503238" eaLnBrk="1" hangingPunct="1">
              <a:defRPr sz="1300">
                <a:solidFill>
                  <a:srgbClr val="4F81BD"/>
                </a:solidFill>
              </a:defRPr>
            </a:lvl1pPr>
          </a:lstStyle>
          <a:p>
            <a:fld id="{8545DAF0-2576-438A-9592-2694A069B441}" type="slidenum">
              <a:rPr lang="en-US" altLang="zh-CN"/>
              <a:pPr/>
              <a:t>‹#›</a:t>
            </a:fld>
            <a:endParaRPr lang="en-US" altLang="zh-CN"/>
          </a:p>
        </p:txBody>
      </p:sp>
      <p:sp>
        <p:nvSpPr>
          <p:cNvPr id="9" name="矩形 8">
            <a:extLst>
              <a:ext uri="{FF2B5EF4-FFF2-40B4-BE49-F238E27FC236}">
                <a16:creationId xmlns:a16="http://schemas.microsoft.com/office/drawing/2014/main" id="{B109E67B-5D31-0D72-B2A4-EECA7CA88946}"/>
              </a:ext>
            </a:extLst>
          </p:cNvPr>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 id="2147483902" r:id="rId13"/>
    <p:sldLayoutId id="2147483903" r:id="rId14"/>
    <p:sldLayoutId id="2147483904" r:id="rId15"/>
    <p:sldLayoutId id="2147483905" r:id="rId16"/>
  </p:sldLayoutIdLst>
  <p:hf sldNum="0"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383AA945-4135-C224-AC50-7B9C02D122EF}"/>
              </a:ext>
            </a:extLst>
          </p:cNvPr>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075" name="Text Placeholder 2">
            <a:extLst>
              <a:ext uri="{FF2B5EF4-FFF2-40B4-BE49-F238E27FC236}">
                <a16:creationId xmlns:a16="http://schemas.microsoft.com/office/drawing/2014/main" id="{C3C1BA45-7638-CA26-1020-7AD314DCBCC4}"/>
              </a:ext>
            </a:extLst>
          </p:cNvPr>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a:extLst>
              <a:ext uri="{FF2B5EF4-FFF2-40B4-BE49-F238E27FC236}">
                <a16:creationId xmlns:a16="http://schemas.microsoft.com/office/drawing/2014/main" id="{649FDB18-3719-FEF9-A015-AC84D7D31C26}"/>
              </a:ext>
            </a:extLst>
          </p:cNvPr>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defRPr>
            </a:lvl1pPr>
          </a:lstStyle>
          <a:p>
            <a:pPr>
              <a:defRPr/>
            </a:pPr>
            <a:fld id="{9D5AA42C-A36B-47A8-A822-17E6653BE137}" type="datetime1">
              <a:rPr lang="en-US" altLang="zh-CN" smtClean="0"/>
              <a:pPr>
                <a:defRPr/>
              </a:pPr>
              <a:t>8/22/2025</a:t>
            </a:fld>
            <a:endParaRPr lang="en-US" dirty="0">
              <a:ea typeface="+mn-ea"/>
            </a:endParaRPr>
          </a:p>
        </p:txBody>
      </p:sp>
      <p:sp>
        <p:nvSpPr>
          <p:cNvPr id="5" name="Footer Placeholder 4">
            <a:extLst>
              <a:ext uri="{FF2B5EF4-FFF2-40B4-BE49-F238E27FC236}">
                <a16:creationId xmlns:a16="http://schemas.microsoft.com/office/drawing/2014/main" id="{A2FDAAFF-4C46-E241-D9CF-BE30E708D4BF}"/>
              </a:ext>
            </a:extLst>
          </p:cNvPr>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defRPr>
            </a:lvl1pPr>
          </a:lstStyle>
          <a:p>
            <a:pPr>
              <a:defRPr/>
            </a:pPr>
            <a:endParaRPr lang="en-US"/>
          </a:p>
        </p:txBody>
      </p:sp>
      <p:sp>
        <p:nvSpPr>
          <p:cNvPr id="6" name="Slide Number Placeholder 5">
            <a:extLst>
              <a:ext uri="{FF2B5EF4-FFF2-40B4-BE49-F238E27FC236}">
                <a16:creationId xmlns:a16="http://schemas.microsoft.com/office/drawing/2014/main" id="{C8334485-448E-15CC-EC35-7FC909B4B555}"/>
              </a:ext>
            </a:extLst>
          </p:cNvPr>
          <p:cNvSpPr>
            <a:spLocks noGrp="1"/>
          </p:cNvSpPr>
          <p:nvPr>
            <p:ph type="sldNum" sz="quarter" idx="4"/>
          </p:nvPr>
        </p:nvSpPr>
        <p:spPr>
          <a:xfrm>
            <a:off x="7119938" y="7008813"/>
            <a:ext cx="2270125" cy="401637"/>
          </a:xfrm>
          <a:prstGeom prst="rect">
            <a:avLst/>
          </a:prstGeom>
        </p:spPr>
        <p:txBody>
          <a:bodyPr vert="horz" wrap="square" lIns="91440" tIns="45720" rIns="91440" bIns="45720" numCol="1" anchor="ctr" anchorCtr="0" compatLnSpc="1">
            <a:prstTxWarp prst="textNoShape">
              <a:avLst/>
            </a:prstTxWarp>
          </a:bodyPr>
          <a:lstStyle>
            <a:lvl1pPr algn="r" defTabSz="503238" eaLnBrk="1" hangingPunct="1">
              <a:defRPr sz="1300">
                <a:solidFill>
                  <a:srgbClr val="4F81BD"/>
                </a:solidFill>
              </a:defRPr>
            </a:lvl1pPr>
          </a:lstStyle>
          <a:p>
            <a:fld id="{D6A6EA76-AFE2-47C4-A142-E360EDBF44AB}" type="slidenum">
              <a:rPr lang="en-US" altLang="zh-CN"/>
              <a:pPr/>
              <a:t>‹#›</a:t>
            </a:fld>
            <a:endParaRPr lang="en-US" altLang="zh-CN"/>
          </a:p>
        </p:txBody>
      </p:sp>
      <p:sp>
        <p:nvSpPr>
          <p:cNvPr id="9" name="矩形 8">
            <a:extLst>
              <a:ext uri="{FF2B5EF4-FFF2-40B4-BE49-F238E27FC236}">
                <a16:creationId xmlns:a16="http://schemas.microsoft.com/office/drawing/2014/main" id="{F237BF5A-DAAF-6DF1-D30B-E3268D7CA40C}"/>
              </a:ext>
            </a:extLst>
          </p:cNvPr>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extLst>
      <p:ext uri="{BB962C8B-B14F-4D97-AF65-F5344CB8AC3E}">
        <p14:creationId xmlns:p14="http://schemas.microsoft.com/office/powerpoint/2010/main" val="2797743542"/>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Lst>
  <p:hf sldNum="0"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fld id="{831D656F-08AF-403B-80AE-3B33FE0D851C}" type="datetime1">
              <a:rPr lang="en-US" altLang="zh-CN" smtClean="0"/>
              <a:t>8/22/2025</a:t>
            </a:fld>
            <a:endParaRPr lang="en-US" dirty="0"/>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fld id="{D57F1E4F-1CFF-5643-939E-217C01CDF565}" type="slidenum">
              <a:rPr lang="en-US" smtClean="0"/>
              <a:pPr/>
              <a:t>‹#›</a:t>
            </a:fld>
            <a:endParaRPr lang="en-US" dirty="0"/>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984" dirty="0">
                <a:solidFill>
                  <a:schemeClr val="bg1"/>
                </a:solidFill>
              </a:rPr>
              <a:t>视频区域</a:t>
            </a:r>
          </a:p>
        </p:txBody>
      </p:sp>
    </p:spTree>
    <p:extLst>
      <p:ext uri="{BB962C8B-B14F-4D97-AF65-F5344CB8AC3E}">
        <p14:creationId xmlns:p14="http://schemas.microsoft.com/office/powerpoint/2010/main" val="3432769377"/>
      </p:ext>
    </p:extLst>
  </p:cSld>
  <p:clrMap bg1="lt1" tx1="dk1" bg2="lt2" tx2="dk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 id="2147483935" r:id="rId12"/>
    <p:sldLayoutId id="2147483936" r:id="rId13"/>
    <p:sldLayoutId id="2147483937" r:id="rId14"/>
    <p:sldLayoutId id="2147483938" r:id="rId15"/>
    <p:sldLayoutId id="2147483939"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1EAA89B5-C1D7-6CCF-5FF0-24E4EB5CF41B}"/>
              </a:ext>
            </a:extLst>
          </p:cNvPr>
          <p:cNvSpPr>
            <a:spLocks noGrp="1" noChangeArrowheads="1"/>
          </p:cNvSpPr>
          <p:nvPr>
            <p:ph type="title" idx="4294967295"/>
          </p:nvPr>
        </p:nvSpPr>
        <p:spPr>
          <a:xfrm>
            <a:off x="585015" y="4499885"/>
            <a:ext cx="7488238" cy="1262062"/>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solidFill>
                  <a:schemeClr val="bg1"/>
                </a:solidFill>
                <a:latin typeface="宋体" panose="02010600030101010101" pitchFamily="2" charset="-122"/>
                <a:ea typeface="楷体_GB2312"/>
              </a:rPr>
              <a:t>第四章(01) 语法分析</a:t>
            </a:r>
            <a:br>
              <a:rPr lang="en-US" altLang="zh-CN" dirty="0">
                <a:solidFill>
                  <a:schemeClr val="bg1"/>
                </a:solidFill>
                <a:latin typeface="宋体" panose="02010600030101010101" pitchFamily="2" charset="-122"/>
                <a:ea typeface="楷体_GB2312"/>
              </a:rPr>
            </a:br>
            <a:r>
              <a:rPr lang="en-US" altLang="zh-CN" dirty="0">
                <a:solidFill>
                  <a:schemeClr val="bg1"/>
                </a:solidFill>
                <a:latin typeface="宋体" panose="02010600030101010101" pitchFamily="2" charset="-122"/>
                <a:ea typeface="楷体_GB2312"/>
              </a:rPr>
              <a:t>				——</a:t>
            </a:r>
            <a:r>
              <a:rPr lang="zh-CN" altLang="en-US" dirty="0">
                <a:solidFill>
                  <a:schemeClr val="bg1"/>
                </a:solidFill>
                <a:latin typeface="宋体" panose="02010600030101010101" pitchFamily="2" charset="-122"/>
                <a:ea typeface="楷体_GB2312"/>
              </a:rPr>
              <a:t>文法语法</a:t>
            </a:r>
          </a:p>
        </p:txBody>
      </p:sp>
      <p:sp>
        <p:nvSpPr>
          <p:cNvPr id="22531" name="Rectangle 3">
            <a:extLst>
              <a:ext uri="{FF2B5EF4-FFF2-40B4-BE49-F238E27FC236}">
                <a16:creationId xmlns:a16="http://schemas.microsoft.com/office/drawing/2014/main" id="{9BBC8027-2199-897E-7E20-4BB36B540257}"/>
              </a:ext>
            </a:extLst>
          </p:cNvPr>
          <p:cNvSpPr txBox="1">
            <a:spLocks noChangeArrowheads="1"/>
          </p:cNvSpPr>
          <p:nvPr/>
        </p:nvSpPr>
        <p:spPr bwMode="auto">
          <a:xfrm>
            <a:off x="4968875" y="847725"/>
            <a:ext cx="4606925" cy="259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9404" rIns="0" bIns="0" anchor="ctr"/>
          <a:lstStyle>
            <a:lvl1pPr marL="342900" indent="-342900">
              <a:tabLst>
                <a:tab pos="723900" algn="l"/>
                <a:tab pos="1447800" algn="l"/>
                <a:tab pos="2171700" algn="l"/>
                <a:tab pos="2895600" algn="l"/>
                <a:tab pos="3619500" algn="l"/>
                <a:tab pos="43434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 pos="3619500" algn="l"/>
                <a:tab pos="43434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 pos="3619500" algn="l"/>
                <a:tab pos="43434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 pos="3619500" algn="l"/>
                <a:tab pos="43434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 pos="3619500" algn="l"/>
                <a:tab pos="43434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 pos="3619500" algn="l"/>
                <a:tab pos="43434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 pos="3619500" algn="l"/>
                <a:tab pos="43434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 pos="3619500" algn="l"/>
                <a:tab pos="43434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 pos="3619500" algn="l"/>
                <a:tab pos="4343400" algn="l"/>
              </a:tabLst>
              <a:defRPr>
                <a:solidFill>
                  <a:srgbClr val="000000"/>
                </a:solidFill>
                <a:latin typeface="Arial" panose="020B0604020202020204" pitchFamily="34" charset="0"/>
                <a:ea typeface="Droid Sans Fallback"/>
                <a:cs typeface="Droid Sans Fallback"/>
              </a:defRPr>
            </a:lvl9pPr>
          </a:lstStyle>
          <a:p>
            <a:pPr>
              <a:lnSpc>
                <a:spcPct val="73000"/>
              </a:lnSpc>
              <a:buFont typeface="Arial" panose="020B0604020202020204" pitchFamily="34" charset="0"/>
              <a:buNone/>
            </a:pPr>
            <a:r>
              <a:rPr lang="zh-CN" altLang="zh-CN" sz="3400" dirty="0">
                <a:ea typeface="微软雅黑" panose="020B0503020204020204" pitchFamily="34" charset="-122"/>
                <a:sym typeface="方正书宋_GBK"/>
              </a:rPr>
              <a:t>《编译技术》</a:t>
            </a:r>
            <a:endParaRPr lang="zh-CN" altLang="zh-CN" sz="3400" dirty="0">
              <a:ea typeface="微软雅黑" panose="020B0503020204020204" pitchFamily="34" charset="-122"/>
            </a:endParaRPr>
          </a:p>
          <a:p>
            <a:pPr>
              <a:lnSpc>
                <a:spcPct val="73000"/>
              </a:lnSpc>
              <a:buFont typeface="Arial" panose="020B0604020202020204" pitchFamily="34" charset="0"/>
              <a:buNone/>
            </a:pPr>
            <a:endParaRPr lang="zh-CN" altLang="en-US" sz="3400" dirty="0">
              <a:ea typeface="微软雅黑" panose="020B0503020204020204" pitchFamily="34" charset="-122"/>
            </a:endParaRPr>
          </a:p>
          <a:p>
            <a:pPr>
              <a:lnSpc>
                <a:spcPct val="73000"/>
              </a:lnSpc>
              <a:buFont typeface="Times New Roman" panose="02020603050405020304" pitchFamily="18" charset="0"/>
              <a:buNone/>
            </a:pPr>
            <a:endParaRPr lang="zh-CN" altLang="en-US" sz="3400" dirty="0">
              <a:ea typeface="微软雅黑" panose="020B0503020204020204" pitchFamily="34" charset="-122"/>
            </a:endParaRPr>
          </a:p>
          <a:p>
            <a:pPr>
              <a:lnSpc>
                <a:spcPct val="73000"/>
              </a:lnSpc>
              <a:buFont typeface="Times New Roman" panose="02020603050405020304" pitchFamily="18" charset="0"/>
              <a:buNone/>
            </a:pPr>
            <a:r>
              <a:rPr lang="zh-CN" altLang="en-US" sz="3400" dirty="0">
                <a:ea typeface="微软雅黑" panose="020B0503020204020204" pitchFamily="34" charset="-122"/>
              </a:rPr>
              <a:t>胡荣耀</a:t>
            </a:r>
            <a:endParaRPr lang="zh-CN" altLang="en-US" sz="3200" dirty="0">
              <a:ea typeface="微软雅黑" panose="020B0503020204020204" pitchFamily="3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zh-CN" altLang="en-US" dirty="0"/>
              <a:t>编译程序总框</a:t>
            </a:r>
          </a:p>
        </p:txBody>
      </p:sp>
      <p:sp>
        <p:nvSpPr>
          <p:cNvPr id="35" name="圆角矩形 34"/>
          <p:cNvSpPr/>
          <p:nvPr/>
        </p:nvSpPr>
        <p:spPr bwMode="auto">
          <a:xfrm>
            <a:off x="2588181" y="2218746"/>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词法分析</a:t>
            </a:r>
          </a:p>
        </p:txBody>
      </p:sp>
      <p:sp>
        <p:nvSpPr>
          <p:cNvPr id="36" name="圆角矩形 35"/>
          <p:cNvSpPr/>
          <p:nvPr/>
        </p:nvSpPr>
        <p:spPr bwMode="auto">
          <a:xfrm>
            <a:off x="2611235" y="3232957"/>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语法分析</a:t>
            </a:r>
          </a:p>
        </p:txBody>
      </p:sp>
      <p:sp>
        <p:nvSpPr>
          <p:cNvPr id="37" name="圆角矩形 36"/>
          <p:cNvSpPr/>
          <p:nvPr/>
        </p:nvSpPr>
        <p:spPr bwMode="auto">
          <a:xfrm>
            <a:off x="2611234" y="4246163"/>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语义分析与中间代码生成</a:t>
            </a:r>
          </a:p>
        </p:txBody>
      </p:sp>
      <p:sp>
        <p:nvSpPr>
          <p:cNvPr id="38" name="圆角矩形 37"/>
          <p:cNvSpPr/>
          <p:nvPr/>
        </p:nvSpPr>
        <p:spPr bwMode="auto">
          <a:xfrm>
            <a:off x="2611234" y="5254280"/>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1"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优化</a:t>
            </a:r>
          </a:p>
        </p:txBody>
      </p:sp>
      <p:sp>
        <p:nvSpPr>
          <p:cNvPr id="39" name="圆角矩形 38"/>
          <p:cNvSpPr/>
          <p:nvPr/>
        </p:nvSpPr>
        <p:spPr bwMode="auto">
          <a:xfrm>
            <a:off x="2611234" y="6263907"/>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目标代码生成</a:t>
            </a:r>
          </a:p>
        </p:txBody>
      </p:sp>
      <p:sp>
        <p:nvSpPr>
          <p:cNvPr id="40" name="下箭头 39"/>
          <p:cNvSpPr/>
          <p:nvPr/>
        </p:nvSpPr>
        <p:spPr>
          <a:xfrm>
            <a:off x="4512048" y="2760245"/>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1" name="下箭头 40"/>
          <p:cNvSpPr/>
          <p:nvPr/>
        </p:nvSpPr>
        <p:spPr>
          <a:xfrm>
            <a:off x="4512048" y="3767783"/>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2" name="下箭头 41"/>
          <p:cNvSpPr/>
          <p:nvPr/>
        </p:nvSpPr>
        <p:spPr>
          <a:xfrm>
            <a:off x="4512048" y="4788758"/>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8" name="下箭头 47"/>
          <p:cNvSpPr/>
          <p:nvPr/>
        </p:nvSpPr>
        <p:spPr>
          <a:xfrm>
            <a:off x="4512048" y="5792795"/>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下箭头 53"/>
          <p:cNvSpPr/>
          <p:nvPr/>
        </p:nvSpPr>
        <p:spPr>
          <a:xfrm>
            <a:off x="4512048" y="6811951"/>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0" name="下箭头 59"/>
          <p:cNvSpPr/>
          <p:nvPr/>
        </p:nvSpPr>
        <p:spPr>
          <a:xfrm>
            <a:off x="4505305" y="1741056"/>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文本框 62"/>
          <p:cNvSpPr txBox="1"/>
          <p:nvPr/>
        </p:nvSpPr>
        <p:spPr>
          <a:xfrm>
            <a:off x="5014463" y="2762174"/>
            <a:ext cx="1313180"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单词符号</a:t>
            </a:r>
          </a:p>
        </p:txBody>
      </p:sp>
      <p:sp>
        <p:nvSpPr>
          <p:cNvPr id="73" name="文本框 72"/>
          <p:cNvSpPr txBox="1"/>
          <p:nvPr/>
        </p:nvSpPr>
        <p:spPr>
          <a:xfrm>
            <a:off x="5014463" y="1681680"/>
            <a:ext cx="1031051"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源程序</a:t>
            </a:r>
          </a:p>
        </p:txBody>
      </p:sp>
      <p:sp>
        <p:nvSpPr>
          <p:cNvPr id="74" name="文本框 73"/>
          <p:cNvSpPr txBox="1"/>
          <p:nvPr/>
        </p:nvSpPr>
        <p:spPr>
          <a:xfrm>
            <a:off x="5014463" y="4809758"/>
            <a:ext cx="2348720"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中间代码</a:t>
            </a:r>
            <a:r>
              <a:rPr kumimoji="0" lang="en-US" altLang="zh-CN"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四元式</a:t>
            </a:r>
            <a:r>
              <a:rPr kumimoji="0" lang="en-US" altLang="zh-CN"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5" name="文本框 74"/>
          <p:cNvSpPr txBox="1"/>
          <p:nvPr/>
        </p:nvSpPr>
        <p:spPr>
          <a:xfrm>
            <a:off x="5022453" y="3820898"/>
            <a:ext cx="1313180" cy="770980"/>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语法单位</a:t>
            </a:r>
          </a:p>
          <a:p>
            <a:pPr marL="0" marR="0" lvl="0" indent="0" algn="l" defTabSz="503972" rtl="0" eaLnBrk="1" fontAlgn="auto" latinLnBrk="0" hangingPunct="1">
              <a:lnSpc>
                <a:spcPct val="100000"/>
              </a:lnSpc>
              <a:spcBef>
                <a:spcPts val="0"/>
              </a:spcBef>
              <a:spcAft>
                <a:spcPts val="0"/>
              </a:spcAft>
              <a:buClrTx/>
              <a:buSzTx/>
              <a:buFontTx/>
              <a:buNone/>
              <a:tabLst/>
              <a:defRPr/>
            </a:pPr>
            <a:endPar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6" name="文本框 75"/>
          <p:cNvSpPr txBox="1"/>
          <p:nvPr/>
        </p:nvSpPr>
        <p:spPr>
          <a:xfrm>
            <a:off x="5014463" y="6864226"/>
            <a:ext cx="1313180"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目标代码</a:t>
            </a:r>
          </a:p>
        </p:txBody>
      </p:sp>
      <p:sp>
        <p:nvSpPr>
          <p:cNvPr id="77" name="文本框 76"/>
          <p:cNvSpPr txBox="1"/>
          <p:nvPr/>
        </p:nvSpPr>
        <p:spPr>
          <a:xfrm>
            <a:off x="5022453" y="5798544"/>
            <a:ext cx="2348720"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中间代码</a:t>
            </a:r>
            <a:r>
              <a:rPr kumimoji="0" lang="en-US" altLang="zh-CN"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四元式</a:t>
            </a:r>
            <a:r>
              <a:rPr kumimoji="0" lang="en-US" altLang="zh-CN"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8" name="圆角矩形 77"/>
          <p:cNvSpPr/>
          <p:nvPr/>
        </p:nvSpPr>
        <p:spPr bwMode="auto">
          <a:xfrm>
            <a:off x="1105849" y="2203926"/>
            <a:ext cx="557771" cy="4563716"/>
          </a:xfrm>
          <a:prstGeom prst="roundRect">
            <a:avLst/>
          </a:prstGeom>
          <a:ln>
            <a:headEnd type="none" w="med" len="med"/>
            <a:tailEnd type="stealth" w="lg" len="lg"/>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eaVert"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符号表管理</a:t>
            </a:r>
          </a:p>
        </p:txBody>
      </p:sp>
      <p:sp>
        <p:nvSpPr>
          <p:cNvPr id="79" name="圆角矩形 78"/>
          <p:cNvSpPr/>
          <p:nvPr/>
        </p:nvSpPr>
        <p:spPr bwMode="auto">
          <a:xfrm>
            <a:off x="7576929" y="2185959"/>
            <a:ext cx="557771" cy="4563716"/>
          </a:xfrm>
          <a:prstGeom prst="roundRect">
            <a:avLst/>
          </a:prstGeom>
          <a:ln>
            <a:headEnd type="none" w="med" len="med"/>
            <a:tailEnd type="stealth" w="lg" len="lg"/>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eaVert"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出错处理</a:t>
            </a:r>
          </a:p>
        </p:txBody>
      </p:sp>
      <p:sp>
        <p:nvSpPr>
          <p:cNvPr id="80" name="左右箭头 79"/>
          <p:cNvSpPr/>
          <p:nvPr/>
        </p:nvSpPr>
        <p:spPr>
          <a:xfrm>
            <a:off x="1744794" y="2344678"/>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1" name="左右箭头 80"/>
          <p:cNvSpPr/>
          <p:nvPr/>
        </p:nvSpPr>
        <p:spPr>
          <a:xfrm>
            <a:off x="1750843" y="3358889"/>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2" name="左右箭头 81"/>
          <p:cNvSpPr/>
          <p:nvPr/>
        </p:nvSpPr>
        <p:spPr>
          <a:xfrm>
            <a:off x="1744794" y="4366002"/>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3" name="左右箭头 82"/>
          <p:cNvSpPr/>
          <p:nvPr/>
        </p:nvSpPr>
        <p:spPr>
          <a:xfrm>
            <a:off x="1775784" y="5380213"/>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4" name="左右箭头 83"/>
          <p:cNvSpPr/>
          <p:nvPr/>
        </p:nvSpPr>
        <p:spPr>
          <a:xfrm>
            <a:off x="1744794" y="6389840"/>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5" name="左右箭头 84"/>
          <p:cNvSpPr/>
          <p:nvPr/>
        </p:nvSpPr>
        <p:spPr>
          <a:xfrm>
            <a:off x="6710661" y="2351398"/>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6" name="左右箭头 85"/>
          <p:cNvSpPr/>
          <p:nvPr/>
        </p:nvSpPr>
        <p:spPr>
          <a:xfrm>
            <a:off x="6716709" y="3365609"/>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7" name="左右箭头 86"/>
          <p:cNvSpPr/>
          <p:nvPr/>
        </p:nvSpPr>
        <p:spPr>
          <a:xfrm>
            <a:off x="6710661" y="4372721"/>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8" name="左右箭头 87"/>
          <p:cNvSpPr/>
          <p:nvPr/>
        </p:nvSpPr>
        <p:spPr>
          <a:xfrm>
            <a:off x="6741650" y="5386933"/>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9" name="左右箭头 88"/>
          <p:cNvSpPr/>
          <p:nvPr/>
        </p:nvSpPr>
        <p:spPr>
          <a:xfrm>
            <a:off x="6710661" y="6396559"/>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0" name="圆角矩形 89"/>
          <p:cNvSpPr/>
          <p:nvPr/>
        </p:nvSpPr>
        <p:spPr bwMode="auto">
          <a:xfrm>
            <a:off x="2583762" y="3218951"/>
            <a:ext cx="4087383" cy="515883"/>
          </a:xfrm>
          <a:prstGeom prst="roundRect">
            <a:avLst/>
          </a:prstGeom>
          <a:noFill/>
          <a:ln w="63500">
            <a:headEnd type="none" w="med" len="med"/>
            <a:tailEnd type="stealth" w="lg" len="lg"/>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83365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B452D1C-BA69-A595-A964-FF6C053C51B4}"/>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110000"/>
              </a:lnSpc>
              <a:spcAft>
                <a:spcPct val="0"/>
              </a:spcAft>
              <a:buFont typeface="Times New Roman" panose="02020603050405020304" pitchFamily="18" charset="0"/>
              <a:buNone/>
            </a:pPr>
            <a:r>
              <a:rPr lang="zh-CN" altLang="en-US" sz="4400" b="1">
                <a:solidFill>
                  <a:schemeClr val="tx1"/>
                </a:solidFill>
              </a:rPr>
              <a:t>文法</a:t>
            </a:r>
          </a:p>
        </p:txBody>
      </p:sp>
      <p:sp>
        <p:nvSpPr>
          <p:cNvPr id="3" name="Rectangle 3">
            <a:extLst>
              <a:ext uri="{FF2B5EF4-FFF2-40B4-BE49-F238E27FC236}">
                <a16:creationId xmlns:a16="http://schemas.microsoft.com/office/drawing/2014/main" id="{707B47BF-F683-B9E1-8B19-299C55A85F84}"/>
              </a:ext>
            </a:extLst>
          </p:cNvPr>
          <p:cNvSpPr txBox="1">
            <a:spLocks noChangeArrowheads="1"/>
          </p:cNvSpPr>
          <p:nvPr/>
        </p:nvSpPr>
        <p:spPr bwMode="auto">
          <a:xfrm>
            <a:off x="630238" y="1824038"/>
            <a:ext cx="78867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US" sz="2800" dirty="0">
                <a:solidFill>
                  <a:srgbClr val="C0504D"/>
                </a:solidFill>
                <a:latin typeface="微软雅黑" panose="020B0503020204020204" pitchFamily="34" charset="-122"/>
                <a:ea typeface="微软雅黑" panose="020B0503020204020204" pitchFamily="34" charset="-122"/>
                <a:cs typeface="Droid Sans Fallback"/>
              </a:rPr>
              <a:t>文法</a:t>
            </a:r>
            <a:r>
              <a:rPr lang="zh-CN" altLang="en-US" sz="2800" dirty="0">
                <a:solidFill>
                  <a:srgbClr val="404040"/>
                </a:solidFill>
                <a:latin typeface="微软雅黑" panose="020B0503020204020204" pitchFamily="34" charset="-122"/>
                <a:ea typeface="微软雅黑" panose="020B0503020204020204" pitchFamily="34" charset="-122"/>
                <a:cs typeface="Droid Sans Fallback"/>
              </a:rPr>
              <a:t>： 描述语言的语法结构的形式规则</a:t>
            </a:r>
          </a:p>
          <a:p>
            <a:pPr eaLnBrk="1" hangingPunct="1">
              <a:lnSpc>
                <a:spcPct val="100000"/>
              </a:lnSpc>
              <a:spcBef>
                <a:spcPts val="1000"/>
              </a:spcBef>
              <a:spcAft>
                <a:spcPct val="0"/>
              </a:spcAft>
              <a:buClr>
                <a:srgbClr val="4F81BD"/>
              </a:buClr>
              <a:buSzPct val="80000"/>
              <a:buFont typeface="Wingdings 3" panose="05040102010807070707" pitchFamily="18" charset="2"/>
              <a:buChar char=""/>
            </a:pPr>
            <a:r>
              <a:rPr lang="en-US" altLang="zh-CN" sz="2800" dirty="0">
                <a:solidFill>
                  <a:srgbClr val="404040"/>
                </a:solidFill>
                <a:latin typeface="微软雅黑" panose="020B0503020204020204" pitchFamily="34" charset="-122"/>
                <a:ea typeface="微软雅黑" panose="020B0503020204020204" pitchFamily="34" charset="-122"/>
                <a:cs typeface="Droid Sans Fallback"/>
              </a:rPr>
              <a:t>He gave me a book.</a:t>
            </a:r>
          </a:p>
        </p:txBody>
      </p:sp>
      <p:sp>
        <p:nvSpPr>
          <p:cNvPr id="4" name="Rectangle 2">
            <a:extLst>
              <a:ext uri="{FF2B5EF4-FFF2-40B4-BE49-F238E27FC236}">
                <a16:creationId xmlns:a16="http://schemas.microsoft.com/office/drawing/2014/main" id="{F630BBAD-0680-7235-04D3-884475BFF10F}"/>
              </a:ext>
            </a:extLst>
          </p:cNvPr>
          <p:cNvSpPr>
            <a:spLocks noChangeArrowheads="1"/>
          </p:cNvSpPr>
          <p:nvPr/>
        </p:nvSpPr>
        <p:spPr bwMode="auto">
          <a:xfrm>
            <a:off x="852488" y="2879725"/>
            <a:ext cx="7442200" cy="3786188"/>
          </a:xfrm>
          <a:prstGeom prst="rect">
            <a:avLst/>
          </a:prstGeom>
          <a:solidFill>
            <a:srgbClr val="4F81BD"/>
          </a:solidFill>
          <a:ln w="25400" cap="rnd" cmpd="sng" algn="ctr">
            <a:solidFill>
              <a:sysClr val="window" lastClr="FFFFFF"/>
            </a:solidFill>
            <a:prstDash val="solid"/>
            <a:headEnd/>
            <a:tailEnd type="none" w="lg" len="lg"/>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eaLnBrk="1" fontAlgn="auto" hangingPunct="1">
              <a:spcBef>
                <a:spcPts val="0"/>
              </a:spcBef>
              <a:spcAft>
                <a:spcPts val="0"/>
              </a:spcAft>
              <a:defRPr/>
            </a:pPr>
            <a:r>
              <a:rPr lang="en-US" altLang="zh-CN" sz="2400" kern="0" dirty="0">
                <a:solidFill>
                  <a:prstClr val="white"/>
                </a:solidFill>
                <a:latin typeface="微软雅黑" panose="020B0503020204020204" pitchFamily="34" charset="-122"/>
                <a:ea typeface="微软雅黑" panose="020B0503020204020204" pitchFamily="34" charset="-122"/>
                <a:cs typeface="+mn-cs"/>
              </a:rPr>
              <a:t>&lt;</a:t>
            </a:r>
            <a:r>
              <a:rPr lang="zh-CN" altLang="en-US" sz="2400" kern="0" dirty="0">
                <a:solidFill>
                  <a:prstClr val="white"/>
                </a:solidFill>
                <a:latin typeface="微软雅黑" panose="020B0503020204020204" pitchFamily="34" charset="-122"/>
                <a:ea typeface="微软雅黑" panose="020B0503020204020204" pitchFamily="34" charset="-122"/>
                <a:cs typeface="+mn-cs"/>
              </a:rPr>
              <a:t>句子</a:t>
            </a:r>
            <a:r>
              <a:rPr lang="en-US" altLang="zh-CN" sz="2400" kern="0" dirty="0">
                <a:solidFill>
                  <a:prstClr val="white"/>
                </a:solidFill>
                <a:latin typeface="微软雅黑" panose="020B0503020204020204" pitchFamily="34" charset="-122"/>
                <a:ea typeface="微软雅黑" panose="020B0503020204020204" pitchFamily="34" charset="-122"/>
                <a:cs typeface="+mn-cs"/>
              </a:rPr>
              <a:t>&gt; </a:t>
            </a:r>
            <a:r>
              <a:rPr lang="en-US" altLang="zh-CN" sz="24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微软雅黑" panose="020B0503020204020204" pitchFamily="34" charset="-122"/>
                <a:ea typeface="微软雅黑" panose="020B0503020204020204" pitchFamily="34" charset="-122"/>
                <a:cs typeface="+mn-cs"/>
              </a:rPr>
              <a:t> &lt;</a:t>
            </a:r>
            <a:r>
              <a:rPr lang="zh-CN" altLang="en-US" sz="2400" kern="0" dirty="0">
                <a:solidFill>
                  <a:prstClr val="white"/>
                </a:solidFill>
                <a:latin typeface="微软雅黑" panose="020B0503020204020204" pitchFamily="34" charset="-122"/>
                <a:ea typeface="微软雅黑" panose="020B0503020204020204" pitchFamily="34" charset="-122"/>
                <a:cs typeface="+mn-cs"/>
              </a:rPr>
              <a:t>主语</a:t>
            </a:r>
            <a:r>
              <a:rPr lang="en-US" altLang="zh-CN" sz="2400" kern="0" dirty="0">
                <a:solidFill>
                  <a:prstClr val="white"/>
                </a:solidFill>
                <a:latin typeface="微软雅黑" panose="020B0503020204020204" pitchFamily="34" charset="-122"/>
                <a:ea typeface="微软雅黑" panose="020B0503020204020204" pitchFamily="34" charset="-122"/>
                <a:cs typeface="+mn-cs"/>
              </a:rPr>
              <a:t>&gt;&lt;</a:t>
            </a:r>
            <a:r>
              <a:rPr lang="zh-CN" altLang="en-US" sz="2400" kern="0" dirty="0">
                <a:solidFill>
                  <a:prstClr val="white"/>
                </a:solidFill>
                <a:latin typeface="微软雅黑" panose="020B0503020204020204" pitchFamily="34" charset="-122"/>
                <a:ea typeface="微软雅黑" panose="020B0503020204020204" pitchFamily="34" charset="-122"/>
                <a:cs typeface="+mn-cs"/>
              </a:rPr>
              <a:t>谓语</a:t>
            </a:r>
            <a:r>
              <a:rPr lang="en-US" altLang="zh-CN" sz="2400" kern="0" dirty="0">
                <a:solidFill>
                  <a:prstClr val="white"/>
                </a:solidFill>
                <a:latin typeface="微软雅黑" panose="020B0503020204020204" pitchFamily="34" charset="-122"/>
                <a:ea typeface="微软雅黑" panose="020B0503020204020204" pitchFamily="34" charset="-122"/>
                <a:cs typeface="+mn-cs"/>
              </a:rPr>
              <a:t>&gt;&lt;</a:t>
            </a:r>
            <a:r>
              <a:rPr lang="zh-CN" altLang="en-US" sz="2400" kern="0" dirty="0">
                <a:solidFill>
                  <a:prstClr val="white"/>
                </a:solidFill>
                <a:latin typeface="微软雅黑" panose="020B0503020204020204" pitchFamily="34" charset="-122"/>
                <a:ea typeface="微软雅黑" panose="020B0503020204020204" pitchFamily="34" charset="-122"/>
                <a:cs typeface="+mn-cs"/>
              </a:rPr>
              <a:t>间接宾语</a:t>
            </a:r>
            <a:r>
              <a:rPr lang="en-US" altLang="zh-CN" sz="2400" kern="0" dirty="0">
                <a:solidFill>
                  <a:prstClr val="white"/>
                </a:solidFill>
                <a:latin typeface="微软雅黑" panose="020B0503020204020204" pitchFamily="34" charset="-122"/>
                <a:ea typeface="微软雅黑" panose="020B0503020204020204" pitchFamily="34" charset="-122"/>
                <a:cs typeface="+mn-cs"/>
              </a:rPr>
              <a:t>&gt;&lt;</a:t>
            </a:r>
            <a:r>
              <a:rPr lang="zh-CN" altLang="en-US" sz="2400" kern="0" dirty="0">
                <a:solidFill>
                  <a:prstClr val="white"/>
                </a:solidFill>
                <a:latin typeface="微软雅黑" panose="020B0503020204020204" pitchFamily="34" charset="-122"/>
                <a:ea typeface="微软雅黑" panose="020B0503020204020204" pitchFamily="34" charset="-122"/>
                <a:cs typeface="+mn-cs"/>
              </a:rPr>
              <a:t>直接宾语</a:t>
            </a:r>
            <a:r>
              <a:rPr lang="en-US" altLang="zh-CN" sz="24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2400" kern="0" dirty="0">
                <a:solidFill>
                  <a:prstClr val="white"/>
                </a:solidFill>
                <a:latin typeface="微软雅黑" panose="020B0503020204020204" pitchFamily="34" charset="-122"/>
                <a:ea typeface="微软雅黑" panose="020B0503020204020204" pitchFamily="34" charset="-122"/>
                <a:cs typeface="+mn-cs"/>
              </a:rPr>
              <a:t>&lt;</a:t>
            </a:r>
            <a:r>
              <a:rPr lang="zh-CN" altLang="en-US" sz="2400" kern="0" dirty="0">
                <a:solidFill>
                  <a:prstClr val="white"/>
                </a:solidFill>
                <a:latin typeface="微软雅黑" panose="020B0503020204020204" pitchFamily="34" charset="-122"/>
                <a:ea typeface="微软雅黑" panose="020B0503020204020204" pitchFamily="34" charset="-122"/>
                <a:cs typeface="+mn-cs"/>
              </a:rPr>
              <a:t>主语</a:t>
            </a:r>
            <a:r>
              <a:rPr lang="en-US" altLang="zh-CN" sz="2400" kern="0" dirty="0">
                <a:solidFill>
                  <a:prstClr val="white"/>
                </a:solidFill>
                <a:latin typeface="微软雅黑" panose="020B0503020204020204" pitchFamily="34" charset="-122"/>
                <a:ea typeface="微软雅黑" panose="020B0503020204020204" pitchFamily="34" charset="-122"/>
                <a:cs typeface="+mn-cs"/>
              </a:rPr>
              <a:t>&gt; </a:t>
            </a:r>
            <a:r>
              <a:rPr lang="en-US" altLang="zh-CN" sz="24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微软雅黑" panose="020B0503020204020204" pitchFamily="34" charset="-122"/>
                <a:ea typeface="微软雅黑" panose="020B0503020204020204" pitchFamily="34" charset="-122"/>
                <a:cs typeface="+mn-cs"/>
              </a:rPr>
              <a:t> &lt;</a:t>
            </a:r>
            <a:r>
              <a:rPr lang="zh-CN" altLang="en-US" sz="2400" kern="0" dirty="0">
                <a:solidFill>
                  <a:prstClr val="white"/>
                </a:solidFill>
                <a:latin typeface="微软雅黑" panose="020B0503020204020204" pitchFamily="34" charset="-122"/>
                <a:ea typeface="微软雅黑" panose="020B0503020204020204" pitchFamily="34" charset="-122"/>
                <a:cs typeface="+mn-cs"/>
              </a:rPr>
              <a:t>代词</a:t>
            </a:r>
            <a:r>
              <a:rPr lang="en-US" altLang="zh-CN" sz="24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2400" kern="0" dirty="0">
                <a:solidFill>
                  <a:prstClr val="white"/>
                </a:solidFill>
                <a:latin typeface="微软雅黑" panose="020B0503020204020204" pitchFamily="34" charset="-122"/>
                <a:ea typeface="微软雅黑" panose="020B0503020204020204" pitchFamily="34" charset="-122"/>
                <a:cs typeface="+mn-cs"/>
              </a:rPr>
              <a:t>&lt;</a:t>
            </a:r>
            <a:r>
              <a:rPr lang="zh-CN" altLang="en-US" sz="2400" kern="0" dirty="0">
                <a:solidFill>
                  <a:prstClr val="white"/>
                </a:solidFill>
                <a:latin typeface="微软雅黑" panose="020B0503020204020204" pitchFamily="34" charset="-122"/>
                <a:ea typeface="微软雅黑" panose="020B0503020204020204" pitchFamily="34" charset="-122"/>
                <a:cs typeface="+mn-cs"/>
              </a:rPr>
              <a:t>谓语</a:t>
            </a:r>
            <a:r>
              <a:rPr lang="en-US" altLang="zh-CN" sz="2400" kern="0" dirty="0">
                <a:solidFill>
                  <a:prstClr val="white"/>
                </a:solidFill>
                <a:latin typeface="微软雅黑" panose="020B0503020204020204" pitchFamily="34" charset="-122"/>
                <a:ea typeface="微软雅黑" panose="020B0503020204020204" pitchFamily="34" charset="-122"/>
                <a:cs typeface="+mn-cs"/>
              </a:rPr>
              <a:t>&gt; </a:t>
            </a:r>
            <a:r>
              <a:rPr lang="en-US" altLang="zh-CN" sz="24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微软雅黑" panose="020B0503020204020204" pitchFamily="34" charset="-122"/>
                <a:ea typeface="微软雅黑" panose="020B0503020204020204" pitchFamily="34" charset="-122"/>
                <a:cs typeface="+mn-cs"/>
              </a:rPr>
              <a:t> &lt;</a:t>
            </a:r>
            <a:r>
              <a:rPr lang="zh-CN" altLang="en-US" sz="2400" kern="0" dirty="0">
                <a:solidFill>
                  <a:prstClr val="white"/>
                </a:solidFill>
                <a:latin typeface="微软雅黑" panose="020B0503020204020204" pitchFamily="34" charset="-122"/>
                <a:ea typeface="微软雅黑" panose="020B0503020204020204" pitchFamily="34" charset="-122"/>
                <a:cs typeface="+mn-cs"/>
              </a:rPr>
              <a:t>动词</a:t>
            </a:r>
            <a:r>
              <a:rPr lang="en-US" altLang="zh-CN" sz="24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2400" kern="0" dirty="0">
                <a:solidFill>
                  <a:prstClr val="white"/>
                </a:solidFill>
                <a:latin typeface="微软雅黑" panose="020B0503020204020204" pitchFamily="34" charset="-122"/>
                <a:ea typeface="微软雅黑" panose="020B0503020204020204" pitchFamily="34" charset="-122"/>
                <a:cs typeface="+mn-cs"/>
              </a:rPr>
              <a:t>&lt;</a:t>
            </a:r>
            <a:r>
              <a:rPr lang="zh-CN" altLang="en-US" sz="2400" kern="0" dirty="0">
                <a:solidFill>
                  <a:prstClr val="white"/>
                </a:solidFill>
                <a:latin typeface="微软雅黑" panose="020B0503020204020204" pitchFamily="34" charset="-122"/>
                <a:ea typeface="微软雅黑" panose="020B0503020204020204" pitchFamily="34" charset="-122"/>
                <a:cs typeface="+mn-cs"/>
              </a:rPr>
              <a:t>间接宾语</a:t>
            </a:r>
            <a:r>
              <a:rPr lang="en-US" altLang="zh-CN" sz="2400" kern="0" dirty="0">
                <a:solidFill>
                  <a:prstClr val="white"/>
                </a:solidFill>
                <a:latin typeface="微软雅黑" panose="020B0503020204020204" pitchFamily="34" charset="-122"/>
                <a:ea typeface="微软雅黑" panose="020B0503020204020204" pitchFamily="34" charset="-122"/>
                <a:cs typeface="+mn-cs"/>
              </a:rPr>
              <a:t>&gt; </a:t>
            </a:r>
            <a:r>
              <a:rPr lang="en-US" altLang="zh-CN" sz="24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微软雅黑" panose="020B0503020204020204" pitchFamily="34" charset="-122"/>
                <a:ea typeface="微软雅黑" panose="020B0503020204020204" pitchFamily="34" charset="-122"/>
                <a:cs typeface="+mn-cs"/>
              </a:rPr>
              <a:t> &lt;</a:t>
            </a:r>
            <a:r>
              <a:rPr lang="zh-CN" altLang="en-US" sz="2400" kern="0" dirty="0">
                <a:solidFill>
                  <a:prstClr val="white"/>
                </a:solidFill>
                <a:latin typeface="微软雅黑" panose="020B0503020204020204" pitchFamily="34" charset="-122"/>
                <a:ea typeface="微软雅黑" panose="020B0503020204020204" pitchFamily="34" charset="-122"/>
                <a:cs typeface="+mn-cs"/>
              </a:rPr>
              <a:t>代词</a:t>
            </a:r>
            <a:r>
              <a:rPr lang="en-US" altLang="zh-CN" sz="24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2400" kern="0" dirty="0">
                <a:solidFill>
                  <a:prstClr val="white"/>
                </a:solidFill>
                <a:latin typeface="微软雅黑" panose="020B0503020204020204" pitchFamily="34" charset="-122"/>
                <a:ea typeface="微软雅黑" panose="020B0503020204020204" pitchFamily="34" charset="-122"/>
                <a:cs typeface="+mn-cs"/>
              </a:rPr>
              <a:t>&lt;</a:t>
            </a:r>
            <a:r>
              <a:rPr lang="zh-CN" altLang="en-US" sz="2400" kern="0" dirty="0">
                <a:solidFill>
                  <a:prstClr val="white"/>
                </a:solidFill>
                <a:latin typeface="微软雅黑" panose="020B0503020204020204" pitchFamily="34" charset="-122"/>
                <a:ea typeface="微软雅黑" panose="020B0503020204020204" pitchFamily="34" charset="-122"/>
                <a:cs typeface="+mn-cs"/>
              </a:rPr>
              <a:t>直接宾语</a:t>
            </a:r>
            <a:r>
              <a:rPr lang="en-US" altLang="zh-CN" sz="2400" kern="0" dirty="0">
                <a:solidFill>
                  <a:prstClr val="white"/>
                </a:solidFill>
                <a:latin typeface="微软雅黑" panose="020B0503020204020204" pitchFamily="34" charset="-122"/>
                <a:ea typeface="微软雅黑" panose="020B0503020204020204" pitchFamily="34" charset="-122"/>
                <a:cs typeface="+mn-cs"/>
              </a:rPr>
              <a:t>&gt; </a:t>
            </a:r>
            <a:r>
              <a:rPr lang="en-US" altLang="zh-CN" sz="24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微软雅黑" panose="020B0503020204020204" pitchFamily="34" charset="-122"/>
                <a:ea typeface="微软雅黑" panose="020B0503020204020204" pitchFamily="34" charset="-122"/>
                <a:cs typeface="+mn-cs"/>
              </a:rPr>
              <a:t> &lt;</a:t>
            </a:r>
            <a:r>
              <a:rPr lang="zh-CN" altLang="en-US" sz="2400" kern="0" dirty="0">
                <a:solidFill>
                  <a:prstClr val="white"/>
                </a:solidFill>
                <a:latin typeface="微软雅黑" panose="020B0503020204020204" pitchFamily="34" charset="-122"/>
                <a:ea typeface="微软雅黑" panose="020B0503020204020204" pitchFamily="34" charset="-122"/>
                <a:cs typeface="+mn-cs"/>
              </a:rPr>
              <a:t>冠词</a:t>
            </a:r>
            <a:r>
              <a:rPr lang="en-US" altLang="zh-CN" sz="2400" kern="0" dirty="0">
                <a:solidFill>
                  <a:prstClr val="white"/>
                </a:solidFill>
                <a:latin typeface="微软雅黑" panose="020B0503020204020204" pitchFamily="34" charset="-122"/>
                <a:ea typeface="微软雅黑" panose="020B0503020204020204" pitchFamily="34" charset="-122"/>
                <a:cs typeface="+mn-cs"/>
              </a:rPr>
              <a:t>&gt; &lt;</a:t>
            </a:r>
            <a:r>
              <a:rPr lang="zh-CN" altLang="en-US" sz="2400" kern="0" dirty="0">
                <a:solidFill>
                  <a:prstClr val="white"/>
                </a:solidFill>
                <a:latin typeface="微软雅黑" panose="020B0503020204020204" pitchFamily="34" charset="-122"/>
                <a:ea typeface="微软雅黑" panose="020B0503020204020204" pitchFamily="34" charset="-122"/>
                <a:cs typeface="+mn-cs"/>
              </a:rPr>
              <a:t>名词</a:t>
            </a:r>
            <a:r>
              <a:rPr lang="en-US" altLang="zh-CN" sz="24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2400" kern="0" dirty="0">
                <a:solidFill>
                  <a:prstClr val="white"/>
                </a:solidFill>
                <a:latin typeface="微软雅黑" panose="020B0503020204020204" pitchFamily="34" charset="-122"/>
                <a:ea typeface="微软雅黑" panose="020B0503020204020204" pitchFamily="34" charset="-122"/>
                <a:cs typeface="+mn-cs"/>
              </a:rPr>
              <a:t>&lt;</a:t>
            </a:r>
            <a:r>
              <a:rPr lang="zh-CN" altLang="en-US" sz="2400" kern="0" dirty="0">
                <a:solidFill>
                  <a:prstClr val="white"/>
                </a:solidFill>
                <a:latin typeface="微软雅黑" panose="020B0503020204020204" pitchFamily="34" charset="-122"/>
                <a:ea typeface="微软雅黑" panose="020B0503020204020204" pitchFamily="34" charset="-122"/>
                <a:cs typeface="+mn-cs"/>
              </a:rPr>
              <a:t>代词</a:t>
            </a:r>
            <a:r>
              <a:rPr lang="en-US" altLang="zh-CN" sz="2400" kern="0" dirty="0">
                <a:solidFill>
                  <a:prstClr val="white"/>
                </a:solidFill>
                <a:latin typeface="微软雅黑" panose="020B0503020204020204" pitchFamily="34" charset="-122"/>
                <a:ea typeface="微软雅黑" panose="020B0503020204020204" pitchFamily="34" charset="-122"/>
                <a:cs typeface="+mn-cs"/>
              </a:rPr>
              <a:t>&gt; </a:t>
            </a:r>
            <a:r>
              <a:rPr lang="en-US" altLang="zh-CN" sz="24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微软雅黑" panose="020B0503020204020204" pitchFamily="34" charset="-122"/>
                <a:ea typeface="微软雅黑" panose="020B0503020204020204" pitchFamily="34" charset="-122"/>
                <a:cs typeface="+mn-cs"/>
              </a:rPr>
              <a:t> He</a:t>
            </a:r>
          </a:p>
          <a:p>
            <a:pPr defTabSz="457200" eaLnBrk="1" fontAlgn="auto" hangingPunct="1">
              <a:spcBef>
                <a:spcPts val="0"/>
              </a:spcBef>
              <a:spcAft>
                <a:spcPts val="0"/>
              </a:spcAft>
              <a:defRPr/>
            </a:pPr>
            <a:r>
              <a:rPr lang="en-US" altLang="zh-CN" sz="2400" kern="0" dirty="0">
                <a:solidFill>
                  <a:prstClr val="white"/>
                </a:solidFill>
                <a:latin typeface="微软雅黑" panose="020B0503020204020204" pitchFamily="34" charset="-122"/>
                <a:ea typeface="微软雅黑" panose="020B0503020204020204" pitchFamily="34" charset="-122"/>
                <a:cs typeface="+mn-cs"/>
              </a:rPr>
              <a:t>&lt;</a:t>
            </a:r>
            <a:r>
              <a:rPr lang="zh-CN" altLang="en-US" sz="2400" kern="0" dirty="0">
                <a:solidFill>
                  <a:prstClr val="white"/>
                </a:solidFill>
                <a:latin typeface="微软雅黑" panose="020B0503020204020204" pitchFamily="34" charset="-122"/>
                <a:ea typeface="微软雅黑" panose="020B0503020204020204" pitchFamily="34" charset="-122"/>
                <a:cs typeface="+mn-cs"/>
              </a:rPr>
              <a:t>代词</a:t>
            </a:r>
            <a:r>
              <a:rPr lang="en-US" altLang="zh-CN" sz="2400" kern="0" dirty="0">
                <a:solidFill>
                  <a:prstClr val="white"/>
                </a:solidFill>
                <a:latin typeface="微软雅黑" panose="020B0503020204020204" pitchFamily="34" charset="-122"/>
                <a:ea typeface="微软雅黑" panose="020B0503020204020204" pitchFamily="34" charset="-122"/>
                <a:cs typeface="+mn-cs"/>
              </a:rPr>
              <a:t>&gt; </a:t>
            </a:r>
            <a:r>
              <a:rPr lang="en-US" altLang="zh-CN" sz="24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微软雅黑" panose="020B0503020204020204" pitchFamily="34" charset="-122"/>
                <a:ea typeface="微软雅黑" panose="020B0503020204020204" pitchFamily="34" charset="-122"/>
                <a:cs typeface="+mn-cs"/>
              </a:rPr>
              <a:t> me</a:t>
            </a:r>
          </a:p>
          <a:p>
            <a:pPr defTabSz="457200" eaLnBrk="1" fontAlgn="auto" hangingPunct="1">
              <a:spcBef>
                <a:spcPts val="0"/>
              </a:spcBef>
              <a:spcAft>
                <a:spcPts val="0"/>
              </a:spcAft>
              <a:defRPr/>
            </a:pPr>
            <a:r>
              <a:rPr lang="en-US" altLang="zh-CN" sz="2400" kern="0" dirty="0">
                <a:solidFill>
                  <a:prstClr val="white"/>
                </a:solidFill>
                <a:latin typeface="微软雅黑" panose="020B0503020204020204" pitchFamily="34" charset="-122"/>
                <a:ea typeface="微软雅黑" panose="020B0503020204020204" pitchFamily="34" charset="-122"/>
                <a:cs typeface="+mn-cs"/>
              </a:rPr>
              <a:t>&lt;</a:t>
            </a:r>
            <a:r>
              <a:rPr lang="zh-CN" altLang="en-US" sz="2400" kern="0" dirty="0">
                <a:solidFill>
                  <a:prstClr val="white"/>
                </a:solidFill>
                <a:latin typeface="微软雅黑" panose="020B0503020204020204" pitchFamily="34" charset="-122"/>
                <a:ea typeface="微软雅黑" panose="020B0503020204020204" pitchFamily="34" charset="-122"/>
                <a:cs typeface="+mn-cs"/>
              </a:rPr>
              <a:t>名词</a:t>
            </a:r>
            <a:r>
              <a:rPr lang="en-US" altLang="zh-CN" sz="2400" kern="0" dirty="0">
                <a:solidFill>
                  <a:prstClr val="white"/>
                </a:solidFill>
                <a:latin typeface="微软雅黑" panose="020B0503020204020204" pitchFamily="34" charset="-122"/>
                <a:ea typeface="微软雅黑" panose="020B0503020204020204" pitchFamily="34" charset="-122"/>
                <a:cs typeface="+mn-cs"/>
              </a:rPr>
              <a:t>&gt; </a:t>
            </a:r>
            <a:r>
              <a:rPr lang="en-US" altLang="zh-CN" sz="24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微软雅黑" panose="020B0503020204020204" pitchFamily="34" charset="-122"/>
                <a:ea typeface="微软雅黑" panose="020B0503020204020204" pitchFamily="34" charset="-122"/>
                <a:cs typeface="+mn-cs"/>
              </a:rPr>
              <a:t> book</a:t>
            </a:r>
          </a:p>
          <a:p>
            <a:pPr defTabSz="457200" eaLnBrk="1" fontAlgn="auto" hangingPunct="1">
              <a:spcBef>
                <a:spcPts val="0"/>
              </a:spcBef>
              <a:spcAft>
                <a:spcPts val="0"/>
              </a:spcAft>
              <a:defRPr/>
            </a:pPr>
            <a:r>
              <a:rPr lang="en-US" altLang="zh-CN" sz="2400" kern="0" dirty="0">
                <a:solidFill>
                  <a:prstClr val="white"/>
                </a:solidFill>
                <a:latin typeface="微软雅黑" panose="020B0503020204020204" pitchFamily="34" charset="-122"/>
                <a:ea typeface="微软雅黑" panose="020B0503020204020204" pitchFamily="34" charset="-122"/>
                <a:cs typeface="+mn-cs"/>
              </a:rPr>
              <a:t>&lt;</a:t>
            </a:r>
            <a:r>
              <a:rPr lang="zh-CN" altLang="en-US" sz="2400" kern="0" dirty="0">
                <a:solidFill>
                  <a:prstClr val="white"/>
                </a:solidFill>
                <a:latin typeface="微软雅黑" panose="020B0503020204020204" pitchFamily="34" charset="-122"/>
                <a:ea typeface="微软雅黑" panose="020B0503020204020204" pitchFamily="34" charset="-122"/>
                <a:cs typeface="+mn-cs"/>
              </a:rPr>
              <a:t>冠词</a:t>
            </a:r>
            <a:r>
              <a:rPr lang="en-US" altLang="zh-CN" sz="2400" kern="0" dirty="0">
                <a:solidFill>
                  <a:prstClr val="white"/>
                </a:solidFill>
                <a:latin typeface="微软雅黑" panose="020B0503020204020204" pitchFamily="34" charset="-122"/>
                <a:ea typeface="微软雅黑" panose="020B0503020204020204" pitchFamily="34" charset="-122"/>
                <a:cs typeface="+mn-cs"/>
              </a:rPr>
              <a:t>&gt; </a:t>
            </a:r>
            <a:r>
              <a:rPr lang="en-US" altLang="zh-CN" sz="24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微软雅黑" panose="020B0503020204020204" pitchFamily="34" charset="-122"/>
                <a:ea typeface="微软雅黑" panose="020B0503020204020204" pitchFamily="34" charset="-122"/>
                <a:cs typeface="+mn-cs"/>
              </a:rPr>
              <a:t> a</a:t>
            </a:r>
          </a:p>
          <a:p>
            <a:pPr defTabSz="457200" eaLnBrk="1" fontAlgn="auto" hangingPunct="1">
              <a:spcBef>
                <a:spcPts val="0"/>
              </a:spcBef>
              <a:spcAft>
                <a:spcPts val="0"/>
              </a:spcAft>
              <a:defRPr/>
            </a:pPr>
            <a:r>
              <a:rPr lang="en-US" altLang="zh-CN" sz="2400" kern="0" dirty="0">
                <a:solidFill>
                  <a:prstClr val="white"/>
                </a:solidFill>
                <a:latin typeface="微软雅黑" panose="020B0503020204020204" pitchFamily="34" charset="-122"/>
                <a:ea typeface="微软雅黑" panose="020B0503020204020204" pitchFamily="34" charset="-122"/>
                <a:cs typeface="+mn-cs"/>
              </a:rPr>
              <a:t>&lt;</a:t>
            </a:r>
            <a:r>
              <a:rPr lang="zh-CN" altLang="en-US" sz="2400" kern="0" dirty="0">
                <a:solidFill>
                  <a:prstClr val="white"/>
                </a:solidFill>
                <a:latin typeface="微软雅黑" panose="020B0503020204020204" pitchFamily="34" charset="-122"/>
                <a:ea typeface="微软雅黑" panose="020B0503020204020204" pitchFamily="34" charset="-122"/>
                <a:cs typeface="+mn-cs"/>
              </a:rPr>
              <a:t>动词</a:t>
            </a:r>
            <a:r>
              <a:rPr lang="en-US" altLang="zh-CN" sz="2400" kern="0" dirty="0">
                <a:solidFill>
                  <a:prstClr val="white"/>
                </a:solidFill>
                <a:latin typeface="微软雅黑" panose="020B0503020204020204" pitchFamily="34" charset="-122"/>
                <a:ea typeface="微软雅黑" panose="020B0503020204020204" pitchFamily="34" charset="-122"/>
                <a:cs typeface="+mn-cs"/>
              </a:rPr>
              <a:t>&gt; </a:t>
            </a:r>
            <a:r>
              <a:rPr lang="en-US" altLang="zh-CN" sz="24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微软雅黑" panose="020B0503020204020204" pitchFamily="34" charset="-122"/>
                <a:ea typeface="微软雅黑" panose="020B0503020204020204" pitchFamily="34" charset="-122"/>
                <a:cs typeface="+mn-cs"/>
              </a:rPr>
              <a:t> gave</a:t>
            </a:r>
          </a:p>
        </p:txBody>
      </p:sp>
      <p:sp>
        <p:nvSpPr>
          <p:cNvPr id="5" name="Rectangle 3">
            <a:extLst>
              <a:ext uri="{FF2B5EF4-FFF2-40B4-BE49-F238E27FC236}">
                <a16:creationId xmlns:a16="http://schemas.microsoft.com/office/drawing/2014/main" id="{966B0E58-5470-FFC9-07F1-E9D4D2ECFC26}"/>
              </a:ext>
            </a:extLst>
          </p:cNvPr>
          <p:cNvSpPr txBox="1">
            <a:spLocks noChangeArrowheads="1"/>
          </p:cNvSpPr>
          <p:nvPr/>
        </p:nvSpPr>
        <p:spPr bwMode="auto">
          <a:xfrm>
            <a:off x="4748213" y="1529687"/>
            <a:ext cx="5332412" cy="3500438"/>
          </a:xfrm>
          <a:prstGeom prst="rect">
            <a:avLst/>
          </a:prstGeom>
          <a:gradFill rotWithShape="1">
            <a:gsLst>
              <a:gs pos="0">
                <a:srgbClr val="C5DEE7"/>
              </a:gs>
              <a:gs pos="88000">
                <a:srgbClr val="70B7CD"/>
              </a:gs>
              <a:gs pos="100000">
                <a:srgbClr val="70B7CD"/>
              </a:gs>
            </a:gsLst>
            <a:lin ang="5400000"/>
          </a:gradFill>
          <a:ln w="9525" algn="ctr">
            <a:solidFill>
              <a:srgbClr val="46AAC5"/>
            </a:solidFill>
            <a:miter lim="800000"/>
            <a:headEnd/>
            <a:tailEnd/>
          </a:ln>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cs typeface="Droid Sans Fallback"/>
              </a:rPr>
              <a:t>    &lt;</a:t>
            </a:r>
            <a:r>
              <a:rPr lang="zh-CN" altLang="en-US" sz="2000" dirty="0">
                <a:latin typeface="微软雅黑" panose="020B0503020204020204" pitchFamily="34" charset="-122"/>
                <a:ea typeface="微软雅黑" panose="020B0503020204020204" pitchFamily="34" charset="-122"/>
                <a:cs typeface="Droid Sans Fallback"/>
              </a:rPr>
              <a:t>句子</a:t>
            </a:r>
            <a:r>
              <a:rPr lang="en-US" altLang="zh-CN" sz="2000" dirty="0">
                <a:latin typeface="微软雅黑" panose="020B0503020204020204" pitchFamily="34" charset="-122"/>
                <a:ea typeface="微软雅黑" panose="020B0503020204020204" pitchFamily="34" charset="-122"/>
                <a:cs typeface="Droid Sans Fallback"/>
              </a:rPr>
              <a:t>&gt;</a:t>
            </a:r>
          </a:p>
          <a:p>
            <a:pPr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&lt;</a:t>
            </a:r>
            <a:r>
              <a:rPr lang="zh-CN" altLang="en-US" sz="2000" dirty="0">
                <a:solidFill>
                  <a:srgbClr val="0000D0"/>
                </a:solidFill>
                <a:latin typeface="微软雅黑" panose="020B0503020204020204" pitchFamily="34" charset="-122"/>
                <a:ea typeface="微软雅黑" panose="020B0503020204020204" pitchFamily="34" charset="-122"/>
                <a:cs typeface="Droid Sans Fallback"/>
              </a:rPr>
              <a:t>主语</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&gt;&lt;</a:t>
            </a:r>
            <a:r>
              <a:rPr lang="zh-CN" altLang="en-US" sz="2000" dirty="0">
                <a:solidFill>
                  <a:srgbClr val="0000D0"/>
                </a:solidFill>
                <a:latin typeface="微软雅黑" panose="020B0503020204020204" pitchFamily="34" charset="-122"/>
                <a:ea typeface="微软雅黑" panose="020B0503020204020204" pitchFamily="34" charset="-122"/>
                <a:cs typeface="Droid Sans Fallback"/>
              </a:rPr>
              <a:t>谓语</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&gt;&lt;</a:t>
            </a:r>
            <a:r>
              <a:rPr lang="zh-CN" altLang="en-US" sz="2000" dirty="0">
                <a:solidFill>
                  <a:srgbClr val="0000D0"/>
                </a:solidFill>
                <a:latin typeface="微软雅黑" panose="020B0503020204020204" pitchFamily="34" charset="-122"/>
                <a:ea typeface="微软雅黑" panose="020B0503020204020204" pitchFamily="34" charset="-122"/>
                <a:cs typeface="Droid Sans Fallback"/>
              </a:rPr>
              <a:t>间接宾语</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&gt;&lt;</a:t>
            </a:r>
            <a:r>
              <a:rPr lang="zh-CN" altLang="en-US" sz="2000" dirty="0">
                <a:solidFill>
                  <a:srgbClr val="0000D0"/>
                </a:solidFill>
                <a:latin typeface="微软雅黑" panose="020B0503020204020204" pitchFamily="34" charset="-122"/>
                <a:ea typeface="微软雅黑" panose="020B0503020204020204" pitchFamily="34" charset="-122"/>
                <a:cs typeface="Droid Sans Fallback"/>
              </a:rPr>
              <a:t>直接宾语</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&lt;</a:t>
            </a:r>
            <a:r>
              <a:rPr lang="zh-CN" altLang="en-US" sz="2000" dirty="0">
                <a:solidFill>
                  <a:srgbClr val="0000D0"/>
                </a:solidFill>
                <a:latin typeface="微软雅黑" panose="020B0503020204020204" pitchFamily="34" charset="-122"/>
                <a:ea typeface="微软雅黑" panose="020B0503020204020204" pitchFamily="34" charset="-122"/>
                <a:cs typeface="Droid Sans Fallback"/>
              </a:rPr>
              <a:t>代词</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&gt;</a:t>
            </a:r>
            <a:r>
              <a:rPr lang="en-US" altLang="zh-CN" sz="2000" dirty="0">
                <a:latin typeface="微软雅黑" panose="020B0503020204020204" pitchFamily="34" charset="-122"/>
                <a:ea typeface="微软雅黑" panose="020B0503020204020204" pitchFamily="34" charset="-122"/>
                <a:cs typeface="Droid Sans Fallback"/>
              </a:rPr>
              <a:t>&lt;</a:t>
            </a:r>
            <a:r>
              <a:rPr lang="zh-CN" altLang="en-US" sz="2000" dirty="0">
                <a:latin typeface="微软雅黑" panose="020B0503020204020204" pitchFamily="34" charset="-122"/>
                <a:ea typeface="微软雅黑" panose="020B0503020204020204" pitchFamily="34" charset="-122"/>
                <a:cs typeface="Droid Sans Fallback"/>
              </a:rPr>
              <a:t>谓语</a:t>
            </a:r>
            <a:r>
              <a:rPr lang="en-US" altLang="zh-CN" sz="2000" dirty="0">
                <a:latin typeface="微软雅黑" panose="020B0503020204020204" pitchFamily="34" charset="-122"/>
                <a:ea typeface="微软雅黑" panose="020B0503020204020204" pitchFamily="34" charset="-122"/>
                <a:cs typeface="Droid Sans Fallback"/>
              </a:rPr>
              <a:t>&gt;&lt;</a:t>
            </a:r>
            <a:r>
              <a:rPr lang="zh-CN" altLang="en-US" sz="2000" dirty="0">
                <a:latin typeface="微软雅黑" panose="020B0503020204020204" pitchFamily="34" charset="-122"/>
                <a:ea typeface="微软雅黑" panose="020B0503020204020204" pitchFamily="34" charset="-122"/>
                <a:cs typeface="Droid Sans Fallback"/>
              </a:rPr>
              <a:t>间接宾语</a:t>
            </a:r>
            <a:r>
              <a:rPr lang="en-US" altLang="zh-CN" sz="2000" dirty="0">
                <a:latin typeface="微软雅黑" panose="020B0503020204020204" pitchFamily="34" charset="-122"/>
                <a:ea typeface="微软雅黑" panose="020B0503020204020204" pitchFamily="34" charset="-122"/>
                <a:cs typeface="Droid Sans Fallback"/>
              </a:rPr>
              <a:t>&gt;&lt;</a:t>
            </a:r>
            <a:r>
              <a:rPr lang="zh-CN" altLang="en-US" sz="2000" dirty="0">
                <a:latin typeface="微软雅黑" panose="020B0503020204020204" pitchFamily="34" charset="-122"/>
                <a:ea typeface="微软雅黑" panose="020B0503020204020204" pitchFamily="34" charset="-122"/>
                <a:cs typeface="Droid Sans Fallback"/>
              </a:rPr>
              <a:t>直接宾语</a:t>
            </a:r>
            <a:r>
              <a:rPr lang="en-US" altLang="zh-CN" sz="2000" dirty="0">
                <a:latin typeface="微软雅黑" panose="020B0503020204020204" pitchFamily="34" charset="-122"/>
                <a:ea typeface="微软雅黑" panose="020B0503020204020204" pitchFamily="34" charset="-122"/>
                <a:cs typeface="Droid Sans Fallback"/>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He</a:t>
            </a:r>
            <a:r>
              <a:rPr lang="en-US" altLang="zh-CN" sz="2000" dirty="0">
                <a:latin typeface="微软雅黑" panose="020B0503020204020204" pitchFamily="34" charset="-122"/>
                <a:ea typeface="微软雅黑" panose="020B0503020204020204" pitchFamily="34" charset="-122"/>
                <a:cs typeface="Droid Sans Fallback"/>
              </a:rPr>
              <a:t> &lt;</a:t>
            </a:r>
            <a:r>
              <a:rPr lang="zh-CN" altLang="en-US" sz="2000" dirty="0">
                <a:latin typeface="微软雅黑" panose="020B0503020204020204" pitchFamily="34" charset="-122"/>
                <a:ea typeface="微软雅黑" panose="020B0503020204020204" pitchFamily="34" charset="-122"/>
                <a:cs typeface="Droid Sans Fallback"/>
              </a:rPr>
              <a:t>谓语</a:t>
            </a:r>
            <a:r>
              <a:rPr lang="en-US" altLang="zh-CN" sz="2000" dirty="0">
                <a:latin typeface="微软雅黑" panose="020B0503020204020204" pitchFamily="34" charset="-122"/>
                <a:ea typeface="微软雅黑" panose="020B0503020204020204" pitchFamily="34" charset="-122"/>
                <a:cs typeface="Droid Sans Fallback"/>
              </a:rPr>
              <a:t>&gt;&lt;</a:t>
            </a:r>
            <a:r>
              <a:rPr lang="zh-CN" altLang="en-US" sz="2000" dirty="0">
                <a:latin typeface="微软雅黑" panose="020B0503020204020204" pitchFamily="34" charset="-122"/>
                <a:ea typeface="微软雅黑" panose="020B0503020204020204" pitchFamily="34" charset="-122"/>
                <a:cs typeface="Droid Sans Fallback"/>
              </a:rPr>
              <a:t>间接宾语</a:t>
            </a:r>
            <a:r>
              <a:rPr lang="en-US" altLang="zh-CN" sz="2000" dirty="0">
                <a:latin typeface="微软雅黑" panose="020B0503020204020204" pitchFamily="34" charset="-122"/>
                <a:ea typeface="微软雅黑" panose="020B0503020204020204" pitchFamily="34" charset="-122"/>
                <a:cs typeface="Droid Sans Fallback"/>
              </a:rPr>
              <a:t>&gt;&lt;</a:t>
            </a:r>
            <a:r>
              <a:rPr lang="zh-CN" altLang="en-US" sz="2000" dirty="0">
                <a:latin typeface="微软雅黑" panose="020B0503020204020204" pitchFamily="34" charset="-122"/>
                <a:ea typeface="微软雅黑" panose="020B0503020204020204" pitchFamily="34" charset="-122"/>
                <a:cs typeface="Droid Sans Fallback"/>
              </a:rPr>
              <a:t>直接宾语</a:t>
            </a:r>
            <a:r>
              <a:rPr lang="en-US" altLang="zh-CN" sz="2000" dirty="0">
                <a:latin typeface="微软雅黑" panose="020B0503020204020204" pitchFamily="34" charset="-122"/>
                <a:ea typeface="微软雅黑" panose="020B0503020204020204" pitchFamily="34" charset="-122"/>
                <a:cs typeface="Droid Sans Fallback"/>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cs typeface="Droid Sans Fallback"/>
              </a:rPr>
              <a:t>He </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&lt;</a:t>
            </a:r>
            <a:r>
              <a:rPr lang="zh-CN" altLang="en-US" sz="2000" dirty="0">
                <a:solidFill>
                  <a:srgbClr val="0000D0"/>
                </a:solidFill>
                <a:latin typeface="微软雅黑" panose="020B0503020204020204" pitchFamily="34" charset="-122"/>
                <a:ea typeface="微软雅黑" panose="020B0503020204020204" pitchFamily="34" charset="-122"/>
                <a:cs typeface="Droid Sans Fallback"/>
              </a:rPr>
              <a:t>动词</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&gt;</a:t>
            </a:r>
            <a:r>
              <a:rPr lang="en-US" altLang="zh-CN" sz="2000" dirty="0">
                <a:latin typeface="微软雅黑" panose="020B0503020204020204" pitchFamily="34" charset="-122"/>
                <a:ea typeface="微软雅黑" panose="020B0503020204020204" pitchFamily="34" charset="-122"/>
                <a:cs typeface="Droid Sans Fallback"/>
              </a:rPr>
              <a:t> &lt;</a:t>
            </a:r>
            <a:r>
              <a:rPr lang="zh-CN" altLang="en-US" sz="2000" dirty="0">
                <a:latin typeface="微软雅黑" panose="020B0503020204020204" pitchFamily="34" charset="-122"/>
                <a:ea typeface="微软雅黑" panose="020B0503020204020204" pitchFamily="34" charset="-122"/>
                <a:cs typeface="Droid Sans Fallback"/>
              </a:rPr>
              <a:t>间接宾语</a:t>
            </a:r>
            <a:r>
              <a:rPr lang="en-US" altLang="zh-CN" sz="2000" dirty="0">
                <a:latin typeface="微软雅黑" panose="020B0503020204020204" pitchFamily="34" charset="-122"/>
                <a:ea typeface="微软雅黑" panose="020B0503020204020204" pitchFamily="34" charset="-122"/>
                <a:cs typeface="Droid Sans Fallback"/>
              </a:rPr>
              <a:t>&gt;&lt;</a:t>
            </a:r>
            <a:r>
              <a:rPr lang="zh-CN" altLang="en-US" sz="2000" dirty="0">
                <a:latin typeface="微软雅黑" panose="020B0503020204020204" pitchFamily="34" charset="-122"/>
                <a:ea typeface="微软雅黑" panose="020B0503020204020204" pitchFamily="34" charset="-122"/>
                <a:cs typeface="Droid Sans Fallback"/>
              </a:rPr>
              <a:t>直接宾语</a:t>
            </a:r>
            <a:r>
              <a:rPr lang="en-US" altLang="zh-CN" sz="2000" dirty="0">
                <a:latin typeface="微软雅黑" panose="020B0503020204020204" pitchFamily="34" charset="-122"/>
                <a:ea typeface="微软雅黑" panose="020B0503020204020204" pitchFamily="34" charset="-122"/>
                <a:cs typeface="Droid Sans Fallback"/>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cs typeface="Droid Sans Fallback"/>
              </a:rPr>
              <a:t>He </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gave</a:t>
            </a:r>
            <a:r>
              <a:rPr lang="en-US" altLang="zh-CN" sz="2000" dirty="0">
                <a:latin typeface="微软雅黑" panose="020B0503020204020204" pitchFamily="34" charset="-122"/>
                <a:ea typeface="微软雅黑" panose="020B0503020204020204" pitchFamily="34" charset="-122"/>
                <a:cs typeface="Droid Sans Fallback"/>
              </a:rPr>
              <a:t> &lt;</a:t>
            </a:r>
            <a:r>
              <a:rPr lang="zh-CN" altLang="en-US" sz="2000" dirty="0">
                <a:latin typeface="微软雅黑" panose="020B0503020204020204" pitchFamily="34" charset="-122"/>
                <a:ea typeface="微软雅黑" panose="020B0503020204020204" pitchFamily="34" charset="-122"/>
                <a:cs typeface="Droid Sans Fallback"/>
              </a:rPr>
              <a:t>间接宾语</a:t>
            </a:r>
            <a:r>
              <a:rPr lang="en-US" altLang="zh-CN" sz="2000" dirty="0">
                <a:latin typeface="微软雅黑" panose="020B0503020204020204" pitchFamily="34" charset="-122"/>
                <a:ea typeface="微软雅黑" panose="020B0503020204020204" pitchFamily="34" charset="-122"/>
                <a:cs typeface="Droid Sans Fallback"/>
              </a:rPr>
              <a:t>&gt;&lt;</a:t>
            </a:r>
            <a:r>
              <a:rPr lang="zh-CN" altLang="en-US" sz="2000" dirty="0">
                <a:latin typeface="微软雅黑" panose="020B0503020204020204" pitchFamily="34" charset="-122"/>
                <a:ea typeface="微软雅黑" panose="020B0503020204020204" pitchFamily="34" charset="-122"/>
                <a:cs typeface="Droid Sans Fallback"/>
              </a:rPr>
              <a:t>直接宾语</a:t>
            </a:r>
            <a:r>
              <a:rPr lang="en-US" altLang="zh-CN" sz="2000" dirty="0">
                <a:latin typeface="微软雅黑" panose="020B0503020204020204" pitchFamily="34" charset="-122"/>
                <a:ea typeface="微软雅黑" panose="020B0503020204020204" pitchFamily="34" charset="-122"/>
                <a:cs typeface="Droid Sans Fallback"/>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cs typeface="Droid Sans Fallback"/>
              </a:rPr>
              <a:t>He gave </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&lt;</a:t>
            </a:r>
            <a:r>
              <a:rPr lang="zh-CN" altLang="en-US" sz="2000" dirty="0">
                <a:solidFill>
                  <a:srgbClr val="0000D0"/>
                </a:solidFill>
                <a:latin typeface="微软雅黑" panose="020B0503020204020204" pitchFamily="34" charset="-122"/>
                <a:ea typeface="微软雅黑" panose="020B0503020204020204" pitchFamily="34" charset="-122"/>
                <a:cs typeface="Droid Sans Fallback"/>
              </a:rPr>
              <a:t>代词</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&gt;</a:t>
            </a:r>
            <a:r>
              <a:rPr lang="en-US" altLang="zh-CN" sz="2000" dirty="0">
                <a:latin typeface="微软雅黑" panose="020B0503020204020204" pitchFamily="34" charset="-122"/>
                <a:ea typeface="微软雅黑" panose="020B0503020204020204" pitchFamily="34" charset="-122"/>
                <a:cs typeface="Droid Sans Fallback"/>
              </a:rPr>
              <a:t> &lt;</a:t>
            </a:r>
            <a:r>
              <a:rPr lang="zh-CN" altLang="en-US" sz="2000" dirty="0">
                <a:latin typeface="微软雅黑" panose="020B0503020204020204" pitchFamily="34" charset="-122"/>
                <a:ea typeface="微软雅黑" panose="020B0503020204020204" pitchFamily="34" charset="-122"/>
                <a:cs typeface="Droid Sans Fallback"/>
              </a:rPr>
              <a:t>直接宾语</a:t>
            </a:r>
            <a:r>
              <a:rPr lang="en-US" altLang="zh-CN" sz="2000" dirty="0">
                <a:latin typeface="微软雅黑" panose="020B0503020204020204" pitchFamily="34" charset="-122"/>
                <a:ea typeface="微软雅黑" panose="020B0503020204020204" pitchFamily="34" charset="-122"/>
                <a:cs typeface="Droid Sans Fallback"/>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cs typeface="Droid Sans Fallback"/>
              </a:rPr>
              <a:t>He gave </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me</a:t>
            </a:r>
            <a:r>
              <a:rPr lang="en-US" altLang="zh-CN" sz="2000" dirty="0">
                <a:latin typeface="微软雅黑" panose="020B0503020204020204" pitchFamily="34" charset="-122"/>
                <a:ea typeface="微软雅黑" panose="020B0503020204020204" pitchFamily="34" charset="-122"/>
                <a:cs typeface="Droid Sans Fallback"/>
              </a:rPr>
              <a:t>  &lt;</a:t>
            </a:r>
            <a:r>
              <a:rPr lang="zh-CN" altLang="en-US" sz="2000" dirty="0">
                <a:latin typeface="微软雅黑" panose="020B0503020204020204" pitchFamily="34" charset="-122"/>
                <a:ea typeface="微软雅黑" panose="020B0503020204020204" pitchFamily="34" charset="-122"/>
                <a:cs typeface="Droid Sans Fallback"/>
              </a:rPr>
              <a:t>直接宾语</a:t>
            </a:r>
            <a:r>
              <a:rPr lang="en-US" altLang="zh-CN" sz="2000" dirty="0">
                <a:latin typeface="微软雅黑" panose="020B0503020204020204" pitchFamily="34" charset="-122"/>
                <a:ea typeface="微软雅黑" panose="020B0503020204020204" pitchFamily="34" charset="-122"/>
                <a:cs typeface="Droid Sans Fallback"/>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cs typeface="Droid Sans Fallback"/>
              </a:rPr>
              <a:t>He gave me </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&lt;</a:t>
            </a:r>
            <a:r>
              <a:rPr lang="zh-CN" altLang="en-US" sz="2000" dirty="0">
                <a:solidFill>
                  <a:srgbClr val="0000D0"/>
                </a:solidFill>
                <a:latin typeface="微软雅黑" panose="020B0503020204020204" pitchFamily="34" charset="-122"/>
                <a:ea typeface="微软雅黑" panose="020B0503020204020204" pitchFamily="34" charset="-122"/>
                <a:cs typeface="Droid Sans Fallback"/>
              </a:rPr>
              <a:t>冠词</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&gt;&lt;</a:t>
            </a:r>
            <a:r>
              <a:rPr lang="zh-CN" altLang="en-US" sz="2000" dirty="0">
                <a:solidFill>
                  <a:srgbClr val="0000D0"/>
                </a:solidFill>
                <a:latin typeface="微软雅黑" panose="020B0503020204020204" pitchFamily="34" charset="-122"/>
                <a:ea typeface="微软雅黑" panose="020B0503020204020204" pitchFamily="34" charset="-122"/>
                <a:cs typeface="Droid Sans Fallback"/>
              </a:rPr>
              <a:t>名词</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cs typeface="Droid Sans Fallback"/>
              </a:rPr>
              <a:t>He gave me </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a </a:t>
            </a:r>
            <a:r>
              <a:rPr lang="en-US" altLang="zh-CN" sz="2000" dirty="0">
                <a:latin typeface="微软雅黑" panose="020B0503020204020204" pitchFamily="34" charset="-122"/>
                <a:ea typeface="微软雅黑" panose="020B0503020204020204" pitchFamily="34" charset="-122"/>
                <a:cs typeface="Droid Sans Fallback"/>
              </a:rPr>
              <a:t>&lt;</a:t>
            </a:r>
            <a:r>
              <a:rPr lang="zh-CN" altLang="en-US" sz="2000" dirty="0">
                <a:latin typeface="微软雅黑" panose="020B0503020204020204" pitchFamily="34" charset="-122"/>
                <a:ea typeface="微软雅黑" panose="020B0503020204020204" pitchFamily="34" charset="-122"/>
                <a:cs typeface="Droid Sans Fallback"/>
              </a:rPr>
              <a:t>名词</a:t>
            </a:r>
            <a:r>
              <a:rPr lang="en-US" altLang="zh-CN" sz="2000" dirty="0">
                <a:latin typeface="微软雅黑" panose="020B0503020204020204" pitchFamily="34" charset="-122"/>
                <a:ea typeface="微软雅黑" panose="020B0503020204020204" pitchFamily="34" charset="-122"/>
                <a:cs typeface="Droid Sans Fallback"/>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cs typeface="Droid Sans Fallback"/>
              </a:rPr>
              <a:t>He gave me a </a:t>
            </a:r>
            <a:r>
              <a:rPr lang="en-US" altLang="zh-CN" sz="2000" dirty="0">
                <a:solidFill>
                  <a:srgbClr val="0000D0"/>
                </a:solidFill>
                <a:latin typeface="微软雅黑" panose="020B0503020204020204" pitchFamily="34" charset="-122"/>
                <a:ea typeface="微软雅黑" panose="020B0503020204020204" pitchFamily="34" charset="-122"/>
                <a:cs typeface="Droid Sans Fallback"/>
              </a:rPr>
              <a:t>book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bg/>
                                          </p:spTgt>
                                        </p:tgtEl>
                                        <p:attrNameLst>
                                          <p:attrName>style.visibility</p:attrName>
                                        </p:attrNameLst>
                                      </p:cBhvr>
                                      <p:to>
                                        <p:strVal val="visible"/>
                                      </p:to>
                                    </p:set>
                                    <p:animEffect transition="in" filter="wipe(left)">
                                      <p:cBhvr>
                                        <p:cTn id="21" dur="500"/>
                                        <p:tgtEl>
                                          <p:spTgt spid="5">
                                            <p:bg/>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wipe(left)">
                                      <p:cBhvr>
                                        <p:cTn id="26" dur="1000"/>
                                        <p:tgtEl>
                                          <p:spTgt spid="5">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animEffect transition="in" filter="wipe(left)">
                                      <p:cBhvr>
                                        <p:cTn id="31" dur="1000"/>
                                        <p:tgtEl>
                                          <p:spTgt spid="5">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5">
                                            <p:txEl>
                                              <p:pRg st="2" end="2"/>
                                            </p:txEl>
                                          </p:spTgt>
                                        </p:tgtEl>
                                        <p:attrNameLst>
                                          <p:attrName>style.visibility</p:attrName>
                                        </p:attrNameLst>
                                      </p:cBhvr>
                                      <p:to>
                                        <p:strVal val="visible"/>
                                      </p:to>
                                    </p:set>
                                    <p:animEffect transition="in" filter="wipe(left)">
                                      <p:cBhvr>
                                        <p:cTn id="36" dur="1000"/>
                                        <p:tgtEl>
                                          <p:spTgt spid="5">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
                                            <p:txEl>
                                              <p:pRg st="3" end="3"/>
                                            </p:txEl>
                                          </p:spTgt>
                                        </p:tgtEl>
                                        <p:attrNameLst>
                                          <p:attrName>style.visibility</p:attrName>
                                        </p:attrNameLst>
                                      </p:cBhvr>
                                      <p:to>
                                        <p:strVal val="visible"/>
                                      </p:to>
                                    </p:set>
                                    <p:animEffect transition="in" filter="wipe(left)">
                                      <p:cBhvr>
                                        <p:cTn id="41" dur="1000"/>
                                        <p:tgtEl>
                                          <p:spTgt spid="5">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
                                            <p:txEl>
                                              <p:pRg st="4" end="4"/>
                                            </p:txEl>
                                          </p:spTgt>
                                        </p:tgtEl>
                                        <p:attrNameLst>
                                          <p:attrName>style.visibility</p:attrName>
                                        </p:attrNameLst>
                                      </p:cBhvr>
                                      <p:to>
                                        <p:strVal val="visible"/>
                                      </p:to>
                                    </p:set>
                                    <p:animEffect transition="in" filter="wipe(left)">
                                      <p:cBhvr>
                                        <p:cTn id="46" dur="1000"/>
                                        <p:tgtEl>
                                          <p:spTgt spid="5">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5">
                                            <p:txEl>
                                              <p:pRg st="5" end="5"/>
                                            </p:txEl>
                                          </p:spTgt>
                                        </p:tgtEl>
                                        <p:attrNameLst>
                                          <p:attrName>style.visibility</p:attrName>
                                        </p:attrNameLst>
                                      </p:cBhvr>
                                      <p:to>
                                        <p:strVal val="visible"/>
                                      </p:to>
                                    </p:set>
                                    <p:animEffect transition="in" filter="wipe(left)">
                                      <p:cBhvr>
                                        <p:cTn id="51" dur="1000"/>
                                        <p:tgtEl>
                                          <p:spTgt spid="5">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
                                            <p:txEl>
                                              <p:pRg st="6" end="6"/>
                                            </p:txEl>
                                          </p:spTgt>
                                        </p:tgtEl>
                                        <p:attrNameLst>
                                          <p:attrName>style.visibility</p:attrName>
                                        </p:attrNameLst>
                                      </p:cBhvr>
                                      <p:to>
                                        <p:strVal val="visible"/>
                                      </p:to>
                                    </p:set>
                                    <p:animEffect transition="in" filter="wipe(left)">
                                      <p:cBhvr>
                                        <p:cTn id="56" dur="1000"/>
                                        <p:tgtEl>
                                          <p:spTgt spid="5">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5">
                                            <p:txEl>
                                              <p:pRg st="7" end="7"/>
                                            </p:txEl>
                                          </p:spTgt>
                                        </p:tgtEl>
                                        <p:attrNameLst>
                                          <p:attrName>style.visibility</p:attrName>
                                        </p:attrNameLst>
                                      </p:cBhvr>
                                      <p:to>
                                        <p:strVal val="visible"/>
                                      </p:to>
                                    </p:set>
                                    <p:animEffect transition="in" filter="wipe(left)">
                                      <p:cBhvr>
                                        <p:cTn id="61" dur="1000"/>
                                        <p:tgtEl>
                                          <p:spTgt spid="5">
                                            <p:txEl>
                                              <p:pRg st="7" end="7"/>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5">
                                            <p:txEl>
                                              <p:pRg st="8" end="8"/>
                                            </p:txEl>
                                          </p:spTgt>
                                        </p:tgtEl>
                                        <p:attrNameLst>
                                          <p:attrName>style.visibility</p:attrName>
                                        </p:attrNameLst>
                                      </p:cBhvr>
                                      <p:to>
                                        <p:strVal val="visible"/>
                                      </p:to>
                                    </p:set>
                                    <p:animEffect transition="in" filter="wipe(left)">
                                      <p:cBhvr>
                                        <p:cTn id="66" dur="1000"/>
                                        <p:tgtEl>
                                          <p:spTgt spid="5">
                                            <p:txEl>
                                              <p:pRg st="8" end="8"/>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5">
                                            <p:txEl>
                                              <p:pRg st="9" end="9"/>
                                            </p:txEl>
                                          </p:spTgt>
                                        </p:tgtEl>
                                        <p:attrNameLst>
                                          <p:attrName>style.visibility</p:attrName>
                                        </p:attrNameLst>
                                      </p:cBhvr>
                                      <p:to>
                                        <p:strVal val="visible"/>
                                      </p:to>
                                    </p:set>
                                    <p:animEffect transition="in" filter="wipe(left)">
                                      <p:cBhvr>
                                        <p:cTn id="71" dur="1000"/>
                                        <p:tgtEl>
                                          <p:spTgt spid="5">
                                            <p:txEl>
                                              <p:pRg st="9" end="9"/>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5">
                                            <p:txEl>
                                              <p:pRg st="10" end="10"/>
                                            </p:txEl>
                                          </p:spTgt>
                                        </p:tgtEl>
                                        <p:attrNameLst>
                                          <p:attrName>style.visibility</p:attrName>
                                        </p:attrNameLst>
                                      </p:cBhvr>
                                      <p:to>
                                        <p:strVal val="visible"/>
                                      </p:to>
                                    </p:set>
                                    <p:animEffect transition="in" filter="wipe(left)">
                                      <p:cBhvr>
                                        <p:cTn id="76" dur="10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114F2C6-D7EF-D741-FC1B-1863EFCD4800}"/>
              </a:ext>
            </a:extLst>
          </p:cNvPr>
          <p:cNvSpPr>
            <a:spLocks noGrp="1" noChangeArrowheads="1"/>
          </p:cNvSpPr>
          <p:nvPr>
            <p:ph type="body" idx="4294967295"/>
          </p:nvPr>
        </p:nvSpPr>
        <p:spPr>
          <a:xfrm>
            <a:off x="719138" y="1393825"/>
            <a:ext cx="8821737" cy="5311775"/>
          </a:xfrm>
        </p:spPr>
        <p:txBody>
          <a:bodyPr/>
          <a:lstStyle/>
          <a:p>
            <a:pPr algn="just" eaLnBrk="1" hangingPunct="1">
              <a:lnSpc>
                <a:spcPct val="105000"/>
              </a:lnSpc>
              <a:buFont typeface="Wingdings" panose="05000000000000000000" pitchFamily="2" charset="2"/>
              <a:buNone/>
            </a:pPr>
            <a:r>
              <a:rPr lang="zh-CN" altLang="en-US" b="1" dirty="0">
                <a:latin typeface="楷体_GB2312"/>
                <a:ea typeface="楷体_GB2312"/>
              </a:rPr>
              <a:t>基本概念：</a:t>
            </a:r>
            <a:endParaRPr lang="zh-CN" altLang="en-US" sz="3200" b="1" dirty="0">
              <a:latin typeface="楷体_GB2312"/>
              <a:ea typeface="楷体_GB2312"/>
            </a:endParaRPr>
          </a:p>
          <a:p>
            <a:pPr algn="just" eaLnBrk="1" hangingPunct="1">
              <a:lnSpc>
                <a:spcPct val="105000"/>
              </a:lnSpc>
              <a:buFont typeface="Wingdings" panose="05000000000000000000" pitchFamily="2" charset="2"/>
              <a:buNone/>
            </a:pPr>
            <a:r>
              <a:rPr lang="en-US" altLang="zh-CN" b="1" dirty="0">
                <a:latin typeface="楷体_GB2312"/>
                <a:ea typeface="楷体_GB2312"/>
              </a:rPr>
              <a:t>1</a:t>
            </a:r>
            <a:r>
              <a:rPr lang="zh-CN" altLang="en-US" b="1" dirty="0">
                <a:latin typeface="楷体_GB2312"/>
                <a:ea typeface="楷体_GB2312"/>
              </a:rPr>
              <a:t>）</a:t>
            </a:r>
            <a:r>
              <a:rPr lang="zh-CN" altLang="en-US" b="1" dirty="0">
                <a:solidFill>
                  <a:srgbClr val="FF0000"/>
                </a:solidFill>
                <a:latin typeface="楷体_GB2312"/>
                <a:ea typeface="楷体_GB2312"/>
              </a:rPr>
              <a:t>字母表</a:t>
            </a:r>
            <a:r>
              <a:rPr lang="en-US" altLang="zh-CN" b="1" dirty="0">
                <a:latin typeface="楷体_GB2312"/>
                <a:ea typeface="楷体_GB2312"/>
              </a:rPr>
              <a:t>: </a:t>
            </a:r>
            <a:r>
              <a:rPr lang="zh-CN" altLang="en-US" b="1" dirty="0">
                <a:latin typeface="楷体_GB2312"/>
                <a:ea typeface="楷体_GB2312"/>
              </a:rPr>
              <a:t>语言允许使用字符的集合</a:t>
            </a:r>
          </a:p>
          <a:p>
            <a:pPr algn="just" eaLnBrk="1" hangingPunct="1">
              <a:lnSpc>
                <a:spcPct val="105000"/>
              </a:lnSpc>
              <a:buFont typeface="Wingdings" panose="05000000000000000000" pitchFamily="2" charset="2"/>
              <a:buNone/>
            </a:pPr>
            <a:r>
              <a:rPr lang="en-US" altLang="zh-CN" b="1" dirty="0">
                <a:latin typeface="楷体_GB2312"/>
                <a:ea typeface="楷体_GB2312"/>
              </a:rPr>
              <a:t>2</a:t>
            </a:r>
            <a:r>
              <a:rPr lang="zh-CN" altLang="en-US" b="1" dirty="0">
                <a:latin typeface="楷体_GB2312"/>
                <a:ea typeface="楷体_GB2312"/>
              </a:rPr>
              <a:t>）</a:t>
            </a:r>
            <a:r>
              <a:rPr lang="zh-CN" altLang="en-US" b="1" dirty="0">
                <a:solidFill>
                  <a:srgbClr val="FF0000"/>
                </a:solidFill>
                <a:latin typeface="楷体_GB2312"/>
                <a:ea typeface="楷体_GB2312"/>
              </a:rPr>
              <a:t>词汇</a:t>
            </a:r>
            <a:r>
              <a:rPr lang="en-US" altLang="zh-CN" b="1" dirty="0">
                <a:latin typeface="楷体_GB2312"/>
                <a:ea typeface="楷体_GB2312"/>
              </a:rPr>
              <a:t>: </a:t>
            </a:r>
            <a:r>
              <a:rPr lang="zh-CN" altLang="en-US" b="1" dirty="0">
                <a:latin typeface="楷体_GB2312"/>
                <a:ea typeface="楷体_GB2312"/>
              </a:rPr>
              <a:t>由字符组成的有限串</a:t>
            </a:r>
            <a:r>
              <a:rPr lang="en-US" altLang="zh-CN" b="1" dirty="0">
                <a:latin typeface="楷体_GB2312"/>
                <a:ea typeface="楷体_GB2312"/>
              </a:rPr>
              <a:t>(</a:t>
            </a:r>
            <a:r>
              <a:rPr lang="zh-CN" altLang="en-US" b="1" dirty="0">
                <a:latin typeface="楷体_GB2312"/>
                <a:ea typeface="楷体_GB2312"/>
              </a:rPr>
              <a:t>字符串</a:t>
            </a:r>
            <a:r>
              <a:rPr lang="en-US" altLang="zh-CN" b="1" dirty="0">
                <a:latin typeface="楷体_GB2312"/>
                <a:ea typeface="楷体_GB2312"/>
              </a:rPr>
              <a:t>)</a:t>
            </a:r>
          </a:p>
          <a:p>
            <a:pPr algn="just" eaLnBrk="1" hangingPunct="1">
              <a:lnSpc>
                <a:spcPct val="105000"/>
              </a:lnSpc>
              <a:buFont typeface="Wingdings" panose="05000000000000000000" pitchFamily="2" charset="2"/>
              <a:buNone/>
            </a:pPr>
            <a:r>
              <a:rPr lang="en-US" altLang="zh-CN" b="1" dirty="0">
                <a:latin typeface="楷体_GB2312"/>
                <a:ea typeface="楷体_GB2312"/>
              </a:rPr>
              <a:t>3</a:t>
            </a:r>
            <a:r>
              <a:rPr lang="zh-CN" altLang="en-US" b="1" dirty="0">
                <a:latin typeface="楷体_GB2312"/>
                <a:ea typeface="楷体_GB2312"/>
              </a:rPr>
              <a:t>）</a:t>
            </a:r>
            <a:r>
              <a:rPr lang="zh-CN" altLang="en-US" b="1" dirty="0">
                <a:solidFill>
                  <a:srgbClr val="FF0000"/>
                </a:solidFill>
                <a:latin typeface="楷体_GB2312"/>
                <a:ea typeface="楷体_GB2312"/>
              </a:rPr>
              <a:t>词法规则</a:t>
            </a:r>
            <a:r>
              <a:rPr lang="en-US" altLang="zh-CN" b="1" dirty="0">
                <a:latin typeface="楷体_GB2312"/>
                <a:ea typeface="楷体_GB2312"/>
              </a:rPr>
              <a:t>:</a:t>
            </a:r>
          </a:p>
          <a:p>
            <a:pPr algn="just" eaLnBrk="1" hangingPunct="1">
              <a:lnSpc>
                <a:spcPct val="105000"/>
              </a:lnSpc>
              <a:buFont typeface="Wingdings" panose="05000000000000000000" pitchFamily="2" charset="2"/>
              <a:buNone/>
            </a:pPr>
            <a:r>
              <a:rPr lang="en-US" altLang="zh-CN" b="1" dirty="0">
                <a:latin typeface="楷体_GB2312"/>
                <a:ea typeface="楷体_GB2312"/>
              </a:rPr>
              <a:t>     </a:t>
            </a:r>
            <a:r>
              <a:rPr lang="zh-CN" altLang="en-US" b="1" dirty="0">
                <a:latin typeface="楷体_GB2312"/>
                <a:ea typeface="楷体_GB2312"/>
              </a:rPr>
              <a:t>哪些字符串合法或者不合法</a:t>
            </a:r>
            <a:endParaRPr lang="zh-CN" altLang="en-US" sz="3200" b="1" dirty="0">
              <a:latin typeface="楷体_GB2312"/>
              <a:ea typeface="楷体_GB2312"/>
            </a:endParaRPr>
          </a:p>
          <a:p>
            <a:pPr algn="just" eaLnBrk="1" hangingPunct="1">
              <a:lnSpc>
                <a:spcPct val="105000"/>
              </a:lnSpc>
              <a:buFont typeface="Wingdings" panose="05000000000000000000" pitchFamily="2" charset="2"/>
              <a:buNone/>
            </a:pPr>
            <a:r>
              <a:rPr lang="en-US" altLang="zh-CN" b="1" dirty="0">
                <a:latin typeface="楷体_GB2312"/>
                <a:ea typeface="楷体_GB2312"/>
              </a:rPr>
              <a:t>     </a:t>
            </a:r>
            <a:r>
              <a:rPr lang="zh-CN" altLang="en-US" b="1" dirty="0">
                <a:latin typeface="楷体_GB2312"/>
                <a:ea typeface="楷体_GB2312"/>
              </a:rPr>
              <a:t>标识符：函数名，变量名等</a:t>
            </a:r>
          </a:p>
        </p:txBody>
      </p:sp>
      <p:sp>
        <p:nvSpPr>
          <p:cNvPr id="28675" name="Footer Placeholder 5">
            <a:extLst>
              <a:ext uri="{FF2B5EF4-FFF2-40B4-BE49-F238E27FC236}">
                <a16:creationId xmlns:a16="http://schemas.microsoft.com/office/drawing/2014/main" id="{A2E6DB48-C5B4-5532-104E-F82948EDBA12}"/>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28676" name="Slide Number Placeholder 6">
            <a:extLst>
              <a:ext uri="{FF2B5EF4-FFF2-40B4-BE49-F238E27FC236}">
                <a16:creationId xmlns:a16="http://schemas.microsoft.com/office/drawing/2014/main" id="{BA414F5B-D07A-67A2-E357-A41AD31D15CF}"/>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28712BA7-A269-4878-8315-CFDA577159E3}"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4</a:t>
            </a:fld>
            <a:endParaRPr lang="en-GB" altLang="en-US" sz="1200">
              <a:latin typeface="Comic Sans MS" panose="030F0702030302020204" pitchFamily="66" charset="0"/>
              <a:ea typeface="宋体" panose="02010600030101010101" pitchFamily="2" charset="-122"/>
            </a:endParaRPr>
          </a:p>
        </p:txBody>
      </p:sp>
      <p:sp>
        <p:nvSpPr>
          <p:cNvPr id="28677" name="Title 10">
            <a:extLst>
              <a:ext uri="{FF2B5EF4-FFF2-40B4-BE49-F238E27FC236}">
                <a16:creationId xmlns:a16="http://schemas.microsoft.com/office/drawing/2014/main" id="{4B1C4915-FC03-4131-C922-B68F8BAB725A}"/>
              </a:ext>
            </a:extLst>
          </p:cNvPr>
          <p:cNvSpPr>
            <a:spLocks noGrp="1" noChangeArrowheads="1"/>
          </p:cNvSpPr>
          <p:nvPr>
            <p:ph type="title" idx="4294967295"/>
          </p:nvPr>
        </p:nvSpPr>
        <p:spPr/>
        <p:txBody>
          <a:bodyPr/>
          <a:lstStyle/>
          <a:p>
            <a:r>
              <a:rPr lang="zh-CN" altLang="en-US" sz="4400">
                <a:ea typeface="楷体_GB2312"/>
              </a:rPr>
              <a:t>语法</a:t>
            </a:r>
            <a:endParaRPr lang="en-US" altLang="zh-CN" sz="4400">
              <a:ea typeface="楷体_GB2312"/>
            </a:endParaRPr>
          </a:p>
        </p:txBody>
      </p:sp>
      <p:sp>
        <p:nvSpPr>
          <p:cNvPr id="28678" name="日期占位符 7">
            <a:extLst>
              <a:ext uri="{FF2B5EF4-FFF2-40B4-BE49-F238E27FC236}">
                <a16:creationId xmlns:a16="http://schemas.microsoft.com/office/drawing/2014/main" id="{71B416F7-F22F-87A4-C740-B90157738BCC}"/>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6">
                                            <p:txEl>
                                              <p:pRg st="0" end="0"/>
                                            </p:txEl>
                                          </p:spTgt>
                                        </p:tgtEl>
                                        <p:attrNameLst>
                                          <p:attrName>style.visibility</p:attrName>
                                        </p:attrNameLst>
                                      </p:cBhvr>
                                      <p:to>
                                        <p:strVal val="visible"/>
                                      </p:to>
                                    </p:set>
                                    <p:animEffect transition="in" filter="blinds(horizontal)">
                                      <p:cBhvr>
                                        <p:cTn id="7" dur="500"/>
                                        <p:tgtEl>
                                          <p:spTgt spid="614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46">
                                            <p:txEl>
                                              <p:pRg st="1" end="1"/>
                                            </p:txEl>
                                          </p:spTgt>
                                        </p:tgtEl>
                                        <p:attrNameLst>
                                          <p:attrName>style.visibility</p:attrName>
                                        </p:attrNameLst>
                                      </p:cBhvr>
                                      <p:to>
                                        <p:strVal val="visible"/>
                                      </p:to>
                                    </p:set>
                                    <p:animEffect transition="in" filter="blinds(horizontal)">
                                      <p:cBhvr>
                                        <p:cTn id="12" dur="500"/>
                                        <p:tgtEl>
                                          <p:spTgt spid="614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46">
                                            <p:txEl>
                                              <p:pRg st="2" end="2"/>
                                            </p:txEl>
                                          </p:spTgt>
                                        </p:tgtEl>
                                        <p:attrNameLst>
                                          <p:attrName>style.visibility</p:attrName>
                                        </p:attrNameLst>
                                      </p:cBhvr>
                                      <p:to>
                                        <p:strVal val="visible"/>
                                      </p:to>
                                    </p:set>
                                    <p:animEffect transition="in" filter="blinds(horizontal)">
                                      <p:cBhvr>
                                        <p:cTn id="17" dur="500"/>
                                        <p:tgtEl>
                                          <p:spTgt spid="614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46">
                                            <p:txEl>
                                              <p:pRg st="3" end="3"/>
                                            </p:txEl>
                                          </p:spTgt>
                                        </p:tgtEl>
                                        <p:attrNameLst>
                                          <p:attrName>style.visibility</p:attrName>
                                        </p:attrNameLst>
                                      </p:cBhvr>
                                      <p:to>
                                        <p:strVal val="visible"/>
                                      </p:to>
                                    </p:set>
                                    <p:animEffect transition="in" filter="blinds(horizontal)">
                                      <p:cBhvr>
                                        <p:cTn id="22" dur="500"/>
                                        <p:tgtEl>
                                          <p:spTgt spid="614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146">
                                            <p:txEl>
                                              <p:pRg st="4" end="4"/>
                                            </p:txEl>
                                          </p:spTgt>
                                        </p:tgtEl>
                                        <p:attrNameLst>
                                          <p:attrName>style.visibility</p:attrName>
                                        </p:attrNameLst>
                                      </p:cBhvr>
                                      <p:to>
                                        <p:strVal val="visible"/>
                                      </p:to>
                                    </p:set>
                                    <p:animEffect transition="in" filter="blinds(horizontal)">
                                      <p:cBhvr>
                                        <p:cTn id="27" dur="500"/>
                                        <p:tgtEl>
                                          <p:spTgt spid="614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146">
                                            <p:txEl>
                                              <p:pRg st="5" end="5"/>
                                            </p:txEl>
                                          </p:spTgt>
                                        </p:tgtEl>
                                        <p:attrNameLst>
                                          <p:attrName>style.visibility</p:attrName>
                                        </p:attrNameLst>
                                      </p:cBhvr>
                                      <p:to>
                                        <p:strVal val="visible"/>
                                      </p:to>
                                    </p:set>
                                    <p:animEffect transition="in" filter="blinds(horizontal)">
                                      <p:cBhvr>
                                        <p:cTn id="32" dur="500"/>
                                        <p:tgtEl>
                                          <p:spTgt spid="614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B5AA32E-3B8F-8DE4-F20E-5518200BFB0B}"/>
              </a:ext>
            </a:extLst>
          </p:cNvPr>
          <p:cNvSpPr>
            <a:spLocks noGrp="1" noChangeArrowheads="1"/>
          </p:cNvSpPr>
          <p:nvPr>
            <p:ph type="body" idx="4294967295"/>
          </p:nvPr>
        </p:nvSpPr>
        <p:spPr>
          <a:xfrm>
            <a:off x="719138" y="1393825"/>
            <a:ext cx="8821737" cy="5311775"/>
          </a:xfrm>
        </p:spPr>
        <p:txBody>
          <a:bodyPr/>
          <a:lstStyle/>
          <a:p>
            <a:pPr algn="just" eaLnBrk="1" hangingPunct="1">
              <a:buFont typeface="Wingdings" panose="05000000000000000000" pitchFamily="2" charset="2"/>
              <a:buNone/>
            </a:pPr>
            <a:r>
              <a:rPr lang="en-US" altLang="zh-CN" b="1">
                <a:latin typeface="楷体_GB2312"/>
                <a:ea typeface="楷体_GB2312"/>
              </a:rPr>
              <a:t>4</a:t>
            </a:r>
            <a:r>
              <a:rPr lang="zh-CN" altLang="en-US" b="1">
                <a:latin typeface="楷体_GB2312"/>
                <a:ea typeface="楷体_GB2312"/>
              </a:rPr>
              <a:t>）</a:t>
            </a:r>
            <a:r>
              <a:rPr lang="zh-CN" altLang="en-US" b="1">
                <a:solidFill>
                  <a:srgbClr val="FF0000"/>
                </a:solidFill>
                <a:latin typeface="楷体_GB2312"/>
                <a:ea typeface="楷体_GB2312"/>
              </a:rPr>
              <a:t>语法规则</a:t>
            </a:r>
            <a:r>
              <a:rPr lang="en-US" altLang="zh-CN" b="1">
                <a:latin typeface="楷体_GB2312"/>
                <a:ea typeface="楷体_GB2312"/>
              </a:rPr>
              <a:t>:</a:t>
            </a:r>
          </a:p>
          <a:p>
            <a:pPr algn="just" eaLnBrk="1" hangingPunct="1">
              <a:buFont typeface="Wingdings" panose="05000000000000000000" pitchFamily="2" charset="2"/>
              <a:buNone/>
            </a:pPr>
            <a:r>
              <a:rPr lang="zh-CN" altLang="en-US" b="1">
                <a:latin typeface="楷体_GB2312"/>
                <a:ea typeface="楷体_GB2312"/>
              </a:rPr>
              <a:t>  句子：一个“词汇序列”</a:t>
            </a:r>
          </a:p>
          <a:p>
            <a:pPr algn="just" eaLnBrk="1" hangingPunct="1">
              <a:buFont typeface="Wingdings" panose="05000000000000000000" pitchFamily="2" charset="2"/>
              <a:buNone/>
            </a:pPr>
            <a:r>
              <a:rPr lang="en-US" altLang="zh-CN" b="1">
                <a:latin typeface="楷体_GB2312"/>
                <a:ea typeface="楷体_GB2312"/>
              </a:rPr>
              <a:t>  </a:t>
            </a:r>
            <a:r>
              <a:rPr lang="zh-CN" altLang="en-US" b="1">
                <a:latin typeface="楷体_GB2312"/>
                <a:ea typeface="楷体_GB2312"/>
              </a:rPr>
              <a:t>确定句子在</a:t>
            </a:r>
            <a:r>
              <a:rPr lang="zh-CN" altLang="en-US" b="1">
                <a:solidFill>
                  <a:srgbClr val="FF0000"/>
                </a:solidFill>
                <a:latin typeface="楷体_GB2312"/>
                <a:ea typeface="楷体_GB2312"/>
              </a:rPr>
              <a:t>形式上</a:t>
            </a:r>
            <a:r>
              <a:rPr lang="zh-CN" altLang="en-US" b="1">
                <a:latin typeface="楷体_GB2312"/>
                <a:ea typeface="楷体_GB2312"/>
              </a:rPr>
              <a:t>是否合法</a:t>
            </a:r>
          </a:p>
          <a:p>
            <a:pPr algn="just" eaLnBrk="1" hangingPunct="1">
              <a:buFont typeface="Wingdings" panose="05000000000000000000" pitchFamily="2" charset="2"/>
              <a:buNone/>
            </a:pPr>
            <a:r>
              <a:rPr lang="en-US" altLang="zh-CN" b="1">
                <a:latin typeface="楷体_GB2312"/>
                <a:ea typeface="楷体_GB2312"/>
              </a:rPr>
              <a:t>  </a:t>
            </a:r>
            <a:r>
              <a:rPr lang="zh-CN" altLang="en-US" b="1">
                <a:latin typeface="楷体_GB2312"/>
                <a:ea typeface="楷体_GB2312"/>
              </a:rPr>
              <a:t>提供句子的结构</a:t>
            </a:r>
          </a:p>
          <a:p>
            <a:pPr algn="just" eaLnBrk="1" hangingPunct="1">
              <a:buFont typeface="Wingdings" panose="05000000000000000000" pitchFamily="2" charset="2"/>
              <a:buNone/>
            </a:pPr>
            <a:r>
              <a:rPr lang="zh-CN" altLang="en-US" b="1">
                <a:solidFill>
                  <a:srgbClr val="FF0000"/>
                </a:solidFill>
                <a:latin typeface="楷体_GB2312"/>
                <a:ea typeface="楷体_GB2312"/>
              </a:rPr>
              <a:t>   </a:t>
            </a:r>
            <a:r>
              <a:rPr lang="en-US" altLang="zh-CN" b="1">
                <a:solidFill>
                  <a:srgbClr val="FF0000"/>
                </a:solidFill>
                <a:latin typeface="楷体_GB2312"/>
                <a:ea typeface="楷体_GB2312"/>
              </a:rPr>
              <a:t>if</a:t>
            </a:r>
            <a:r>
              <a:rPr lang="en-US" altLang="zh-CN" b="1">
                <a:latin typeface="楷体_GB2312"/>
                <a:ea typeface="楷体_GB2312"/>
              </a:rPr>
              <a:t> ( </a:t>
            </a:r>
            <a:r>
              <a:rPr lang="zh-CN" altLang="en-US" b="1">
                <a:latin typeface="楷体_GB2312"/>
                <a:ea typeface="楷体_GB2312"/>
              </a:rPr>
              <a:t>表达式</a:t>
            </a:r>
            <a:r>
              <a:rPr lang="en-US" altLang="zh-CN" b="1">
                <a:latin typeface="楷体_GB2312"/>
                <a:ea typeface="楷体_GB2312"/>
              </a:rPr>
              <a:t> ) </a:t>
            </a:r>
            <a:r>
              <a:rPr lang="zh-CN" altLang="en-US" b="1">
                <a:latin typeface="楷体_GB2312"/>
                <a:ea typeface="楷体_GB2312"/>
              </a:rPr>
              <a:t>语句</a:t>
            </a:r>
            <a:r>
              <a:rPr lang="en-US" altLang="zh-CN" b="1">
                <a:latin typeface="楷体_GB2312"/>
                <a:ea typeface="楷体_GB2312"/>
              </a:rPr>
              <a:t> </a:t>
            </a:r>
            <a:r>
              <a:rPr lang="en-US" altLang="zh-CN" b="1">
                <a:solidFill>
                  <a:srgbClr val="FF0000"/>
                </a:solidFill>
                <a:latin typeface="楷体_GB2312"/>
                <a:ea typeface="楷体_GB2312"/>
              </a:rPr>
              <a:t>else</a:t>
            </a:r>
            <a:r>
              <a:rPr lang="en-US" altLang="zh-CN" b="1">
                <a:latin typeface="楷体_GB2312"/>
                <a:ea typeface="楷体_GB2312"/>
              </a:rPr>
              <a:t> </a:t>
            </a:r>
            <a:r>
              <a:rPr lang="zh-CN" altLang="en-US" b="1">
                <a:latin typeface="楷体_GB2312"/>
                <a:ea typeface="楷体_GB2312"/>
              </a:rPr>
              <a:t>语句</a:t>
            </a:r>
          </a:p>
          <a:p>
            <a:pPr algn="just" eaLnBrk="1" hangingPunct="1">
              <a:buFont typeface="Wingdings" panose="05000000000000000000" pitchFamily="2" charset="2"/>
              <a:buNone/>
            </a:pPr>
            <a:endParaRPr lang="en-US" altLang="zh-CN" sz="4000" b="1">
              <a:latin typeface="楷体_GB2312"/>
              <a:ea typeface="楷体_GB2312"/>
            </a:endParaRPr>
          </a:p>
        </p:txBody>
      </p:sp>
      <p:sp>
        <p:nvSpPr>
          <p:cNvPr id="29699" name="Footer Placeholder 5">
            <a:extLst>
              <a:ext uri="{FF2B5EF4-FFF2-40B4-BE49-F238E27FC236}">
                <a16:creationId xmlns:a16="http://schemas.microsoft.com/office/drawing/2014/main" id="{A2349ABF-312E-B7C6-DFD3-6966A2E78403}"/>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29700" name="Slide Number Placeholder 6">
            <a:extLst>
              <a:ext uri="{FF2B5EF4-FFF2-40B4-BE49-F238E27FC236}">
                <a16:creationId xmlns:a16="http://schemas.microsoft.com/office/drawing/2014/main" id="{751A3A5D-66E0-6802-326B-1CC2B0F5B61D}"/>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F838F92-F2F9-4648-8DD6-4B919C1A1AE7}"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5</a:t>
            </a:fld>
            <a:endParaRPr lang="en-GB" altLang="en-US" sz="1200">
              <a:latin typeface="Comic Sans MS" panose="030F0702030302020204" pitchFamily="66" charset="0"/>
              <a:ea typeface="宋体" panose="02010600030101010101" pitchFamily="2" charset="-122"/>
            </a:endParaRPr>
          </a:p>
        </p:txBody>
      </p:sp>
      <p:sp>
        <p:nvSpPr>
          <p:cNvPr id="29701" name="日期占位符 6">
            <a:extLst>
              <a:ext uri="{FF2B5EF4-FFF2-40B4-BE49-F238E27FC236}">
                <a16:creationId xmlns:a16="http://schemas.microsoft.com/office/drawing/2014/main" id="{149F78E0-0C37-E1D2-DBED-18692C427C0E}"/>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29702" name="Title 10">
            <a:extLst>
              <a:ext uri="{FF2B5EF4-FFF2-40B4-BE49-F238E27FC236}">
                <a16:creationId xmlns:a16="http://schemas.microsoft.com/office/drawing/2014/main" id="{48A26C6E-C77C-8D32-33B1-1400FE111018}"/>
              </a:ext>
            </a:extLst>
          </p:cNvPr>
          <p:cNvSpPr>
            <a:spLocks noGrp="1" noChangeArrowheads="1"/>
          </p:cNvSpPr>
          <p:nvPr>
            <p:ph type="title" idx="4294967295"/>
          </p:nvPr>
        </p:nvSpPr>
        <p:spPr/>
        <p:txBody>
          <a:bodyPr/>
          <a:lstStyle/>
          <a:p>
            <a:r>
              <a:rPr lang="zh-CN" altLang="en-US" sz="4400">
                <a:ea typeface="楷体_GB2312"/>
              </a:rPr>
              <a:t>语法</a:t>
            </a:r>
            <a:endParaRPr lang="en-US" altLang="zh-CN" sz="4400">
              <a:ea typeface="楷体_GB231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Effect transition="in" filter="blinds(horizontal)">
                                      <p:cBhvr>
                                        <p:cTn id="7" dur="500"/>
                                        <p:tgtEl>
                                          <p:spTgt spid="71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0">
                                            <p:txEl>
                                              <p:pRg st="1" end="1"/>
                                            </p:txEl>
                                          </p:spTgt>
                                        </p:tgtEl>
                                        <p:attrNameLst>
                                          <p:attrName>style.visibility</p:attrName>
                                        </p:attrNameLst>
                                      </p:cBhvr>
                                      <p:to>
                                        <p:strVal val="visible"/>
                                      </p:to>
                                    </p:set>
                                    <p:animEffect transition="in" filter="blinds(horizontal)">
                                      <p:cBhvr>
                                        <p:cTn id="12" dur="500"/>
                                        <p:tgtEl>
                                          <p:spTgt spid="717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170">
                                            <p:txEl>
                                              <p:pRg st="2" end="2"/>
                                            </p:txEl>
                                          </p:spTgt>
                                        </p:tgtEl>
                                        <p:attrNameLst>
                                          <p:attrName>style.visibility</p:attrName>
                                        </p:attrNameLst>
                                      </p:cBhvr>
                                      <p:to>
                                        <p:strVal val="visible"/>
                                      </p:to>
                                    </p:set>
                                    <p:animEffect transition="in" filter="blinds(horizontal)">
                                      <p:cBhvr>
                                        <p:cTn id="17" dur="500"/>
                                        <p:tgtEl>
                                          <p:spTgt spid="717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170">
                                            <p:txEl>
                                              <p:pRg st="3" end="3"/>
                                            </p:txEl>
                                          </p:spTgt>
                                        </p:tgtEl>
                                        <p:attrNameLst>
                                          <p:attrName>style.visibility</p:attrName>
                                        </p:attrNameLst>
                                      </p:cBhvr>
                                      <p:to>
                                        <p:strVal val="visible"/>
                                      </p:to>
                                    </p:set>
                                    <p:animEffect transition="in" filter="blinds(horizontal)">
                                      <p:cBhvr>
                                        <p:cTn id="22" dur="500"/>
                                        <p:tgtEl>
                                          <p:spTgt spid="717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170">
                                            <p:txEl>
                                              <p:pRg st="4" end="4"/>
                                            </p:txEl>
                                          </p:spTgt>
                                        </p:tgtEl>
                                        <p:attrNameLst>
                                          <p:attrName>style.visibility</p:attrName>
                                        </p:attrNameLst>
                                      </p:cBhvr>
                                      <p:to>
                                        <p:strVal val="visible"/>
                                      </p:to>
                                    </p:set>
                                    <p:animEffect transition="in" filter="blinds(horizontal)">
                                      <p:cBhvr>
                                        <p:cTn id="27" dur="500"/>
                                        <p:tgtEl>
                                          <p:spTgt spid="717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0">
            <a:extLst>
              <a:ext uri="{FF2B5EF4-FFF2-40B4-BE49-F238E27FC236}">
                <a16:creationId xmlns:a16="http://schemas.microsoft.com/office/drawing/2014/main" id="{C958A1F0-F030-795F-F2EA-0EB7AD7735DB}"/>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a:lnSpc>
                <a:spcPct val="110000"/>
              </a:lnSpc>
              <a:spcAft>
                <a:spcPct val="0"/>
              </a:spcAft>
              <a:buFont typeface="Times New Roman" panose="02020603050405020304" pitchFamily="18" charset="0"/>
              <a:buNone/>
            </a:pPr>
            <a:r>
              <a:rPr lang="zh-CN" altLang="en-US" sz="4400"/>
              <a:t>语法分析的前提</a:t>
            </a:r>
            <a:endParaRPr lang="en-US" altLang="zh-CN" sz="4400"/>
          </a:p>
        </p:txBody>
      </p:sp>
      <p:sp>
        <p:nvSpPr>
          <p:cNvPr id="3" name="Rectangle 5">
            <a:extLst>
              <a:ext uri="{FF2B5EF4-FFF2-40B4-BE49-F238E27FC236}">
                <a16:creationId xmlns:a16="http://schemas.microsoft.com/office/drawing/2014/main" id="{F790571C-866B-97E4-D969-4465404254D9}"/>
              </a:ext>
            </a:extLst>
          </p:cNvPr>
          <p:cNvSpPr txBox="1">
            <a:spLocks noChangeArrowheads="1"/>
          </p:cNvSpPr>
          <p:nvPr/>
        </p:nvSpPr>
        <p:spPr bwMode="auto">
          <a:xfrm>
            <a:off x="674688" y="1619250"/>
            <a:ext cx="7888287"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r>
              <a:rPr lang="zh-CN" altLang="en-US" sz="3200" b="1" dirty="0"/>
              <a:t>对语言的语法结构（语法规则）进行描述</a:t>
            </a:r>
          </a:p>
          <a:p>
            <a:pPr lvl="1">
              <a:lnSpc>
                <a:spcPct val="100000"/>
              </a:lnSpc>
            </a:pPr>
            <a:r>
              <a:rPr lang="zh-CN" altLang="en-US" b="1" dirty="0"/>
              <a:t>采用</a:t>
            </a:r>
            <a:r>
              <a:rPr lang="zh-CN" altLang="en-US" b="1" dirty="0">
                <a:solidFill>
                  <a:srgbClr val="CC0000"/>
                </a:solidFill>
              </a:rPr>
              <a:t>正则表达式</a:t>
            </a:r>
            <a:r>
              <a:rPr lang="zh-CN" altLang="en-US" b="1" dirty="0"/>
              <a:t>和</a:t>
            </a:r>
            <a:r>
              <a:rPr lang="zh-CN" altLang="en-US" b="1" dirty="0">
                <a:solidFill>
                  <a:srgbClr val="CC0000"/>
                </a:solidFill>
              </a:rPr>
              <a:t>有限自动机</a:t>
            </a:r>
            <a:r>
              <a:rPr lang="zh-CN" altLang="en-US" b="1" dirty="0"/>
              <a:t>描述和识别语言的</a:t>
            </a:r>
            <a:r>
              <a:rPr lang="zh-CN" altLang="en-US" b="1" dirty="0">
                <a:solidFill>
                  <a:srgbClr val="0070C0"/>
                </a:solidFill>
              </a:rPr>
              <a:t>单词符号</a:t>
            </a:r>
          </a:p>
          <a:p>
            <a:pPr lvl="1"/>
            <a:r>
              <a:rPr lang="zh-CN" altLang="en-US" b="1" dirty="0"/>
              <a:t>用</a:t>
            </a:r>
            <a:r>
              <a:rPr lang="zh-CN" altLang="en-US" b="1" dirty="0">
                <a:solidFill>
                  <a:srgbClr val="CC0000"/>
                </a:solidFill>
              </a:rPr>
              <a:t>上下文无关文法</a:t>
            </a:r>
            <a:r>
              <a:rPr lang="zh-CN" altLang="en-US" b="1" dirty="0"/>
              <a:t>来描述</a:t>
            </a:r>
            <a:r>
              <a:rPr lang="zh-CN" altLang="en-US" b="1" dirty="0">
                <a:solidFill>
                  <a:srgbClr val="0070C0"/>
                </a:solidFill>
              </a:rPr>
              <a:t>语法规则</a:t>
            </a:r>
            <a:endParaRPr lang="en-US" altLang="zh-CN" b="1" dirty="0">
              <a:solidFill>
                <a:srgbClr val="0070C0"/>
              </a:solidFill>
            </a:endParaRPr>
          </a:p>
          <a:p>
            <a:pPr lvl="1"/>
            <a:endParaRPr lang="en-US" altLang="zh-CN" b="1" dirty="0">
              <a:solidFill>
                <a:srgbClr val="0070C0"/>
              </a:solidFill>
            </a:endParaRPr>
          </a:p>
          <a:p>
            <a:pPr lvl="1"/>
            <a:endParaRPr lang="en-US" altLang="zh-CN" b="1" dirty="0">
              <a:solidFill>
                <a:srgbClr val="0070C0"/>
              </a:solidFill>
            </a:endParaRPr>
          </a:p>
          <a:p>
            <a:pPr lvl="1"/>
            <a:r>
              <a:rPr lang="zh-CN" altLang="en-US" b="1" dirty="0">
                <a:solidFill>
                  <a:srgbClr val="0070C0"/>
                </a:solidFill>
              </a:rPr>
              <a:t>注意：单词符号的形成规则和语法规则构成了一个语言的语法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left)">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9483D1FC-5F03-F7B1-6823-EA4869075705}"/>
              </a:ext>
            </a:extLst>
          </p:cNvPr>
          <p:cNvSpPr>
            <a:spLocks noGrp="1" noChangeArrowheads="1"/>
          </p:cNvSpPr>
          <p:nvPr>
            <p:ph type="body" idx="4294967295"/>
          </p:nvPr>
        </p:nvSpPr>
        <p:spPr>
          <a:xfrm>
            <a:off x="503238" y="1368425"/>
            <a:ext cx="9069387" cy="5021263"/>
          </a:xfrm>
        </p:spPr>
        <p:txBody>
          <a:bodyPr/>
          <a:lstStyle/>
          <a:p>
            <a:pPr eaLnBrk="1" hangingPunct="1">
              <a:buFont typeface="Times New Roman" panose="02020603050405020304" pitchFamily="18" charset="0"/>
              <a:buNone/>
            </a:pPr>
            <a:r>
              <a:rPr lang="en-US" altLang="zh-CN" sz="4000" b="1" i="1">
                <a:latin typeface="Times New Roman" panose="02020603050405020304" pitchFamily="18" charset="0"/>
                <a:ea typeface="楷体_GB2312"/>
              </a:rPr>
              <a:t>stmt</a:t>
            </a:r>
            <a:r>
              <a:rPr lang="en-US" altLang="zh-CN" sz="4000" b="1">
                <a:latin typeface="Times New Roman" panose="02020603050405020304" pitchFamily="18" charset="0"/>
                <a:ea typeface="楷体_GB2312"/>
              </a:rPr>
              <a:t> </a:t>
            </a:r>
            <a:r>
              <a:rPr lang="en-US" altLang="zh-CN" sz="4000" b="1">
                <a:latin typeface="仿宋_GB2312"/>
                <a:ea typeface="仿宋_GB2312"/>
                <a:cs typeface="仿宋_GB2312"/>
              </a:rPr>
              <a:t>→</a:t>
            </a:r>
            <a:r>
              <a:rPr lang="en-US" altLang="zh-CN" sz="4000" b="1">
                <a:latin typeface="Times New Roman" panose="02020603050405020304" pitchFamily="18" charset="0"/>
                <a:ea typeface="楷体_GB2312"/>
              </a:rPr>
              <a:t> </a:t>
            </a:r>
            <a:r>
              <a:rPr lang="en-US" altLang="zh-CN" sz="4000" b="1">
                <a:solidFill>
                  <a:srgbClr val="FF0000"/>
                </a:solidFill>
                <a:latin typeface="Times New Roman" panose="02020603050405020304" pitchFamily="18" charset="0"/>
                <a:ea typeface="楷体_GB2312"/>
              </a:rPr>
              <a:t>if (</a:t>
            </a:r>
            <a:r>
              <a:rPr lang="en-US" altLang="zh-CN" sz="4000" b="1">
                <a:latin typeface="Times New Roman" panose="02020603050405020304" pitchFamily="18" charset="0"/>
                <a:ea typeface="楷体_GB2312"/>
              </a:rPr>
              <a:t> </a:t>
            </a:r>
            <a:r>
              <a:rPr lang="en-US" altLang="zh-CN" sz="4000" b="1" i="1">
                <a:latin typeface="Times New Roman" panose="02020603050405020304" pitchFamily="18" charset="0"/>
                <a:ea typeface="楷体_GB2312"/>
              </a:rPr>
              <a:t>expr</a:t>
            </a:r>
            <a:r>
              <a:rPr lang="en-US" altLang="zh-CN" sz="4000" b="1">
                <a:latin typeface="Times New Roman" panose="02020603050405020304" pitchFamily="18" charset="0"/>
                <a:ea typeface="楷体_GB2312"/>
              </a:rPr>
              <a:t> </a:t>
            </a:r>
            <a:r>
              <a:rPr lang="en-US" altLang="zh-CN" sz="4000" b="1">
                <a:solidFill>
                  <a:srgbClr val="FF0000"/>
                </a:solidFill>
                <a:latin typeface="Times New Roman" panose="02020603050405020304" pitchFamily="18" charset="0"/>
                <a:ea typeface="楷体_GB2312"/>
              </a:rPr>
              <a:t>) </a:t>
            </a:r>
            <a:r>
              <a:rPr lang="en-US" altLang="zh-CN" sz="4000" b="1" i="1">
                <a:latin typeface="Times New Roman" panose="02020603050405020304" pitchFamily="18" charset="0"/>
                <a:ea typeface="楷体_GB2312"/>
              </a:rPr>
              <a:t>stmt </a:t>
            </a:r>
            <a:r>
              <a:rPr lang="en-US" altLang="zh-CN" sz="4000" b="1">
                <a:solidFill>
                  <a:srgbClr val="FF0000"/>
                </a:solidFill>
                <a:latin typeface="Times New Roman" panose="02020603050405020304" pitchFamily="18" charset="0"/>
                <a:ea typeface="楷体_GB2312"/>
              </a:rPr>
              <a:t>else</a:t>
            </a:r>
            <a:r>
              <a:rPr lang="en-US" altLang="zh-CN" sz="4000" b="1">
                <a:latin typeface="Times New Roman" panose="02020603050405020304" pitchFamily="18" charset="0"/>
                <a:ea typeface="楷体_GB2312"/>
              </a:rPr>
              <a:t> </a:t>
            </a:r>
            <a:r>
              <a:rPr lang="en-US" altLang="zh-CN" sz="4000" b="1" i="1">
                <a:latin typeface="Times New Roman" panose="02020603050405020304" pitchFamily="18" charset="0"/>
                <a:ea typeface="楷体_GB2312"/>
              </a:rPr>
              <a:t>stmt</a:t>
            </a:r>
          </a:p>
          <a:p>
            <a:pPr eaLnBrk="1" hangingPunct="1">
              <a:buFont typeface="Times New Roman" panose="02020603050405020304" pitchFamily="18" charset="0"/>
              <a:buNone/>
            </a:pPr>
            <a:r>
              <a:rPr lang="en-US" altLang="zh-CN" b="1">
                <a:latin typeface="Times New Roman" panose="02020603050405020304" pitchFamily="18" charset="0"/>
                <a:ea typeface="楷体_GB2312"/>
              </a:rPr>
              <a:t>if, (, ), else </a:t>
            </a:r>
            <a:r>
              <a:rPr lang="zh-CN" altLang="en-US" b="1">
                <a:latin typeface="Times New Roman" panose="02020603050405020304" pitchFamily="18" charset="0"/>
                <a:ea typeface="楷体_GB2312"/>
              </a:rPr>
              <a:t>都不能进一步分解</a:t>
            </a:r>
            <a:endParaRPr lang="zh-CN" altLang="en-US" sz="4000" b="1">
              <a:latin typeface="Times New Roman" panose="02020603050405020304" pitchFamily="18" charset="0"/>
              <a:ea typeface="楷体_GB2312"/>
            </a:endParaRPr>
          </a:p>
          <a:p>
            <a:pPr eaLnBrk="1" hangingPunct="1">
              <a:buFont typeface="Times New Roman" panose="02020603050405020304" pitchFamily="18" charset="0"/>
              <a:buNone/>
            </a:pPr>
            <a:r>
              <a:rPr lang="en-US" altLang="zh-CN" b="1">
                <a:latin typeface="Times New Roman" panose="02020603050405020304" pitchFamily="18" charset="0"/>
                <a:ea typeface="楷体_GB2312"/>
              </a:rPr>
              <a:t>    </a:t>
            </a:r>
            <a:r>
              <a:rPr lang="zh-CN" altLang="en-US" b="1">
                <a:solidFill>
                  <a:srgbClr val="FF0000"/>
                </a:solidFill>
                <a:latin typeface="Times New Roman" panose="02020603050405020304" pitchFamily="18" charset="0"/>
                <a:ea typeface="楷体_GB2312"/>
              </a:rPr>
              <a:t>终结符</a:t>
            </a:r>
            <a:r>
              <a:rPr lang="zh-CN" altLang="en-US" b="1">
                <a:latin typeface="Times New Roman" panose="02020603050405020304" pitchFamily="18" charset="0"/>
                <a:ea typeface="楷体_GB2312"/>
              </a:rPr>
              <a:t>，词法单元</a:t>
            </a:r>
            <a:endParaRPr lang="zh-CN" altLang="en-US" sz="4000" b="1">
              <a:latin typeface="Times New Roman" panose="02020603050405020304" pitchFamily="18" charset="0"/>
              <a:ea typeface="楷体_GB2312"/>
            </a:endParaRPr>
          </a:p>
          <a:p>
            <a:pPr eaLnBrk="1" hangingPunct="1">
              <a:buFont typeface="Times New Roman" panose="02020603050405020304" pitchFamily="18" charset="0"/>
              <a:buNone/>
            </a:pPr>
            <a:r>
              <a:rPr lang="en-US" altLang="zh-CN" b="1" i="1">
                <a:latin typeface="Times New Roman" panose="02020603050405020304" pitchFamily="18" charset="0"/>
                <a:ea typeface="楷体_GB2312"/>
              </a:rPr>
              <a:t>stmt</a:t>
            </a:r>
            <a:r>
              <a:rPr lang="zh-CN" altLang="en-US" b="1" i="1">
                <a:latin typeface="Times New Roman" panose="02020603050405020304" pitchFamily="18" charset="0"/>
                <a:ea typeface="楷体_GB2312"/>
              </a:rPr>
              <a:t>，</a:t>
            </a:r>
            <a:r>
              <a:rPr lang="en-US" altLang="zh-CN" b="1" i="1">
                <a:latin typeface="Times New Roman" panose="02020603050405020304" pitchFamily="18" charset="0"/>
                <a:ea typeface="楷体_GB2312"/>
              </a:rPr>
              <a:t> expr</a:t>
            </a:r>
            <a:r>
              <a:rPr lang="en-US" altLang="zh-CN" b="1">
                <a:latin typeface="Times New Roman" panose="02020603050405020304" pitchFamily="18" charset="0"/>
                <a:ea typeface="楷体_GB2312"/>
              </a:rPr>
              <a:t> </a:t>
            </a:r>
            <a:r>
              <a:rPr lang="zh-CN" altLang="en-US" b="1">
                <a:latin typeface="Times New Roman" panose="02020603050405020304" pitchFamily="18" charset="0"/>
                <a:ea typeface="楷体_GB2312"/>
              </a:rPr>
              <a:t>可以进一步分解</a:t>
            </a:r>
            <a:endParaRPr lang="zh-CN" altLang="en-US" sz="4000" b="1">
              <a:latin typeface="Times New Roman" panose="02020603050405020304" pitchFamily="18" charset="0"/>
              <a:ea typeface="楷体_GB2312"/>
            </a:endParaRPr>
          </a:p>
          <a:p>
            <a:pPr eaLnBrk="1" hangingPunct="1">
              <a:buFont typeface="Times New Roman" panose="02020603050405020304" pitchFamily="18" charset="0"/>
              <a:buNone/>
            </a:pPr>
            <a:r>
              <a:rPr lang="en-US" altLang="zh-CN" b="1">
                <a:latin typeface="Times New Roman" panose="02020603050405020304" pitchFamily="18" charset="0"/>
                <a:ea typeface="楷体_GB2312"/>
              </a:rPr>
              <a:t>    </a:t>
            </a:r>
            <a:r>
              <a:rPr lang="zh-CN" altLang="en-US" b="1">
                <a:solidFill>
                  <a:srgbClr val="FF0000"/>
                </a:solidFill>
                <a:latin typeface="Times New Roman" panose="02020603050405020304" pitchFamily="18" charset="0"/>
                <a:ea typeface="楷体_GB2312"/>
              </a:rPr>
              <a:t>非终结符</a:t>
            </a:r>
            <a:r>
              <a:rPr lang="zh-CN" altLang="en-US" b="1">
                <a:latin typeface="Times New Roman" panose="02020603050405020304" pitchFamily="18" charset="0"/>
                <a:ea typeface="楷体_GB2312"/>
              </a:rPr>
              <a:t>，语言变量</a:t>
            </a:r>
            <a:endParaRPr lang="zh-CN" altLang="en-US" sz="4000" b="1">
              <a:latin typeface="Times New Roman" panose="02020603050405020304" pitchFamily="18" charset="0"/>
              <a:ea typeface="楷体_GB2312"/>
            </a:endParaRPr>
          </a:p>
          <a:p>
            <a:pPr eaLnBrk="1" hangingPunct="1">
              <a:buFont typeface="Times New Roman" panose="02020603050405020304" pitchFamily="18" charset="0"/>
              <a:buNone/>
            </a:pPr>
            <a:r>
              <a:rPr lang="zh-CN" altLang="en-US" b="1">
                <a:latin typeface="楷体_GB2312"/>
                <a:ea typeface="楷体_GB2312"/>
              </a:rPr>
              <a:t>非终结符</a:t>
            </a:r>
            <a:r>
              <a:rPr lang="en-US" altLang="zh-CN" b="1">
                <a:latin typeface="楷体_GB2312"/>
                <a:ea typeface="楷体_GB2312"/>
              </a:rPr>
              <a:t>, </a:t>
            </a:r>
            <a:r>
              <a:rPr lang="zh-CN" altLang="en-US" b="1">
                <a:latin typeface="楷体_GB2312"/>
                <a:ea typeface="楷体_GB2312"/>
              </a:rPr>
              <a:t>箭头</a:t>
            </a:r>
            <a:r>
              <a:rPr lang="en-US" altLang="zh-CN" b="1">
                <a:latin typeface="楷体_GB2312"/>
                <a:ea typeface="楷体_GB2312"/>
              </a:rPr>
              <a:t>, </a:t>
            </a:r>
            <a:r>
              <a:rPr lang="zh-CN" altLang="en-US" b="1">
                <a:latin typeface="楷体_GB2312"/>
                <a:ea typeface="楷体_GB2312"/>
              </a:rPr>
              <a:t>终结符和非终结符序列</a:t>
            </a:r>
            <a:endParaRPr lang="zh-CN" altLang="en-US" sz="4000" b="1">
              <a:latin typeface="楷体_GB2312"/>
              <a:ea typeface="楷体_GB2312"/>
            </a:endParaRPr>
          </a:p>
          <a:p>
            <a:pPr eaLnBrk="1" hangingPunct="1">
              <a:buFont typeface="Times New Roman" panose="02020603050405020304" pitchFamily="18" charset="0"/>
              <a:buNone/>
            </a:pPr>
            <a:r>
              <a:rPr lang="en-US" altLang="zh-CN" b="1">
                <a:latin typeface="楷体_GB2312"/>
                <a:ea typeface="楷体_GB2312"/>
              </a:rPr>
              <a:t>    </a:t>
            </a:r>
            <a:r>
              <a:rPr lang="zh-CN" altLang="en-US" b="1">
                <a:solidFill>
                  <a:srgbClr val="FF0000"/>
                </a:solidFill>
                <a:latin typeface="楷体_GB2312"/>
                <a:ea typeface="楷体_GB2312"/>
              </a:rPr>
              <a:t>产生式</a:t>
            </a:r>
            <a:r>
              <a:rPr lang="zh-CN" altLang="en-US" b="1">
                <a:solidFill>
                  <a:schemeClr val="tx1"/>
                </a:solidFill>
                <a:latin typeface="楷体_GB2312"/>
                <a:ea typeface="楷体_GB2312"/>
              </a:rPr>
              <a:t>，</a:t>
            </a:r>
            <a:r>
              <a:rPr lang="en-US" altLang="zh-CN" b="1">
                <a:solidFill>
                  <a:schemeClr val="tx1"/>
                </a:solidFill>
                <a:latin typeface="Times New Roman" panose="02020603050405020304" pitchFamily="18" charset="0"/>
                <a:ea typeface="楷体_GB2312"/>
              </a:rPr>
              <a:t>production</a:t>
            </a:r>
            <a:endParaRPr lang="en-US" altLang="zh-CN" b="1">
              <a:solidFill>
                <a:schemeClr val="tx1"/>
              </a:solidFill>
              <a:latin typeface="Times New Roman" panose="02020603050405020304" pitchFamily="18" charset="0"/>
              <a:ea typeface="楷体_GB2312"/>
              <a:cs typeface="Times New Roman" panose="02020603050405020304" pitchFamily="18" charset="0"/>
            </a:endParaRPr>
          </a:p>
        </p:txBody>
      </p:sp>
      <p:sp>
        <p:nvSpPr>
          <p:cNvPr id="32771" name="Footer Placeholder 5">
            <a:extLst>
              <a:ext uri="{FF2B5EF4-FFF2-40B4-BE49-F238E27FC236}">
                <a16:creationId xmlns:a16="http://schemas.microsoft.com/office/drawing/2014/main" id="{9C5F2163-8116-DE16-0035-8FCD5DB7DE99}"/>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2772" name="Slide Number Placeholder 6">
            <a:extLst>
              <a:ext uri="{FF2B5EF4-FFF2-40B4-BE49-F238E27FC236}">
                <a16:creationId xmlns:a16="http://schemas.microsoft.com/office/drawing/2014/main" id="{766F4AB5-FCB4-9E43-1F6A-AA070A9561E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0D210179-4DEB-4C5A-933D-C30289561839}"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7</a:t>
            </a:fld>
            <a:endParaRPr lang="en-GB" altLang="en-US" sz="1200">
              <a:latin typeface="Comic Sans MS" panose="030F0702030302020204" pitchFamily="66" charset="0"/>
              <a:ea typeface="宋体" panose="02010600030101010101" pitchFamily="2" charset="-122"/>
            </a:endParaRPr>
          </a:p>
        </p:txBody>
      </p:sp>
      <p:sp>
        <p:nvSpPr>
          <p:cNvPr id="32773" name="Title 10">
            <a:extLst>
              <a:ext uri="{FF2B5EF4-FFF2-40B4-BE49-F238E27FC236}">
                <a16:creationId xmlns:a16="http://schemas.microsoft.com/office/drawing/2014/main" id="{166E89EE-B5BE-9954-29B7-A77292AB4953}"/>
              </a:ext>
            </a:extLst>
          </p:cNvPr>
          <p:cNvSpPr>
            <a:spLocks noGrp="1" noChangeArrowheads="1"/>
          </p:cNvSpPr>
          <p:nvPr>
            <p:ph type="title" idx="4294967295"/>
          </p:nvPr>
        </p:nvSpPr>
        <p:spPr/>
        <p:txBody>
          <a:bodyPr/>
          <a:lstStyle/>
          <a:p>
            <a:r>
              <a:rPr lang="zh-CN" altLang="en-US" sz="4400">
                <a:ea typeface="楷体_GB2312"/>
              </a:rPr>
              <a:t>形式化描述</a:t>
            </a:r>
            <a:endParaRPr lang="en-US" altLang="zh-CN" sz="4400">
              <a:ea typeface="楷体_GB2312"/>
            </a:endParaRPr>
          </a:p>
        </p:txBody>
      </p:sp>
      <p:sp>
        <p:nvSpPr>
          <p:cNvPr id="32774" name="日期占位符 7">
            <a:extLst>
              <a:ext uri="{FF2B5EF4-FFF2-40B4-BE49-F238E27FC236}">
                <a16:creationId xmlns:a16="http://schemas.microsoft.com/office/drawing/2014/main" id="{9EF4541A-7CE5-2915-3734-0F321B821B56}"/>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8434">
                                            <p:txEl>
                                              <p:pRg st="1" end="1"/>
                                            </p:txEl>
                                          </p:spTgt>
                                        </p:tgtEl>
                                        <p:attrNameLst>
                                          <p:attrName>style.visibility</p:attrName>
                                        </p:attrNameLst>
                                      </p:cBhvr>
                                      <p:to>
                                        <p:strVal val="visible"/>
                                      </p:to>
                                    </p:set>
                                    <p:animEffect transition="in" filter="blinds(horizontal)">
                                      <p:cBhvr>
                                        <p:cTn id="7" dur="500"/>
                                        <p:tgtEl>
                                          <p:spTgt spid="1843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8434">
                                            <p:txEl>
                                              <p:pRg st="2" end="2"/>
                                            </p:txEl>
                                          </p:spTgt>
                                        </p:tgtEl>
                                        <p:attrNameLst>
                                          <p:attrName>style.visibility</p:attrName>
                                        </p:attrNameLst>
                                      </p:cBhvr>
                                      <p:to>
                                        <p:strVal val="visible"/>
                                      </p:to>
                                    </p:set>
                                    <p:animEffect transition="in" filter="blinds(horizontal)">
                                      <p:cBhvr>
                                        <p:cTn id="12" dur="500"/>
                                        <p:tgtEl>
                                          <p:spTgt spid="18434">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8434">
                                            <p:txEl>
                                              <p:pRg st="3" end="3"/>
                                            </p:txEl>
                                          </p:spTgt>
                                        </p:tgtEl>
                                        <p:attrNameLst>
                                          <p:attrName>style.visibility</p:attrName>
                                        </p:attrNameLst>
                                      </p:cBhvr>
                                      <p:to>
                                        <p:strVal val="visible"/>
                                      </p:to>
                                    </p:set>
                                    <p:animEffect transition="in" filter="blinds(horizontal)">
                                      <p:cBhvr>
                                        <p:cTn id="17" dur="500"/>
                                        <p:tgtEl>
                                          <p:spTgt spid="18434">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8434">
                                            <p:txEl>
                                              <p:pRg st="4" end="4"/>
                                            </p:txEl>
                                          </p:spTgt>
                                        </p:tgtEl>
                                        <p:attrNameLst>
                                          <p:attrName>style.visibility</p:attrName>
                                        </p:attrNameLst>
                                      </p:cBhvr>
                                      <p:to>
                                        <p:strVal val="visible"/>
                                      </p:to>
                                    </p:set>
                                    <p:animEffect transition="in" filter="blinds(horizontal)">
                                      <p:cBhvr>
                                        <p:cTn id="22" dur="500"/>
                                        <p:tgtEl>
                                          <p:spTgt spid="18434">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8434">
                                            <p:txEl>
                                              <p:pRg st="5" end="5"/>
                                            </p:txEl>
                                          </p:spTgt>
                                        </p:tgtEl>
                                        <p:attrNameLst>
                                          <p:attrName>style.visibility</p:attrName>
                                        </p:attrNameLst>
                                      </p:cBhvr>
                                      <p:to>
                                        <p:strVal val="visible"/>
                                      </p:to>
                                    </p:set>
                                    <p:animEffect transition="in" filter="blinds(horizontal)">
                                      <p:cBhvr>
                                        <p:cTn id="27" dur="500"/>
                                        <p:tgtEl>
                                          <p:spTgt spid="18434">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8434">
                                            <p:txEl>
                                              <p:pRg st="6" end="6"/>
                                            </p:txEl>
                                          </p:spTgt>
                                        </p:tgtEl>
                                        <p:attrNameLst>
                                          <p:attrName>style.visibility</p:attrName>
                                        </p:attrNameLst>
                                      </p:cBhvr>
                                      <p:to>
                                        <p:strVal val="visible"/>
                                      </p:to>
                                    </p:set>
                                    <p:animEffect transition="in" filter="blinds(horizontal)">
                                      <p:cBhvr>
                                        <p:cTn id="32" dur="500"/>
                                        <p:tgtEl>
                                          <p:spTgt spid="1843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DF6F3F48-683E-229D-8544-6292563595C0}"/>
              </a:ext>
            </a:extLst>
          </p:cNvPr>
          <p:cNvSpPr>
            <a:spLocks noGrp="1" noChangeArrowheads="1"/>
          </p:cNvSpPr>
          <p:nvPr>
            <p:ph type="body" idx="4294967295"/>
          </p:nvPr>
        </p:nvSpPr>
        <p:spPr>
          <a:xfrm>
            <a:off x="269994" y="2789771"/>
            <a:ext cx="9069387" cy="5021263"/>
          </a:xfrm>
        </p:spPr>
        <p:txBody>
          <a:bodyPr/>
          <a:lstStyle/>
          <a:p>
            <a:pPr eaLnBrk="1" hangingPunct="1">
              <a:buFont typeface="Times New Roman" panose="02020603050405020304" pitchFamily="18" charset="0"/>
              <a:buNone/>
            </a:pPr>
            <a:r>
              <a:rPr lang="zh-CN" altLang="en-US" sz="2800" b="1" dirty="0">
                <a:solidFill>
                  <a:schemeClr val="tx1"/>
                </a:solidFill>
                <a:latin typeface="楷体_GB2312"/>
                <a:ea typeface="楷体_GB2312"/>
              </a:rPr>
              <a:t>指定一个非终结符为</a:t>
            </a:r>
            <a:r>
              <a:rPr lang="zh-CN" altLang="en-US" sz="2800" b="1" dirty="0">
                <a:solidFill>
                  <a:srgbClr val="FF0000"/>
                </a:solidFill>
                <a:latin typeface="楷体_GB2312"/>
                <a:ea typeface="楷体_GB2312"/>
              </a:rPr>
              <a:t>开始符号</a:t>
            </a:r>
            <a:endParaRPr lang="zh-CN" altLang="en-US" sz="2400" b="1" dirty="0">
              <a:solidFill>
                <a:srgbClr val="FF0000"/>
              </a:solidFill>
              <a:latin typeface="楷体_GB2312"/>
              <a:ea typeface="楷体_GB2312"/>
            </a:endParaRPr>
          </a:p>
          <a:p>
            <a:pPr eaLnBrk="1" hangingPunct="1">
              <a:buFont typeface="Times New Roman" panose="02020603050405020304" pitchFamily="18" charset="0"/>
              <a:buNone/>
            </a:pPr>
            <a:r>
              <a:rPr lang="zh-CN" altLang="en-US" sz="2800" b="1" dirty="0">
                <a:solidFill>
                  <a:srgbClr val="FF0000"/>
                </a:solidFill>
                <a:latin typeface="楷体_GB2312"/>
                <a:ea typeface="楷体_GB2312"/>
              </a:rPr>
              <a:t>定义：</a:t>
            </a:r>
            <a:endParaRPr lang="zh-CN" altLang="en-US" sz="2400" b="1" dirty="0">
              <a:solidFill>
                <a:srgbClr val="FF0000"/>
              </a:solidFill>
              <a:latin typeface="楷体_GB2312"/>
              <a:ea typeface="楷体_GB2312"/>
            </a:endParaRPr>
          </a:p>
          <a:p>
            <a:pPr eaLnBrk="1" hangingPunct="1">
              <a:buNone/>
            </a:pPr>
            <a:r>
              <a:rPr lang="zh-CN" altLang="en-US" sz="2800" b="1" dirty="0">
                <a:solidFill>
                  <a:schemeClr val="tx1"/>
                </a:solidFill>
                <a:latin typeface="楷体_GB2312"/>
                <a:ea typeface="楷体_GB2312"/>
              </a:rPr>
              <a:t>  终结符集合：</a:t>
            </a:r>
            <a:r>
              <a:rPr lang="en-US" altLang="zh-CN" sz="2800" b="1" dirty="0">
                <a:solidFill>
                  <a:schemeClr val="tx1"/>
                </a:solidFill>
                <a:latin typeface="楷体_GB2312"/>
                <a:ea typeface="楷体_GB2312"/>
              </a:rPr>
              <a:t>V</a:t>
            </a:r>
            <a:r>
              <a:rPr lang="en-US" altLang="zh-CN" sz="1600" b="1" dirty="0">
                <a:latin typeface="楷体_GB2312"/>
                <a:ea typeface="楷体_GB2312"/>
              </a:rPr>
              <a:t>T</a:t>
            </a:r>
            <a:r>
              <a:rPr lang="zh-CN" altLang="en-US" sz="2800" b="1" dirty="0">
                <a:solidFill>
                  <a:schemeClr val="tx1"/>
                </a:solidFill>
                <a:latin typeface="楷体_GB2312"/>
                <a:ea typeface="楷体_GB2312"/>
              </a:rPr>
              <a:t>  非终结符集合：</a:t>
            </a:r>
            <a:r>
              <a:rPr lang="en-US" altLang="zh-CN" sz="2800" b="1" dirty="0">
                <a:solidFill>
                  <a:schemeClr val="tx1"/>
                </a:solidFill>
                <a:latin typeface="楷体_GB2312"/>
                <a:ea typeface="楷体_GB2312"/>
              </a:rPr>
              <a:t>V</a:t>
            </a:r>
            <a:r>
              <a:rPr lang="en-US" altLang="zh-CN" sz="1600" b="1" dirty="0">
                <a:latin typeface="楷体_GB2312"/>
                <a:ea typeface="楷体_GB2312"/>
              </a:rPr>
              <a:t>N</a:t>
            </a:r>
            <a:r>
              <a:rPr lang="zh-CN" altLang="en-US" sz="1600" b="1" dirty="0">
                <a:latin typeface="楷体_GB2312"/>
                <a:ea typeface="楷体_GB2312"/>
              </a:rPr>
              <a:t>，</a:t>
            </a:r>
            <a:r>
              <a:rPr lang="en-US" altLang="zh-CN" sz="1600" b="1" dirty="0">
                <a:latin typeface="楷体_GB2312"/>
                <a:ea typeface="楷体_GB2312"/>
              </a:rPr>
              <a:t>  </a:t>
            </a:r>
            <a:r>
              <a:rPr lang="en-US" altLang="zh-CN" sz="2800" b="1" dirty="0">
                <a:solidFill>
                  <a:schemeClr val="tx1"/>
                </a:solidFill>
                <a:latin typeface="楷体_GB2312"/>
                <a:ea typeface="楷体_GB2312"/>
              </a:rPr>
              <a:t>V</a:t>
            </a:r>
            <a:r>
              <a:rPr lang="en-US" altLang="zh-CN" sz="2800" b="1" baseline="-25000" dirty="0">
                <a:solidFill>
                  <a:schemeClr val="tx1"/>
                </a:solidFill>
                <a:latin typeface="楷体_GB2312"/>
                <a:ea typeface="楷体_GB2312"/>
              </a:rPr>
              <a:t>T</a:t>
            </a:r>
            <a:r>
              <a:rPr lang="en-US" altLang="zh-CN" sz="2800" b="1" dirty="0">
                <a:solidFill>
                  <a:schemeClr val="tx1"/>
                </a:solidFill>
                <a:latin typeface="楷体_GB2312"/>
                <a:ea typeface="楷体_GB2312"/>
              </a:rPr>
              <a:t> </a:t>
            </a:r>
            <a:r>
              <a:rPr lang="en-US" altLang="zh-CN" sz="2800" b="1" dirty="0">
                <a:solidFill>
                  <a:schemeClr val="tx1"/>
                </a:solidFill>
                <a:latin typeface="楷体_GB2312"/>
                <a:ea typeface="楷体_GB2312"/>
                <a:sym typeface="Symbol" panose="05050102010706020507" pitchFamily="18" charset="2"/>
              </a:rPr>
              <a:t></a:t>
            </a:r>
            <a:r>
              <a:rPr lang="en-US" altLang="zh-CN" sz="2800" b="1" dirty="0">
                <a:solidFill>
                  <a:schemeClr val="tx1"/>
                </a:solidFill>
                <a:latin typeface="楷体_GB2312"/>
                <a:ea typeface="楷体_GB2312"/>
              </a:rPr>
              <a:t> V</a:t>
            </a:r>
            <a:r>
              <a:rPr lang="en-US" altLang="zh-CN" sz="2800" b="1" baseline="-25000" dirty="0">
                <a:solidFill>
                  <a:schemeClr val="tx1"/>
                </a:solidFill>
                <a:latin typeface="楷体_GB2312"/>
                <a:ea typeface="楷体_GB2312"/>
              </a:rPr>
              <a:t>N </a:t>
            </a:r>
            <a:r>
              <a:rPr lang="en-US" altLang="zh-CN" sz="2800" b="1" dirty="0">
                <a:solidFill>
                  <a:schemeClr val="tx1"/>
                </a:solidFill>
                <a:latin typeface="楷体_GB2312"/>
                <a:ea typeface="楷体_GB2312"/>
              </a:rPr>
              <a:t>=</a:t>
            </a:r>
            <a:r>
              <a:rPr lang="zh-CN" altLang="en-US" sz="2800" b="1" dirty="0">
                <a:solidFill>
                  <a:schemeClr val="tx1"/>
                </a:solidFill>
                <a:latin typeface="楷体_GB2312"/>
                <a:ea typeface="楷体_GB2312"/>
              </a:rPr>
              <a:t> </a:t>
            </a:r>
            <a:r>
              <a:rPr lang="en-US" altLang="zh-CN" sz="2800" b="1" dirty="0">
                <a:solidFill>
                  <a:schemeClr val="tx1"/>
                </a:solidFill>
                <a:latin typeface="楷体_GB2312"/>
                <a:ea typeface="楷体_GB2312"/>
                <a:sym typeface="Symbol" panose="05050102010706020507" pitchFamily="18" charset="2"/>
              </a:rPr>
              <a:t></a:t>
            </a:r>
            <a:endParaRPr lang="en-US" altLang="zh-CN" sz="2800" b="1" dirty="0">
              <a:solidFill>
                <a:schemeClr val="tx1"/>
              </a:solidFill>
              <a:latin typeface="楷体_GB2312"/>
              <a:ea typeface="楷体_GB2312"/>
            </a:endParaRPr>
          </a:p>
          <a:p>
            <a:pPr eaLnBrk="1" hangingPunct="1">
              <a:buFont typeface="Times New Roman" panose="02020603050405020304" pitchFamily="18" charset="0"/>
              <a:buNone/>
            </a:pPr>
            <a:r>
              <a:rPr lang="zh-CN" altLang="en-US" sz="2800" b="1" dirty="0">
                <a:solidFill>
                  <a:schemeClr val="tx1"/>
                </a:solidFill>
                <a:latin typeface="楷体_GB2312"/>
                <a:ea typeface="楷体_GB2312"/>
              </a:rPr>
              <a:t>  产生式集合：</a:t>
            </a:r>
            <a:r>
              <a:rPr lang="en-US" altLang="zh-CN" sz="2800" b="1" dirty="0">
                <a:solidFill>
                  <a:schemeClr val="tx1"/>
                </a:solidFill>
                <a:latin typeface="楷体_GB2312"/>
                <a:ea typeface="楷体_GB2312"/>
              </a:rPr>
              <a:t>P</a:t>
            </a:r>
            <a:r>
              <a:rPr lang="en-US" altLang="zh-CN" sz="1600" b="1" dirty="0">
                <a:latin typeface="楷体_GB2312"/>
                <a:ea typeface="楷体_GB2312"/>
              </a:rPr>
              <a:t> </a:t>
            </a:r>
            <a:r>
              <a:rPr lang="zh-CN" altLang="en-US" sz="2800" b="1" dirty="0">
                <a:solidFill>
                  <a:schemeClr val="tx1"/>
                </a:solidFill>
                <a:latin typeface="楷体_GB2312"/>
                <a:ea typeface="楷体_GB2312"/>
              </a:rPr>
              <a:t>  开始符号：</a:t>
            </a:r>
            <a:r>
              <a:rPr lang="en-US" altLang="zh-CN" sz="2800" b="1" dirty="0">
                <a:solidFill>
                  <a:schemeClr val="tx1"/>
                </a:solidFill>
                <a:latin typeface="楷体_GB2312"/>
                <a:ea typeface="楷体_GB2312"/>
              </a:rPr>
              <a:t>S</a:t>
            </a:r>
          </a:p>
          <a:p>
            <a:pPr eaLnBrk="1" hangingPunct="1">
              <a:buFont typeface="Times New Roman" panose="02020603050405020304" pitchFamily="18" charset="0"/>
              <a:buNone/>
            </a:pPr>
            <a:r>
              <a:rPr lang="en-US" altLang="zh-CN" sz="2800" b="1" dirty="0">
                <a:solidFill>
                  <a:schemeClr val="tx1"/>
                </a:solidFill>
                <a:latin typeface="楷体_GB2312"/>
                <a:ea typeface="楷体_GB2312"/>
              </a:rPr>
              <a:t>  G = (V</a:t>
            </a:r>
            <a:r>
              <a:rPr lang="en-US" altLang="zh-CN" sz="1600" b="1" dirty="0">
                <a:latin typeface="楷体_GB2312"/>
                <a:ea typeface="楷体_GB2312"/>
              </a:rPr>
              <a:t>T</a:t>
            </a:r>
            <a:r>
              <a:rPr lang="en-US" altLang="zh-CN" sz="2800" b="1" dirty="0">
                <a:solidFill>
                  <a:schemeClr val="tx1"/>
                </a:solidFill>
                <a:latin typeface="楷体_GB2312"/>
                <a:ea typeface="楷体_GB2312"/>
              </a:rPr>
              <a:t>, V</a:t>
            </a:r>
            <a:r>
              <a:rPr lang="en-US" altLang="zh-CN" sz="1600" b="1" dirty="0">
                <a:latin typeface="楷体_GB2312"/>
                <a:ea typeface="楷体_GB2312"/>
              </a:rPr>
              <a:t>N</a:t>
            </a:r>
            <a:r>
              <a:rPr lang="en-US" altLang="zh-CN" sz="2800" b="1" dirty="0">
                <a:solidFill>
                  <a:schemeClr val="tx1"/>
                </a:solidFill>
                <a:latin typeface="楷体_GB2312"/>
                <a:ea typeface="楷体_GB2312"/>
              </a:rPr>
              <a:t>, S, P)</a:t>
            </a:r>
          </a:p>
          <a:p>
            <a:pPr eaLnBrk="1" hangingPunct="1">
              <a:buFont typeface="Times New Roman" panose="02020603050405020304" pitchFamily="18" charset="0"/>
              <a:buNone/>
            </a:pPr>
            <a:r>
              <a:rPr lang="en-US" altLang="zh-CN" sz="2800" b="1" dirty="0">
                <a:solidFill>
                  <a:schemeClr val="tx1"/>
                </a:solidFill>
                <a:latin typeface="楷体_GB2312"/>
                <a:ea typeface="楷体_GB2312"/>
              </a:rPr>
              <a:t>  G</a:t>
            </a:r>
            <a:r>
              <a:rPr lang="zh-CN" altLang="en-US" sz="2800" b="1" dirty="0">
                <a:solidFill>
                  <a:schemeClr val="tx1"/>
                </a:solidFill>
                <a:latin typeface="楷体_GB2312"/>
                <a:ea typeface="楷体_GB2312"/>
              </a:rPr>
              <a:t>称为一个</a:t>
            </a:r>
            <a:r>
              <a:rPr lang="zh-CN" altLang="en-US" sz="2800" b="1" dirty="0">
                <a:solidFill>
                  <a:srgbClr val="FF0000"/>
                </a:solidFill>
                <a:latin typeface="楷体_GB2312"/>
                <a:ea typeface="楷体_GB2312"/>
              </a:rPr>
              <a:t>文法</a:t>
            </a:r>
            <a:endParaRPr lang="zh-CN" altLang="en-US" sz="2400" b="1" dirty="0">
              <a:solidFill>
                <a:srgbClr val="FF0000"/>
              </a:solidFill>
              <a:latin typeface="楷体_GB2312"/>
              <a:ea typeface="楷体_GB2312"/>
            </a:endParaRPr>
          </a:p>
          <a:p>
            <a:pPr eaLnBrk="1" hangingPunct="1">
              <a:buFont typeface="Times New Roman" panose="02020603050405020304" pitchFamily="18" charset="0"/>
              <a:buNone/>
            </a:pPr>
            <a:r>
              <a:rPr lang="en-US" altLang="zh-CN" sz="2800" b="1" dirty="0">
                <a:solidFill>
                  <a:srgbClr val="FF0000"/>
                </a:solidFill>
                <a:latin typeface="楷体_GB2312"/>
                <a:ea typeface="楷体_GB2312"/>
              </a:rPr>
              <a:t>  </a:t>
            </a:r>
            <a:r>
              <a:rPr lang="zh-CN" altLang="en-US" sz="2800" b="1" dirty="0">
                <a:solidFill>
                  <a:srgbClr val="FF0000"/>
                </a:solidFill>
                <a:latin typeface="楷体_GB2312"/>
                <a:ea typeface="楷体_GB2312"/>
              </a:rPr>
              <a:t>文法</a:t>
            </a:r>
            <a:r>
              <a:rPr lang="zh-CN" altLang="en-US" sz="2800" b="1" dirty="0">
                <a:solidFill>
                  <a:schemeClr val="tx1"/>
                </a:solidFill>
                <a:latin typeface="楷体_GB2312"/>
                <a:ea typeface="楷体_GB2312"/>
              </a:rPr>
              <a:t>是对</a:t>
            </a:r>
            <a:r>
              <a:rPr lang="zh-CN" altLang="en-US" sz="2800" b="1" dirty="0">
                <a:solidFill>
                  <a:srgbClr val="FF0000"/>
                </a:solidFill>
                <a:latin typeface="楷体_GB2312"/>
                <a:ea typeface="楷体_GB2312"/>
              </a:rPr>
              <a:t>语法</a:t>
            </a:r>
            <a:r>
              <a:rPr lang="zh-CN" altLang="en-US" sz="2800" b="1" dirty="0">
                <a:solidFill>
                  <a:schemeClr val="tx1"/>
                </a:solidFill>
                <a:latin typeface="楷体_GB2312"/>
                <a:ea typeface="楷体_GB2312"/>
              </a:rPr>
              <a:t>的形式化描述</a:t>
            </a:r>
          </a:p>
        </p:txBody>
      </p:sp>
      <p:sp>
        <p:nvSpPr>
          <p:cNvPr id="33795" name="Footer Placeholder 5">
            <a:extLst>
              <a:ext uri="{FF2B5EF4-FFF2-40B4-BE49-F238E27FC236}">
                <a16:creationId xmlns:a16="http://schemas.microsoft.com/office/drawing/2014/main" id="{4865EC6F-2EAA-1E48-D880-90C463B8D6CF}"/>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3796" name="Slide Number Placeholder 6">
            <a:extLst>
              <a:ext uri="{FF2B5EF4-FFF2-40B4-BE49-F238E27FC236}">
                <a16:creationId xmlns:a16="http://schemas.microsoft.com/office/drawing/2014/main" id="{E7EED47B-4948-D562-702F-A318CEAE40CC}"/>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E3AF9EE4-8801-401A-B122-1F1CAB2314A2}"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8</a:t>
            </a:fld>
            <a:endParaRPr lang="en-GB" altLang="en-US" sz="1200">
              <a:latin typeface="Comic Sans MS" panose="030F0702030302020204" pitchFamily="66" charset="0"/>
              <a:ea typeface="宋体" panose="02010600030101010101" pitchFamily="2" charset="-122"/>
            </a:endParaRPr>
          </a:p>
        </p:txBody>
      </p:sp>
      <p:sp>
        <p:nvSpPr>
          <p:cNvPr id="33797" name="Title 10">
            <a:extLst>
              <a:ext uri="{FF2B5EF4-FFF2-40B4-BE49-F238E27FC236}">
                <a16:creationId xmlns:a16="http://schemas.microsoft.com/office/drawing/2014/main" id="{73D0E9E8-3631-8681-7A66-F927C4CE4A34}"/>
              </a:ext>
            </a:extLst>
          </p:cNvPr>
          <p:cNvSpPr>
            <a:spLocks noGrp="1" noChangeArrowheads="1"/>
          </p:cNvSpPr>
          <p:nvPr>
            <p:ph type="title" idx="4294967295"/>
          </p:nvPr>
        </p:nvSpPr>
        <p:spPr/>
        <p:txBody>
          <a:bodyPr/>
          <a:lstStyle/>
          <a:p>
            <a:r>
              <a:rPr lang="zh-CN" altLang="en-US" sz="4400">
                <a:ea typeface="楷体_GB2312"/>
              </a:rPr>
              <a:t>形式化描述</a:t>
            </a:r>
            <a:endParaRPr lang="en-US" altLang="zh-CN" sz="4400">
              <a:ea typeface="楷体_GB2312"/>
            </a:endParaRPr>
          </a:p>
        </p:txBody>
      </p:sp>
      <p:sp>
        <p:nvSpPr>
          <p:cNvPr id="33798" name="日期占位符 7">
            <a:extLst>
              <a:ext uri="{FF2B5EF4-FFF2-40B4-BE49-F238E27FC236}">
                <a16:creationId xmlns:a16="http://schemas.microsoft.com/office/drawing/2014/main" id="{23F997C2-573E-FED4-C395-9E82BC84CEDB}"/>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 name="Rectangle 2">
            <a:extLst>
              <a:ext uri="{FF2B5EF4-FFF2-40B4-BE49-F238E27FC236}">
                <a16:creationId xmlns:a16="http://schemas.microsoft.com/office/drawing/2014/main" id="{F630BBAD-0680-7235-04D3-884475BFF10F}"/>
              </a:ext>
            </a:extLst>
          </p:cNvPr>
          <p:cNvSpPr>
            <a:spLocks noChangeArrowheads="1"/>
          </p:cNvSpPr>
          <p:nvPr/>
        </p:nvSpPr>
        <p:spPr bwMode="auto">
          <a:xfrm>
            <a:off x="4905303" y="269603"/>
            <a:ext cx="5040336" cy="2616101"/>
          </a:xfrm>
          <a:prstGeom prst="rect">
            <a:avLst/>
          </a:prstGeom>
          <a:solidFill>
            <a:srgbClr val="4F81BD"/>
          </a:solidFill>
          <a:ln w="25400" cap="rnd" cmpd="sng" algn="ctr">
            <a:solidFill>
              <a:sysClr val="window" lastClr="FFFFFF"/>
            </a:solidFill>
            <a:prstDash val="solid"/>
            <a:headEnd/>
            <a:tailEnd type="none" w="lg" len="lg"/>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eaLnBrk="1" fontAlgn="auto" hangingPunct="1">
              <a:spcBef>
                <a:spcPts val="0"/>
              </a:spcBef>
              <a:spcAft>
                <a:spcPts val="0"/>
              </a:spcAft>
              <a:defRPr/>
            </a:pPr>
            <a:r>
              <a:rPr lang="en-US" altLang="zh-CN" sz="1600" kern="0" dirty="0">
                <a:solidFill>
                  <a:prstClr val="white"/>
                </a:solidFill>
                <a:latin typeface="微软雅黑" panose="020B0503020204020204" pitchFamily="34" charset="-122"/>
                <a:ea typeface="微软雅黑" panose="020B0503020204020204" pitchFamily="34" charset="-122"/>
                <a:cs typeface="+mn-cs"/>
              </a:rPr>
              <a:t>&lt;</a:t>
            </a:r>
            <a:r>
              <a:rPr lang="zh-CN" altLang="en-US" sz="1600" kern="0" dirty="0">
                <a:solidFill>
                  <a:prstClr val="white"/>
                </a:solidFill>
                <a:latin typeface="微软雅黑" panose="020B0503020204020204" pitchFamily="34" charset="-122"/>
                <a:ea typeface="微软雅黑" panose="020B0503020204020204" pitchFamily="34" charset="-122"/>
                <a:cs typeface="+mn-cs"/>
              </a:rPr>
              <a:t>句子</a:t>
            </a:r>
            <a:r>
              <a:rPr lang="en-US" altLang="zh-CN" sz="1600" kern="0" dirty="0">
                <a:solidFill>
                  <a:prstClr val="white"/>
                </a:solidFill>
                <a:latin typeface="微软雅黑" panose="020B0503020204020204" pitchFamily="34" charset="-122"/>
                <a:ea typeface="微软雅黑" panose="020B0503020204020204" pitchFamily="34" charset="-122"/>
                <a:cs typeface="+mn-cs"/>
              </a:rPr>
              <a:t>&gt; </a:t>
            </a:r>
            <a:r>
              <a:rPr lang="en-US" altLang="zh-CN" sz="16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1600" kern="0" dirty="0">
                <a:solidFill>
                  <a:prstClr val="white"/>
                </a:solidFill>
                <a:latin typeface="微软雅黑" panose="020B0503020204020204" pitchFamily="34" charset="-122"/>
                <a:ea typeface="微软雅黑" panose="020B0503020204020204" pitchFamily="34" charset="-122"/>
                <a:cs typeface="+mn-cs"/>
              </a:rPr>
              <a:t> &lt;</a:t>
            </a:r>
            <a:r>
              <a:rPr lang="zh-CN" altLang="en-US" sz="1600" kern="0" dirty="0">
                <a:solidFill>
                  <a:prstClr val="white"/>
                </a:solidFill>
                <a:latin typeface="微软雅黑" panose="020B0503020204020204" pitchFamily="34" charset="-122"/>
                <a:ea typeface="微软雅黑" panose="020B0503020204020204" pitchFamily="34" charset="-122"/>
                <a:cs typeface="+mn-cs"/>
              </a:rPr>
              <a:t>主语</a:t>
            </a:r>
            <a:r>
              <a:rPr lang="en-US" altLang="zh-CN" sz="1600" kern="0" dirty="0">
                <a:solidFill>
                  <a:prstClr val="white"/>
                </a:solidFill>
                <a:latin typeface="微软雅黑" panose="020B0503020204020204" pitchFamily="34" charset="-122"/>
                <a:ea typeface="微软雅黑" panose="020B0503020204020204" pitchFamily="34" charset="-122"/>
                <a:cs typeface="+mn-cs"/>
              </a:rPr>
              <a:t>&gt;&lt;</a:t>
            </a:r>
            <a:r>
              <a:rPr lang="zh-CN" altLang="en-US" sz="1600" kern="0" dirty="0">
                <a:solidFill>
                  <a:prstClr val="white"/>
                </a:solidFill>
                <a:latin typeface="微软雅黑" panose="020B0503020204020204" pitchFamily="34" charset="-122"/>
                <a:ea typeface="微软雅黑" panose="020B0503020204020204" pitchFamily="34" charset="-122"/>
                <a:cs typeface="+mn-cs"/>
              </a:rPr>
              <a:t>谓语</a:t>
            </a:r>
            <a:r>
              <a:rPr lang="en-US" altLang="zh-CN" sz="1600" kern="0" dirty="0">
                <a:solidFill>
                  <a:prstClr val="white"/>
                </a:solidFill>
                <a:latin typeface="微软雅黑" panose="020B0503020204020204" pitchFamily="34" charset="-122"/>
                <a:ea typeface="微软雅黑" panose="020B0503020204020204" pitchFamily="34" charset="-122"/>
                <a:cs typeface="+mn-cs"/>
              </a:rPr>
              <a:t>&gt;&lt;</a:t>
            </a:r>
            <a:r>
              <a:rPr lang="zh-CN" altLang="en-US" sz="1600" kern="0" dirty="0">
                <a:solidFill>
                  <a:prstClr val="white"/>
                </a:solidFill>
                <a:latin typeface="微软雅黑" panose="020B0503020204020204" pitchFamily="34" charset="-122"/>
                <a:ea typeface="微软雅黑" panose="020B0503020204020204" pitchFamily="34" charset="-122"/>
                <a:cs typeface="+mn-cs"/>
              </a:rPr>
              <a:t>间接宾语</a:t>
            </a:r>
            <a:r>
              <a:rPr lang="en-US" altLang="zh-CN" sz="1600" kern="0" dirty="0">
                <a:solidFill>
                  <a:prstClr val="white"/>
                </a:solidFill>
                <a:latin typeface="微软雅黑" panose="020B0503020204020204" pitchFamily="34" charset="-122"/>
                <a:ea typeface="微软雅黑" panose="020B0503020204020204" pitchFamily="34" charset="-122"/>
                <a:cs typeface="+mn-cs"/>
              </a:rPr>
              <a:t>&gt;&lt;</a:t>
            </a:r>
            <a:r>
              <a:rPr lang="zh-CN" altLang="en-US" sz="1600" kern="0" dirty="0">
                <a:solidFill>
                  <a:prstClr val="white"/>
                </a:solidFill>
                <a:latin typeface="微软雅黑" panose="020B0503020204020204" pitchFamily="34" charset="-122"/>
                <a:ea typeface="微软雅黑" panose="020B0503020204020204" pitchFamily="34" charset="-122"/>
                <a:cs typeface="+mn-cs"/>
              </a:rPr>
              <a:t>直接宾语</a:t>
            </a:r>
            <a:r>
              <a:rPr lang="en-US" altLang="zh-CN" sz="16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1600" kern="0" dirty="0">
                <a:solidFill>
                  <a:prstClr val="white"/>
                </a:solidFill>
                <a:latin typeface="微软雅黑" panose="020B0503020204020204" pitchFamily="34" charset="-122"/>
                <a:ea typeface="微软雅黑" panose="020B0503020204020204" pitchFamily="34" charset="-122"/>
                <a:cs typeface="+mn-cs"/>
              </a:rPr>
              <a:t>&lt;</a:t>
            </a:r>
            <a:r>
              <a:rPr lang="zh-CN" altLang="en-US" sz="1600" kern="0" dirty="0">
                <a:solidFill>
                  <a:prstClr val="white"/>
                </a:solidFill>
                <a:latin typeface="微软雅黑" panose="020B0503020204020204" pitchFamily="34" charset="-122"/>
                <a:ea typeface="微软雅黑" panose="020B0503020204020204" pitchFamily="34" charset="-122"/>
                <a:cs typeface="+mn-cs"/>
              </a:rPr>
              <a:t>主语</a:t>
            </a:r>
            <a:r>
              <a:rPr lang="en-US" altLang="zh-CN" sz="1600" kern="0" dirty="0">
                <a:solidFill>
                  <a:prstClr val="white"/>
                </a:solidFill>
                <a:latin typeface="微软雅黑" panose="020B0503020204020204" pitchFamily="34" charset="-122"/>
                <a:ea typeface="微软雅黑" panose="020B0503020204020204" pitchFamily="34" charset="-122"/>
                <a:cs typeface="+mn-cs"/>
              </a:rPr>
              <a:t>&gt; </a:t>
            </a:r>
            <a:r>
              <a:rPr lang="en-US" altLang="zh-CN" sz="16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1600" kern="0" dirty="0">
                <a:solidFill>
                  <a:prstClr val="white"/>
                </a:solidFill>
                <a:latin typeface="微软雅黑" panose="020B0503020204020204" pitchFamily="34" charset="-122"/>
                <a:ea typeface="微软雅黑" panose="020B0503020204020204" pitchFamily="34" charset="-122"/>
                <a:cs typeface="+mn-cs"/>
              </a:rPr>
              <a:t> &lt;</a:t>
            </a:r>
            <a:r>
              <a:rPr lang="zh-CN" altLang="en-US" sz="1600" kern="0" dirty="0">
                <a:solidFill>
                  <a:prstClr val="white"/>
                </a:solidFill>
                <a:latin typeface="微软雅黑" panose="020B0503020204020204" pitchFamily="34" charset="-122"/>
                <a:ea typeface="微软雅黑" panose="020B0503020204020204" pitchFamily="34" charset="-122"/>
                <a:cs typeface="+mn-cs"/>
              </a:rPr>
              <a:t>代词</a:t>
            </a:r>
            <a:r>
              <a:rPr lang="en-US" altLang="zh-CN" sz="16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1600" kern="0" dirty="0">
                <a:solidFill>
                  <a:prstClr val="white"/>
                </a:solidFill>
                <a:latin typeface="微软雅黑" panose="020B0503020204020204" pitchFamily="34" charset="-122"/>
                <a:ea typeface="微软雅黑" panose="020B0503020204020204" pitchFamily="34" charset="-122"/>
                <a:cs typeface="+mn-cs"/>
              </a:rPr>
              <a:t>&lt;</a:t>
            </a:r>
            <a:r>
              <a:rPr lang="zh-CN" altLang="en-US" sz="1600" kern="0" dirty="0">
                <a:solidFill>
                  <a:prstClr val="white"/>
                </a:solidFill>
                <a:latin typeface="微软雅黑" panose="020B0503020204020204" pitchFamily="34" charset="-122"/>
                <a:ea typeface="微软雅黑" panose="020B0503020204020204" pitchFamily="34" charset="-122"/>
                <a:cs typeface="+mn-cs"/>
              </a:rPr>
              <a:t>谓语</a:t>
            </a:r>
            <a:r>
              <a:rPr lang="en-US" altLang="zh-CN" sz="1600" kern="0" dirty="0">
                <a:solidFill>
                  <a:prstClr val="white"/>
                </a:solidFill>
                <a:latin typeface="微软雅黑" panose="020B0503020204020204" pitchFamily="34" charset="-122"/>
                <a:ea typeface="微软雅黑" panose="020B0503020204020204" pitchFamily="34" charset="-122"/>
                <a:cs typeface="+mn-cs"/>
              </a:rPr>
              <a:t>&gt; </a:t>
            </a:r>
            <a:r>
              <a:rPr lang="en-US" altLang="zh-CN" sz="16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1600" kern="0" dirty="0">
                <a:solidFill>
                  <a:prstClr val="white"/>
                </a:solidFill>
                <a:latin typeface="微软雅黑" panose="020B0503020204020204" pitchFamily="34" charset="-122"/>
                <a:ea typeface="微软雅黑" panose="020B0503020204020204" pitchFamily="34" charset="-122"/>
                <a:cs typeface="+mn-cs"/>
              </a:rPr>
              <a:t> &lt;</a:t>
            </a:r>
            <a:r>
              <a:rPr lang="zh-CN" altLang="en-US" sz="1600" kern="0" dirty="0">
                <a:solidFill>
                  <a:prstClr val="white"/>
                </a:solidFill>
                <a:latin typeface="微软雅黑" panose="020B0503020204020204" pitchFamily="34" charset="-122"/>
                <a:ea typeface="微软雅黑" panose="020B0503020204020204" pitchFamily="34" charset="-122"/>
                <a:cs typeface="+mn-cs"/>
              </a:rPr>
              <a:t>动词</a:t>
            </a:r>
            <a:r>
              <a:rPr lang="en-US" altLang="zh-CN" sz="16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1600" kern="0" dirty="0">
                <a:solidFill>
                  <a:prstClr val="white"/>
                </a:solidFill>
                <a:latin typeface="微软雅黑" panose="020B0503020204020204" pitchFamily="34" charset="-122"/>
                <a:ea typeface="微软雅黑" panose="020B0503020204020204" pitchFamily="34" charset="-122"/>
                <a:cs typeface="+mn-cs"/>
              </a:rPr>
              <a:t>&lt;</a:t>
            </a:r>
            <a:r>
              <a:rPr lang="zh-CN" altLang="en-US" sz="1600" kern="0" dirty="0">
                <a:solidFill>
                  <a:prstClr val="white"/>
                </a:solidFill>
                <a:latin typeface="微软雅黑" panose="020B0503020204020204" pitchFamily="34" charset="-122"/>
                <a:ea typeface="微软雅黑" panose="020B0503020204020204" pitchFamily="34" charset="-122"/>
                <a:cs typeface="+mn-cs"/>
              </a:rPr>
              <a:t>间接宾语</a:t>
            </a:r>
            <a:r>
              <a:rPr lang="en-US" altLang="zh-CN" sz="1600" kern="0" dirty="0">
                <a:solidFill>
                  <a:prstClr val="white"/>
                </a:solidFill>
                <a:latin typeface="微软雅黑" panose="020B0503020204020204" pitchFamily="34" charset="-122"/>
                <a:ea typeface="微软雅黑" panose="020B0503020204020204" pitchFamily="34" charset="-122"/>
                <a:cs typeface="+mn-cs"/>
              </a:rPr>
              <a:t>&gt; </a:t>
            </a:r>
            <a:r>
              <a:rPr lang="en-US" altLang="zh-CN" sz="16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1600" kern="0" dirty="0">
                <a:solidFill>
                  <a:prstClr val="white"/>
                </a:solidFill>
                <a:latin typeface="微软雅黑" panose="020B0503020204020204" pitchFamily="34" charset="-122"/>
                <a:ea typeface="微软雅黑" panose="020B0503020204020204" pitchFamily="34" charset="-122"/>
                <a:cs typeface="+mn-cs"/>
              </a:rPr>
              <a:t> &lt;</a:t>
            </a:r>
            <a:r>
              <a:rPr lang="zh-CN" altLang="en-US" sz="1600" kern="0" dirty="0">
                <a:solidFill>
                  <a:prstClr val="white"/>
                </a:solidFill>
                <a:latin typeface="微软雅黑" panose="020B0503020204020204" pitchFamily="34" charset="-122"/>
                <a:ea typeface="微软雅黑" panose="020B0503020204020204" pitchFamily="34" charset="-122"/>
                <a:cs typeface="+mn-cs"/>
              </a:rPr>
              <a:t>代词</a:t>
            </a:r>
            <a:r>
              <a:rPr lang="en-US" altLang="zh-CN" sz="16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1600" kern="0" dirty="0">
                <a:solidFill>
                  <a:prstClr val="white"/>
                </a:solidFill>
                <a:latin typeface="微软雅黑" panose="020B0503020204020204" pitchFamily="34" charset="-122"/>
                <a:ea typeface="微软雅黑" panose="020B0503020204020204" pitchFamily="34" charset="-122"/>
                <a:cs typeface="+mn-cs"/>
              </a:rPr>
              <a:t>&lt;</a:t>
            </a:r>
            <a:r>
              <a:rPr lang="zh-CN" altLang="en-US" sz="1600" kern="0" dirty="0">
                <a:solidFill>
                  <a:prstClr val="white"/>
                </a:solidFill>
                <a:latin typeface="微软雅黑" panose="020B0503020204020204" pitchFamily="34" charset="-122"/>
                <a:ea typeface="微软雅黑" panose="020B0503020204020204" pitchFamily="34" charset="-122"/>
                <a:cs typeface="+mn-cs"/>
              </a:rPr>
              <a:t>直接宾语</a:t>
            </a:r>
            <a:r>
              <a:rPr lang="en-US" altLang="zh-CN" sz="1600" kern="0" dirty="0">
                <a:solidFill>
                  <a:prstClr val="white"/>
                </a:solidFill>
                <a:latin typeface="微软雅黑" panose="020B0503020204020204" pitchFamily="34" charset="-122"/>
                <a:ea typeface="微软雅黑" panose="020B0503020204020204" pitchFamily="34" charset="-122"/>
                <a:cs typeface="+mn-cs"/>
              </a:rPr>
              <a:t>&gt; </a:t>
            </a:r>
            <a:r>
              <a:rPr lang="en-US" altLang="zh-CN" sz="16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1600" kern="0" dirty="0">
                <a:solidFill>
                  <a:prstClr val="white"/>
                </a:solidFill>
                <a:latin typeface="微软雅黑" panose="020B0503020204020204" pitchFamily="34" charset="-122"/>
                <a:ea typeface="微软雅黑" panose="020B0503020204020204" pitchFamily="34" charset="-122"/>
                <a:cs typeface="+mn-cs"/>
              </a:rPr>
              <a:t> &lt;</a:t>
            </a:r>
            <a:r>
              <a:rPr lang="zh-CN" altLang="en-US" sz="1600" kern="0" dirty="0">
                <a:solidFill>
                  <a:prstClr val="white"/>
                </a:solidFill>
                <a:latin typeface="微软雅黑" panose="020B0503020204020204" pitchFamily="34" charset="-122"/>
                <a:ea typeface="微软雅黑" panose="020B0503020204020204" pitchFamily="34" charset="-122"/>
                <a:cs typeface="+mn-cs"/>
              </a:rPr>
              <a:t>冠词</a:t>
            </a:r>
            <a:r>
              <a:rPr lang="en-US" altLang="zh-CN" sz="1600" kern="0" dirty="0">
                <a:solidFill>
                  <a:prstClr val="white"/>
                </a:solidFill>
                <a:latin typeface="微软雅黑" panose="020B0503020204020204" pitchFamily="34" charset="-122"/>
                <a:ea typeface="微软雅黑" panose="020B0503020204020204" pitchFamily="34" charset="-122"/>
                <a:cs typeface="+mn-cs"/>
              </a:rPr>
              <a:t>&gt; &lt;</a:t>
            </a:r>
            <a:r>
              <a:rPr lang="zh-CN" altLang="en-US" sz="1600" kern="0" dirty="0">
                <a:solidFill>
                  <a:prstClr val="white"/>
                </a:solidFill>
                <a:latin typeface="微软雅黑" panose="020B0503020204020204" pitchFamily="34" charset="-122"/>
                <a:ea typeface="微软雅黑" panose="020B0503020204020204" pitchFamily="34" charset="-122"/>
                <a:cs typeface="+mn-cs"/>
              </a:rPr>
              <a:t>名词</a:t>
            </a:r>
            <a:r>
              <a:rPr lang="en-US" altLang="zh-CN" sz="16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1600" kern="0" dirty="0">
                <a:solidFill>
                  <a:prstClr val="white"/>
                </a:solidFill>
                <a:latin typeface="微软雅黑" panose="020B0503020204020204" pitchFamily="34" charset="-122"/>
                <a:ea typeface="微软雅黑" panose="020B0503020204020204" pitchFamily="34" charset="-122"/>
                <a:cs typeface="+mn-cs"/>
              </a:rPr>
              <a:t>&lt;</a:t>
            </a:r>
            <a:r>
              <a:rPr lang="zh-CN" altLang="en-US" sz="1600" kern="0" dirty="0">
                <a:solidFill>
                  <a:prstClr val="white"/>
                </a:solidFill>
                <a:latin typeface="微软雅黑" panose="020B0503020204020204" pitchFamily="34" charset="-122"/>
                <a:ea typeface="微软雅黑" panose="020B0503020204020204" pitchFamily="34" charset="-122"/>
                <a:cs typeface="+mn-cs"/>
              </a:rPr>
              <a:t>代词</a:t>
            </a:r>
            <a:r>
              <a:rPr lang="en-US" altLang="zh-CN" sz="1600" kern="0" dirty="0">
                <a:solidFill>
                  <a:prstClr val="white"/>
                </a:solidFill>
                <a:latin typeface="微软雅黑" panose="020B0503020204020204" pitchFamily="34" charset="-122"/>
                <a:ea typeface="微软雅黑" panose="020B0503020204020204" pitchFamily="34" charset="-122"/>
                <a:cs typeface="+mn-cs"/>
              </a:rPr>
              <a:t>&gt; </a:t>
            </a:r>
            <a:r>
              <a:rPr lang="en-US" altLang="zh-CN" sz="16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1600" kern="0" dirty="0">
                <a:solidFill>
                  <a:prstClr val="white"/>
                </a:solidFill>
                <a:latin typeface="微软雅黑" panose="020B0503020204020204" pitchFamily="34" charset="-122"/>
                <a:ea typeface="微软雅黑" panose="020B0503020204020204" pitchFamily="34" charset="-122"/>
                <a:cs typeface="+mn-cs"/>
              </a:rPr>
              <a:t> He</a:t>
            </a:r>
          </a:p>
          <a:p>
            <a:pPr defTabSz="457200" eaLnBrk="1" fontAlgn="auto" hangingPunct="1">
              <a:spcBef>
                <a:spcPts val="0"/>
              </a:spcBef>
              <a:spcAft>
                <a:spcPts val="0"/>
              </a:spcAft>
              <a:defRPr/>
            </a:pPr>
            <a:r>
              <a:rPr lang="en-US" altLang="zh-CN" sz="1600" kern="0" dirty="0">
                <a:solidFill>
                  <a:prstClr val="white"/>
                </a:solidFill>
                <a:latin typeface="微软雅黑" panose="020B0503020204020204" pitchFamily="34" charset="-122"/>
                <a:ea typeface="微软雅黑" panose="020B0503020204020204" pitchFamily="34" charset="-122"/>
                <a:cs typeface="+mn-cs"/>
              </a:rPr>
              <a:t>&lt;</a:t>
            </a:r>
            <a:r>
              <a:rPr lang="zh-CN" altLang="en-US" sz="1600" kern="0" dirty="0">
                <a:solidFill>
                  <a:prstClr val="white"/>
                </a:solidFill>
                <a:latin typeface="微软雅黑" panose="020B0503020204020204" pitchFamily="34" charset="-122"/>
                <a:ea typeface="微软雅黑" panose="020B0503020204020204" pitchFamily="34" charset="-122"/>
                <a:cs typeface="+mn-cs"/>
              </a:rPr>
              <a:t>代词</a:t>
            </a:r>
            <a:r>
              <a:rPr lang="en-US" altLang="zh-CN" sz="1600" kern="0" dirty="0">
                <a:solidFill>
                  <a:prstClr val="white"/>
                </a:solidFill>
                <a:latin typeface="微软雅黑" panose="020B0503020204020204" pitchFamily="34" charset="-122"/>
                <a:ea typeface="微软雅黑" panose="020B0503020204020204" pitchFamily="34" charset="-122"/>
                <a:cs typeface="+mn-cs"/>
              </a:rPr>
              <a:t>&gt; </a:t>
            </a:r>
            <a:r>
              <a:rPr lang="en-US" altLang="zh-CN" sz="16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1600" kern="0" dirty="0">
                <a:solidFill>
                  <a:prstClr val="white"/>
                </a:solidFill>
                <a:latin typeface="微软雅黑" panose="020B0503020204020204" pitchFamily="34" charset="-122"/>
                <a:ea typeface="微软雅黑" panose="020B0503020204020204" pitchFamily="34" charset="-122"/>
                <a:cs typeface="+mn-cs"/>
              </a:rPr>
              <a:t> me</a:t>
            </a:r>
          </a:p>
          <a:p>
            <a:pPr defTabSz="457200" eaLnBrk="1" fontAlgn="auto" hangingPunct="1">
              <a:spcBef>
                <a:spcPts val="0"/>
              </a:spcBef>
              <a:spcAft>
                <a:spcPts val="0"/>
              </a:spcAft>
              <a:defRPr/>
            </a:pPr>
            <a:r>
              <a:rPr lang="en-US" altLang="zh-CN" sz="1600" kern="0" dirty="0">
                <a:solidFill>
                  <a:prstClr val="white"/>
                </a:solidFill>
                <a:latin typeface="微软雅黑" panose="020B0503020204020204" pitchFamily="34" charset="-122"/>
                <a:ea typeface="微软雅黑" panose="020B0503020204020204" pitchFamily="34" charset="-122"/>
                <a:cs typeface="+mn-cs"/>
              </a:rPr>
              <a:t>&lt;</a:t>
            </a:r>
            <a:r>
              <a:rPr lang="zh-CN" altLang="en-US" sz="1600" kern="0" dirty="0">
                <a:solidFill>
                  <a:prstClr val="white"/>
                </a:solidFill>
                <a:latin typeface="微软雅黑" panose="020B0503020204020204" pitchFamily="34" charset="-122"/>
                <a:ea typeface="微软雅黑" panose="020B0503020204020204" pitchFamily="34" charset="-122"/>
                <a:cs typeface="+mn-cs"/>
              </a:rPr>
              <a:t>名词</a:t>
            </a:r>
            <a:r>
              <a:rPr lang="en-US" altLang="zh-CN" sz="1600" kern="0" dirty="0">
                <a:solidFill>
                  <a:prstClr val="white"/>
                </a:solidFill>
                <a:latin typeface="微软雅黑" panose="020B0503020204020204" pitchFamily="34" charset="-122"/>
                <a:ea typeface="微软雅黑" panose="020B0503020204020204" pitchFamily="34" charset="-122"/>
                <a:cs typeface="+mn-cs"/>
              </a:rPr>
              <a:t>&gt; </a:t>
            </a:r>
            <a:r>
              <a:rPr lang="en-US" altLang="zh-CN" sz="16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1600" kern="0" dirty="0">
                <a:solidFill>
                  <a:prstClr val="white"/>
                </a:solidFill>
                <a:latin typeface="微软雅黑" panose="020B0503020204020204" pitchFamily="34" charset="-122"/>
                <a:ea typeface="微软雅黑" panose="020B0503020204020204" pitchFamily="34" charset="-122"/>
                <a:cs typeface="+mn-cs"/>
              </a:rPr>
              <a:t> book</a:t>
            </a:r>
          </a:p>
          <a:p>
            <a:pPr defTabSz="457200" eaLnBrk="1" fontAlgn="auto" hangingPunct="1">
              <a:spcBef>
                <a:spcPts val="0"/>
              </a:spcBef>
              <a:spcAft>
                <a:spcPts val="0"/>
              </a:spcAft>
              <a:defRPr/>
            </a:pPr>
            <a:r>
              <a:rPr lang="en-US" altLang="zh-CN" sz="1600" kern="0" dirty="0">
                <a:solidFill>
                  <a:prstClr val="white"/>
                </a:solidFill>
                <a:latin typeface="微软雅黑" panose="020B0503020204020204" pitchFamily="34" charset="-122"/>
                <a:ea typeface="微软雅黑" panose="020B0503020204020204" pitchFamily="34" charset="-122"/>
                <a:cs typeface="+mn-cs"/>
              </a:rPr>
              <a:t>&lt;</a:t>
            </a:r>
            <a:r>
              <a:rPr lang="zh-CN" altLang="en-US" sz="1600" kern="0" dirty="0">
                <a:solidFill>
                  <a:prstClr val="white"/>
                </a:solidFill>
                <a:latin typeface="微软雅黑" panose="020B0503020204020204" pitchFamily="34" charset="-122"/>
                <a:ea typeface="微软雅黑" panose="020B0503020204020204" pitchFamily="34" charset="-122"/>
                <a:cs typeface="+mn-cs"/>
              </a:rPr>
              <a:t>冠词</a:t>
            </a:r>
            <a:r>
              <a:rPr lang="en-US" altLang="zh-CN" sz="1600" kern="0" dirty="0">
                <a:solidFill>
                  <a:prstClr val="white"/>
                </a:solidFill>
                <a:latin typeface="微软雅黑" panose="020B0503020204020204" pitchFamily="34" charset="-122"/>
                <a:ea typeface="微软雅黑" panose="020B0503020204020204" pitchFamily="34" charset="-122"/>
                <a:cs typeface="+mn-cs"/>
              </a:rPr>
              <a:t>&gt; </a:t>
            </a:r>
            <a:r>
              <a:rPr lang="en-US" altLang="zh-CN" sz="16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1600" kern="0" dirty="0">
                <a:solidFill>
                  <a:prstClr val="white"/>
                </a:solidFill>
                <a:latin typeface="微软雅黑" panose="020B0503020204020204" pitchFamily="34" charset="-122"/>
                <a:ea typeface="微软雅黑" panose="020B0503020204020204" pitchFamily="34" charset="-122"/>
                <a:cs typeface="+mn-cs"/>
              </a:rPr>
              <a:t> a</a:t>
            </a:r>
          </a:p>
          <a:p>
            <a:pPr defTabSz="457200" eaLnBrk="1" fontAlgn="auto" hangingPunct="1">
              <a:spcBef>
                <a:spcPts val="0"/>
              </a:spcBef>
              <a:spcAft>
                <a:spcPts val="0"/>
              </a:spcAft>
              <a:defRPr/>
            </a:pPr>
            <a:r>
              <a:rPr lang="en-US" altLang="zh-CN" sz="1600" kern="0" dirty="0">
                <a:solidFill>
                  <a:prstClr val="white"/>
                </a:solidFill>
                <a:latin typeface="微软雅黑" panose="020B0503020204020204" pitchFamily="34" charset="-122"/>
                <a:ea typeface="微软雅黑" panose="020B0503020204020204" pitchFamily="34" charset="-122"/>
                <a:cs typeface="+mn-cs"/>
              </a:rPr>
              <a:t>&lt;</a:t>
            </a:r>
            <a:r>
              <a:rPr lang="zh-CN" altLang="en-US" sz="1600" kern="0" dirty="0">
                <a:solidFill>
                  <a:prstClr val="white"/>
                </a:solidFill>
                <a:latin typeface="微软雅黑" panose="020B0503020204020204" pitchFamily="34" charset="-122"/>
                <a:ea typeface="微软雅黑" panose="020B0503020204020204" pitchFamily="34" charset="-122"/>
                <a:cs typeface="+mn-cs"/>
              </a:rPr>
              <a:t>动词</a:t>
            </a:r>
            <a:r>
              <a:rPr lang="en-US" altLang="zh-CN" sz="1600" kern="0" dirty="0">
                <a:solidFill>
                  <a:prstClr val="white"/>
                </a:solidFill>
                <a:latin typeface="微软雅黑" panose="020B0503020204020204" pitchFamily="34" charset="-122"/>
                <a:ea typeface="微软雅黑" panose="020B0503020204020204" pitchFamily="34" charset="-122"/>
                <a:cs typeface="+mn-cs"/>
              </a:rPr>
              <a:t>&gt; </a:t>
            </a:r>
            <a:r>
              <a:rPr lang="en-US" altLang="zh-CN" sz="16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1600" kern="0" dirty="0">
                <a:solidFill>
                  <a:prstClr val="white"/>
                </a:solidFill>
                <a:latin typeface="微软雅黑" panose="020B0503020204020204" pitchFamily="34" charset="-122"/>
                <a:ea typeface="微软雅黑" panose="020B0503020204020204" pitchFamily="34" charset="-122"/>
                <a:cs typeface="+mn-cs"/>
              </a:rPr>
              <a:t> gave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458">
                                            <p:txEl>
                                              <p:pRg st="1" end="1"/>
                                            </p:txEl>
                                          </p:spTgt>
                                        </p:tgtEl>
                                        <p:attrNameLst>
                                          <p:attrName>style.visibility</p:attrName>
                                        </p:attrNameLst>
                                      </p:cBhvr>
                                      <p:to>
                                        <p:strVal val="visible"/>
                                      </p:to>
                                    </p:set>
                                    <p:animEffect transition="in" filter="blinds(horizontal)">
                                      <p:cBhvr>
                                        <p:cTn id="7" dur="500"/>
                                        <p:tgtEl>
                                          <p:spTgt spid="19458">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9458">
                                            <p:txEl>
                                              <p:pRg st="2" end="2"/>
                                            </p:txEl>
                                          </p:spTgt>
                                        </p:tgtEl>
                                        <p:attrNameLst>
                                          <p:attrName>style.visibility</p:attrName>
                                        </p:attrNameLst>
                                      </p:cBhvr>
                                      <p:to>
                                        <p:strVal val="visible"/>
                                      </p:to>
                                    </p:set>
                                    <p:animEffect transition="in" filter="blinds(horizontal)">
                                      <p:cBhvr>
                                        <p:cTn id="10" dur="500"/>
                                        <p:tgtEl>
                                          <p:spTgt spid="19458">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9458">
                                            <p:txEl>
                                              <p:pRg st="3" end="3"/>
                                            </p:txEl>
                                          </p:spTgt>
                                        </p:tgtEl>
                                        <p:attrNameLst>
                                          <p:attrName>style.visibility</p:attrName>
                                        </p:attrNameLst>
                                      </p:cBhvr>
                                      <p:to>
                                        <p:strVal val="visible"/>
                                      </p:to>
                                    </p:set>
                                    <p:animEffect transition="in" filter="blinds(horizontal)">
                                      <p:cBhvr>
                                        <p:cTn id="13" dur="500"/>
                                        <p:tgtEl>
                                          <p:spTgt spid="19458">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19458">
                                            <p:txEl>
                                              <p:pRg st="4" end="4"/>
                                            </p:txEl>
                                          </p:spTgt>
                                        </p:tgtEl>
                                        <p:attrNameLst>
                                          <p:attrName>style.visibility</p:attrName>
                                        </p:attrNameLst>
                                      </p:cBhvr>
                                      <p:to>
                                        <p:strVal val="visible"/>
                                      </p:to>
                                    </p:set>
                                    <p:animEffect transition="in" filter="blinds(horizontal)">
                                      <p:cBhvr>
                                        <p:cTn id="18" dur="500"/>
                                        <p:tgtEl>
                                          <p:spTgt spid="19458">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9458">
                                            <p:txEl>
                                              <p:pRg st="5" end="5"/>
                                            </p:txEl>
                                          </p:spTgt>
                                        </p:tgtEl>
                                        <p:attrNameLst>
                                          <p:attrName>style.visibility</p:attrName>
                                        </p:attrNameLst>
                                      </p:cBhvr>
                                      <p:to>
                                        <p:strVal val="visible"/>
                                      </p:to>
                                    </p:set>
                                    <p:animEffect transition="in" filter="blinds(horizontal)">
                                      <p:cBhvr>
                                        <p:cTn id="21" dur="500"/>
                                        <p:tgtEl>
                                          <p:spTgt spid="19458">
                                            <p:txEl>
                                              <p:pRg st="5" end="5"/>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19458">
                                            <p:txEl>
                                              <p:pRg st="6" end="6"/>
                                            </p:txEl>
                                          </p:spTgt>
                                        </p:tgtEl>
                                        <p:attrNameLst>
                                          <p:attrName>style.visibility</p:attrName>
                                        </p:attrNameLst>
                                      </p:cBhvr>
                                      <p:to>
                                        <p:strVal val="visible"/>
                                      </p:to>
                                    </p:set>
                                    <p:animEffect transition="in" filter="blinds(horizontal)">
                                      <p:cBhvr>
                                        <p:cTn id="26" dur="500"/>
                                        <p:tgtEl>
                                          <p:spTgt spid="1945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20E3ED6-23C6-6C87-FA98-5E472BEAC37D}"/>
              </a:ext>
            </a:extLst>
          </p:cNvPr>
          <p:cNvSpPr>
            <a:spLocks noGrp="1" noChangeArrowheads="1"/>
          </p:cNvSpPr>
          <p:nvPr>
            <p:ph type="title" idx="4294967295"/>
          </p:nvPr>
        </p:nvSpPr>
        <p:spPr/>
        <p:txBody>
          <a:bodyPr/>
          <a:lstStyle/>
          <a:p>
            <a:pPr eaLnBrk="1" hangingPunct="1"/>
            <a:r>
              <a:rPr lang="zh-CN" altLang="en-US" sz="4400">
                <a:ea typeface="楷体_GB2312"/>
              </a:rPr>
              <a:t>产生式</a:t>
            </a:r>
          </a:p>
        </p:txBody>
      </p:sp>
      <p:sp>
        <p:nvSpPr>
          <p:cNvPr id="22531" name="Rectangle 3">
            <a:extLst>
              <a:ext uri="{FF2B5EF4-FFF2-40B4-BE49-F238E27FC236}">
                <a16:creationId xmlns:a16="http://schemas.microsoft.com/office/drawing/2014/main" id="{BDE8CEFB-E0F0-6844-C793-0C72769B6E32}"/>
              </a:ext>
            </a:extLst>
          </p:cNvPr>
          <p:cNvSpPr>
            <a:spLocks noGrp="1" noChangeArrowheads="1"/>
          </p:cNvSpPr>
          <p:nvPr>
            <p:ph type="body" idx="4294967295"/>
          </p:nvPr>
        </p:nvSpPr>
        <p:spPr/>
        <p:txBody>
          <a:bodyPr/>
          <a:lstStyle/>
          <a:p>
            <a:pPr eaLnBrk="1" hangingPunct="1">
              <a:buFont typeface="Times New Roman" panose="02020603050405020304" pitchFamily="18" charset="0"/>
              <a:buNone/>
            </a:pPr>
            <a:r>
              <a:rPr lang="zh-CN" altLang="en-US" b="1" dirty="0">
                <a:latin typeface="楷体_GB2312"/>
                <a:ea typeface="楷体_GB2312"/>
              </a:rPr>
              <a:t>非终结符</a:t>
            </a:r>
            <a:r>
              <a:rPr lang="en-US" altLang="zh-CN" b="1" dirty="0">
                <a:latin typeface="楷体_GB2312"/>
                <a:ea typeface="楷体_GB2312"/>
              </a:rPr>
              <a:t>, </a:t>
            </a:r>
            <a:r>
              <a:rPr lang="zh-CN" altLang="en-US" b="1" dirty="0">
                <a:latin typeface="楷体_GB2312"/>
                <a:ea typeface="楷体_GB2312"/>
              </a:rPr>
              <a:t>箭头</a:t>
            </a:r>
            <a:r>
              <a:rPr lang="en-US" altLang="zh-CN" b="1" dirty="0">
                <a:latin typeface="楷体_GB2312"/>
                <a:ea typeface="楷体_GB2312"/>
              </a:rPr>
              <a:t>, </a:t>
            </a:r>
            <a:r>
              <a:rPr lang="zh-CN" altLang="en-US" b="1" dirty="0">
                <a:latin typeface="楷体_GB2312"/>
                <a:ea typeface="楷体_GB2312"/>
              </a:rPr>
              <a:t>终结符和非终结符序列</a:t>
            </a:r>
            <a:endParaRPr lang="zh-CN" altLang="en-US" sz="3200" b="1" dirty="0">
              <a:latin typeface="楷体_GB2312"/>
              <a:ea typeface="楷体_GB2312"/>
            </a:endParaRPr>
          </a:p>
          <a:p>
            <a:pPr eaLnBrk="1" hangingPunct="1">
              <a:buFont typeface="Times New Roman" panose="02020603050405020304" pitchFamily="18" charset="0"/>
              <a:buNone/>
            </a:pPr>
            <a:r>
              <a:rPr lang="en-US" altLang="zh-CN" b="1" i="1" dirty="0" err="1">
                <a:latin typeface="Times New Roman" panose="02020603050405020304" pitchFamily="18" charset="0"/>
                <a:ea typeface="楷体_GB2312"/>
              </a:rPr>
              <a:t>stmt</a:t>
            </a:r>
            <a:r>
              <a:rPr lang="en-US" altLang="zh-CN" b="1" dirty="0">
                <a:latin typeface="Times New Roman" panose="02020603050405020304" pitchFamily="18" charset="0"/>
                <a:ea typeface="楷体_GB2312"/>
              </a:rPr>
              <a:t> → </a:t>
            </a:r>
            <a:r>
              <a:rPr lang="en-US" altLang="zh-CN" b="1" dirty="0">
                <a:solidFill>
                  <a:srgbClr val="FF0000"/>
                </a:solidFill>
                <a:latin typeface="Times New Roman" panose="02020603050405020304" pitchFamily="18" charset="0"/>
                <a:ea typeface="楷体_GB2312"/>
              </a:rPr>
              <a:t>if (</a:t>
            </a:r>
            <a:r>
              <a:rPr lang="en-US" altLang="zh-CN" b="1" dirty="0">
                <a:latin typeface="Times New Roman" panose="02020603050405020304" pitchFamily="18" charset="0"/>
                <a:ea typeface="楷体_GB2312"/>
              </a:rPr>
              <a:t> </a:t>
            </a:r>
            <a:r>
              <a:rPr lang="en-US" altLang="zh-CN" b="1" i="1" dirty="0">
                <a:latin typeface="Times New Roman" panose="02020603050405020304" pitchFamily="18" charset="0"/>
                <a:ea typeface="楷体_GB2312"/>
              </a:rPr>
              <a:t>expr</a:t>
            </a:r>
            <a:r>
              <a:rPr lang="en-US" altLang="zh-CN" b="1" dirty="0">
                <a:latin typeface="Times New Roman" panose="02020603050405020304" pitchFamily="18" charset="0"/>
                <a:ea typeface="楷体_GB2312"/>
              </a:rPr>
              <a:t> </a:t>
            </a:r>
            <a:r>
              <a:rPr lang="en-US" altLang="zh-CN" b="1" dirty="0">
                <a:solidFill>
                  <a:srgbClr val="FF0000"/>
                </a:solidFill>
                <a:latin typeface="Times New Roman" panose="02020603050405020304" pitchFamily="18" charset="0"/>
                <a:ea typeface="楷体_GB2312"/>
              </a:rPr>
              <a:t>) </a:t>
            </a:r>
            <a:r>
              <a:rPr lang="en-US" altLang="zh-CN" b="1" i="1" dirty="0" err="1">
                <a:latin typeface="Times New Roman" panose="02020603050405020304" pitchFamily="18" charset="0"/>
                <a:ea typeface="楷体_GB2312"/>
              </a:rPr>
              <a:t>stmt</a:t>
            </a:r>
            <a:r>
              <a:rPr lang="en-US" altLang="zh-CN" b="1" i="1" dirty="0">
                <a:latin typeface="Times New Roman" panose="02020603050405020304" pitchFamily="18" charset="0"/>
                <a:ea typeface="楷体_GB2312"/>
              </a:rPr>
              <a:t> </a:t>
            </a:r>
            <a:r>
              <a:rPr lang="en-US" altLang="zh-CN" b="1" dirty="0">
                <a:solidFill>
                  <a:srgbClr val="FF0000"/>
                </a:solidFill>
                <a:latin typeface="Times New Roman" panose="02020603050405020304" pitchFamily="18" charset="0"/>
                <a:ea typeface="楷体_GB2312"/>
              </a:rPr>
              <a:t>else</a:t>
            </a:r>
            <a:r>
              <a:rPr lang="en-US" altLang="zh-CN" b="1" dirty="0">
                <a:latin typeface="Times New Roman" panose="02020603050405020304" pitchFamily="18" charset="0"/>
                <a:ea typeface="楷体_GB2312"/>
              </a:rPr>
              <a:t> </a:t>
            </a:r>
            <a:r>
              <a:rPr lang="en-US" altLang="zh-CN" b="1" i="1" dirty="0" err="1">
                <a:latin typeface="Times New Roman" panose="02020603050405020304" pitchFamily="18" charset="0"/>
                <a:ea typeface="楷体_GB2312"/>
              </a:rPr>
              <a:t>stmt</a:t>
            </a:r>
            <a:endParaRPr lang="en-US" altLang="zh-CN" b="1" i="1" dirty="0">
              <a:latin typeface="Times New Roman" panose="02020603050405020304" pitchFamily="18" charset="0"/>
              <a:ea typeface="楷体_GB2312"/>
            </a:endParaRPr>
          </a:p>
          <a:p>
            <a:pPr algn="just" eaLnBrk="1" hangingPunct="1">
              <a:buFont typeface="Wingdings" panose="05000000000000000000" pitchFamily="2" charset="2"/>
              <a:buNone/>
            </a:pPr>
            <a:r>
              <a:rPr lang="zh-CN" altLang="en-US" b="1" dirty="0">
                <a:latin typeface="楷体_GB2312"/>
                <a:ea typeface="楷体_GB2312"/>
              </a:rPr>
              <a:t>产生式是一个</a:t>
            </a:r>
            <a:r>
              <a:rPr lang="zh-CN" altLang="en-US" b="1" dirty="0">
                <a:solidFill>
                  <a:srgbClr val="FF0000"/>
                </a:solidFill>
                <a:latin typeface="楷体_GB2312"/>
                <a:ea typeface="楷体_GB2312"/>
              </a:rPr>
              <a:t>有序偶对</a:t>
            </a:r>
            <a:r>
              <a:rPr lang="zh-CN" altLang="en-US" b="1" dirty="0">
                <a:latin typeface="楷体_GB2312"/>
                <a:ea typeface="楷体_GB2312"/>
              </a:rPr>
              <a:t>(</a:t>
            </a:r>
            <a:r>
              <a:rPr lang="en-US" altLang="zh-CN" b="1" dirty="0">
                <a:latin typeface="楷体_GB2312"/>
                <a:ea typeface="楷体_GB2312"/>
                <a:sym typeface="Symbol" panose="05050102010706020507" pitchFamily="18" charset="2"/>
              </a:rPr>
              <a:t></a:t>
            </a:r>
            <a:r>
              <a:rPr lang="zh-CN" altLang="en-US" b="1" dirty="0">
                <a:latin typeface="楷体_GB2312"/>
                <a:ea typeface="楷体_GB2312"/>
              </a:rPr>
              <a:t>，</a:t>
            </a:r>
            <a:r>
              <a:rPr lang="zh-CN" altLang="en-US" b="1" dirty="0">
                <a:latin typeface="楷体_GB2312"/>
                <a:ea typeface="楷体_GB2312"/>
                <a:sym typeface="Symbol" panose="05050102010706020507" pitchFamily="18" charset="2"/>
              </a:rPr>
              <a:t></a:t>
            </a:r>
            <a:r>
              <a:rPr lang="en-US" altLang="zh-CN" b="1" dirty="0">
                <a:latin typeface="楷体_GB2312"/>
                <a:ea typeface="楷体_GB2312"/>
              </a:rPr>
              <a:t>)</a:t>
            </a:r>
          </a:p>
          <a:p>
            <a:pPr algn="just" eaLnBrk="1" hangingPunct="1">
              <a:buFont typeface="Wingdings" panose="05000000000000000000" pitchFamily="2" charset="2"/>
              <a:buNone/>
            </a:pPr>
            <a:r>
              <a:rPr lang="zh-CN" altLang="en-US" b="1" dirty="0">
                <a:latin typeface="楷体_GB2312"/>
                <a:ea typeface="楷体_GB2312"/>
                <a:sym typeface="Symbol" panose="05050102010706020507" pitchFamily="18" charset="2"/>
              </a:rPr>
              <a:t>记为</a:t>
            </a:r>
          </a:p>
          <a:p>
            <a:pPr algn="just" eaLnBrk="1" hangingPunct="1">
              <a:buFont typeface="Wingdings" panose="05000000000000000000" pitchFamily="2" charset="2"/>
              <a:buNone/>
            </a:pPr>
            <a:r>
              <a:rPr lang="zh-CN" altLang="en-US" b="1" dirty="0">
                <a:latin typeface="楷体_GB2312"/>
                <a:ea typeface="楷体_GB2312"/>
                <a:sym typeface="Symbol" panose="05050102010706020507" pitchFamily="18" charset="2"/>
              </a:rPr>
              <a:t>   </a:t>
            </a:r>
            <a:r>
              <a:rPr lang="zh-CN" altLang="en-US" b="1" dirty="0">
                <a:latin typeface="Times New Roman" panose="02020603050405020304" pitchFamily="18" charset="0"/>
                <a:ea typeface="楷体_GB2312"/>
                <a:sym typeface="Symbol" panose="05050102010706020507" pitchFamily="18" charset="2"/>
              </a:rPr>
              <a:t> </a:t>
            </a:r>
            <a:r>
              <a:rPr lang="en-US" altLang="zh-CN" b="1" dirty="0">
                <a:latin typeface="Times New Roman" panose="02020603050405020304" pitchFamily="18" charset="0"/>
                <a:ea typeface="楷体_GB2312"/>
              </a:rPr>
              <a:t>::=</a:t>
            </a:r>
            <a:r>
              <a:rPr lang="zh-CN" altLang="en-US" b="1" dirty="0">
                <a:latin typeface="Times New Roman" panose="02020603050405020304" pitchFamily="18" charset="0"/>
                <a:ea typeface="楷体_GB2312"/>
              </a:rPr>
              <a:t> </a:t>
            </a:r>
            <a:r>
              <a:rPr lang="en-US" altLang="zh-CN" b="1" dirty="0">
                <a:latin typeface="Times New Roman" panose="02020603050405020304" pitchFamily="18" charset="0"/>
                <a:ea typeface="楷体_GB2312"/>
                <a:sym typeface="Symbol" panose="05050102010706020507" pitchFamily="18" charset="2"/>
              </a:rPr>
              <a:t></a:t>
            </a:r>
            <a:r>
              <a:rPr lang="en-US" altLang="zh-CN" b="1" dirty="0">
                <a:latin typeface="楷体_GB2312"/>
                <a:ea typeface="楷体_GB2312"/>
                <a:sym typeface="Symbol" panose="05050102010706020507" pitchFamily="18" charset="2"/>
              </a:rPr>
              <a:t>  </a:t>
            </a:r>
            <a:r>
              <a:rPr lang="zh-CN" altLang="en-US" b="1" dirty="0">
                <a:latin typeface="楷体_GB2312"/>
                <a:ea typeface="楷体_GB2312"/>
              </a:rPr>
              <a:t>或 </a:t>
            </a:r>
            <a:r>
              <a:rPr lang="zh-CN" altLang="en-US" b="1" dirty="0">
                <a:latin typeface="楷体_GB2312"/>
                <a:ea typeface="楷体_GB2312"/>
                <a:sym typeface="Symbol" panose="05050102010706020507" pitchFamily="18" charset="2"/>
              </a:rPr>
              <a:t> </a:t>
            </a:r>
            <a:r>
              <a:rPr lang="zh-CN" altLang="en-US" b="1" dirty="0">
                <a:solidFill>
                  <a:schemeClr val="accent2"/>
                </a:solidFill>
                <a:latin typeface="Times New Roman" panose="02020603050405020304" pitchFamily="18" charset="0"/>
                <a:ea typeface="楷体_GB2312"/>
                <a:sym typeface="Symbol" panose="05050102010706020507" pitchFamily="18" charset="2"/>
              </a:rPr>
              <a:t></a:t>
            </a:r>
            <a:r>
              <a:rPr lang="zh-CN" altLang="en-US" b="1" dirty="0">
                <a:solidFill>
                  <a:schemeClr val="accent2"/>
                </a:solidFill>
                <a:latin typeface="Times New Roman" panose="02020603050405020304" pitchFamily="18" charset="0"/>
                <a:ea typeface="楷体_GB2312"/>
                <a:sym typeface="Times New Roman" panose="02020603050405020304" pitchFamily="18" charset="0"/>
              </a:rPr>
              <a:t>→ </a:t>
            </a:r>
            <a:r>
              <a:rPr lang="en-US" altLang="zh-CN" b="1" dirty="0">
                <a:solidFill>
                  <a:schemeClr val="accent2"/>
                </a:solidFill>
                <a:latin typeface="Times New Roman" panose="02020603050405020304" pitchFamily="18" charset="0"/>
                <a:ea typeface="楷体_GB2312"/>
                <a:sym typeface="Symbol" panose="05050102010706020507" pitchFamily="18" charset="2"/>
              </a:rPr>
              <a:t></a:t>
            </a:r>
            <a:endParaRPr lang="en-US" altLang="zh-CN" b="1" dirty="0">
              <a:solidFill>
                <a:schemeClr val="accent2"/>
              </a:solidFill>
              <a:latin typeface="Times New Roman" panose="02020603050405020304" pitchFamily="18" charset="0"/>
              <a:ea typeface="楷体_GB2312"/>
              <a:cs typeface="Times New Roman" panose="02020603050405020304" pitchFamily="18" charset="0"/>
              <a:sym typeface="Symbol" panose="05050102010706020507" pitchFamily="18" charset="2"/>
            </a:endParaRPr>
          </a:p>
        </p:txBody>
      </p:sp>
      <p:sp>
        <p:nvSpPr>
          <p:cNvPr id="34820" name="Footer Placeholder 5">
            <a:extLst>
              <a:ext uri="{FF2B5EF4-FFF2-40B4-BE49-F238E27FC236}">
                <a16:creationId xmlns:a16="http://schemas.microsoft.com/office/drawing/2014/main" id="{77F50CE2-5A40-2B1F-7D81-CCACEAD827C9}"/>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4821" name="Slide Number Placeholder 6">
            <a:extLst>
              <a:ext uri="{FF2B5EF4-FFF2-40B4-BE49-F238E27FC236}">
                <a16:creationId xmlns:a16="http://schemas.microsoft.com/office/drawing/2014/main" id="{95800789-1FCC-3A0B-4F3A-7644B1473D45}"/>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73AE6B6-D897-432C-B588-08A6DF53720C}"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9</a:t>
            </a:fld>
            <a:endParaRPr lang="en-GB" altLang="en-US" sz="1200">
              <a:latin typeface="Comic Sans MS" panose="030F0702030302020204" pitchFamily="66" charset="0"/>
              <a:ea typeface="宋体" panose="02010600030101010101" pitchFamily="2" charset="-122"/>
            </a:endParaRPr>
          </a:p>
        </p:txBody>
      </p:sp>
      <p:sp>
        <p:nvSpPr>
          <p:cNvPr id="34822" name="日期占位符 7">
            <a:extLst>
              <a:ext uri="{FF2B5EF4-FFF2-40B4-BE49-F238E27FC236}">
                <a16:creationId xmlns:a16="http://schemas.microsoft.com/office/drawing/2014/main" id="{7F226DCC-E5C9-BBAE-BEE3-59D5515097AA}"/>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Effect transition="in" filter="blinds(horizontal)">
                                      <p:cBhvr>
                                        <p:cTn id="7" dur="500"/>
                                        <p:tgtEl>
                                          <p:spTgt spid="2253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2531">
                                            <p:txEl>
                                              <p:pRg st="3" end="3"/>
                                            </p:txEl>
                                          </p:spTgt>
                                        </p:tgtEl>
                                        <p:attrNameLst>
                                          <p:attrName>style.visibility</p:attrName>
                                        </p:attrNameLst>
                                      </p:cBhvr>
                                      <p:to>
                                        <p:strVal val="visible"/>
                                      </p:to>
                                    </p:set>
                                    <p:animEffect transition="in" filter="blinds(horizontal)">
                                      <p:cBhvr>
                                        <p:cTn id="12" dur="500"/>
                                        <p:tgtEl>
                                          <p:spTgt spid="22531">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2531">
                                            <p:txEl>
                                              <p:pRg st="4" end="4"/>
                                            </p:txEl>
                                          </p:spTgt>
                                        </p:tgtEl>
                                        <p:attrNameLst>
                                          <p:attrName>style.visibility</p:attrName>
                                        </p:attrNameLst>
                                      </p:cBhvr>
                                      <p:to>
                                        <p:strVal val="visible"/>
                                      </p:to>
                                    </p:set>
                                    <p:animEffect transition="in" filter="blinds(horizontal)">
                                      <p:cBhvr>
                                        <p:cTn id="15" dur="500"/>
                                        <p:tgtEl>
                                          <p:spTgt spid="225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50E4C8F1-F868-918A-0FBE-66DC118C7678}"/>
              </a:ext>
            </a:extLst>
          </p:cNvPr>
          <p:cNvSpPr>
            <a:spLocks noGrp="1" noChangeArrowheads="1"/>
          </p:cNvSpPr>
          <p:nvPr>
            <p:ph type="body" idx="4294967295"/>
          </p:nvPr>
        </p:nvSpPr>
        <p:spPr/>
        <p:txBody>
          <a:bodyPr/>
          <a:lstStyle/>
          <a:p>
            <a:pPr marL="0" indent="0" algn="just" eaLnBrk="1" hangingPunct="1">
              <a:buFont typeface="Times New Roman" panose="02020603050405020304" pitchFamily="18" charset="0"/>
              <a:buNone/>
            </a:pPr>
            <a:r>
              <a:rPr lang="zh-CN" altLang="en-US" sz="4000" b="1" dirty="0">
                <a:latin typeface="楷体_GB2312"/>
                <a:ea typeface="楷体_GB2312"/>
                <a:sym typeface="Symbol" panose="05050102010706020507" pitchFamily="18" charset="2"/>
              </a:rPr>
              <a:t>关于</a:t>
            </a:r>
            <a:r>
              <a:rPr lang="zh-CN" altLang="en-US" sz="4000" b="1" dirty="0">
                <a:latin typeface="楷体_GB2312"/>
                <a:ea typeface="楷体_GB2312"/>
              </a:rPr>
              <a:t>和 </a:t>
            </a:r>
            <a:r>
              <a:rPr lang="zh-CN" altLang="en-US" sz="4000" b="1" dirty="0">
                <a:latin typeface="楷体_GB2312"/>
                <a:ea typeface="楷体_GB2312"/>
                <a:sym typeface="Symbol" panose="05050102010706020507" pitchFamily="18" charset="2"/>
              </a:rPr>
              <a:t>   </a:t>
            </a:r>
            <a:endParaRPr lang="zh-CN" altLang="en-US" b="1" dirty="0">
              <a:latin typeface="楷体_GB2312"/>
              <a:ea typeface="楷体_GB2312"/>
              <a:sym typeface="Symbol" panose="05050102010706020507" pitchFamily="18" charset="2"/>
            </a:endParaRPr>
          </a:p>
          <a:p>
            <a:pPr marL="0" indent="0" algn="just" eaLnBrk="1" hangingPunct="1">
              <a:buFont typeface="Times New Roman" panose="02020603050405020304" pitchFamily="18" charset="0"/>
              <a:buNone/>
            </a:pPr>
            <a:r>
              <a:rPr lang="en-US" altLang="zh-CN" b="1" dirty="0">
                <a:latin typeface="楷体_GB2312"/>
                <a:ea typeface="楷体_GB2312"/>
                <a:sym typeface="Symbol" panose="05050102010706020507" pitchFamily="18" charset="2"/>
              </a:rPr>
              <a:t>   </a:t>
            </a:r>
            <a:r>
              <a:rPr lang="zh-CN" altLang="en-US" b="1" dirty="0">
                <a:latin typeface="楷体_GB2312"/>
                <a:ea typeface="楷体_GB2312"/>
                <a:sym typeface="Symbol" panose="05050102010706020507" pitchFamily="18" charset="2"/>
              </a:rPr>
              <a:t></a:t>
            </a:r>
            <a:r>
              <a:rPr lang="zh-CN" altLang="en-US" b="1" dirty="0">
                <a:latin typeface="楷体_GB2312"/>
                <a:ea typeface="楷体_GB2312"/>
              </a:rPr>
              <a:t>和</a:t>
            </a:r>
            <a:r>
              <a:rPr lang="zh-CN" altLang="en-US" b="1" dirty="0">
                <a:latin typeface="楷体_GB2312"/>
                <a:ea typeface="楷体_GB2312"/>
                <a:sym typeface="Symbol" panose="05050102010706020507" pitchFamily="18" charset="2"/>
              </a:rPr>
              <a:t></a:t>
            </a:r>
            <a:r>
              <a:rPr lang="zh-CN" altLang="en-US" b="1" dirty="0">
                <a:latin typeface="楷体_GB2312"/>
                <a:ea typeface="楷体_GB2312"/>
              </a:rPr>
              <a:t>是由</a:t>
            </a:r>
            <a:r>
              <a:rPr lang="zh-CN" altLang="en-US" b="1" dirty="0">
                <a:solidFill>
                  <a:schemeClr val="accent2"/>
                </a:solidFill>
                <a:latin typeface="楷体_GB2312"/>
                <a:ea typeface="楷体_GB2312"/>
              </a:rPr>
              <a:t>终结符</a:t>
            </a:r>
            <a:r>
              <a:rPr lang="zh-CN" altLang="en-US" b="1" dirty="0">
                <a:latin typeface="楷体_GB2312"/>
                <a:ea typeface="楷体_GB2312"/>
              </a:rPr>
              <a:t>、</a:t>
            </a:r>
            <a:r>
              <a:rPr lang="zh-CN" altLang="en-US" b="1" dirty="0">
                <a:solidFill>
                  <a:schemeClr val="accent2"/>
                </a:solidFill>
                <a:latin typeface="楷体_GB2312"/>
                <a:ea typeface="楷体_GB2312"/>
              </a:rPr>
              <a:t>非终结符</a:t>
            </a:r>
            <a:r>
              <a:rPr lang="zh-CN" altLang="en-US" b="1" dirty="0">
                <a:latin typeface="楷体_GB2312"/>
                <a:ea typeface="楷体_GB2312"/>
              </a:rPr>
              <a:t>组成的串</a:t>
            </a:r>
          </a:p>
          <a:p>
            <a:pPr marL="0" indent="0" algn="just" eaLnBrk="1" hangingPunct="1">
              <a:buFont typeface="Times New Roman" panose="02020603050405020304" pitchFamily="18" charset="0"/>
              <a:buNone/>
            </a:pPr>
            <a:r>
              <a:rPr lang="zh-CN" altLang="en-US" b="1" dirty="0">
                <a:latin typeface="楷体_GB2312"/>
                <a:ea typeface="楷体_GB2312"/>
                <a:sym typeface="Symbol" panose="05050102010706020507" pitchFamily="18" charset="2"/>
              </a:rPr>
              <a:t>   </a:t>
            </a:r>
            <a:r>
              <a:rPr lang="zh-CN" altLang="en-US" b="1" dirty="0">
                <a:latin typeface="楷体_GB2312"/>
                <a:ea typeface="楷体_GB2312"/>
              </a:rPr>
              <a:t>至少应含有一个</a:t>
            </a:r>
            <a:r>
              <a:rPr lang="zh-CN" altLang="en-US" b="1" dirty="0">
                <a:solidFill>
                  <a:schemeClr val="accent2"/>
                </a:solidFill>
                <a:latin typeface="楷体_GB2312"/>
                <a:ea typeface="楷体_GB2312"/>
              </a:rPr>
              <a:t>非终结符</a:t>
            </a:r>
            <a:endParaRPr lang="zh-CN" altLang="en-US" sz="3200" b="1" dirty="0">
              <a:solidFill>
                <a:schemeClr val="accent2"/>
              </a:solidFill>
              <a:latin typeface="楷体_GB2312"/>
              <a:ea typeface="楷体_GB2312"/>
            </a:endParaRPr>
          </a:p>
          <a:p>
            <a:pPr marL="0" indent="0" algn="just" eaLnBrk="1" hangingPunct="1">
              <a:buFont typeface="Times New Roman" panose="02020603050405020304" pitchFamily="18" charset="0"/>
              <a:buNone/>
            </a:pPr>
            <a:r>
              <a:rPr lang="zh-CN" altLang="en-US" sz="4000" b="1" dirty="0">
                <a:latin typeface="楷体_GB2312"/>
                <a:ea typeface="楷体_GB2312"/>
              </a:rPr>
              <a:t>即</a:t>
            </a:r>
            <a:endParaRPr lang="zh-CN" altLang="en-US" b="1" dirty="0">
              <a:latin typeface="楷体_GB2312"/>
              <a:ea typeface="楷体_GB2312"/>
              <a:sym typeface="Symbol" panose="05050102010706020507" pitchFamily="18" charset="2"/>
            </a:endParaRPr>
          </a:p>
          <a:p>
            <a:pPr marL="0" indent="0" algn="just" eaLnBrk="1" hangingPunct="1">
              <a:lnSpc>
                <a:spcPct val="130000"/>
              </a:lnSpc>
              <a:buFont typeface="Times New Roman" panose="02020603050405020304" pitchFamily="18" charset="0"/>
              <a:buNone/>
            </a:pPr>
            <a:r>
              <a:rPr lang="zh-CN" altLang="en-US" b="1" dirty="0">
                <a:latin typeface="楷体_GB2312"/>
                <a:ea typeface="楷体_GB2312"/>
                <a:sym typeface="Symbol" panose="05050102010706020507" pitchFamily="18" charset="2"/>
              </a:rPr>
              <a:t>   </a:t>
            </a:r>
            <a:r>
              <a:rPr lang="zh-CN" altLang="en-US" b="1" dirty="0">
                <a:latin typeface="Times New Roman" panose="02020603050405020304" pitchFamily="18" charset="0"/>
                <a:ea typeface="楷体_GB2312"/>
                <a:sym typeface="Symbol" panose="05050102010706020507" pitchFamily="18" charset="2"/>
              </a:rPr>
              <a:t></a:t>
            </a:r>
            <a:r>
              <a:rPr lang="zh-CN" altLang="en-US" b="1" dirty="0">
                <a:latin typeface="Times New Roman" panose="02020603050405020304" pitchFamily="18" charset="0"/>
                <a:ea typeface="楷体_GB2312"/>
              </a:rPr>
              <a:t> </a:t>
            </a:r>
            <a:r>
              <a:rPr lang="zh-CN" altLang="en-US" b="1" dirty="0">
                <a:latin typeface="Times New Roman" panose="02020603050405020304" pitchFamily="18" charset="0"/>
                <a:ea typeface="楷体_GB2312"/>
                <a:sym typeface="Symbol" panose="05050102010706020507" pitchFamily="18" charset="2"/>
              </a:rPr>
              <a:t> </a:t>
            </a:r>
            <a:r>
              <a:rPr lang="en-US" altLang="zh-CN" b="1" dirty="0">
                <a:latin typeface="Times New Roman" panose="02020603050405020304" pitchFamily="18" charset="0"/>
                <a:ea typeface="楷体_GB2312"/>
              </a:rPr>
              <a:t>V</a:t>
            </a:r>
            <a:r>
              <a:rPr lang="en-US" altLang="zh-CN" b="1" baseline="40000" dirty="0">
                <a:solidFill>
                  <a:srgbClr val="FF0000"/>
                </a:solidFill>
                <a:latin typeface="Times New Roman" panose="02020603050405020304" pitchFamily="18" charset="0"/>
                <a:ea typeface="楷体_GB2312"/>
              </a:rPr>
              <a:t>*</a:t>
            </a:r>
            <a:r>
              <a:rPr lang="en-US" altLang="zh-CN" b="1" dirty="0">
                <a:latin typeface="Times New Roman" panose="02020603050405020304" pitchFamily="18" charset="0"/>
                <a:ea typeface="楷体_GB2312"/>
              </a:rPr>
              <a:t>V</a:t>
            </a:r>
            <a:r>
              <a:rPr lang="en-US" altLang="zh-CN" b="1" baseline="-20000" dirty="0">
                <a:latin typeface="Times New Roman" panose="02020603050405020304" pitchFamily="18" charset="0"/>
                <a:ea typeface="楷体_GB2312"/>
              </a:rPr>
              <a:t>N</a:t>
            </a:r>
            <a:r>
              <a:rPr lang="en-US" altLang="zh-CN" b="1" dirty="0">
                <a:latin typeface="Times New Roman" panose="02020603050405020304" pitchFamily="18" charset="0"/>
                <a:ea typeface="楷体_GB2312"/>
              </a:rPr>
              <a:t>V</a:t>
            </a:r>
            <a:r>
              <a:rPr lang="en-US" altLang="zh-CN" b="1" baseline="40000" dirty="0">
                <a:solidFill>
                  <a:srgbClr val="FF0000"/>
                </a:solidFill>
                <a:latin typeface="Times New Roman" panose="02020603050405020304" pitchFamily="18" charset="0"/>
                <a:ea typeface="楷体_GB2312"/>
              </a:rPr>
              <a:t>*</a:t>
            </a:r>
            <a:r>
              <a:rPr lang="en-US" altLang="zh-CN" b="1" dirty="0">
                <a:latin typeface="楷体_GB2312"/>
                <a:ea typeface="楷体_GB2312"/>
              </a:rPr>
              <a:t>  </a:t>
            </a:r>
            <a:endParaRPr lang="en-US" altLang="zh-CN" sz="3200" b="1" dirty="0">
              <a:latin typeface="楷体_GB2312"/>
              <a:ea typeface="楷体_GB2312"/>
            </a:endParaRPr>
          </a:p>
          <a:p>
            <a:pPr marL="0" indent="0" algn="just" eaLnBrk="1" hangingPunct="1">
              <a:lnSpc>
                <a:spcPct val="130000"/>
              </a:lnSpc>
              <a:buFont typeface="Times New Roman" panose="02020603050405020304" pitchFamily="18" charset="0"/>
              <a:buNone/>
            </a:pPr>
            <a:r>
              <a:rPr lang="en-US" altLang="zh-CN" b="1" dirty="0">
                <a:latin typeface="楷体_GB2312"/>
                <a:ea typeface="楷体_GB2312"/>
              </a:rPr>
              <a:t>   </a:t>
            </a:r>
            <a:r>
              <a:rPr lang="en-US" altLang="zh-CN" b="1" dirty="0">
                <a:latin typeface="Times New Roman" panose="02020603050405020304" pitchFamily="18" charset="0"/>
                <a:ea typeface="楷体_GB2312"/>
                <a:sym typeface="Symbol" panose="05050102010706020507" pitchFamily="18" charset="2"/>
              </a:rPr>
              <a:t> </a:t>
            </a:r>
            <a:r>
              <a:rPr lang="en-US" altLang="zh-CN" b="1" dirty="0">
                <a:latin typeface="Times New Roman" panose="02020603050405020304" pitchFamily="18" charset="0"/>
                <a:ea typeface="楷体_GB2312"/>
              </a:rPr>
              <a:t> V</a:t>
            </a:r>
            <a:r>
              <a:rPr lang="en-US" altLang="zh-CN" b="1" baseline="40000" dirty="0">
                <a:solidFill>
                  <a:srgbClr val="FF0000"/>
                </a:solidFill>
                <a:latin typeface="Times New Roman" panose="02020603050405020304" pitchFamily="18" charset="0"/>
                <a:ea typeface="楷体_GB2312"/>
              </a:rPr>
              <a:t>*</a:t>
            </a:r>
            <a:r>
              <a:rPr lang="en-US" altLang="zh-CN" b="1" baseline="30000" dirty="0">
                <a:latin typeface="楷体_GB2312"/>
                <a:ea typeface="楷体_GB2312"/>
              </a:rPr>
              <a:t>  </a:t>
            </a:r>
            <a:r>
              <a:rPr lang="en-US" altLang="zh-CN" b="1" dirty="0">
                <a:latin typeface="楷体_GB2312"/>
                <a:ea typeface="楷体_GB2312"/>
              </a:rPr>
              <a:t>   </a:t>
            </a:r>
            <a:r>
              <a:rPr lang="zh-CN" altLang="en-US" b="1" dirty="0">
                <a:latin typeface="楷体_GB2312"/>
                <a:ea typeface="楷体_GB2312"/>
              </a:rPr>
              <a:t>其中 </a:t>
            </a:r>
            <a:r>
              <a:rPr lang="en-US" altLang="zh-CN" b="1" dirty="0">
                <a:latin typeface="Times New Roman" panose="02020603050405020304" pitchFamily="18" charset="0"/>
                <a:ea typeface="楷体_GB2312"/>
              </a:rPr>
              <a:t>V= V</a:t>
            </a:r>
            <a:r>
              <a:rPr lang="en-US" altLang="zh-CN" b="1" baseline="-20000" dirty="0">
                <a:latin typeface="Times New Roman" panose="02020603050405020304" pitchFamily="18" charset="0"/>
                <a:ea typeface="楷体_GB2312"/>
              </a:rPr>
              <a:t>T</a:t>
            </a:r>
            <a:r>
              <a:rPr lang="en-US" altLang="zh-CN" b="1" dirty="0">
                <a:latin typeface="Times New Roman" panose="02020603050405020304" pitchFamily="18" charset="0"/>
                <a:ea typeface="楷体_GB2312"/>
              </a:rPr>
              <a:t> ∪ V</a:t>
            </a:r>
            <a:r>
              <a:rPr lang="en-US" altLang="zh-CN" b="1" baseline="-20000" dirty="0">
                <a:latin typeface="Times New Roman" panose="02020603050405020304" pitchFamily="18" charset="0"/>
                <a:ea typeface="楷体_GB2312"/>
              </a:rPr>
              <a:t>N </a:t>
            </a:r>
            <a:endParaRPr lang="en-US" altLang="zh-CN" b="1" baseline="-20000" dirty="0">
              <a:latin typeface="Times New Roman" panose="02020603050405020304" pitchFamily="18" charset="0"/>
              <a:ea typeface="楷体_GB2312"/>
              <a:cs typeface="Times New Roman" panose="02020603050405020304" pitchFamily="18" charset="0"/>
            </a:endParaRPr>
          </a:p>
        </p:txBody>
      </p:sp>
      <p:sp>
        <p:nvSpPr>
          <p:cNvPr id="35843" name="Footer Placeholder 5">
            <a:extLst>
              <a:ext uri="{FF2B5EF4-FFF2-40B4-BE49-F238E27FC236}">
                <a16:creationId xmlns:a16="http://schemas.microsoft.com/office/drawing/2014/main" id="{322789E0-AA5B-5FA1-87C4-4B18207C9FE2}"/>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5844" name="Slide Number Placeholder 6">
            <a:extLst>
              <a:ext uri="{FF2B5EF4-FFF2-40B4-BE49-F238E27FC236}">
                <a16:creationId xmlns:a16="http://schemas.microsoft.com/office/drawing/2014/main" id="{35F609F6-4594-B6D9-D4EC-EDD691569A05}"/>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F2D0CBD4-22F4-4E56-88B5-AF402D128C59}"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10</a:t>
            </a:fld>
            <a:endParaRPr lang="en-GB" altLang="en-US" sz="1200">
              <a:latin typeface="Comic Sans MS" panose="030F0702030302020204" pitchFamily="66" charset="0"/>
              <a:ea typeface="宋体" panose="02010600030101010101" pitchFamily="2" charset="-122"/>
            </a:endParaRPr>
          </a:p>
        </p:txBody>
      </p:sp>
      <p:sp>
        <p:nvSpPr>
          <p:cNvPr id="35845" name="Rectangle 2">
            <a:extLst>
              <a:ext uri="{FF2B5EF4-FFF2-40B4-BE49-F238E27FC236}">
                <a16:creationId xmlns:a16="http://schemas.microsoft.com/office/drawing/2014/main" id="{30DFD9EF-A2A4-E1BA-72B5-04F51B02CF94}"/>
              </a:ext>
            </a:extLst>
          </p:cNvPr>
          <p:cNvSpPr>
            <a:spLocks noGrp="1" noChangeArrowheads="1"/>
          </p:cNvSpPr>
          <p:nvPr>
            <p:ph type="title" idx="4294967295"/>
          </p:nvPr>
        </p:nvSpPr>
        <p:spPr/>
        <p:txBody>
          <a:bodyPr/>
          <a:lstStyle/>
          <a:p>
            <a:pPr eaLnBrk="1" hangingPunct="1"/>
            <a:r>
              <a:rPr lang="zh-CN" altLang="en-US" sz="4400">
                <a:ea typeface="楷体_GB2312"/>
              </a:rPr>
              <a:t>产生式</a:t>
            </a:r>
          </a:p>
        </p:txBody>
      </p:sp>
      <p:sp>
        <p:nvSpPr>
          <p:cNvPr id="35846" name="日期占位符 7">
            <a:extLst>
              <a:ext uri="{FF2B5EF4-FFF2-40B4-BE49-F238E27FC236}">
                <a16:creationId xmlns:a16="http://schemas.microsoft.com/office/drawing/2014/main" id="{5662F403-E36F-1052-7447-7A4F3F6075BE}"/>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Effect transition="in" filter="blinds(horizontal)">
                                      <p:cBhvr>
                                        <p:cTn id="7" dur="500"/>
                                        <p:tgtEl>
                                          <p:spTgt spid="2355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3554">
                                            <p:txEl>
                                              <p:pRg st="1" end="1"/>
                                            </p:txEl>
                                          </p:spTgt>
                                        </p:tgtEl>
                                        <p:attrNameLst>
                                          <p:attrName>style.visibility</p:attrName>
                                        </p:attrNameLst>
                                      </p:cBhvr>
                                      <p:to>
                                        <p:strVal val="visible"/>
                                      </p:to>
                                    </p:set>
                                    <p:animEffect transition="in" filter="blinds(horizontal)">
                                      <p:cBhvr>
                                        <p:cTn id="10" dur="500"/>
                                        <p:tgtEl>
                                          <p:spTgt spid="23554">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3554">
                                            <p:txEl>
                                              <p:pRg st="2" end="2"/>
                                            </p:txEl>
                                          </p:spTgt>
                                        </p:tgtEl>
                                        <p:attrNameLst>
                                          <p:attrName>style.visibility</p:attrName>
                                        </p:attrNameLst>
                                      </p:cBhvr>
                                      <p:to>
                                        <p:strVal val="visible"/>
                                      </p:to>
                                    </p:set>
                                    <p:animEffect transition="in" filter="blinds(horizontal)">
                                      <p:cBhvr>
                                        <p:cTn id="13" dur="500"/>
                                        <p:tgtEl>
                                          <p:spTgt spid="23554">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3554">
                                            <p:txEl>
                                              <p:pRg st="3" end="3"/>
                                            </p:txEl>
                                          </p:spTgt>
                                        </p:tgtEl>
                                        <p:attrNameLst>
                                          <p:attrName>style.visibility</p:attrName>
                                        </p:attrNameLst>
                                      </p:cBhvr>
                                      <p:to>
                                        <p:strVal val="visible"/>
                                      </p:to>
                                    </p:set>
                                    <p:animEffect transition="in" filter="blinds(horizontal)">
                                      <p:cBhvr>
                                        <p:cTn id="18" dur="500"/>
                                        <p:tgtEl>
                                          <p:spTgt spid="23554">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23554">
                                            <p:txEl>
                                              <p:pRg st="4" end="4"/>
                                            </p:txEl>
                                          </p:spTgt>
                                        </p:tgtEl>
                                        <p:attrNameLst>
                                          <p:attrName>style.visibility</p:attrName>
                                        </p:attrNameLst>
                                      </p:cBhvr>
                                      <p:to>
                                        <p:strVal val="visible"/>
                                      </p:to>
                                    </p:set>
                                    <p:animEffect transition="in" filter="blinds(horizontal)">
                                      <p:cBhvr>
                                        <p:cTn id="21" dur="500"/>
                                        <p:tgtEl>
                                          <p:spTgt spid="23554">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23554">
                                            <p:txEl>
                                              <p:pRg st="5" end="5"/>
                                            </p:txEl>
                                          </p:spTgt>
                                        </p:tgtEl>
                                        <p:attrNameLst>
                                          <p:attrName>style.visibility</p:attrName>
                                        </p:attrNameLst>
                                      </p:cBhvr>
                                      <p:to>
                                        <p:strVal val="visible"/>
                                      </p:to>
                                    </p:set>
                                    <p:animEffect transition="in" filter="blinds(horizontal)">
                                      <p:cBhvr>
                                        <p:cTn id="24" dur="500"/>
                                        <p:tgtEl>
                                          <p:spTgt spid="2355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07467527-2495-C71C-D450-C472B60C7D03}"/>
              </a:ext>
            </a:extLst>
          </p:cNvPr>
          <p:cNvSpPr>
            <a:spLocks noGrp="1" noChangeArrowheads="1"/>
          </p:cNvSpPr>
          <p:nvPr>
            <p:ph type="body" idx="4294967295"/>
          </p:nvPr>
        </p:nvSpPr>
        <p:spPr>
          <a:xfrm>
            <a:off x="503238" y="1393825"/>
            <a:ext cx="9069387" cy="5267325"/>
          </a:xfrm>
        </p:spPr>
        <p:txBody>
          <a:bodyPr/>
          <a:lstStyle/>
          <a:p>
            <a:pPr marL="0" indent="0" algn="just" eaLnBrk="1" hangingPunct="1">
              <a:buFont typeface="Times New Roman" panose="02020603050405020304" pitchFamily="18" charset="0"/>
              <a:buNone/>
            </a:pPr>
            <a:r>
              <a:rPr lang="zh-CN" altLang="en-US" sz="4400" b="1">
                <a:latin typeface="楷体_GB2312"/>
                <a:ea typeface="楷体_GB2312"/>
                <a:sym typeface="Symbol" panose="05050102010706020507" pitchFamily="18" charset="2"/>
              </a:rPr>
              <a:t>几点说明</a:t>
            </a:r>
          </a:p>
          <a:p>
            <a:pPr marL="0" indent="0" algn="just" eaLnBrk="1" hangingPunct="1">
              <a:buFont typeface="Times New Roman" panose="02020603050405020304" pitchFamily="18" charset="0"/>
              <a:buNone/>
            </a:pPr>
            <a:r>
              <a:rPr lang="en-US" altLang="zh-CN" sz="4000" b="1">
                <a:latin typeface="Times New Roman" panose="02020603050405020304" pitchFamily="18" charset="0"/>
                <a:ea typeface="楷体_GB2312"/>
              </a:rPr>
              <a:t>* </a:t>
            </a:r>
            <a:r>
              <a:rPr lang="en-US" altLang="zh-CN" sz="4000" b="1">
                <a:latin typeface="楷体_GB2312"/>
                <a:ea typeface="楷体_GB2312"/>
              </a:rPr>
              <a:t> </a:t>
            </a:r>
            <a:r>
              <a:rPr lang="zh-CN" altLang="en-US" sz="4000" b="1">
                <a:latin typeface="楷体_GB2312"/>
                <a:ea typeface="楷体_GB2312"/>
              </a:rPr>
              <a:t>表示任意多次（</a:t>
            </a:r>
            <a:r>
              <a:rPr lang="en-US" altLang="zh-CN" sz="4000" b="1">
                <a:latin typeface="楷体_GB2312"/>
                <a:ea typeface="楷体_GB2312"/>
              </a:rPr>
              <a:t>0</a:t>
            </a:r>
            <a:r>
              <a:rPr lang="zh-CN" altLang="en-US" sz="4000" b="1">
                <a:latin typeface="楷体_GB2312"/>
                <a:ea typeface="楷体_GB2312"/>
              </a:rPr>
              <a:t>次或</a:t>
            </a:r>
            <a:r>
              <a:rPr lang="en-US" altLang="zh-CN" sz="4000" b="1">
                <a:latin typeface="楷体_GB2312"/>
                <a:ea typeface="楷体_GB2312"/>
              </a:rPr>
              <a:t>0</a:t>
            </a:r>
            <a:r>
              <a:rPr lang="zh-CN" altLang="en-US" sz="4000" b="1">
                <a:latin typeface="楷体_GB2312"/>
                <a:ea typeface="楷体_GB2312"/>
              </a:rPr>
              <a:t>次以上）</a:t>
            </a:r>
            <a:endParaRPr lang="en-US" altLang="zh-CN" sz="4000" b="1">
              <a:latin typeface="楷体_GB2312"/>
              <a:ea typeface="楷体_GB2312"/>
            </a:endParaRPr>
          </a:p>
          <a:p>
            <a:pPr marL="0" indent="0" algn="just" eaLnBrk="1" hangingPunct="1">
              <a:buFont typeface="Times New Roman" panose="02020603050405020304" pitchFamily="18" charset="0"/>
              <a:buNone/>
            </a:pPr>
            <a:r>
              <a:rPr lang="en-US" altLang="zh-CN" sz="4000" b="1">
                <a:latin typeface="Times New Roman" panose="02020603050405020304" pitchFamily="18" charset="0"/>
                <a:ea typeface="楷体_GB2312"/>
              </a:rPr>
              <a:t>+</a:t>
            </a:r>
            <a:r>
              <a:rPr lang="en-US" altLang="zh-CN" sz="4000" b="1">
                <a:latin typeface="楷体_GB2312"/>
                <a:ea typeface="楷体_GB2312"/>
              </a:rPr>
              <a:t>  </a:t>
            </a:r>
            <a:r>
              <a:rPr lang="zh-CN" altLang="en-US" sz="4000" b="1">
                <a:latin typeface="楷体_GB2312"/>
                <a:ea typeface="楷体_GB2312"/>
              </a:rPr>
              <a:t>表示至少</a:t>
            </a:r>
            <a:r>
              <a:rPr lang="en-US" altLang="zh-CN" sz="4000" b="1">
                <a:latin typeface="楷体_GB2312"/>
                <a:ea typeface="楷体_GB2312"/>
              </a:rPr>
              <a:t>1</a:t>
            </a:r>
            <a:r>
              <a:rPr lang="zh-CN" altLang="en-US" sz="4000" b="1">
                <a:latin typeface="楷体_GB2312"/>
                <a:ea typeface="楷体_GB2312"/>
              </a:rPr>
              <a:t>次</a:t>
            </a:r>
            <a:endParaRPr lang="en-US" altLang="zh-CN" sz="4000" b="1">
              <a:latin typeface="楷体_GB2312"/>
              <a:ea typeface="楷体_GB2312"/>
            </a:endParaRPr>
          </a:p>
          <a:p>
            <a:pPr marL="0" indent="0" algn="just" eaLnBrk="1" hangingPunct="1">
              <a:buFont typeface="Times New Roman" panose="02020603050405020304" pitchFamily="18" charset="0"/>
              <a:buNone/>
            </a:pPr>
            <a:r>
              <a:rPr lang="en-US" altLang="zh-CN" sz="4400" b="1">
                <a:latin typeface="Times New Roman" panose="02020603050405020304" pitchFamily="18" charset="0"/>
                <a:ea typeface="楷体_GB2312"/>
              </a:rPr>
              <a:t>V</a:t>
            </a:r>
            <a:r>
              <a:rPr lang="en-US" altLang="zh-CN" sz="4000" b="1" baseline="40000">
                <a:solidFill>
                  <a:srgbClr val="FF0000"/>
                </a:solidFill>
                <a:latin typeface="Times New Roman" panose="02020603050405020304" pitchFamily="18" charset="0"/>
                <a:ea typeface="楷体_GB2312"/>
              </a:rPr>
              <a:t>*</a:t>
            </a:r>
            <a:r>
              <a:rPr lang="en-US" altLang="zh-CN" sz="4000" b="1">
                <a:latin typeface="楷体_GB2312"/>
                <a:ea typeface="楷体_GB2312"/>
              </a:rPr>
              <a:t> </a:t>
            </a:r>
            <a:r>
              <a:rPr lang="zh-CN" altLang="en-US" sz="4000" b="1">
                <a:latin typeface="楷体_GB2312"/>
                <a:ea typeface="楷体_GB2312"/>
              </a:rPr>
              <a:t>表示 </a:t>
            </a:r>
            <a:r>
              <a:rPr lang="en-US" altLang="zh-CN" sz="4000" b="1">
                <a:latin typeface="楷体_GB2312"/>
                <a:ea typeface="楷体_GB2312"/>
              </a:rPr>
              <a:t>V</a:t>
            </a:r>
            <a:r>
              <a:rPr lang="zh-CN" altLang="en-US" sz="4000" b="1">
                <a:latin typeface="楷体_GB2312"/>
                <a:ea typeface="楷体_GB2312"/>
              </a:rPr>
              <a:t>中的元素 可出现任意多次</a:t>
            </a:r>
            <a:endParaRPr lang="en-US" altLang="zh-CN" sz="4000" b="1">
              <a:latin typeface="楷体_GB2312"/>
              <a:ea typeface="楷体_GB2312"/>
            </a:endParaRPr>
          </a:p>
          <a:p>
            <a:pPr marL="0" indent="0" algn="just" eaLnBrk="1" hangingPunct="1">
              <a:buFont typeface="Times New Roman" panose="02020603050405020304" pitchFamily="18" charset="0"/>
              <a:buNone/>
            </a:pPr>
            <a:r>
              <a:rPr lang="en-US" altLang="zh-CN" sz="4400" b="1">
                <a:latin typeface="Times New Roman" panose="02020603050405020304" pitchFamily="18" charset="0"/>
                <a:ea typeface="楷体_GB2312"/>
              </a:rPr>
              <a:t>V</a:t>
            </a:r>
            <a:r>
              <a:rPr lang="en-US" altLang="zh-CN" sz="4000" b="1" baseline="40000">
                <a:solidFill>
                  <a:srgbClr val="FF0000"/>
                </a:solidFill>
                <a:latin typeface="Times New Roman" panose="02020603050405020304" pitchFamily="18" charset="0"/>
                <a:ea typeface="楷体_GB2312"/>
              </a:rPr>
              <a:t>+</a:t>
            </a:r>
            <a:r>
              <a:rPr lang="en-US" altLang="zh-CN" sz="4000" b="1">
                <a:latin typeface="楷体_GB2312"/>
                <a:ea typeface="楷体_GB2312"/>
              </a:rPr>
              <a:t> </a:t>
            </a:r>
            <a:r>
              <a:rPr lang="zh-CN" altLang="en-US" sz="4000" b="1">
                <a:latin typeface="楷体_GB2312"/>
                <a:ea typeface="楷体_GB2312"/>
              </a:rPr>
              <a:t>表示 </a:t>
            </a:r>
            <a:r>
              <a:rPr lang="en-US" altLang="zh-CN" sz="4000" b="1">
                <a:latin typeface="楷体_GB2312"/>
                <a:ea typeface="楷体_GB2312"/>
              </a:rPr>
              <a:t>V</a:t>
            </a:r>
            <a:r>
              <a:rPr lang="zh-CN" altLang="en-US" sz="4000" b="1">
                <a:latin typeface="楷体_GB2312"/>
                <a:ea typeface="楷体_GB2312"/>
              </a:rPr>
              <a:t>中的元素 至少出现</a:t>
            </a:r>
            <a:r>
              <a:rPr lang="en-US" altLang="zh-CN" sz="4000" b="1">
                <a:latin typeface="楷体_GB2312"/>
                <a:ea typeface="楷体_GB2312"/>
              </a:rPr>
              <a:t>1</a:t>
            </a:r>
            <a:r>
              <a:rPr lang="zh-CN" altLang="en-US" sz="4000" b="1">
                <a:latin typeface="楷体_GB2312"/>
                <a:ea typeface="楷体_GB2312"/>
              </a:rPr>
              <a:t>次</a:t>
            </a:r>
            <a:endParaRPr lang="en-US" altLang="zh-CN" sz="4400" b="1" baseline="30000">
              <a:latin typeface="楷体_GB2312"/>
              <a:ea typeface="楷体_GB2312"/>
            </a:endParaRPr>
          </a:p>
          <a:p>
            <a:pPr marL="0" indent="0" algn="just" eaLnBrk="1" hangingPunct="1">
              <a:buFont typeface="Times New Roman" panose="02020603050405020304" pitchFamily="18" charset="0"/>
              <a:buNone/>
            </a:pPr>
            <a:endParaRPr lang="en-US" altLang="zh-CN" sz="4000" b="1" baseline="30000">
              <a:ea typeface="仿宋_GB2312"/>
              <a:cs typeface="仿宋_GB2312"/>
            </a:endParaRPr>
          </a:p>
        </p:txBody>
      </p:sp>
      <p:sp>
        <p:nvSpPr>
          <p:cNvPr id="36867" name="Footer Placeholder 5">
            <a:extLst>
              <a:ext uri="{FF2B5EF4-FFF2-40B4-BE49-F238E27FC236}">
                <a16:creationId xmlns:a16="http://schemas.microsoft.com/office/drawing/2014/main" id="{1A17D9F7-5496-1AB4-4689-AAA1D0259558}"/>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6868" name="Slide Number Placeholder 6">
            <a:extLst>
              <a:ext uri="{FF2B5EF4-FFF2-40B4-BE49-F238E27FC236}">
                <a16:creationId xmlns:a16="http://schemas.microsoft.com/office/drawing/2014/main" id="{794F810F-3E8B-A920-36C8-BE6713D5277E}"/>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806E65CC-ED88-4552-BA09-C0ACD6565CA8}"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11</a:t>
            </a:fld>
            <a:endParaRPr lang="en-GB" altLang="en-US" sz="1200">
              <a:latin typeface="Comic Sans MS" panose="030F0702030302020204" pitchFamily="66" charset="0"/>
              <a:ea typeface="宋体" panose="02010600030101010101" pitchFamily="2" charset="-122"/>
            </a:endParaRPr>
          </a:p>
        </p:txBody>
      </p:sp>
      <p:sp>
        <p:nvSpPr>
          <p:cNvPr id="36869" name="Rectangle 2">
            <a:extLst>
              <a:ext uri="{FF2B5EF4-FFF2-40B4-BE49-F238E27FC236}">
                <a16:creationId xmlns:a16="http://schemas.microsoft.com/office/drawing/2014/main" id="{5D9AC36E-AD60-1220-34D9-F84AB4493262}"/>
              </a:ext>
            </a:extLst>
          </p:cNvPr>
          <p:cNvSpPr>
            <a:spLocks noGrp="1" noChangeArrowheads="1"/>
          </p:cNvSpPr>
          <p:nvPr>
            <p:ph type="title" idx="4294967295"/>
          </p:nvPr>
        </p:nvSpPr>
        <p:spPr/>
        <p:txBody>
          <a:bodyPr/>
          <a:lstStyle/>
          <a:p>
            <a:pPr eaLnBrk="1" hangingPunct="1"/>
            <a:r>
              <a:rPr lang="zh-CN" altLang="en-US" sz="4400">
                <a:ea typeface="楷体_GB2312"/>
              </a:rPr>
              <a:t>产生式</a:t>
            </a:r>
          </a:p>
        </p:txBody>
      </p:sp>
      <p:sp>
        <p:nvSpPr>
          <p:cNvPr id="36870" name="日期占位符 7">
            <a:extLst>
              <a:ext uri="{FF2B5EF4-FFF2-40B4-BE49-F238E27FC236}">
                <a16:creationId xmlns:a16="http://schemas.microsoft.com/office/drawing/2014/main" id="{286D961D-F209-668A-7F20-4C72AEFFFA4E}"/>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578">
                                            <p:txEl>
                                              <p:pRg st="0" end="0"/>
                                            </p:txEl>
                                          </p:spTgt>
                                        </p:tgtEl>
                                        <p:attrNameLst>
                                          <p:attrName>style.visibility</p:attrName>
                                        </p:attrNameLst>
                                      </p:cBhvr>
                                      <p:to>
                                        <p:strVal val="visible"/>
                                      </p:to>
                                    </p:set>
                                    <p:animEffect transition="in" filter="blinds(horizontal)">
                                      <p:cBhvr>
                                        <p:cTn id="7" dur="500"/>
                                        <p:tgtEl>
                                          <p:spTgt spid="2457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578">
                                            <p:txEl>
                                              <p:pRg st="1" end="1"/>
                                            </p:txEl>
                                          </p:spTgt>
                                        </p:tgtEl>
                                        <p:attrNameLst>
                                          <p:attrName>style.visibility</p:attrName>
                                        </p:attrNameLst>
                                      </p:cBhvr>
                                      <p:to>
                                        <p:strVal val="visible"/>
                                      </p:to>
                                    </p:set>
                                    <p:animEffect transition="in" filter="blinds(horizontal)">
                                      <p:cBhvr>
                                        <p:cTn id="12" dur="500"/>
                                        <p:tgtEl>
                                          <p:spTgt spid="2457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578">
                                            <p:txEl>
                                              <p:pRg st="2" end="2"/>
                                            </p:txEl>
                                          </p:spTgt>
                                        </p:tgtEl>
                                        <p:attrNameLst>
                                          <p:attrName>style.visibility</p:attrName>
                                        </p:attrNameLst>
                                      </p:cBhvr>
                                      <p:to>
                                        <p:strVal val="visible"/>
                                      </p:to>
                                    </p:set>
                                    <p:animEffect transition="in" filter="blinds(horizontal)">
                                      <p:cBhvr>
                                        <p:cTn id="17" dur="500"/>
                                        <p:tgtEl>
                                          <p:spTgt spid="2457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4578">
                                            <p:txEl>
                                              <p:pRg st="3" end="3"/>
                                            </p:txEl>
                                          </p:spTgt>
                                        </p:tgtEl>
                                        <p:attrNameLst>
                                          <p:attrName>style.visibility</p:attrName>
                                        </p:attrNameLst>
                                      </p:cBhvr>
                                      <p:to>
                                        <p:strVal val="visible"/>
                                      </p:to>
                                    </p:set>
                                    <p:animEffect transition="in" filter="blinds(horizontal)">
                                      <p:cBhvr>
                                        <p:cTn id="22" dur="500"/>
                                        <p:tgtEl>
                                          <p:spTgt spid="2457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4578">
                                            <p:txEl>
                                              <p:pRg st="4" end="4"/>
                                            </p:txEl>
                                          </p:spTgt>
                                        </p:tgtEl>
                                        <p:attrNameLst>
                                          <p:attrName>style.visibility</p:attrName>
                                        </p:attrNameLst>
                                      </p:cBhvr>
                                      <p:to>
                                        <p:strVal val="visible"/>
                                      </p:to>
                                    </p:set>
                                    <p:animEffect transition="in" filter="blinds(horizontal)">
                                      <p:cBhvr>
                                        <p:cTn id="27" dur="500"/>
                                        <p:tgtEl>
                                          <p:spTgt spid="245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6C41B373-E78A-63F8-5A22-A94F880BD6FA}"/>
              </a:ext>
            </a:extLst>
          </p:cNvPr>
          <p:cNvSpPr>
            <a:spLocks noGrp="1" noChangeArrowheads="1"/>
          </p:cNvSpPr>
          <p:nvPr>
            <p:ph type="body" idx="4294967295"/>
          </p:nvPr>
        </p:nvSpPr>
        <p:spPr>
          <a:xfrm>
            <a:off x="503238" y="1439863"/>
            <a:ext cx="9069387" cy="4383087"/>
          </a:xfrm>
        </p:spPr>
        <p:txBody>
          <a:bodyPr/>
          <a:lstStyle/>
          <a:p>
            <a:pPr marL="0" indent="0" algn="just" eaLnBrk="1" hangingPunct="1">
              <a:buFont typeface="Wingdings" panose="05000000000000000000" pitchFamily="2" charset="2"/>
              <a:buNone/>
            </a:pPr>
            <a:r>
              <a:rPr lang="zh-CN" altLang="en-US" sz="4000" b="1">
                <a:latin typeface="楷体_GB2312"/>
                <a:ea typeface="楷体_GB2312"/>
              </a:rPr>
              <a:t>非终结符</a:t>
            </a:r>
            <a:endParaRPr lang="en-US" altLang="zh-CN" sz="4000" b="1">
              <a:latin typeface="楷体_GB2312"/>
              <a:ea typeface="楷体_GB2312"/>
            </a:endParaRPr>
          </a:p>
          <a:p>
            <a:pPr marL="0" indent="0" algn="just" eaLnBrk="1" hangingPunct="1">
              <a:buFont typeface="Wingdings" panose="05000000000000000000" pitchFamily="2" charset="2"/>
              <a:buNone/>
            </a:pPr>
            <a:r>
              <a:rPr lang="en-US" altLang="zh-CN" sz="4000" b="1">
                <a:latin typeface="楷体_GB2312"/>
                <a:ea typeface="楷体_GB2312"/>
              </a:rPr>
              <a:t>  </a:t>
            </a:r>
            <a:r>
              <a:rPr lang="zh-CN" altLang="en-US" sz="4000" b="1">
                <a:latin typeface="楷体_GB2312"/>
                <a:ea typeface="楷体_GB2312"/>
              </a:rPr>
              <a:t>英文</a:t>
            </a:r>
            <a:r>
              <a:rPr lang="zh-CN" altLang="en-US" sz="4000" b="1">
                <a:solidFill>
                  <a:srgbClr val="FF0000"/>
                </a:solidFill>
                <a:latin typeface="楷体_GB2312"/>
                <a:ea typeface="楷体_GB2312"/>
              </a:rPr>
              <a:t>大写字母</a:t>
            </a:r>
            <a:r>
              <a:rPr lang="zh-CN" altLang="en-US" sz="4000" b="1">
                <a:latin typeface="楷体_GB2312"/>
                <a:ea typeface="楷体_GB2312"/>
              </a:rPr>
              <a:t>表示</a:t>
            </a:r>
            <a:endParaRPr lang="en-US" altLang="zh-CN" sz="4000" b="1">
              <a:latin typeface="楷体_GB2312"/>
              <a:ea typeface="楷体_GB2312"/>
            </a:endParaRPr>
          </a:p>
          <a:p>
            <a:pPr marL="0" indent="0" algn="just" eaLnBrk="1" hangingPunct="1">
              <a:buFont typeface="Wingdings" panose="05000000000000000000" pitchFamily="2" charset="2"/>
              <a:buNone/>
            </a:pPr>
            <a:r>
              <a:rPr lang="zh-CN" altLang="en-US" sz="4000" b="1">
                <a:latin typeface="楷体_GB2312"/>
                <a:ea typeface="楷体_GB2312"/>
              </a:rPr>
              <a:t>开始符号</a:t>
            </a:r>
            <a:endParaRPr lang="en-US" altLang="zh-CN" sz="4000" b="1">
              <a:latin typeface="楷体_GB2312"/>
              <a:ea typeface="楷体_GB2312"/>
            </a:endParaRPr>
          </a:p>
          <a:p>
            <a:pPr marL="0" indent="0" algn="just" eaLnBrk="1" hangingPunct="1">
              <a:buFont typeface="Wingdings" panose="05000000000000000000" pitchFamily="2" charset="2"/>
              <a:buNone/>
            </a:pPr>
            <a:r>
              <a:rPr lang="zh-CN" altLang="en-US" sz="4000" b="1">
                <a:latin typeface="楷体_GB2312"/>
                <a:ea typeface="楷体_GB2312"/>
              </a:rPr>
              <a:t>  仅有</a:t>
            </a:r>
            <a:r>
              <a:rPr lang="en-US" altLang="zh-CN" sz="4000" b="1">
                <a:latin typeface="楷体_GB2312"/>
                <a:ea typeface="楷体_GB2312"/>
              </a:rPr>
              <a:t>1</a:t>
            </a:r>
            <a:r>
              <a:rPr lang="zh-CN" altLang="en-US" sz="4000" b="1">
                <a:latin typeface="楷体_GB2312"/>
                <a:ea typeface="楷体_GB2312"/>
              </a:rPr>
              <a:t>个</a:t>
            </a:r>
            <a:endParaRPr lang="en-US" altLang="zh-CN" sz="4000" b="1">
              <a:latin typeface="楷体_GB2312"/>
              <a:ea typeface="楷体_GB2312"/>
            </a:endParaRPr>
          </a:p>
          <a:p>
            <a:pPr marL="0" indent="0" algn="just" eaLnBrk="1" hangingPunct="1">
              <a:buFont typeface="Wingdings" panose="05000000000000000000" pitchFamily="2" charset="2"/>
              <a:buNone/>
            </a:pPr>
            <a:r>
              <a:rPr lang="en-US" altLang="zh-CN" sz="4000" b="1">
                <a:latin typeface="楷体_GB2312"/>
                <a:ea typeface="楷体_GB2312"/>
              </a:rPr>
              <a:t>  </a:t>
            </a:r>
            <a:r>
              <a:rPr lang="zh-CN" altLang="en-US" sz="4000" b="1">
                <a:latin typeface="楷体_GB2312"/>
                <a:ea typeface="楷体_GB2312"/>
              </a:rPr>
              <a:t>第一个产生式的</a:t>
            </a:r>
            <a:r>
              <a:rPr lang="zh-CN" altLang="en-US" sz="4000" b="1">
                <a:solidFill>
                  <a:srgbClr val="FF0000"/>
                </a:solidFill>
                <a:latin typeface="楷体_GB2312"/>
                <a:ea typeface="楷体_GB2312"/>
              </a:rPr>
              <a:t>左边</a:t>
            </a:r>
            <a:r>
              <a:rPr lang="zh-CN" altLang="en-US" sz="4000" b="1">
                <a:latin typeface="楷体_GB2312"/>
                <a:ea typeface="楷体_GB2312"/>
              </a:rPr>
              <a:t>符号</a:t>
            </a:r>
          </a:p>
        </p:txBody>
      </p:sp>
      <p:sp>
        <p:nvSpPr>
          <p:cNvPr id="37891" name="Footer Placeholder 5">
            <a:extLst>
              <a:ext uri="{FF2B5EF4-FFF2-40B4-BE49-F238E27FC236}">
                <a16:creationId xmlns:a16="http://schemas.microsoft.com/office/drawing/2014/main" id="{65C06A0C-D2D1-28B1-ECC4-53F209107F14}"/>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7892" name="Slide Number Placeholder 6">
            <a:extLst>
              <a:ext uri="{FF2B5EF4-FFF2-40B4-BE49-F238E27FC236}">
                <a16:creationId xmlns:a16="http://schemas.microsoft.com/office/drawing/2014/main" id="{6BCB2DCA-3612-9491-D5C9-82630D42FF2D}"/>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99466CCE-F6A1-4B6C-8A65-5270F770A023}"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12</a:t>
            </a:fld>
            <a:endParaRPr lang="en-GB" altLang="en-US" sz="1200">
              <a:latin typeface="Comic Sans MS" panose="030F0702030302020204" pitchFamily="66" charset="0"/>
              <a:ea typeface="宋体" panose="02010600030101010101" pitchFamily="2" charset="-122"/>
            </a:endParaRPr>
          </a:p>
        </p:txBody>
      </p:sp>
      <p:sp>
        <p:nvSpPr>
          <p:cNvPr id="37893" name="Rectangle 2">
            <a:extLst>
              <a:ext uri="{FF2B5EF4-FFF2-40B4-BE49-F238E27FC236}">
                <a16:creationId xmlns:a16="http://schemas.microsoft.com/office/drawing/2014/main" id="{38760964-9217-9F9D-FEB2-095A4F5D8CD4}"/>
              </a:ext>
            </a:extLst>
          </p:cNvPr>
          <p:cNvSpPr>
            <a:spLocks noGrp="1" noChangeArrowheads="1"/>
          </p:cNvSpPr>
          <p:nvPr>
            <p:ph type="title" idx="4294967295"/>
          </p:nvPr>
        </p:nvSpPr>
        <p:spPr/>
        <p:txBody>
          <a:bodyPr/>
          <a:lstStyle/>
          <a:p>
            <a:pPr eaLnBrk="1" hangingPunct="1"/>
            <a:r>
              <a:rPr lang="zh-CN" altLang="en-US" sz="4400">
                <a:ea typeface="楷体_GB2312"/>
              </a:rPr>
              <a:t>产生式的约定</a:t>
            </a:r>
          </a:p>
        </p:txBody>
      </p:sp>
      <p:sp>
        <p:nvSpPr>
          <p:cNvPr id="37894" name="日期占位符 7">
            <a:extLst>
              <a:ext uri="{FF2B5EF4-FFF2-40B4-BE49-F238E27FC236}">
                <a16:creationId xmlns:a16="http://schemas.microsoft.com/office/drawing/2014/main" id="{BB07DD33-9E13-CC13-FF79-D38F9D40BC87}"/>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626">
                                            <p:txEl>
                                              <p:pRg st="1" end="1"/>
                                            </p:txEl>
                                          </p:spTgt>
                                        </p:tgtEl>
                                        <p:attrNameLst>
                                          <p:attrName>style.visibility</p:attrName>
                                        </p:attrNameLst>
                                      </p:cBhvr>
                                      <p:to>
                                        <p:strVal val="visible"/>
                                      </p:to>
                                    </p:set>
                                    <p:animEffect transition="in" filter="blinds(horizontal)">
                                      <p:cBhvr>
                                        <p:cTn id="7" dur="500"/>
                                        <p:tgtEl>
                                          <p:spTgt spid="2662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6626">
                                            <p:txEl>
                                              <p:pRg st="2" end="2"/>
                                            </p:txEl>
                                          </p:spTgt>
                                        </p:tgtEl>
                                        <p:attrNameLst>
                                          <p:attrName>style.visibility</p:attrName>
                                        </p:attrNameLst>
                                      </p:cBhvr>
                                      <p:to>
                                        <p:strVal val="visible"/>
                                      </p:to>
                                    </p:set>
                                    <p:animEffect transition="in" filter="blinds(horizontal)">
                                      <p:cBhvr>
                                        <p:cTn id="12" dur="500"/>
                                        <p:tgtEl>
                                          <p:spTgt spid="26626">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6626">
                                            <p:txEl>
                                              <p:pRg st="3" end="3"/>
                                            </p:txEl>
                                          </p:spTgt>
                                        </p:tgtEl>
                                        <p:attrNameLst>
                                          <p:attrName>style.visibility</p:attrName>
                                        </p:attrNameLst>
                                      </p:cBhvr>
                                      <p:to>
                                        <p:strVal val="visible"/>
                                      </p:to>
                                    </p:set>
                                    <p:animEffect transition="in" filter="blinds(horizontal)">
                                      <p:cBhvr>
                                        <p:cTn id="15" dur="500"/>
                                        <p:tgtEl>
                                          <p:spTgt spid="26626">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6626">
                                            <p:txEl>
                                              <p:pRg st="4" end="4"/>
                                            </p:txEl>
                                          </p:spTgt>
                                        </p:tgtEl>
                                        <p:attrNameLst>
                                          <p:attrName>style.visibility</p:attrName>
                                        </p:attrNameLst>
                                      </p:cBhvr>
                                      <p:to>
                                        <p:strVal val="visible"/>
                                      </p:to>
                                    </p:set>
                                    <p:animEffect transition="in" filter="blinds(horizontal)">
                                      <p:cBhvr>
                                        <p:cTn id="18" dur="500"/>
                                        <p:tgtEl>
                                          <p:spTgt spid="266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EB294CF6-10D2-0555-520E-6ED58B5CB91A}"/>
              </a:ext>
            </a:extLst>
          </p:cNvPr>
          <p:cNvSpPr>
            <a:spLocks noGrp="1" noChangeArrowheads="1"/>
          </p:cNvSpPr>
          <p:nvPr>
            <p:ph type="title" idx="4294967295"/>
          </p:nvPr>
        </p:nvSpPr>
        <p:spPr/>
        <p:txBody>
          <a:bodyPr/>
          <a:lstStyle/>
          <a:p>
            <a:pPr eaLnBrk="1" hangingPunct="1"/>
            <a:r>
              <a:rPr lang="zh-CN" altLang="en-US" sz="4800">
                <a:ea typeface="楷体_GB2312"/>
              </a:rPr>
              <a:t>文法的表示</a:t>
            </a:r>
          </a:p>
        </p:txBody>
      </p:sp>
      <p:sp>
        <p:nvSpPr>
          <p:cNvPr id="27651" name="Rectangle 3">
            <a:extLst>
              <a:ext uri="{FF2B5EF4-FFF2-40B4-BE49-F238E27FC236}">
                <a16:creationId xmlns:a16="http://schemas.microsoft.com/office/drawing/2014/main" id="{FD386A2F-3B31-C2D8-FEA9-1EE1056452FE}"/>
              </a:ext>
            </a:extLst>
          </p:cNvPr>
          <p:cNvSpPr>
            <a:spLocks noGrp="1" noChangeArrowheads="1"/>
          </p:cNvSpPr>
          <p:nvPr>
            <p:ph type="body" idx="4294967295"/>
          </p:nvPr>
        </p:nvSpPr>
        <p:spPr>
          <a:xfrm>
            <a:off x="503238" y="1530350"/>
            <a:ext cx="9069387" cy="4383088"/>
          </a:xfrm>
        </p:spPr>
        <p:txBody>
          <a:bodyPr/>
          <a:lstStyle/>
          <a:p>
            <a:pPr algn="just" eaLnBrk="1" hangingPunct="1">
              <a:lnSpc>
                <a:spcPct val="90000"/>
              </a:lnSpc>
              <a:buFont typeface="Wingdings" panose="05000000000000000000" pitchFamily="2" charset="2"/>
              <a:buNone/>
            </a:pPr>
            <a:r>
              <a:rPr lang="zh-CN" altLang="en-US" sz="4400" b="1">
                <a:latin typeface="楷体_GB2312"/>
                <a:ea typeface="楷体_GB2312"/>
              </a:rPr>
              <a:t>描述文法</a:t>
            </a:r>
            <a:endParaRPr lang="en-US" altLang="zh-CN" sz="4400" b="1">
              <a:latin typeface="楷体_GB2312"/>
              <a:ea typeface="楷体_GB2312"/>
            </a:endParaRPr>
          </a:p>
          <a:p>
            <a:pPr algn="just" eaLnBrk="1" hangingPunct="1">
              <a:lnSpc>
                <a:spcPct val="90000"/>
              </a:lnSpc>
              <a:buFont typeface="Wingdings" panose="05000000000000000000" pitchFamily="2" charset="2"/>
              <a:buNone/>
            </a:pPr>
            <a:r>
              <a:rPr lang="en-US" altLang="zh-CN" sz="4400" b="1">
                <a:latin typeface="楷体_GB2312"/>
                <a:ea typeface="楷体_GB2312"/>
              </a:rPr>
              <a:t>    </a:t>
            </a:r>
            <a:r>
              <a:rPr lang="zh-CN" altLang="en-US" sz="4400" b="1">
                <a:latin typeface="楷体_GB2312"/>
                <a:ea typeface="楷体_GB2312"/>
              </a:rPr>
              <a:t>直接给出产生式集合</a:t>
            </a:r>
          </a:p>
          <a:p>
            <a:pPr algn="just" eaLnBrk="1" hangingPunct="1">
              <a:lnSpc>
                <a:spcPct val="90000"/>
              </a:lnSpc>
              <a:buFont typeface="Wingdings" panose="05000000000000000000" pitchFamily="2" charset="2"/>
              <a:buNone/>
            </a:pPr>
            <a:endParaRPr lang="en-US" altLang="zh-CN" sz="4400" b="1">
              <a:latin typeface="楷体_GB2312"/>
              <a:ea typeface="楷体_GB2312"/>
            </a:endParaRPr>
          </a:p>
          <a:p>
            <a:pPr algn="just" eaLnBrk="1" hangingPunct="1">
              <a:buFont typeface="Wingdings" panose="05000000000000000000" pitchFamily="2" charset="2"/>
              <a:buNone/>
            </a:pPr>
            <a:r>
              <a:rPr lang="zh-CN" altLang="en-US" sz="4400" b="1">
                <a:latin typeface="楷体_GB2312"/>
                <a:ea typeface="楷体_GB2312"/>
              </a:rPr>
              <a:t>例如算术表达式文法</a:t>
            </a:r>
            <a:r>
              <a:rPr lang="en-US" altLang="zh-CN" sz="4400" b="1">
                <a:latin typeface="楷体_GB2312"/>
                <a:ea typeface="楷体_GB2312"/>
              </a:rPr>
              <a:t>G</a:t>
            </a:r>
            <a:r>
              <a:rPr lang="en-US" altLang="zh-CN" sz="4400" b="1" baseline="-20000">
                <a:latin typeface="楷体_GB2312"/>
                <a:ea typeface="楷体_GB2312"/>
              </a:rPr>
              <a:t>0</a:t>
            </a:r>
            <a:r>
              <a:rPr lang="en-US" altLang="zh-CN" sz="4400" b="1">
                <a:latin typeface="楷体_GB2312"/>
                <a:ea typeface="楷体_GB2312"/>
              </a:rPr>
              <a:t>:</a:t>
            </a:r>
          </a:p>
          <a:p>
            <a:pPr lvl="2" algn="just" eaLnBrk="1" hangingPunct="1">
              <a:buFont typeface="Wingdings" panose="05000000000000000000" pitchFamily="2" charset="2"/>
              <a:buNone/>
            </a:pPr>
            <a:r>
              <a:rPr lang="en-US" altLang="zh-CN" sz="4000" b="1">
                <a:solidFill>
                  <a:srgbClr val="FF0000"/>
                </a:solidFill>
                <a:latin typeface="楷体_GB2312"/>
                <a:ea typeface="楷体_GB2312"/>
              </a:rPr>
              <a:t>  E</a:t>
            </a:r>
            <a:r>
              <a:rPr lang="en-US" altLang="zh-CN" sz="4000" b="1">
                <a:latin typeface="楷体_GB2312"/>
                <a:ea typeface="楷体_GB2312"/>
              </a:rPr>
              <a:t> → E+T </a:t>
            </a:r>
            <a:r>
              <a:rPr lang="en-US" altLang="zh-CN" sz="4000" b="1">
                <a:solidFill>
                  <a:schemeClr val="accent2"/>
                </a:solidFill>
                <a:latin typeface="楷体_GB2312"/>
                <a:ea typeface="楷体_GB2312"/>
              </a:rPr>
              <a:t>|</a:t>
            </a:r>
            <a:r>
              <a:rPr lang="en-US" altLang="zh-CN" sz="4000" b="1">
                <a:latin typeface="楷体_GB2312"/>
                <a:ea typeface="楷体_GB2312"/>
              </a:rPr>
              <a:t> T</a:t>
            </a:r>
          </a:p>
          <a:p>
            <a:pPr lvl="2" algn="just" eaLnBrk="1" hangingPunct="1">
              <a:buFont typeface="Wingdings" panose="05000000000000000000" pitchFamily="2" charset="2"/>
              <a:buNone/>
            </a:pPr>
            <a:r>
              <a:rPr lang="en-US" altLang="zh-CN" sz="4000" b="1">
                <a:latin typeface="楷体_GB2312"/>
                <a:ea typeface="楷体_GB2312"/>
              </a:rPr>
              <a:t>  T → T*F </a:t>
            </a:r>
            <a:r>
              <a:rPr lang="en-US" altLang="zh-CN" sz="4000" b="1">
                <a:solidFill>
                  <a:schemeClr val="accent2"/>
                </a:solidFill>
                <a:latin typeface="楷体_GB2312"/>
                <a:ea typeface="楷体_GB2312"/>
              </a:rPr>
              <a:t>|</a:t>
            </a:r>
            <a:r>
              <a:rPr lang="en-US" altLang="zh-CN" sz="4000" b="1">
                <a:latin typeface="楷体_GB2312"/>
                <a:ea typeface="楷体_GB2312"/>
              </a:rPr>
              <a:t> F</a:t>
            </a:r>
          </a:p>
          <a:p>
            <a:pPr lvl="2" algn="just" eaLnBrk="1" hangingPunct="1">
              <a:buFont typeface="Wingdings" panose="05000000000000000000" pitchFamily="2" charset="2"/>
              <a:buNone/>
            </a:pPr>
            <a:r>
              <a:rPr lang="en-US" altLang="zh-CN" sz="4000" b="1">
                <a:latin typeface="楷体_GB2312"/>
                <a:ea typeface="楷体_GB2312"/>
              </a:rPr>
              <a:t>  F →</a:t>
            </a:r>
            <a:r>
              <a:rPr lang="en-US" altLang="zh-CN" sz="4000" b="1">
                <a:solidFill>
                  <a:schemeClr val="accent2"/>
                </a:solidFill>
                <a:latin typeface="楷体_GB2312"/>
                <a:ea typeface="楷体_GB2312"/>
              </a:rPr>
              <a:t> </a:t>
            </a:r>
            <a:r>
              <a:rPr lang="en-US" altLang="zh-CN" sz="4000" b="1">
                <a:latin typeface="楷体_GB2312"/>
                <a:ea typeface="楷体_GB2312"/>
              </a:rPr>
              <a:t>(E) </a:t>
            </a:r>
            <a:r>
              <a:rPr lang="en-US" altLang="zh-CN" sz="4000" b="1">
                <a:solidFill>
                  <a:schemeClr val="accent2"/>
                </a:solidFill>
                <a:latin typeface="楷体_GB2312"/>
                <a:ea typeface="楷体_GB2312"/>
              </a:rPr>
              <a:t>|</a:t>
            </a:r>
            <a:r>
              <a:rPr lang="en-US" altLang="zh-CN" sz="4000" b="1">
                <a:latin typeface="楷体_GB2312"/>
                <a:ea typeface="楷体_GB2312"/>
              </a:rPr>
              <a:t> i</a:t>
            </a:r>
          </a:p>
          <a:p>
            <a:pPr eaLnBrk="1" hangingPunct="1">
              <a:lnSpc>
                <a:spcPct val="90000"/>
              </a:lnSpc>
            </a:pPr>
            <a:endParaRPr lang="zh-CN" altLang="en-US">
              <a:latin typeface="楷体_GB2312"/>
              <a:ea typeface="楷体_GB2312"/>
            </a:endParaRPr>
          </a:p>
        </p:txBody>
      </p:sp>
      <p:sp>
        <p:nvSpPr>
          <p:cNvPr id="38916" name="Footer Placeholder 5">
            <a:extLst>
              <a:ext uri="{FF2B5EF4-FFF2-40B4-BE49-F238E27FC236}">
                <a16:creationId xmlns:a16="http://schemas.microsoft.com/office/drawing/2014/main" id="{68820A6C-D50B-A9F8-7856-906EC71E5B14}"/>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8917" name="Slide Number Placeholder 6">
            <a:extLst>
              <a:ext uri="{FF2B5EF4-FFF2-40B4-BE49-F238E27FC236}">
                <a16:creationId xmlns:a16="http://schemas.microsoft.com/office/drawing/2014/main" id="{4F92F6AF-C1CC-908F-42D5-B5E21E6161EB}"/>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881FC414-564F-4587-BC6A-2A0DDEACDFB5}"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13</a:t>
            </a:fld>
            <a:endParaRPr lang="en-GB" altLang="en-US" sz="1200">
              <a:latin typeface="Comic Sans MS" panose="030F0702030302020204" pitchFamily="66" charset="0"/>
              <a:ea typeface="宋体" panose="02010600030101010101" pitchFamily="2" charset="-122"/>
            </a:endParaRPr>
          </a:p>
        </p:txBody>
      </p:sp>
      <p:sp>
        <p:nvSpPr>
          <p:cNvPr id="38918" name="日期占位符 7">
            <a:extLst>
              <a:ext uri="{FF2B5EF4-FFF2-40B4-BE49-F238E27FC236}">
                <a16:creationId xmlns:a16="http://schemas.microsoft.com/office/drawing/2014/main" id="{9C793744-415C-A6B5-AD5C-0EF15FD9C957}"/>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7651">
                                            <p:txEl>
                                              <p:pRg st="3" end="3"/>
                                            </p:txEl>
                                          </p:spTgt>
                                        </p:tgtEl>
                                        <p:attrNameLst>
                                          <p:attrName>style.visibility</p:attrName>
                                        </p:attrNameLst>
                                      </p:cBhvr>
                                      <p:to>
                                        <p:strVal val="visible"/>
                                      </p:to>
                                    </p:set>
                                    <p:animEffect transition="in" filter="blinds(horizontal)">
                                      <p:cBhvr>
                                        <p:cTn id="7" dur="500"/>
                                        <p:tgtEl>
                                          <p:spTgt spid="27651">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7651">
                                            <p:txEl>
                                              <p:pRg st="4" end="4"/>
                                            </p:txEl>
                                          </p:spTgt>
                                        </p:tgtEl>
                                        <p:attrNameLst>
                                          <p:attrName>style.visibility</p:attrName>
                                        </p:attrNameLst>
                                      </p:cBhvr>
                                      <p:to>
                                        <p:strVal val="visible"/>
                                      </p:to>
                                    </p:set>
                                    <p:animEffect transition="in" filter="blinds(horizontal)">
                                      <p:cBhvr>
                                        <p:cTn id="12" dur="500"/>
                                        <p:tgtEl>
                                          <p:spTgt spid="27651">
                                            <p:txEl>
                                              <p:pRg st="4" end="4"/>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7651">
                                            <p:txEl>
                                              <p:pRg st="5" end="5"/>
                                            </p:txEl>
                                          </p:spTgt>
                                        </p:tgtEl>
                                        <p:attrNameLst>
                                          <p:attrName>style.visibility</p:attrName>
                                        </p:attrNameLst>
                                      </p:cBhvr>
                                      <p:to>
                                        <p:strVal val="visible"/>
                                      </p:to>
                                    </p:set>
                                    <p:animEffect transition="in" filter="blinds(horizontal)">
                                      <p:cBhvr>
                                        <p:cTn id="15" dur="500"/>
                                        <p:tgtEl>
                                          <p:spTgt spid="27651">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7651">
                                            <p:txEl>
                                              <p:pRg st="6" end="6"/>
                                            </p:txEl>
                                          </p:spTgt>
                                        </p:tgtEl>
                                        <p:attrNameLst>
                                          <p:attrName>style.visibility</p:attrName>
                                        </p:attrNameLst>
                                      </p:cBhvr>
                                      <p:to>
                                        <p:strVal val="visible"/>
                                      </p:to>
                                    </p:set>
                                    <p:animEffect transition="in" filter="blinds(horizontal)">
                                      <p:cBhvr>
                                        <p:cTn id="18" dur="500"/>
                                        <p:tgtEl>
                                          <p:spTgt spid="276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1" name="Rectangle 5"/>
          <p:cNvSpPr>
            <a:spLocks noGrp="1" noChangeArrowheads="1"/>
          </p:cNvSpPr>
          <p:nvPr>
            <p:ph type="title"/>
          </p:nvPr>
        </p:nvSpPr>
        <p:spPr/>
        <p:txBody>
          <a:bodyPr/>
          <a:lstStyle/>
          <a:p>
            <a:pPr eaLnBrk="1" hangingPunct="1"/>
            <a:r>
              <a:rPr lang="zh-CN" altLang="en-US"/>
              <a:t>形式语言鸟瞰</a:t>
            </a:r>
          </a:p>
        </p:txBody>
      </p:sp>
      <p:sp>
        <p:nvSpPr>
          <p:cNvPr id="214022" name="Rectangle 6"/>
          <p:cNvSpPr>
            <a:spLocks noGrp="1" noChangeArrowheads="1"/>
          </p:cNvSpPr>
          <p:nvPr>
            <p:ph idx="1"/>
          </p:nvPr>
        </p:nvSpPr>
        <p:spPr>
          <a:xfrm>
            <a:off x="484550" y="1664696"/>
            <a:ext cx="9262389" cy="4815321"/>
          </a:xfrm>
        </p:spPr>
        <p:txBody>
          <a:bodyPr>
            <a:normAutofit fontScale="92500" lnSpcReduction="10000"/>
          </a:bodyPr>
          <a:lstStyle/>
          <a:p>
            <a:pPr eaLnBrk="1" hangingPunct="1"/>
            <a:r>
              <a:rPr lang="en-GB" altLang="en-US" dirty="0" err="1"/>
              <a:t>乔姆斯基</a:t>
            </a:r>
            <a:r>
              <a:rPr lang="zh-CN" altLang="en-US" dirty="0"/>
              <a:t>于</a:t>
            </a:r>
            <a:r>
              <a:rPr lang="en-US" altLang="zh-CN" dirty="0"/>
              <a:t>1956</a:t>
            </a:r>
            <a:r>
              <a:rPr lang="zh-CN" altLang="en-US" dirty="0"/>
              <a:t>年建立形式语言体系，他把文法分成四种类型：</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型</a:t>
            </a:r>
          </a:p>
          <a:p>
            <a:pPr eaLnBrk="1" hangingPunct="1"/>
            <a:r>
              <a:rPr lang="zh-CN" altLang="en-US" dirty="0"/>
              <a:t>它们都由四部分组成，但对产生式的限制有所不同</a:t>
            </a:r>
            <a:endParaRPr lang="en-US" altLang="zh-CN" dirty="0"/>
          </a:p>
          <a:p>
            <a:pPr eaLnBrk="1" hangingPunct="1"/>
            <a:r>
              <a:rPr lang="en-US" altLang="zh-CN" dirty="0">
                <a:solidFill>
                  <a:schemeClr val="tx1"/>
                </a:solidFill>
              </a:rPr>
              <a:t>G=(V</a:t>
            </a:r>
            <a:r>
              <a:rPr lang="en-US" altLang="zh-CN" baseline="-25000" dirty="0">
                <a:solidFill>
                  <a:schemeClr val="tx1"/>
                </a:solidFill>
              </a:rPr>
              <a:t>T</a:t>
            </a:r>
            <a:r>
              <a:rPr lang="zh-CN" altLang="en-US" dirty="0">
                <a:solidFill>
                  <a:schemeClr val="tx1"/>
                </a:solidFill>
              </a:rPr>
              <a:t>，</a:t>
            </a:r>
            <a:r>
              <a:rPr lang="en-US" altLang="zh-CN" dirty="0">
                <a:solidFill>
                  <a:schemeClr val="tx1"/>
                </a:solidFill>
              </a:rPr>
              <a:t>V</a:t>
            </a:r>
            <a:r>
              <a:rPr lang="en-US" altLang="zh-CN" baseline="-25000" dirty="0">
                <a:solidFill>
                  <a:schemeClr val="tx1"/>
                </a:solidFill>
              </a:rPr>
              <a:t>N</a:t>
            </a:r>
            <a:r>
              <a:rPr lang="zh-CN" altLang="en-US" dirty="0">
                <a:solidFill>
                  <a:schemeClr val="tx1"/>
                </a:solidFill>
              </a:rPr>
              <a:t>，</a:t>
            </a:r>
            <a:r>
              <a:rPr lang="en-US" altLang="zh-CN" dirty="0">
                <a:solidFill>
                  <a:schemeClr val="tx1"/>
                </a:solidFill>
              </a:rPr>
              <a:t>S</a:t>
            </a:r>
            <a:r>
              <a:rPr lang="zh-CN" altLang="en-US" dirty="0">
                <a:solidFill>
                  <a:schemeClr val="tx1"/>
                </a:solidFill>
              </a:rPr>
              <a:t>，</a:t>
            </a:r>
            <a:r>
              <a:rPr lang="en-US" altLang="zh-CN" dirty="0">
                <a:solidFill>
                  <a:schemeClr val="tx1"/>
                </a:solidFill>
              </a:rPr>
              <a:t>P)</a:t>
            </a:r>
          </a:p>
          <a:p>
            <a:pPr lvl="2"/>
            <a:r>
              <a:rPr lang="en-US" altLang="zh-CN" dirty="0">
                <a:solidFill>
                  <a:schemeClr val="tx1"/>
                </a:solidFill>
              </a:rPr>
              <a:t>V</a:t>
            </a:r>
            <a:r>
              <a:rPr lang="en-US" altLang="zh-CN" baseline="-25000" dirty="0">
                <a:solidFill>
                  <a:schemeClr val="tx1"/>
                </a:solidFill>
              </a:rPr>
              <a:t>T</a:t>
            </a:r>
            <a:r>
              <a:rPr lang="zh-CN" altLang="en-US" dirty="0">
                <a:solidFill>
                  <a:schemeClr val="tx1"/>
                </a:solidFill>
              </a:rPr>
              <a:t>：终结符</a:t>
            </a:r>
            <a:r>
              <a:rPr lang="en-US" altLang="zh-CN" dirty="0">
                <a:solidFill>
                  <a:schemeClr val="tx1"/>
                </a:solidFill>
              </a:rPr>
              <a:t>(Terminal)</a:t>
            </a:r>
            <a:r>
              <a:rPr lang="zh-CN" altLang="en-US" dirty="0">
                <a:solidFill>
                  <a:schemeClr val="tx1"/>
                </a:solidFill>
              </a:rPr>
              <a:t>集合</a:t>
            </a:r>
            <a:r>
              <a:rPr lang="en-US" altLang="zh-CN" dirty="0">
                <a:solidFill>
                  <a:schemeClr val="tx1"/>
                </a:solidFill>
              </a:rPr>
              <a:t>(</a:t>
            </a:r>
            <a:r>
              <a:rPr lang="zh-CN" altLang="en-US" dirty="0">
                <a:solidFill>
                  <a:schemeClr val="tx1"/>
                </a:solidFill>
              </a:rPr>
              <a:t>非空</a:t>
            </a:r>
            <a:r>
              <a:rPr lang="en-US" altLang="zh-CN" dirty="0">
                <a:solidFill>
                  <a:schemeClr val="tx1"/>
                </a:solidFill>
              </a:rPr>
              <a:t>)</a:t>
            </a:r>
          </a:p>
          <a:p>
            <a:pPr lvl="2"/>
            <a:r>
              <a:rPr lang="en-US" altLang="zh-CN" dirty="0">
                <a:solidFill>
                  <a:schemeClr val="tx1"/>
                </a:solidFill>
              </a:rPr>
              <a:t>V</a:t>
            </a:r>
            <a:r>
              <a:rPr lang="en-US" altLang="zh-CN" baseline="-25000" dirty="0">
                <a:solidFill>
                  <a:schemeClr val="tx1"/>
                </a:solidFill>
              </a:rPr>
              <a:t>N</a:t>
            </a:r>
            <a:r>
              <a:rPr lang="zh-CN" altLang="en-US" dirty="0">
                <a:solidFill>
                  <a:schemeClr val="tx1"/>
                </a:solidFill>
              </a:rPr>
              <a:t>：非终结符</a:t>
            </a:r>
            <a:r>
              <a:rPr lang="en-US" altLang="zh-CN" dirty="0">
                <a:solidFill>
                  <a:schemeClr val="tx1"/>
                </a:solidFill>
              </a:rPr>
              <a:t>(</a:t>
            </a:r>
            <a:r>
              <a:rPr lang="en-US" altLang="zh-CN" dirty="0" err="1">
                <a:solidFill>
                  <a:schemeClr val="tx1"/>
                </a:solidFill>
              </a:rPr>
              <a:t>Noterminal</a:t>
            </a:r>
            <a:r>
              <a:rPr lang="en-US" altLang="zh-CN" dirty="0">
                <a:solidFill>
                  <a:schemeClr val="tx1"/>
                </a:solidFill>
              </a:rPr>
              <a:t>)</a:t>
            </a:r>
            <a:r>
              <a:rPr lang="zh-CN" altLang="en-US" dirty="0">
                <a:solidFill>
                  <a:schemeClr val="tx1"/>
                </a:solidFill>
              </a:rPr>
              <a:t>集合</a:t>
            </a:r>
            <a:r>
              <a:rPr lang="en-US" altLang="zh-CN" dirty="0">
                <a:solidFill>
                  <a:schemeClr val="tx1"/>
                </a:solidFill>
              </a:rPr>
              <a:t>(</a:t>
            </a:r>
            <a:r>
              <a:rPr lang="zh-CN" altLang="en-US" dirty="0">
                <a:solidFill>
                  <a:schemeClr val="tx1"/>
                </a:solidFill>
              </a:rPr>
              <a:t>非空</a:t>
            </a:r>
            <a:r>
              <a:rPr lang="en-US" altLang="zh-CN" dirty="0">
                <a:solidFill>
                  <a:schemeClr val="tx1"/>
                </a:solidFill>
              </a:rPr>
              <a:t>)</a:t>
            </a:r>
            <a:r>
              <a:rPr lang="zh-CN" altLang="en-US" dirty="0">
                <a:solidFill>
                  <a:schemeClr val="tx1"/>
                </a:solidFill>
              </a:rPr>
              <a:t>，且</a:t>
            </a:r>
            <a:r>
              <a:rPr lang="en-US" altLang="zh-CN" dirty="0">
                <a:solidFill>
                  <a:schemeClr val="tx1"/>
                </a:solidFill>
              </a:rPr>
              <a:t>V</a:t>
            </a:r>
            <a:r>
              <a:rPr lang="en-US" altLang="zh-CN" baseline="-25000" dirty="0">
                <a:solidFill>
                  <a:schemeClr val="tx1"/>
                </a:solidFill>
              </a:rPr>
              <a:t>T</a:t>
            </a:r>
            <a:r>
              <a:rPr lang="en-US" altLang="zh-CN" dirty="0">
                <a:solidFill>
                  <a:schemeClr val="tx1"/>
                </a:solidFill>
              </a:rPr>
              <a:t> </a:t>
            </a:r>
            <a:r>
              <a:rPr lang="en-US" altLang="zh-CN" dirty="0">
                <a:solidFill>
                  <a:schemeClr val="tx1"/>
                </a:solidFill>
                <a:sym typeface="Symbol" panose="05050102010706020507" pitchFamily="18" charset="2"/>
              </a:rPr>
              <a:t></a:t>
            </a:r>
            <a:r>
              <a:rPr lang="en-US" altLang="zh-CN" dirty="0">
                <a:solidFill>
                  <a:schemeClr val="tx1"/>
                </a:solidFill>
              </a:rPr>
              <a:t> V</a:t>
            </a:r>
            <a:r>
              <a:rPr lang="en-US" altLang="zh-CN" baseline="-25000" dirty="0">
                <a:solidFill>
                  <a:schemeClr val="tx1"/>
                </a:solidFill>
              </a:rPr>
              <a:t>N</a:t>
            </a:r>
            <a:r>
              <a:rPr lang="en-US" altLang="zh-CN" dirty="0">
                <a:solidFill>
                  <a:schemeClr val="tx1"/>
                </a:solidFill>
              </a:rPr>
              <a:t>=</a:t>
            </a:r>
            <a:r>
              <a:rPr lang="en-US" altLang="zh-CN" dirty="0">
                <a:solidFill>
                  <a:schemeClr val="tx1"/>
                </a:solidFill>
                <a:sym typeface="Symbol" panose="05050102010706020507" pitchFamily="18" charset="2"/>
              </a:rPr>
              <a:t></a:t>
            </a:r>
            <a:endParaRPr lang="en-US" altLang="zh-CN" dirty="0">
              <a:solidFill>
                <a:schemeClr val="tx1"/>
              </a:solidFill>
            </a:endParaRPr>
          </a:p>
          <a:p>
            <a:pPr lvl="2"/>
            <a:r>
              <a:rPr lang="en-US" altLang="zh-CN" dirty="0">
                <a:solidFill>
                  <a:schemeClr val="tx1"/>
                </a:solidFill>
              </a:rPr>
              <a:t>S</a:t>
            </a:r>
            <a:r>
              <a:rPr lang="zh-CN" altLang="en-US" dirty="0">
                <a:solidFill>
                  <a:schemeClr val="tx1"/>
                </a:solidFill>
              </a:rPr>
              <a:t>：文法的开始符号，</a:t>
            </a:r>
            <a:r>
              <a:rPr lang="en-US" altLang="zh-CN" dirty="0">
                <a:solidFill>
                  <a:schemeClr val="tx1"/>
                </a:solidFill>
              </a:rPr>
              <a:t>S</a:t>
            </a:r>
            <a:r>
              <a:rPr lang="en-US" altLang="zh-CN" dirty="0">
                <a:solidFill>
                  <a:schemeClr val="tx1"/>
                </a:solidFill>
                <a:sym typeface="Symbol" panose="05050102010706020507" pitchFamily="18" charset="2"/>
              </a:rPr>
              <a:t></a:t>
            </a:r>
            <a:r>
              <a:rPr lang="en-US" altLang="zh-CN" dirty="0">
                <a:solidFill>
                  <a:schemeClr val="tx1"/>
                </a:solidFill>
              </a:rPr>
              <a:t>V</a:t>
            </a:r>
            <a:r>
              <a:rPr lang="en-US" altLang="zh-CN" baseline="-25000" dirty="0">
                <a:solidFill>
                  <a:schemeClr val="tx1"/>
                </a:solidFill>
              </a:rPr>
              <a:t>N</a:t>
            </a:r>
          </a:p>
          <a:p>
            <a:pPr lvl="2"/>
            <a:r>
              <a:rPr lang="en-US" altLang="zh-CN" dirty="0">
                <a:solidFill>
                  <a:schemeClr val="tx1"/>
                </a:solidFill>
              </a:rPr>
              <a:t>P</a:t>
            </a:r>
            <a:r>
              <a:rPr lang="zh-CN" altLang="en-US" dirty="0">
                <a:solidFill>
                  <a:schemeClr val="tx1"/>
                </a:solidFill>
              </a:rPr>
              <a:t>：产生式集合</a:t>
            </a:r>
            <a:r>
              <a:rPr lang="en-US" altLang="zh-CN" dirty="0">
                <a:solidFill>
                  <a:schemeClr val="tx1"/>
                </a:solidFill>
              </a:rPr>
              <a:t>(</a:t>
            </a:r>
            <a:r>
              <a:rPr lang="zh-CN" altLang="en-US" dirty="0">
                <a:solidFill>
                  <a:schemeClr val="tx1"/>
                </a:solidFill>
              </a:rPr>
              <a:t>有限</a:t>
            </a:r>
            <a:r>
              <a:rPr lang="en-US" altLang="zh-CN" dirty="0">
                <a:solidFill>
                  <a:schemeClr val="tx1"/>
                </a:solidFill>
              </a:rPr>
              <a:t>)</a:t>
            </a:r>
          </a:p>
          <a:p>
            <a:r>
              <a:rPr lang="zh-CN" altLang="en-US" dirty="0">
                <a:solidFill>
                  <a:srgbClr val="C00000"/>
                </a:solidFill>
              </a:rPr>
              <a:t>产生式的形式是四种类型文法的主要差别</a:t>
            </a:r>
          </a:p>
        </p:txBody>
      </p:sp>
    </p:spTree>
    <p:extLst>
      <p:ext uri="{BB962C8B-B14F-4D97-AF65-F5344CB8AC3E}">
        <p14:creationId xmlns:p14="http://schemas.microsoft.com/office/powerpoint/2010/main" val="28112750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14022">
                                            <p:txEl>
                                              <p:pRg st="0" end="0"/>
                                            </p:txEl>
                                          </p:spTgt>
                                        </p:tgtEl>
                                        <p:attrNameLst>
                                          <p:attrName>style.visibility</p:attrName>
                                        </p:attrNameLst>
                                      </p:cBhvr>
                                      <p:to>
                                        <p:strVal val="visible"/>
                                      </p:to>
                                    </p:set>
                                    <p:animEffect transition="in" filter="randombar(horizontal)">
                                      <p:cBhvr>
                                        <p:cTn id="7" dur="500"/>
                                        <p:tgtEl>
                                          <p:spTgt spid="2140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14022">
                                            <p:txEl>
                                              <p:pRg st="1" end="1"/>
                                            </p:txEl>
                                          </p:spTgt>
                                        </p:tgtEl>
                                        <p:attrNameLst>
                                          <p:attrName>style.visibility</p:attrName>
                                        </p:attrNameLst>
                                      </p:cBhvr>
                                      <p:to>
                                        <p:strVal val="visible"/>
                                      </p:to>
                                    </p:set>
                                    <p:animEffect transition="in" filter="randombar(horizontal)">
                                      <p:cBhvr>
                                        <p:cTn id="12" dur="500"/>
                                        <p:tgtEl>
                                          <p:spTgt spid="2140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14022">
                                            <p:txEl>
                                              <p:pRg st="2" end="2"/>
                                            </p:txEl>
                                          </p:spTgt>
                                        </p:tgtEl>
                                        <p:attrNameLst>
                                          <p:attrName>style.visibility</p:attrName>
                                        </p:attrNameLst>
                                      </p:cBhvr>
                                      <p:to>
                                        <p:strVal val="visible"/>
                                      </p:to>
                                    </p:set>
                                    <p:animEffect transition="in" filter="randombar(horizontal)">
                                      <p:cBhvr>
                                        <p:cTn id="17" dur="500"/>
                                        <p:tgtEl>
                                          <p:spTgt spid="214022">
                                            <p:txEl>
                                              <p:pRg st="2" end="2"/>
                                            </p:txEl>
                                          </p:spTgt>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214022">
                                            <p:txEl>
                                              <p:pRg st="3" end="3"/>
                                            </p:txEl>
                                          </p:spTgt>
                                        </p:tgtEl>
                                        <p:attrNameLst>
                                          <p:attrName>style.visibility</p:attrName>
                                        </p:attrNameLst>
                                      </p:cBhvr>
                                      <p:to>
                                        <p:strVal val="visible"/>
                                      </p:to>
                                    </p:set>
                                    <p:animEffect transition="in" filter="randombar(horizontal)">
                                      <p:cBhvr>
                                        <p:cTn id="20" dur="500"/>
                                        <p:tgtEl>
                                          <p:spTgt spid="214022">
                                            <p:txEl>
                                              <p:pRg st="3" end="3"/>
                                            </p:txEl>
                                          </p:spTgt>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214022">
                                            <p:txEl>
                                              <p:pRg st="4" end="4"/>
                                            </p:txEl>
                                          </p:spTgt>
                                        </p:tgtEl>
                                        <p:attrNameLst>
                                          <p:attrName>style.visibility</p:attrName>
                                        </p:attrNameLst>
                                      </p:cBhvr>
                                      <p:to>
                                        <p:strVal val="visible"/>
                                      </p:to>
                                    </p:set>
                                    <p:animEffect transition="in" filter="randombar(horizontal)">
                                      <p:cBhvr>
                                        <p:cTn id="23" dur="500"/>
                                        <p:tgtEl>
                                          <p:spTgt spid="214022">
                                            <p:txEl>
                                              <p:pRg st="4" end="4"/>
                                            </p:txEl>
                                          </p:spTgt>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214022">
                                            <p:txEl>
                                              <p:pRg st="5" end="5"/>
                                            </p:txEl>
                                          </p:spTgt>
                                        </p:tgtEl>
                                        <p:attrNameLst>
                                          <p:attrName>style.visibility</p:attrName>
                                        </p:attrNameLst>
                                      </p:cBhvr>
                                      <p:to>
                                        <p:strVal val="visible"/>
                                      </p:to>
                                    </p:set>
                                    <p:animEffect transition="in" filter="randombar(horizontal)">
                                      <p:cBhvr>
                                        <p:cTn id="26" dur="500"/>
                                        <p:tgtEl>
                                          <p:spTgt spid="214022">
                                            <p:txEl>
                                              <p:pRg st="5" end="5"/>
                                            </p:txEl>
                                          </p:spTgt>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214022">
                                            <p:txEl>
                                              <p:pRg st="6" end="6"/>
                                            </p:txEl>
                                          </p:spTgt>
                                        </p:tgtEl>
                                        <p:attrNameLst>
                                          <p:attrName>style.visibility</p:attrName>
                                        </p:attrNameLst>
                                      </p:cBhvr>
                                      <p:to>
                                        <p:strVal val="visible"/>
                                      </p:to>
                                    </p:set>
                                    <p:animEffect transition="in" filter="randombar(horizontal)">
                                      <p:cBhvr>
                                        <p:cTn id="29" dur="500"/>
                                        <p:tgtEl>
                                          <p:spTgt spid="214022">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214022">
                                            <p:txEl>
                                              <p:pRg st="7" end="7"/>
                                            </p:txEl>
                                          </p:spTgt>
                                        </p:tgtEl>
                                        <p:attrNameLst>
                                          <p:attrName>style.visibility</p:attrName>
                                        </p:attrNameLst>
                                      </p:cBhvr>
                                      <p:to>
                                        <p:strVal val="visible"/>
                                      </p:to>
                                    </p:set>
                                    <p:animEffect transition="in" filter="randombar(horizontal)">
                                      <p:cBhvr>
                                        <p:cTn id="34" dur="500"/>
                                        <p:tgtEl>
                                          <p:spTgt spid="21402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2"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5">
            <a:extLst>
              <a:ext uri="{FF2B5EF4-FFF2-40B4-BE49-F238E27FC236}">
                <a16:creationId xmlns:a16="http://schemas.microsoft.com/office/drawing/2014/main" id="{7FCB919E-052D-DD5A-6F32-CF0B20D183D7}"/>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9939" name="Slide Number Placeholder 6">
            <a:extLst>
              <a:ext uri="{FF2B5EF4-FFF2-40B4-BE49-F238E27FC236}">
                <a16:creationId xmlns:a16="http://schemas.microsoft.com/office/drawing/2014/main" id="{65CC088F-387B-EEEF-4DD4-24166EBB6BF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82395864-34EB-4895-B971-9791C3C502E2}"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15</a:t>
            </a:fld>
            <a:endParaRPr lang="en-GB" altLang="en-US" sz="1200">
              <a:latin typeface="Comic Sans MS" panose="030F0702030302020204" pitchFamily="66" charset="0"/>
              <a:ea typeface="宋体" panose="02010600030101010101" pitchFamily="2" charset="-122"/>
            </a:endParaRPr>
          </a:p>
        </p:txBody>
      </p:sp>
      <p:sp>
        <p:nvSpPr>
          <p:cNvPr id="39940" name="Rectangle 2">
            <a:extLst>
              <a:ext uri="{FF2B5EF4-FFF2-40B4-BE49-F238E27FC236}">
                <a16:creationId xmlns:a16="http://schemas.microsoft.com/office/drawing/2014/main" id="{78E12AFA-4B89-2FDA-B799-80BF2C620ECC}"/>
              </a:ext>
            </a:extLst>
          </p:cNvPr>
          <p:cNvSpPr>
            <a:spLocks noGrp="1" noChangeArrowheads="1"/>
          </p:cNvSpPr>
          <p:nvPr>
            <p:ph type="title" idx="4294967295"/>
          </p:nvPr>
        </p:nvSpPr>
        <p:spPr/>
        <p:txBody>
          <a:bodyPr/>
          <a:lstStyle/>
          <a:p>
            <a:pPr eaLnBrk="1" hangingPunct="1"/>
            <a:r>
              <a:rPr lang="zh-CN" altLang="en-US" sz="4800">
                <a:ea typeface="楷体_GB2312"/>
              </a:rPr>
              <a:t>文法的分类 </a:t>
            </a:r>
            <a:r>
              <a:rPr lang="zh-CN" altLang="en-US" sz="4800">
                <a:latin typeface="Times New Roman" panose="02020603050405020304" pitchFamily="18" charset="0"/>
                <a:ea typeface="仿宋_GB2312"/>
                <a:cs typeface="仿宋_GB2312"/>
                <a:sym typeface="Symbol" panose="05050102010706020507" pitchFamily="18" charset="2"/>
              </a:rPr>
              <a:t></a:t>
            </a:r>
            <a:r>
              <a:rPr lang="zh-CN" altLang="en-US" sz="4800">
                <a:latin typeface="Times New Roman" panose="02020603050405020304" pitchFamily="18" charset="0"/>
                <a:ea typeface="仿宋_GB2312"/>
                <a:cs typeface="仿宋_GB2312"/>
              </a:rPr>
              <a:t>→</a:t>
            </a:r>
            <a:r>
              <a:rPr lang="zh-CN" altLang="en-US" sz="4800">
                <a:latin typeface="Times New Roman" panose="02020603050405020304" pitchFamily="18" charset="0"/>
                <a:ea typeface="仿宋_GB2312"/>
                <a:cs typeface="仿宋_GB2312"/>
                <a:sym typeface="Symbol" panose="05050102010706020507" pitchFamily="18" charset="2"/>
              </a:rPr>
              <a:t></a:t>
            </a:r>
            <a:endParaRPr lang="zh-CN" altLang="en-US" sz="4800">
              <a:ea typeface="楷体_GB2312"/>
            </a:endParaRPr>
          </a:p>
        </p:txBody>
      </p:sp>
      <p:sp>
        <p:nvSpPr>
          <p:cNvPr id="39941" name="日期占位符 7">
            <a:extLst>
              <a:ext uri="{FF2B5EF4-FFF2-40B4-BE49-F238E27FC236}">
                <a16:creationId xmlns:a16="http://schemas.microsoft.com/office/drawing/2014/main" id="{17F43328-FEB9-66AC-C496-ACD2448B79CA}"/>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 name="Rectangle 5">
            <a:extLst>
              <a:ext uri="{FF2B5EF4-FFF2-40B4-BE49-F238E27FC236}">
                <a16:creationId xmlns:a16="http://schemas.microsoft.com/office/drawing/2014/main" id="{44245B65-87C9-5A92-A75A-02A4A7DF8081}"/>
              </a:ext>
            </a:extLst>
          </p:cNvPr>
          <p:cNvSpPr txBox="1">
            <a:spLocks noChangeArrowheads="1"/>
          </p:cNvSpPr>
          <p:nvPr/>
        </p:nvSpPr>
        <p:spPr bwMode="auto">
          <a:xfrm>
            <a:off x="674688" y="2070100"/>
            <a:ext cx="7888287"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100000"/>
              </a:lnSpc>
              <a:spcBef>
                <a:spcPts val="1000"/>
              </a:spcBef>
              <a:spcAft>
                <a:spcPct val="0"/>
              </a:spcAft>
              <a:buClr>
                <a:srgbClr val="4F81BD"/>
              </a:buClr>
              <a:buSzPct val="80000"/>
              <a:buFont typeface="Wingdings 3" panose="05040102010807070707" pitchFamily="18" charset="2"/>
              <a:buChar char=""/>
            </a:pPr>
            <a:r>
              <a:rPr lang="en-US" altLang="zh-CN" sz="2800" dirty="0">
                <a:solidFill>
                  <a:srgbClr val="404040"/>
                </a:solidFill>
                <a:latin typeface="微软雅黑" panose="020B0503020204020204" pitchFamily="34" charset="-122"/>
                <a:ea typeface="微软雅黑" panose="020B0503020204020204" pitchFamily="34" charset="-122"/>
                <a:cs typeface="Droid Sans Fallback"/>
              </a:rPr>
              <a:t>0</a:t>
            </a:r>
            <a:r>
              <a:rPr lang="zh-CN" altLang="en-US" sz="2800" dirty="0">
                <a:solidFill>
                  <a:srgbClr val="404040"/>
                </a:solidFill>
                <a:latin typeface="微软雅黑" panose="020B0503020204020204" pitchFamily="34" charset="-122"/>
                <a:ea typeface="微软雅黑" panose="020B0503020204020204" pitchFamily="34" charset="-122"/>
                <a:cs typeface="Droid Sans Fallback"/>
              </a:rPr>
              <a:t>型</a:t>
            </a:r>
            <a:r>
              <a:rPr lang="en-US" altLang="zh-CN" sz="2800" dirty="0">
                <a:solidFill>
                  <a:srgbClr val="404040"/>
                </a:solidFill>
                <a:latin typeface="微软雅黑" panose="020B0503020204020204" pitchFamily="34" charset="-122"/>
                <a:ea typeface="微软雅黑" panose="020B0503020204020204" pitchFamily="34" charset="-122"/>
                <a:cs typeface="Droid Sans Fallback"/>
              </a:rPr>
              <a:t>(</a:t>
            </a:r>
            <a:r>
              <a:rPr lang="zh-CN" altLang="en-US" sz="2800" noProof="1">
                <a:solidFill>
                  <a:srgbClr val="404040"/>
                </a:solidFill>
                <a:latin typeface="微软雅黑" panose="020B0503020204020204" pitchFamily="34" charset="-122"/>
                <a:ea typeface="微软雅黑" panose="020B0503020204020204" pitchFamily="34" charset="-122"/>
                <a:cs typeface="Droid Sans Fallback"/>
              </a:rPr>
              <a:t>短语文法，图灵机</a:t>
            </a:r>
            <a:r>
              <a:rPr lang="en-US" altLang="zh-CN" sz="2800" dirty="0">
                <a:solidFill>
                  <a:srgbClr val="404040"/>
                </a:solidFill>
                <a:latin typeface="微软雅黑" panose="020B0503020204020204" pitchFamily="34" charset="-122"/>
                <a:ea typeface="微软雅黑" panose="020B0503020204020204" pitchFamily="34" charset="-122"/>
                <a:cs typeface="Droid Sans Fallback"/>
              </a:rPr>
              <a:t>)</a:t>
            </a:r>
          </a:p>
          <a:p>
            <a:pPr lvl="1"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产生式形如：</a:t>
            </a:r>
            <a:r>
              <a:rPr lang="zh-CN" altLang="en-US"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  </a:t>
            </a:r>
            <a:endParaRPr lang="zh-CN" altLang="en-US" sz="2400" dirty="0">
              <a:solidFill>
                <a:srgbClr val="404040"/>
              </a:solidFill>
              <a:latin typeface="微软雅黑" panose="020B0503020204020204" pitchFamily="34" charset="-122"/>
              <a:ea typeface="微软雅黑" panose="020B0503020204020204" pitchFamily="34" charset="-122"/>
              <a:cs typeface="Droid Sans Fallback"/>
            </a:endParaRPr>
          </a:p>
          <a:p>
            <a:pPr lvl="1"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其中：</a:t>
            </a:r>
            <a:r>
              <a:rPr lang="zh-CN" altLang="en-US"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V</a:t>
            </a:r>
            <a:r>
              <a:rPr lang="en-US" altLang="zh-CN" sz="2400" baseline="-25000" dirty="0">
                <a:solidFill>
                  <a:srgbClr val="404040"/>
                </a:solidFill>
                <a:latin typeface="微软雅黑" panose="020B0503020204020204" pitchFamily="34" charset="-122"/>
                <a:ea typeface="微软雅黑" panose="020B0503020204020204" pitchFamily="34" charset="-122"/>
                <a:cs typeface="Droid Sans Fallback"/>
              </a:rPr>
              <a:t>T</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 </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 V</a:t>
            </a:r>
            <a:r>
              <a:rPr lang="en-US" altLang="zh-CN" sz="2400" baseline="-25000" dirty="0">
                <a:solidFill>
                  <a:srgbClr val="404040"/>
                </a:solidFill>
                <a:latin typeface="微软雅黑" panose="020B0503020204020204" pitchFamily="34" charset="-122"/>
                <a:ea typeface="微软雅黑" panose="020B0503020204020204" pitchFamily="34" charset="-122"/>
                <a:cs typeface="Droid Sans Fallback"/>
              </a:rPr>
              <a:t>N</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a:t>
            </a: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且至少含有一个非终结符，</a:t>
            </a:r>
            <a:endParaRPr lang="en-US" altLang="zh-CN" sz="2400" dirty="0">
              <a:solidFill>
                <a:srgbClr val="404040"/>
              </a:solidFill>
              <a:latin typeface="微软雅黑" panose="020B0503020204020204" pitchFamily="34" charset="-122"/>
              <a:ea typeface="微软雅黑" panose="020B0503020204020204" pitchFamily="34" charset="-122"/>
              <a:cs typeface="Droid Sans Fallback"/>
            </a:endParaRPr>
          </a:p>
          <a:p>
            <a:pPr marL="457200" lvl="1" indent="0" eaLnBrk="1" hangingPunct="1">
              <a:lnSpc>
                <a:spcPct val="100000"/>
              </a:lnSpc>
              <a:spcBef>
                <a:spcPts val="1000"/>
              </a:spcBef>
              <a:spcAft>
                <a:spcPct val="0"/>
              </a:spcAft>
              <a:buClr>
                <a:srgbClr val="4F81BD"/>
              </a:buClr>
              <a:buSzPct val="80000"/>
              <a:buNone/>
            </a:pPr>
            <a:r>
              <a:rPr lang="zh-CN" altLang="en-US"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 </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V</a:t>
            </a:r>
            <a:r>
              <a:rPr lang="en-US" altLang="zh-CN" sz="2400" baseline="-25000" dirty="0">
                <a:solidFill>
                  <a:srgbClr val="404040"/>
                </a:solidFill>
                <a:latin typeface="微软雅黑" panose="020B0503020204020204" pitchFamily="34" charset="-122"/>
                <a:ea typeface="微软雅黑" panose="020B0503020204020204" pitchFamily="34" charset="-122"/>
                <a:cs typeface="Droid Sans Fallback"/>
              </a:rPr>
              <a:t>T</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 </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 V</a:t>
            </a:r>
            <a:r>
              <a:rPr lang="en-US" altLang="zh-CN" sz="2400" baseline="-25000" dirty="0">
                <a:solidFill>
                  <a:srgbClr val="404040"/>
                </a:solidFill>
                <a:latin typeface="微软雅黑" panose="020B0503020204020204" pitchFamily="34" charset="-122"/>
                <a:ea typeface="微软雅黑" panose="020B0503020204020204" pitchFamily="34" charset="-122"/>
                <a:cs typeface="Droid Sans Fallback"/>
              </a:rPr>
              <a:t>N</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a:t>
            </a:r>
          </a:p>
          <a:p>
            <a:pPr eaLnBrk="1" hangingPunct="1">
              <a:lnSpc>
                <a:spcPct val="100000"/>
              </a:lnSpc>
              <a:spcBef>
                <a:spcPts val="1000"/>
              </a:spcBef>
              <a:spcAft>
                <a:spcPct val="0"/>
              </a:spcAft>
              <a:buClr>
                <a:srgbClr val="4F81BD"/>
              </a:buClr>
              <a:buSzPct val="80000"/>
              <a:buFont typeface="Wingdings 3" panose="05040102010807070707" pitchFamily="18" charset="2"/>
              <a:buChar char=""/>
            </a:pPr>
            <a:r>
              <a:rPr lang="en-US" altLang="zh-CN" sz="2800" dirty="0">
                <a:solidFill>
                  <a:srgbClr val="404040"/>
                </a:solidFill>
                <a:latin typeface="微软雅黑" panose="020B0503020204020204" pitchFamily="34" charset="-122"/>
                <a:ea typeface="微软雅黑" panose="020B0503020204020204" pitchFamily="34" charset="-122"/>
                <a:cs typeface="Droid Sans Fallback"/>
              </a:rPr>
              <a:t>1</a:t>
            </a:r>
            <a:r>
              <a:rPr lang="zh-CN" altLang="en-US" sz="2800" dirty="0">
                <a:solidFill>
                  <a:srgbClr val="404040"/>
                </a:solidFill>
                <a:latin typeface="微软雅黑" panose="020B0503020204020204" pitchFamily="34" charset="-122"/>
                <a:ea typeface="微软雅黑" panose="020B0503020204020204" pitchFamily="34" charset="-122"/>
                <a:cs typeface="Droid Sans Fallback"/>
              </a:rPr>
              <a:t>型</a:t>
            </a:r>
            <a:r>
              <a:rPr lang="en-US" altLang="zh-CN" sz="2800" dirty="0">
                <a:solidFill>
                  <a:srgbClr val="404040"/>
                </a:solidFill>
                <a:latin typeface="微软雅黑" panose="020B0503020204020204" pitchFamily="34" charset="-122"/>
                <a:ea typeface="微软雅黑" panose="020B0503020204020204" pitchFamily="34" charset="-122"/>
                <a:cs typeface="Droid Sans Fallback"/>
              </a:rPr>
              <a:t>(</a:t>
            </a:r>
            <a:r>
              <a:rPr lang="zh-CN" altLang="en-US" sz="2800" noProof="1">
                <a:solidFill>
                  <a:srgbClr val="404040"/>
                </a:solidFill>
                <a:latin typeface="微软雅黑" panose="020B0503020204020204" pitchFamily="34" charset="-122"/>
                <a:ea typeface="微软雅黑" panose="020B0503020204020204" pitchFamily="34" charset="-122"/>
                <a:cs typeface="Droid Sans Fallback"/>
              </a:rPr>
              <a:t>上下文有关文法，线性界限自动机</a:t>
            </a:r>
            <a:r>
              <a:rPr lang="en-US" altLang="zh-CN" sz="2800" dirty="0">
                <a:solidFill>
                  <a:srgbClr val="404040"/>
                </a:solidFill>
                <a:latin typeface="微软雅黑" panose="020B0503020204020204" pitchFamily="34" charset="-122"/>
                <a:ea typeface="微软雅黑" panose="020B0503020204020204" pitchFamily="34" charset="-122"/>
                <a:cs typeface="Droid Sans Fallback"/>
              </a:rPr>
              <a:t>)</a:t>
            </a:r>
          </a:p>
          <a:p>
            <a:pPr lvl="1"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产生式形如：</a:t>
            </a:r>
            <a:r>
              <a:rPr lang="zh-CN" altLang="en-US"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  </a:t>
            </a:r>
            <a:endParaRPr lang="zh-CN" altLang="en-US" sz="2400" dirty="0">
              <a:solidFill>
                <a:srgbClr val="404040"/>
              </a:solidFill>
              <a:latin typeface="微软雅黑" panose="020B0503020204020204" pitchFamily="34" charset="-122"/>
              <a:ea typeface="微软雅黑" panose="020B0503020204020204" pitchFamily="34" charset="-122"/>
              <a:cs typeface="Droid Sans Fallback"/>
            </a:endParaRPr>
          </a:p>
          <a:p>
            <a:pPr lvl="1"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其中：</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 ||</a:t>
            </a:r>
            <a:r>
              <a:rPr lang="zh-CN" altLang="en-US"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，仅 </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S </a:t>
            </a:r>
            <a:r>
              <a:rPr lang="zh-CN" altLang="en-US"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例外</a:t>
            </a:r>
            <a:endParaRPr lang="zh-CN" altLang="en-US" sz="2400" dirty="0">
              <a:solidFill>
                <a:srgbClr val="404040"/>
              </a:solidFill>
              <a:latin typeface="微软雅黑" panose="020B0503020204020204" pitchFamily="34" charset="-122"/>
              <a:ea typeface="微软雅黑" panose="020B0503020204020204" pitchFamily="34" charset="-122"/>
              <a:cs typeface="Droid Sans Fallback"/>
            </a:endParaRPr>
          </a:p>
        </p:txBody>
      </p:sp>
      <p:sp>
        <p:nvSpPr>
          <p:cNvPr id="10" name="矩形 9">
            <a:extLst>
              <a:ext uri="{FF2B5EF4-FFF2-40B4-BE49-F238E27FC236}">
                <a16:creationId xmlns:a16="http://schemas.microsoft.com/office/drawing/2014/main" id="{27755EC5-D996-AE29-2264-257A15695291}"/>
              </a:ext>
            </a:extLst>
          </p:cNvPr>
          <p:cNvSpPr/>
          <p:nvPr/>
        </p:nvSpPr>
        <p:spPr>
          <a:xfrm>
            <a:off x="4432300" y="1539875"/>
            <a:ext cx="4669355" cy="461665"/>
          </a:xfrm>
          <a:prstGeom prst="rect">
            <a:avLst/>
          </a:prstGeom>
        </p:spPr>
        <p:txBody>
          <a:bodyPr wrap="none">
            <a:spAutoFit/>
          </a:bodyPr>
          <a:lstStyle/>
          <a:p>
            <a:pPr defTabSz="457200" eaLnBrk="1" fontAlgn="auto" hangingPunct="1">
              <a:spcBef>
                <a:spcPts val="0"/>
              </a:spcBef>
              <a:spcAft>
                <a:spcPts val="0"/>
              </a:spcAft>
              <a:defRPr/>
            </a:pPr>
            <a:r>
              <a:rPr lang="zh-CN" altLang="en-US" sz="2400"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  </a:t>
            </a:r>
            <a:r>
              <a:rPr lang="zh-CN" altLang="en-US" sz="2400" dirty="0">
                <a:solidFill>
                  <a:srgbClr val="C00000"/>
                </a:solidFill>
                <a:latin typeface="Arial" panose="020B0604020202020204"/>
                <a:ea typeface="黑体" panose="02010609060101010101" pitchFamily="49" charset="-122"/>
                <a:cs typeface="+mn-cs"/>
                <a:sym typeface="Symbol" panose="05050102010706020507" pitchFamily="18" charset="2"/>
              </a:rPr>
              <a:t>， </a:t>
            </a:r>
            <a:r>
              <a:rPr lang="zh-CN" altLang="en-US" sz="2400"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400" dirty="0">
                <a:solidFill>
                  <a:srgbClr val="C00000"/>
                </a:solidFill>
                <a:latin typeface="Arial" panose="020B0604020202020204"/>
                <a:ea typeface="黑体" panose="02010609060101010101" pitchFamily="49" charset="-122"/>
                <a:cs typeface="+mn-cs"/>
                <a:sym typeface="Symbol" panose="05050102010706020507" pitchFamily="18" charset="2"/>
              </a:rPr>
              <a:t></a:t>
            </a:r>
            <a:r>
              <a:rPr lang="en-US" altLang="zh-CN" sz="2400" dirty="0">
                <a:solidFill>
                  <a:srgbClr val="C00000"/>
                </a:solidFill>
                <a:latin typeface="Arial" panose="020B0604020202020204"/>
                <a:ea typeface="黑体" panose="02010609060101010101" pitchFamily="49" charset="-122"/>
                <a:cs typeface="+mn-cs"/>
              </a:rPr>
              <a:t>V</a:t>
            </a:r>
            <a:r>
              <a:rPr lang="en-US" altLang="zh-CN" sz="2400" baseline="-25000" dirty="0">
                <a:solidFill>
                  <a:srgbClr val="C00000"/>
                </a:solidFill>
                <a:latin typeface="Arial" panose="020B0604020202020204"/>
                <a:ea typeface="黑体" panose="02010609060101010101" pitchFamily="49" charset="-122"/>
                <a:cs typeface="+mn-cs"/>
              </a:rPr>
              <a:t>N</a:t>
            </a:r>
            <a:r>
              <a:rPr lang="zh-CN" altLang="en-US" sz="2400" dirty="0">
                <a:solidFill>
                  <a:srgbClr val="C00000"/>
                </a:solidFill>
                <a:latin typeface="Arial" panose="020B0604020202020204"/>
                <a:ea typeface="黑体" panose="02010609060101010101" pitchFamily="49" charset="-122"/>
                <a:cs typeface="+mn-cs"/>
              </a:rPr>
              <a:t>， </a:t>
            </a:r>
            <a:r>
              <a:rPr lang="zh-CN" altLang="en-US" sz="2400"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solidFill>
                  <a:srgbClr val="C00000"/>
                </a:solidFill>
                <a:latin typeface="Arial" panose="020B0604020202020204"/>
                <a:ea typeface="黑体" panose="02010609060101010101" pitchFamily="49" charset="-122"/>
                <a:cs typeface="+mn-cs"/>
                <a:sym typeface="Symbol" panose="05050102010706020507" pitchFamily="18" charset="2"/>
              </a:rPr>
              <a:t>  </a:t>
            </a:r>
            <a:r>
              <a:rPr lang="en-US" altLang="zh-CN" sz="2400" dirty="0">
                <a:solidFill>
                  <a:srgbClr val="C00000"/>
                </a:solidFill>
                <a:latin typeface="Arial" panose="020B0604020202020204"/>
                <a:ea typeface="黑体" panose="02010609060101010101" pitchFamily="49" charset="-122"/>
                <a:cs typeface="+mn-cs"/>
                <a:sym typeface="Symbol" panose="05050102010706020507" pitchFamily="18" charset="2"/>
              </a:rPr>
              <a:t>(</a:t>
            </a:r>
            <a:r>
              <a:rPr lang="en-US" altLang="zh-CN" sz="2400" dirty="0">
                <a:solidFill>
                  <a:srgbClr val="C00000"/>
                </a:solidFill>
                <a:latin typeface="Arial" panose="020B0604020202020204"/>
                <a:ea typeface="黑体" panose="02010609060101010101" pitchFamily="49" charset="-122"/>
                <a:cs typeface="+mn-cs"/>
              </a:rPr>
              <a:t>V</a:t>
            </a:r>
            <a:r>
              <a:rPr lang="en-US" altLang="zh-CN" sz="2400" baseline="-25000" dirty="0">
                <a:solidFill>
                  <a:srgbClr val="C00000"/>
                </a:solidFill>
                <a:latin typeface="Arial" panose="020B0604020202020204"/>
                <a:ea typeface="黑体" panose="02010609060101010101" pitchFamily="49" charset="-122"/>
                <a:cs typeface="+mn-cs"/>
              </a:rPr>
              <a:t>T</a:t>
            </a:r>
            <a:r>
              <a:rPr lang="en-US" altLang="zh-CN" sz="2400" dirty="0">
                <a:solidFill>
                  <a:srgbClr val="C00000"/>
                </a:solidFill>
                <a:latin typeface="Arial" panose="020B0604020202020204"/>
                <a:ea typeface="黑体" panose="02010609060101010101" pitchFamily="49" charset="-122"/>
                <a:cs typeface="+mn-cs"/>
              </a:rPr>
              <a:t> </a:t>
            </a:r>
            <a:r>
              <a:rPr lang="en-US" altLang="zh-CN" sz="2400" dirty="0">
                <a:solidFill>
                  <a:srgbClr val="C00000"/>
                </a:solidFill>
                <a:latin typeface="Arial" panose="020B0604020202020204"/>
                <a:ea typeface="黑体" panose="02010609060101010101" pitchFamily="49" charset="-122"/>
                <a:cs typeface="+mn-cs"/>
                <a:sym typeface="Symbol" panose="05050102010706020507" pitchFamily="18" charset="2"/>
              </a:rPr>
              <a:t></a:t>
            </a:r>
            <a:r>
              <a:rPr lang="en-US" altLang="zh-CN" sz="2400" dirty="0">
                <a:solidFill>
                  <a:srgbClr val="C00000"/>
                </a:solidFill>
                <a:latin typeface="Arial" panose="020B0604020202020204"/>
                <a:ea typeface="黑体" panose="02010609060101010101" pitchFamily="49" charset="-122"/>
                <a:cs typeface="+mn-cs"/>
              </a:rPr>
              <a:t> V</a:t>
            </a:r>
            <a:r>
              <a:rPr lang="en-US" altLang="zh-CN" sz="2400" baseline="-25000" dirty="0">
                <a:solidFill>
                  <a:srgbClr val="C00000"/>
                </a:solidFill>
                <a:latin typeface="Arial" panose="020B0604020202020204"/>
                <a:ea typeface="黑体" panose="02010609060101010101" pitchFamily="49" charset="-122"/>
                <a:cs typeface="+mn-cs"/>
              </a:rPr>
              <a:t>N</a:t>
            </a:r>
            <a:r>
              <a:rPr lang="en-US" altLang="zh-CN" sz="2400" dirty="0">
                <a:solidFill>
                  <a:srgbClr val="C00000"/>
                </a:solidFill>
                <a:latin typeface="Arial" panose="020B0604020202020204"/>
                <a:ea typeface="黑体" panose="02010609060101010101" pitchFamily="49" charset="-122"/>
                <a:cs typeface="+mn-cs"/>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wipe(left)">
                                      <p:cBhvr>
                                        <p:cTn id="10" dur="500"/>
                                        <p:tgtEl>
                                          <p:spTgt spid="9">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wipe(left)">
                                      <p:cBhvr>
                                        <p:cTn id="13" dur="500"/>
                                        <p:tgtEl>
                                          <p:spTgt spid="9">
                                            <p:txEl>
                                              <p:pRg st="2" end="2"/>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wipe(left)">
                                      <p:cBhvr>
                                        <p:cTn id="16" dur="500"/>
                                        <p:tgtEl>
                                          <p:spTgt spid="9">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
                                            <p:txEl>
                                              <p:pRg st="4" end="4"/>
                                            </p:txEl>
                                          </p:spTgt>
                                        </p:tgtEl>
                                        <p:attrNameLst>
                                          <p:attrName>style.visibility</p:attrName>
                                        </p:attrNameLst>
                                      </p:cBhvr>
                                      <p:to>
                                        <p:strVal val="visible"/>
                                      </p:to>
                                    </p:set>
                                    <p:animEffect transition="in" filter="wipe(left)">
                                      <p:cBhvr>
                                        <p:cTn id="26" dur="500"/>
                                        <p:tgtEl>
                                          <p:spTgt spid="9">
                                            <p:txEl>
                                              <p:pRg st="4" end="4"/>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9">
                                            <p:txEl>
                                              <p:pRg st="5" end="5"/>
                                            </p:txEl>
                                          </p:spTgt>
                                        </p:tgtEl>
                                        <p:attrNameLst>
                                          <p:attrName>style.visibility</p:attrName>
                                        </p:attrNameLst>
                                      </p:cBhvr>
                                      <p:to>
                                        <p:strVal val="visible"/>
                                      </p:to>
                                    </p:set>
                                    <p:animEffect transition="in" filter="wipe(left)">
                                      <p:cBhvr>
                                        <p:cTn id="29" dur="500"/>
                                        <p:tgtEl>
                                          <p:spTgt spid="9">
                                            <p:txEl>
                                              <p:pRg st="5" end="5"/>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wipe(left)">
                                      <p:cBhvr>
                                        <p:cTn id="32"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5">
            <a:extLst>
              <a:ext uri="{FF2B5EF4-FFF2-40B4-BE49-F238E27FC236}">
                <a16:creationId xmlns:a16="http://schemas.microsoft.com/office/drawing/2014/main" id="{F65FEA5A-A238-36CB-7E86-A92DB7F5BC67}"/>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0963" name="Slide Number Placeholder 6">
            <a:extLst>
              <a:ext uri="{FF2B5EF4-FFF2-40B4-BE49-F238E27FC236}">
                <a16:creationId xmlns:a16="http://schemas.microsoft.com/office/drawing/2014/main" id="{914DD8FD-C1BF-1C65-3172-B407690F443D}"/>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16</a:t>
            </a:fld>
            <a:endParaRPr lang="en-GB" altLang="en-US" sz="1200">
              <a:latin typeface="Comic Sans MS" panose="030F0702030302020204" pitchFamily="66" charset="0"/>
              <a:ea typeface="宋体" panose="02010600030101010101" pitchFamily="2" charset="-122"/>
            </a:endParaRPr>
          </a:p>
        </p:txBody>
      </p:sp>
      <p:sp>
        <p:nvSpPr>
          <p:cNvPr id="40964" name="日期占位符 7">
            <a:extLst>
              <a:ext uri="{FF2B5EF4-FFF2-40B4-BE49-F238E27FC236}">
                <a16:creationId xmlns:a16="http://schemas.microsoft.com/office/drawing/2014/main" id="{AD40BE48-B570-F2E3-0D39-FA2DDE891D15}"/>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0965" name="Rectangle 2">
            <a:extLst>
              <a:ext uri="{FF2B5EF4-FFF2-40B4-BE49-F238E27FC236}">
                <a16:creationId xmlns:a16="http://schemas.microsoft.com/office/drawing/2014/main" id="{957A84A7-E538-6BC8-92A3-5A2BF5C2ABE8}"/>
              </a:ext>
            </a:extLst>
          </p:cNvPr>
          <p:cNvSpPr>
            <a:spLocks noGrp="1" noChangeArrowheads="1"/>
          </p:cNvSpPr>
          <p:nvPr>
            <p:ph type="title" idx="4294967295"/>
          </p:nvPr>
        </p:nvSpPr>
        <p:spPr/>
        <p:txBody>
          <a:bodyPr/>
          <a:lstStyle/>
          <a:p>
            <a:pPr eaLnBrk="1" hangingPunct="1"/>
            <a:r>
              <a:rPr lang="zh-CN" altLang="en-US" sz="4800">
                <a:ea typeface="楷体_GB2312"/>
              </a:rPr>
              <a:t>文法的分类 </a:t>
            </a:r>
            <a:r>
              <a:rPr lang="zh-CN" altLang="en-US" sz="4800">
                <a:latin typeface="Times New Roman" panose="02020603050405020304" pitchFamily="18" charset="0"/>
                <a:ea typeface="仿宋_GB2312"/>
                <a:cs typeface="仿宋_GB2312"/>
                <a:sym typeface="Symbol" panose="05050102010706020507" pitchFamily="18" charset="2"/>
              </a:rPr>
              <a:t></a:t>
            </a:r>
            <a:r>
              <a:rPr lang="zh-CN" altLang="en-US" sz="4800">
                <a:latin typeface="Times New Roman" panose="02020603050405020304" pitchFamily="18" charset="0"/>
                <a:ea typeface="仿宋_GB2312"/>
                <a:cs typeface="仿宋_GB2312"/>
              </a:rPr>
              <a:t>→</a:t>
            </a:r>
            <a:r>
              <a:rPr lang="zh-CN" altLang="en-US" sz="4800">
                <a:latin typeface="Times New Roman" panose="02020603050405020304" pitchFamily="18" charset="0"/>
                <a:ea typeface="仿宋_GB2312"/>
                <a:cs typeface="仿宋_GB2312"/>
                <a:sym typeface="Symbol" panose="05050102010706020507" pitchFamily="18" charset="2"/>
              </a:rPr>
              <a:t></a:t>
            </a:r>
            <a:endParaRPr lang="zh-CN" altLang="en-US" sz="4800">
              <a:ea typeface="楷体_GB2312"/>
            </a:endParaRPr>
          </a:p>
        </p:txBody>
      </p:sp>
      <p:sp>
        <p:nvSpPr>
          <p:cNvPr id="8" name="Rectangle 12">
            <a:extLst>
              <a:ext uri="{FF2B5EF4-FFF2-40B4-BE49-F238E27FC236}">
                <a16:creationId xmlns:a16="http://schemas.microsoft.com/office/drawing/2014/main" id="{5768C80C-8B14-1EDA-FF81-6494740E37AD}"/>
              </a:ext>
            </a:extLst>
          </p:cNvPr>
          <p:cNvSpPr txBox="1">
            <a:spLocks noChangeArrowheads="1"/>
          </p:cNvSpPr>
          <p:nvPr/>
        </p:nvSpPr>
        <p:spPr bwMode="auto">
          <a:xfrm>
            <a:off x="630238" y="1824038"/>
            <a:ext cx="78867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90000"/>
              </a:lnSpc>
              <a:spcBef>
                <a:spcPts val="1000"/>
              </a:spcBef>
              <a:spcAft>
                <a:spcPct val="0"/>
              </a:spcAft>
              <a:buClr>
                <a:srgbClr val="4F81BD"/>
              </a:buClr>
              <a:buSzPct val="80000"/>
              <a:buFont typeface="Wingdings 3" panose="05040102010807070707" pitchFamily="18" charset="2"/>
              <a:buChar char=""/>
            </a:pPr>
            <a:r>
              <a:rPr kumimoji="1" lang="en-US" altLang="zh-CN" sz="2800">
                <a:solidFill>
                  <a:srgbClr val="404040"/>
                </a:solidFill>
                <a:latin typeface="微软雅黑" panose="020B0503020204020204" pitchFamily="34" charset="-122"/>
                <a:ea typeface="微软雅黑" panose="020B0503020204020204" pitchFamily="34" charset="-122"/>
                <a:cs typeface="Droid Sans Fallback"/>
              </a:rPr>
              <a:t>2</a:t>
            </a:r>
            <a:r>
              <a:rPr kumimoji="1" lang="zh-CN" altLang="en-US" sz="2800">
                <a:solidFill>
                  <a:srgbClr val="404040"/>
                </a:solidFill>
                <a:latin typeface="微软雅黑" panose="020B0503020204020204" pitchFamily="34" charset="-122"/>
                <a:ea typeface="微软雅黑" panose="020B0503020204020204" pitchFamily="34" charset="-122"/>
                <a:cs typeface="Droid Sans Fallback"/>
              </a:rPr>
              <a:t>型</a:t>
            </a:r>
            <a:r>
              <a:rPr kumimoji="1" lang="en-US" altLang="zh-CN" sz="2800">
                <a:solidFill>
                  <a:srgbClr val="404040"/>
                </a:solidFill>
                <a:latin typeface="微软雅黑" panose="020B0503020204020204" pitchFamily="34" charset="-122"/>
                <a:ea typeface="微软雅黑" panose="020B0503020204020204" pitchFamily="34" charset="-122"/>
                <a:cs typeface="Droid Sans Fallback"/>
              </a:rPr>
              <a:t>(</a:t>
            </a:r>
            <a:r>
              <a:rPr kumimoji="1" lang="zh-CN" altLang="en-US" sz="2800" noProof="1">
                <a:solidFill>
                  <a:srgbClr val="404040"/>
                </a:solidFill>
                <a:latin typeface="微软雅黑" panose="020B0503020204020204" pitchFamily="34" charset="-122"/>
                <a:ea typeface="微软雅黑" panose="020B0503020204020204" pitchFamily="34" charset="-122"/>
                <a:cs typeface="Droid Sans Fallback"/>
              </a:rPr>
              <a:t>上下文无关文法，非确定下推自动机</a:t>
            </a:r>
            <a:r>
              <a:rPr kumimoji="1" lang="en-US" altLang="zh-CN" sz="2800">
                <a:solidFill>
                  <a:srgbClr val="404040"/>
                </a:solidFill>
                <a:latin typeface="微软雅黑" panose="020B0503020204020204" pitchFamily="34" charset="-122"/>
                <a:ea typeface="微软雅黑" panose="020B0503020204020204" pitchFamily="34" charset="-122"/>
                <a:cs typeface="Droid Sans Fallback"/>
              </a:rPr>
              <a:t>)</a:t>
            </a:r>
          </a:p>
          <a:p>
            <a:pPr lvl="1" eaLnBrk="1" hangingPunct="1">
              <a:lnSpc>
                <a:spcPct val="90000"/>
              </a:lnSpc>
              <a:spcBef>
                <a:spcPts val="1000"/>
              </a:spcBef>
              <a:spcAft>
                <a:spcPct val="0"/>
              </a:spcAft>
              <a:buClr>
                <a:srgbClr val="4F81BD"/>
              </a:buClr>
              <a:buSzPct val="80000"/>
              <a:buFont typeface="Wingdings 3" panose="05040102010807070707" pitchFamily="18" charset="2"/>
              <a:buChar char=""/>
            </a:pPr>
            <a:r>
              <a:rPr kumimoji="1" lang="zh-CN" altLang="en-US" sz="2400">
                <a:solidFill>
                  <a:srgbClr val="404040"/>
                </a:solidFill>
                <a:latin typeface="微软雅黑" panose="020B0503020204020204" pitchFamily="34" charset="-122"/>
                <a:ea typeface="微软雅黑" panose="020B0503020204020204" pitchFamily="34" charset="-122"/>
                <a:cs typeface="Droid Sans Fallback"/>
              </a:rPr>
              <a:t>产生式形如：</a:t>
            </a:r>
            <a:r>
              <a:rPr kumimoji="1" lang="zh-CN" altLang="en-US" sz="24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a:t>
            </a:r>
            <a:r>
              <a:rPr kumimoji="1" lang="en-US" altLang="zh-CN" sz="24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   </a:t>
            </a:r>
            <a:endParaRPr kumimoji="1" lang="en-US" altLang="zh-CN" sz="2400">
              <a:solidFill>
                <a:srgbClr val="404040"/>
              </a:solidFill>
              <a:latin typeface="微软雅黑" panose="020B0503020204020204" pitchFamily="34" charset="-122"/>
              <a:ea typeface="微软雅黑" panose="020B0503020204020204" pitchFamily="34" charset="-122"/>
              <a:cs typeface="Droid Sans Fallback"/>
            </a:endParaRPr>
          </a:p>
          <a:p>
            <a:pPr lvl="1" eaLnBrk="1" hangingPunct="1">
              <a:lnSpc>
                <a:spcPct val="90000"/>
              </a:lnSpc>
              <a:spcBef>
                <a:spcPts val="1000"/>
              </a:spcBef>
              <a:spcAft>
                <a:spcPct val="0"/>
              </a:spcAft>
              <a:buClr>
                <a:srgbClr val="4F81BD"/>
              </a:buClr>
              <a:buSzPct val="80000"/>
              <a:buFont typeface="Wingdings 3" panose="05040102010807070707" pitchFamily="18" charset="2"/>
              <a:buChar char=""/>
            </a:pPr>
            <a:r>
              <a:rPr kumimoji="1" lang="zh-CN" altLang="en-US" sz="2400">
                <a:solidFill>
                  <a:srgbClr val="404040"/>
                </a:solidFill>
                <a:latin typeface="微软雅黑" panose="020B0503020204020204" pitchFamily="34" charset="-122"/>
                <a:ea typeface="微软雅黑" panose="020B0503020204020204" pitchFamily="34" charset="-122"/>
                <a:cs typeface="Droid Sans Fallback"/>
              </a:rPr>
              <a:t>其中：</a:t>
            </a:r>
            <a:r>
              <a:rPr kumimoji="1" lang="en-US" altLang="zh-CN" sz="24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 </a:t>
            </a:r>
            <a:r>
              <a:rPr kumimoji="1" lang="en-US" altLang="zh-CN" sz="2400">
                <a:solidFill>
                  <a:srgbClr val="404040"/>
                </a:solidFill>
                <a:latin typeface="微软雅黑" panose="020B0503020204020204" pitchFamily="34" charset="-122"/>
                <a:ea typeface="微软雅黑" panose="020B0503020204020204" pitchFamily="34" charset="-122"/>
                <a:cs typeface="Droid Sans Fallback"/>
              </a:rPr>
              <a:t>V</a:t>
            </a:r>
            <a:r>
              <a:rPr kumimoji="1" lang="en-US" altLang="zh-CN" sz="2400" baseline="-25000">
                <a:solidFill>
                  <a:srgbClr val="404040"/>
                </a:solidFill>
                <a:latin typeface="微软雅黑" panose="020B0503020204020204" pitchFamily="34" charset="-122"/>
                <a:ea typeface="微软雅黑" panose="020B0503020204020204" pitchFamily="34" charset="-122"/>
                <a:cs typeface="Droid Sans Fallback"/>
              </a:rPr>
              <a:t>N</a:t>
            </a:r>
            <a:r>
              <a:rPr kumimoji="1" lang="zh-CN" altLang="en-US" sz="2400">
                <a:solidFill>
                  <a:srgbClr val="404040"/>
                </a:solidFill>
                <a:latin typeface="微软雅黑" panose="020B0503020204020204" pitchFamily="34" charset="-122"/>
                <a:ea typeface="微软雅黑" panose="020B0503020204020204" pitchFamily="34" charset="-122"/>
                <a:cs typeface="Droid Sans Fallback"/>
              </a:rPr>
              <a:t>；</a:t>
            </a:r>
            <a:r>
              <a:rPr kumimoji="1" lang="zh-CN" altLang="en-US" sz="24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a:t>
            </a:r>
            <a:r>
              <a:rPr kumimoji="1" lang="en-US" altLang="zh-CN" sz="24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kumimoji="1" lang="en-US" altLang="zh-CN" sz="2400">
                <a:solidFill>
                  <a:srgbClr val="404040"/>
                </a:solidFill>
                <a:latin typeface="微软雅黑" panose="020B0503020204020204" pitchFamily="34" charset="-122"/>
                <a:ea typeface="微软雅黑" panose="020B0503020204020204" pitchFamily="34" charset="-122"/>
                <a:cs typeface="Droid Sans Fallback"/>
              </a:rPr>
              <a:t>V</a:t>
            </a:r>
            <a:r>
              <a:rPr kumimoji="1" lang="en-US" altLang="zh-CN" sz="2400" baseline="-25000">
                <a:solidFill>
                  <a:srgbClr val="404040"/>
                </a:solidFill>
                <a:latin typeface="微软雅黑" panose="020B0503020204020204" pitchFamily="34" charset="-122"/>
                <a:ea typeface="微软雅黑" panose="020B0503020204020204" pitchFamily="34" charset="-122"/>
                <a:cs typeface="Droid Sans Fallback"/>
              </a:rPr>
              <a:t>T</a:t>
            </a:r>
            <a:r>
              <a:rPr kumimoji="1" lang="en-US" altLang="zh-CN" sz="2400">
                <a:solidFill>
                  <a:srgbClr val="404040"/>
                </a:solidFill>
                <a:latin typeface="微软雅黑" panose="020B0503020204020204" pitchFamily="34" charset="-122"/>
                <a:ea typeface="微软雅黑" panose="020B0503020204020204" pitchFamily="34" charset="-122"/>
                <a:cs typeface="Droid Sans Fallback"/>
              </a:rPr>
              <a:t> </a:t>
            </a:r>
            <a:r>
              <a:rPr kumimoji="1" lang="en-US" altLang="zh-CN" sz="24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kumimoji="1" lang="en-US" altLang="zh-CN" sz="2400">
                <a:solidFill>
                  <a:srgbClr val="404040"/>
                </a:solidFill>
                <a:latin typeface="微软雅黑" panose="020B0503020204020204" pitchFamily="34" charset="-122"/>
                <a:ea typeface="微软雅黑" panose="020B0503020204020204" pitchFamily="34" charset="-122"/>
                <a:cs typeface="Droid Sans Fallback"/>
              </a:rPr>
              <a:t> V</a:t>
            </a:r>
            <a:r>
              <a:rPr kumimoji="1" lang="en-US" altLang="zh-CN" sz="2400" baseline="-25000">
                <a:solidFill>
                  <a:srgbClr val="404040"/>
                </a:solidFill>
                <a:latin typeface="微软雅黑" panose="020B0503020204020204" pitchFamily="34" charset="-122"/>
                <a:ea typeface="微软雅黑" panose="020B0503020204020204" pitchFamily="34" charset="-122"/>
                <a:cs typeface="Droid Sans Fallback"/>
              </a:rPr>
              <a:t>N</a:t>
            </a:r>
            <a:r>
              <a:rPr kumimoji="1" lang="en-US" altLang="zh-CN" sz="2400">
                <a:solidFill>
                  <a:srgbClr val="404040"/>
                </a:solidFill>
                <a:latin typeface="微软雅黑" panose="020B0503020204020204" pitchFamily="34" charset="-122"/>
                <a:ea typeface="微软雅黑" panose="020B0503020204020204" pitchFamily="34" charset="-122"/>
                <a:cs typeface="Droid Sans Fallback"/>
              </a:rPr>
              <a:t>)*</a:t>
            </a:r>
            <a:endParaRPr kumimoji="1" lang="en-US" altLang="zh-CN" sz="24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endParaRPr>
          </a:p>
          <a:p>
            <a:pPr eaLnBrk="1" hangingPunct="1">
              <a:lnSpc>
                <a:spcPct val="90000"/>
              </a:lnSpc>
              <a:spcBef>
                <a:spcPct val="40000"/>
              </a:spcBef>
              <a:spcAft>
                <a:spcPct val="0"/>
              </a:spcAft>
              <a:buClr>
                <a:srgbClr val="4F81BD"/>
              </a:buClr>
              <a:buSzPct val="80000"/>
              <a:buFont typeface="Wingdings 3" panose="05040102010807070707" pitchFamily="18" charset="2"/>
              <a:buChar char=""/>
            </a:pPr>
            <a:r>
              <a:rPr kumimoji="1" lang="en-US" altLang="zh-CN" sz="2800">
                <a:solidFill>
                  <a:srgbClr val="404040"/>
                </a:solidFill>
                <a:latin typeface="微软雅黑" panose="020B0503020204020204" pitchFamily="34" charset="-122"/>
                <a:ea typeface="微软雅黑" panose="020B0503020204020204" pitchFamily="34" charset="-122"/>
                <a:cs typeface="Droid Sans Fallback"/>
              </a:rPr>
              <a:t>3</a:t>
            </a:r>
            <a:r>
              <a:rPr kumimoji="1" lang="zh-CN" altLang="en-US" sz="2800">
                <a:solidFill>
                  <a:srgbClr val="404040"/>
                </a:solidFill>
                <a:latin typeface="微软雅黑" panose="020B0503020204020204" pitchFamily="34" charset="-122"/>
                <a:ea typeface="微软雅黑" panose="020B0503020204020204" pitchFamily="34" charset="-122"/>
                <a:cs typeface="Droid Sans Fallback"/>
              </a:rPr>
              <a:t>型</a:t>
            </a:r>
            <a:r>
              <a:rPr kumimoji="1" lang="en-US" altLang="zh-CN" sz="2800">
                <a:solidFill>
                  <a:srgbClr val="404040"/>
                </a:solidFill>
                <a:latin typeface="微软雅黑" panose="020B0503020204020204" pitchFamily="34" charset="-122"/>
                <a:ea typeface="微软雅黑" panose="020B0503020204020204" pitchFamily="34" charset="-122"/>
                <a:cs typeface="Droid Sans Fallback"/>
              </a:rPr>
              <a:t>(</a:t>
            </a:r>
            <a:r>
              <a:rPr kumimoji="1" lang="zh-CN" altLang="en-US" sz="2800" noProof="1">
                <a:solidFill>
                  <a:srgbClr val="404040"/>
                </a:solidFill>
                <a:latin typeface="微软雅黑" panose="020B0503020204020204" pitchFamily="34" charset="-122"/>
                <a:ea typeface="微软雅黑" panose="020B0503020204020204" pitchFamily="34" charset="-122"/>
                <a:cs typeface="Droid Sans Fallback"/>
              </a:rPr>
              <a:t>正规文法，有限自动机</a:t>
            </a:r>
            <a:r>
              <a:rPr kumimoji="1" lang="en-US" altLang="zh-CN" sz="2800">
                <a:solidFill>
                  <a:srgbClr val="404040"/>
                </a:solidFill>
                <a:latin typeface="微软雅黑" panose="020B0503020204020204" pitchFamily="34" charset="-122"/>
                <a:ea typeface="微软雅黑" panose="020B0503020204020204" pitchFamily="34" charset="-122"/>
                <a:cs typeface="Droid Sans Fallback"/>
              </a:rPr>
              <a:t>)</a:t>
            </a:r>
          </a:p>
          <a:p>
            <a:pPr lvl="1" eaLnBrk="1" hangingPunct="1">
              <a:lnSpc>
                <a:spcPct val="90000"/>
              </a:lnSpc>
              <a:spcBef>
                <a:spcPts val="1000"/>
              </a:spcBef>
              <a:spcAft>
                <a:spcPct val="0"/>
              </a:spcAft>
              <a:buClr>
                <a:srgbClr val="4F81BD"/>
              </a:buClr>
              <a:buSzPct val="80000"/>
              <a:buFont typeface="Wingdings 3" panose="05040102010807070707" pitchFamily="18" charset="2"/>
              <a:buChar char=""/>
            </a:pPr>
            <a:r>
              <a:rPr kumimoji="1" lang="zh-CN" altLang="en-US" sz="2400">
                <a:solidFill>
                  <a:srgbClr val="006600"/>
                </a:solidFill>
                <a:latin typeface="微软雅黑" panose="020B0503020204020204" pitchFamily="34" charset="-122"/>
                <a:ea typeface="微软雅黑" panose="020B0503020204020204" pitchFamily="34" charset="-122"/>
                <a:cs typeface="Droid Sans Fallback"/>
              </a:rPr>
              <a:t>产生式形如：</a:t>
            </a:r>
            <a:r>
              <a:rPr kumimoji="1" lang="zh-CN" altLang="en-US" sz="2400">
                <a:solidFill>
                  <a:srgbClr val="00660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a:t>
            </a:r>
            <a:r>
              <a:rPr kumimoji="1" lang="en-US" altLang="zh-CN" sz="2400">
                <a:solidFill>
                  <a:srgbClr val="00660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  B </a:t>
            </a:r>
            <a:r>
              <a:rPr kumimoji="1" lang="zh-CN" altLang="en-US" sz="2400">
                <a:solidFill>
                  <a:srgbClr val="006600"/>
                </a:solidFill>
                <a:latin typeface="微软雅黑" panose="020B0503020204020204" pitchFamily="34" charset="-122"/>
                <a:ea typeface="微软雅黑" panose="020B0503020204020204" pitchFamily="34" charset="-122"/>
                <a:cs typeface="Droid Sans Fallback"/>
              </a:rPr>
              <a:t>或 </a:t>
            </a:r>
            <a:r>
              <a:rPr kumimoji="1" lang="en-US" altLang="zh-CN" sz="2400">
                <a:solidFill>
                  <a:srgbClr val="00660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  </a:t>
            </a:r>
            <a:endParaRPr kumimoji="1" lang="en-US" altLang="zh-CN" sz="2400">
              <a:solidFill>
                <a:srgbClr val="006600"/>
              </a:solidFill>
              <a:latin typeface="微软雅黑" panose="020B0503020204020204" pitchFamily="34" charset="-122"/>
              <a:ea typeface="微软雅黑" panose="020B0503020204020204" pitchFamily="34" charset="-122"/>
              <a:cs typeface="Droid Sans Fallback"/>
            </a:endParaRPr>
          </a:p>
          <a:p>
            <a:pPr lvl="1" eaLnBrk="1" hangingPunct="1">
              <a:lnSpc>
                <a:spcPct val="90000"/>
              </a:lnSpc>
              <a:spcBef>
                <a:spcPts val="1000"/>
              </a:spcBef>
              <a:spcAft>
                <a:spcPct val="0"/>
              </a:spcAft>
              <a:buClr>
                <a:srgbClr val="4F81BD"/>
              </a:buClr>
              <a:buSzPct val="80000"/>
              <a:buFont typeface="Wingdings 3" panose="05040102010807070707" pitchFamily="18" charset="2"/>
              <a:buChar char=""/>
            </a:pPr>
            <a:r>
              <a:rPr kumimoji="1" lang="zh-CN" altLang="en-US" sz="2400">
                <a:solidFill>
                  <a:srgbClr val="006600"/>
                </a:solidFill>
                <a:latin typeface="微软雅黑" panose="020B0503020204020204" pitchFamily="34" charset="-122"/>
                <a:ea typeface="微软雅黑" panose="020B0503020204020204" pitchFamily="34" charset="-122"/>
                <a:cs typeface="Droid Sans Fallback"/>
              </a:rPr>
              <a:t>其中：</a:t>
            </a:r>
            <a:r>
              <a:rPr kumimoji="1" lang="zh-CN" altLang="en-US" sz="2400">
                <a:solidFill>
                  <a:srgbClr val="00660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 </a:t>
            </a:r>
            <a:r>
              <a:rPr kumimoji="1" lang="en-US" altLang="zh-CN" sz="2400">
                <a:solidFill>
                  <a:srgbClr val="006600"/>
                </a:solidFill>
                <a:latin typeface="微软雅黑" panose="020B0503020204020204" pitchFamily="34" charset="-122"/>
                <a:ea typeface="微软雅黑" panose="020B0503020204020204" pitchFamily="34" charset="-122"/>
                <a:cs typeface="Droid Sans Fallback"/>
              </a:rPr>
              <a:t>V</a:t>
            </a:r>
            <a:r>
              <a:rPr kumimoji="1" lang="en-US" altLang="zh-CN" sz="2400" baseline="-25000">
                <a:solidFill>
                  <a:srgbClr val="006600"/>
                </a:solidFill>
                <a:latin typeface="微软雅黑" panose="020B0503020204020204" pitchFamily="34" charset="-122"/>
                <a:ea typeface="微软雅黑" panose="020B0503020204020204" pitchFamily="34" charset="-122"/>
                <a:cs typeface="Droid Sans Fallback"/>
              </a:rPr>
              <a:t>T</a:t>
            </a:r>
            <a:r>
              <a:rPr kumimoji="1" lang="en-US" altLang="zh-CN" sz="2400">
                <a:solidFill>
                  <a:srgbClr val="006600"/>
                </a:solidFill>
                <a:latin typeface="微软雅黑" panose="020B0503020204020204" pitchFamily="34" charset="-122"/>
                <a:ea typeface="微软雅黑" panose="020B0503020204020204" pitchFamily="34" charset="-122"/>
                <a:cs typeface="Droid Sans Fallback"/>
              </a:rPr>
              <a:t>*</a:t>
            </a:r>
            <a:r>
              <a:rPr kumimoji="1" lang="zh-CN" altLang="en-US" sz="2400">
                <a:solidFill>
                  <a:srgbClr val="006600"/>
                </a:solidFill>
                <a:latin typeface="微软雅黑" panose="020B0503020204020204" pitchFamily="34" charset="-122"/>
                <a:ea typeface="微软雅黑" panose="020B0503020204020204" pitchFamily="34" charset="-122"/>
                <a:cs typeface="Droid Sans Fallback"/>
              </a:rPr>
              <a:t>；</a:t>
            </a:r>
            <a:r>
              <a:rPr kumimoji="1" lang="en-US" altLang="zh-CN" sz="2400">
                <a:solidFill>
                  <a:srgbClr val="00660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a:t>
            </a:r>
            <a:r>
              <a:rPr kumimoji="1" lang="zh-CN" altLang="en-US" sz="2400">
                <a:solidFill>
                  <a:srgbClr val="00660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kumimoji="1" lang="en-US" altLang="zh-CN" sz="2400">
                <a:solidFill>
                  <a:srgbClr val="006600"/>
                </a:solidFill>
                <a:latin typeface="微软雅黑" panose="020B0503020204020204" pitchFamily="34" charset="-122"/>
                <a:ea typeface="微软雅黑" panose="020B0503020204020204" pitchFamily="34" charset="-122"/>
                <a:cs typeface="Droid Sans Fallback"/>
                <a:sym typeface="Symbol" panose="05050102010706020507" pitchFamily="18" charset="2"/>
              </a:rPr>
              <a:t>B</a:t>
            </a:r>
            <a:r>
              <a:rPr kumimoji="1" lang="en-US" altLang="zh-CN" sz="2400">
                <a:solidFill>
                  <a:srgbClr val="006600"/>
                </a:solidFill>
                <a:latin typeface="微软雅黑" panose="020B0503020204020204" pitchFamily="34" charset="-122"/>
                <a:ea typeface="微软雅黑" panose="020B0503020204020204" pitchFamily="34" charset="-122"/>
                <a:cs typeface="Droid Sans Fallback"/>
              </a:rPr>
              <a:t>V</a:t>
            </a:r>
            <a:r>
              <a:rPr kumimoji="1" lang="en-US" altLang="zh-CN" sz="2400" baseline="-25000">
                <a:solidFill>
                  <a:srgbClr val="006600"/>
                </a:solidFill>
                <a:latin typeface="微软雅黑" panose="020B0503020204020204" pitchFamily="34" charset="-122"/>
                <a:ea typeface="微软雅黑" panose="020B0503020204020204" pitchFamily="34" charset="-122"/>
                <a:cs typeface="Droid Sans Fallback"/>
              </a:rPr>
              <a:t>N</a:t>
            </a:r>
          </a:p>
          <a:p>
            <a:pPr lvl="1" eaLnBrk="1" hangingPunct="1">
              <a:lnSpc>
                <a:spcPct val="90000"/>
              </a:lnSpc>
              <a:spcBef>
                <a:spcPts val="1000"/>
              </a:spcBef>
              <a:spcAft>
                <a:spcPct val="0"/>
              </a:spcAft>
              <a:buClr>
                <a:srgbClr val="4F81BD"/>
              </a:buClr>
              <a:buSzPct val="80000"/>
              <a:buFont typeface="Wingdings 3" panose="05040102010807070707" pitchFamily="18" charset="2"/>
              <a:buChar char=""/>
            </a:pPr>
            <a:r>
              <a:rPr kumimoji="1" lang="zh-CN" altLang="en-US" sz="2400">
                <a:solidFill>
                  <a:srgbClr val="0000D0"/>
                </a:solidFill>
                <a:latin typeface="微软雅黑" panose="020B0503020204020204" pitchFamily="34" charset="-122"/>
                <a:ea typeface="微软雅黑" panose="020B0503020204020204" pitchFamily="34" charset="-122"/>
                <a:cs typeface="Droid Sans Fallback"/>
              </a:rPr>
              <a:t>产生式形如：</a:t>
            </a:r>
            <a:r>
              <a:rPr kumimoji="1" lang="zh-CN" altLang="en-US" sz="2400">
                <a:solidFill>
                  <a:srgbClr val="0000D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a:t>
            </a:r>
            <a:r>
              <a:rPr kumimoji="1" lang="en-US" altLang="zh-CN" sz="2400">
                <a:solidFill>
                  <a:srgbClr val="0000D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  B </a:t>
            </a:r>
            <a:r>
              <a:rPr kumimoji="1" lang="zh-CN" altLang="en-US" sz="2400">
                <a:solidFill>
                  <a:srgbClr val="0000D0"/>
                </a:solidFill>
                <a:latin typeface="微软雅黑" panose="020B0503020204020204" pitchFamily="34" charset="-122"/>
                <a:ea typeface="微软雅黑" panose="020B0503020204020204" pitchFamily="34" charset="-122"/>
                <a:cs typeface="Droid Sans Fallback"/>
              </a:rPr>
              <a:t>或 </a:t>
            </a:r>
            <a:r>
              <a:rPr kumimoji="1" lang="en-US" altLang="zh-CN" sz="2400">
                <a:solidFill>
                  <a:srgbClr val="0000D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  </a:t>
            </a:r>
            <a:endParaRPr kumimoji="1" lang="en-US" altLang="zh-CN" sz="2400">
              <a:solidFill>
                <a:srgbClr val="0000D0"/>
              </a:solidFill>
              <a:latin typeface="微软雅黑" panose="020B0503020204020204" pitchFamily="34" charset="-122"/>
              <a:ea typeface="微软雅黑" panose="020B0503020204020204" pitchFamily="34" charset="-122"/>
              <a:cs typeface="Droid Sans Fallback"/>
            </a:endParaRPr>
          </a:p>
          <a:p>
            <a:pPr lvl="1" eaLnBrk="1" hangingPunct="1">
              <a:lnSpc>
                <a:spcPct val="90000"/>
              </a:lnSpc>
              <a:spcBef>
                <a:spcPts val="1000"/>
              </a:spcBef>
              <a:spcAft>
                <a:spcPct val="0"/>
              </a:spcAft>
              <a:buClr>
                <a:srgbClr val="4F81BD"/>
              </a:buClr>
              <a:buSzPct val="80000"/>
              <a:buFont typeface="Wingdings 3" panose="05040102010807070707" pitchFamily="18" charset="2"/>
              <a:buChar char=""/>
            </a:pPr>
            <a:r>
              <a:rPr kumimoji="1" lang="zh-CN" altLang="en-US" sz="2400">
                <a:solidFill>
                  <a:srgbClr val="0000D0"/>
                </a:solidFill>
                <a:latin typeface="微软雅黑" panose="020B0503020204020204" pitchFamily="34" charset="-122"/>
                <a:ea typeface="微软雅黑" panose="020B0503020204020204" pitchFamily="34" charset="-122"/>
                <a:cs typeface="Droid Sans Fallback"/>
              </a:rPr>
              <a:t>其中：</a:t>
            </a:r>
            <a:r>
              <a:rPr kumimoji="1" lang="zh-CN" altLang="en-US" sz="2400">
                <a:solidFill>
                  <a:srgbClr val="0000D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 </a:t>
            </a:r>
            <a:r>
              <a:rPr kumimoji="1" lang="en-US" altLang="zh-CN" sz="2400">
                <a:solidFill>
                  <a:srgbClr val="0000D0"/>
                </a:solidFill>
                <a:latin typeface="微软雅黑" panose="020B0503020204020204" pitchFamily="34" charset="-122"/>
                <a:ea typeface="微软雅黑" panose="020B0503020204020204" pitchFamily="34" charset="-122"/>
                <a:cs typeface="Droid Sans Fallback"/>
              </a:rPr>
              <a:t>V</a:t>
            </a:r>
            <a:r>
              <a:rPr kumimoji="1" lang="en-US" altLang="zh-CN" sz="2400" baseline="-25000">
                <a:solidFill>
                  <a:srgbClr val="0000D0"/>
                </a:solidFill>
                <a:latin typeface="微软雅黑" panose="020B0503020204020204" pitchFamily="34" charset="-122"/>
                <a:ea typeface="微软雅黑" panose="020B0503020204020204" pitchFamily="34" charset="-122"/>
                <a:cs typeface="Droid Sans Fallback"/>
              </a:rPr>
              <a:t>T</a:t>
            </a:r>
            <a:r>
              <a:rPr kumimoji="1" lang="en-US" altLang="zh-CN" sz="2400">
                <a:solidFill>
                  <a:srgbClr val="0000D0"/>
                </a:solidFill>
                <a:latin typeface="微软雅黑" panose="020B0503020204020204" pitchFamily="34" charset="-122"/>
                <a:ea typeface="微软雅黑" panose="020B0503020204020204" pitchFamily="34" charset="-122"/>
                <a:cs typeface="Droid Sans Fallback"/>
              </a:rPr>
              <a:t>*</a:t>
            </a:r>
            <a:r>
              <a:rPr kumimoji="1" lang="zh-CN" altLang="en-US" sz="2400">
                <a:solidFill>
                  <a:srgbClr val="0000D0"/>
                </a:solidFill>
                <a:latin typeface="微软雅黑" panose="020B0503020204020204" pitchFamily="34" charset="-122"/>
                <a:ea typeface="微软雅黑" panose="020B0503020204020204" pitchFamily="34" charset="-122"/>
                <a:cs typeface="Droid Sans Fallback"/>
              </a:rPr>
              <a:t>；</a:t>
            </a:r>
            <a:r>
              <a:rPr kumimoji="1" lang="en-US" altLang="zh-CN" sz="2400">
                <a:solidFill>
                  <a:srgbClr val="0000D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a:t>
            </a:r>
            <a:r>
              <a:rPr kumimoji="1" lang="zh-CN" altLang="en-US" sz="2400">
                <a:solidFill>
                  <a:srgbClr val="0000D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kumimoji="1" lang="en-US" altLang="zh-CN" sz="2400">
                <a:solidFill>
                  <a:srgbClr val="0000D0"/>
                </a:solidFill>
                <a:latin typeface="微软雅黑" panose="020B0503020204020204" pitchFamily="34" charset="-122"/>
                <a:ea typeface="微软雅黑" panose="020B0503020204020204" pitchFamily="34" charset="-122"/>
                <a:cs typeface="Droid Sans Fallback"/>
                <a:sym typeface="Symbol" panose="05050102010706020507" pitchFamily="18" charset="2"/>
              </a:rPr>
              <a:t>B</a:t>
            </a:r>
            <a:r>
              <a:rPr kumimoji="1" lang="en-US" altLang="zh-CN" sz="2400">
                <a:solidFill>
                  <a:srgbClr val="0000D0"/>
                </a:solidFill>
                <a:latin typeface="微软雅黑" panose="020B0503020204020204" pitchFamily="34" charset="-122"/>
                <a:ea typeface="微软雅黑" panose="020B0503020204020204" pitchFamily="34" charset="-122"/>
                <a:cs typeface="Droid Sans Fallback"/>
              </a:rPr>
              <a:t>V</a:t>
            </a:r>
            <a:r>
              <a:rPr kumimoji="1" lang="en-US" altLang="zh-CN" sz="2400" baseline="-25000">
                <a:solidFill>
                  <a:srgbClr val="0000D0"/>
                </a:solidFill>
                <a:latin typeface="微软雅黑" panose="020B0503020204020204" pitchFamily="34" charset="-122"/>
                <a:ea typeface="微软雅黑" panose="020B0503020204020204" pitchFamily="34" charset="-122"/>
                <a:cs typeface="Droid Sans Fallback"/>
              </a:rPr>
              <a:t>N</a:t>
            </a:r>
            <a:endParaRPr kumimoji="1" lang="en-GB" altLang="zh-CN" sz="2400" baseline="-25000">
              <a:solidFill>
                <a:srgbClr val="0000D0"/>
              </a:solidFill>
              <a:latin typeface="微软雅黑" panose="020B0503020204020204" pitchFamily="34" charset="-122"/>
              <a:ea typeface="微软雅黑" panose="020B0503020204020204" pitchFamily="34" charset="-122"/>
              <a:cs typeface="Droid Sans Fallback"/>
            </a:endParaRPr>
          </a:p>
        </p:txBody>
      </p:sp>
      <p:sp>
        <p:nvSpPr>
          <p:cNvPr id="9" name="Text Box 3">
            <a:extLst>
              <a:ext uri="{FF2B5EF4-FFF2-40B4-BE49-F238E27FC236}">
                <a16:creationId xmlns:a16="http://schemas.microsoft.com/office/drawing/2014/main" id="{1566FAB5-6352-5B47-013D-5154283ECE87}"/>
              </a:ext>
            </a:extLst>
          </p:cNvPr>
          <p:cNvSpPr txBox="1">
            <a:spLocks noChangeArrowheads="1"/>
          </p:cNvSpPr>
          <p:nvPr/>
        </p:nvSpPr>
        <p:spPr bwMode="auto">
          <a:xfrm>
            <a:off x="6238875" y="4110038"/>
            <a:ext cx="1758950" cy="460375"/>
          </a:xfrm>
          <a:prstGeom prst="rect">
            <a:avLst/>
          </a:prstGeom>
          <a:solidFill>
            <a:srgbClr val="CCFFCC"/>
          </a:solidFill>
          <a:ln w="25400">
            <a:solidFill>
              <a:srgbClr val="008000"/>
            </a:solidFill>
            <a:miter lim="800000"/>
            <a:headEnd/>
            <a:tailEnd type="none" w="lg" len="lg"/>
          </a:ln>
        </p:spPr>
        <p:txBody>
          <a:bodyPr lIns="13500" rIns="135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eaLnBrk="1" fontAlgn="auto" hangingPunct="1">
              <a:spcBef>
                <a:spcPts val="0"/>
              </a:spcBef>
              <a:spcAft>
                <a:spcPts val="0"/>
              </a:spcAft>
              <a:defRPr/>
            </a:pPr>
            <a:r>
              <a:rPr kumimoji="1" lang="zh-CN" altLang="en-US" sz="2400" b="1" dirty="0">
                <a:solidFill>
                  <a:srgbClr val="006600"/>
                </a:solidFill>
                <a:latin typeface="微软雅黑" panose="020B0503020204020204" pitchFamily="34" charset="-122"/>
                <a:ea typeface="微软雅黑" panose="020B0503020204020204" pitchFamily="34" charset="-122"/>
                <a:cs typeface="+mn-cs"/>
              </a:rPr>
              <a:t>右线性文法</a:t>
            </a:r>
            <a:endParaRPr kumimoji="1" lang="en-GB" altLang="zh-CN" sz="2400" b="1" dirty="0">
              <a:solidFill>
                <a:srgbClr val="006600"/>
              </a:solidFill>
              <a:latin typeface="微软雅黑" panose="020B0503020204020204" pitchFamily="34" charset="-122"/>
              <a:ea typeface="微软雅黑" panose="020B0503020204020204" pitchFamily="34" charset="-122"/>
              <a:cs typeface="+mn-cs"/>
            </a:endParaRPr>
          </a:p>
        </p:txBody>
      </p:sp>
      <p:sp>
        <p:nvSpPr>
          <p:cNvPr id="10" name="Text Box 4">
            <a:extLst>
              <a:ext uri="{FF2B5EF4-FFF2-40B4-BE49-F238E27FC236}">
                <a16:creationId xmlns:a16="http://schemas.microsoft.com/office/drawing/2014/main" id="{4550659A-DF2D-AD48-826A-9E19A9081D46}"/>
              </a:ext>
            </a:extLst>
          </p:cNvPr>
          <p:cNvSpPr txBox="1">
            <a:spLocks noChangeArrowheads="1"/>
          </p:cNvSpPr>
          <p:nvPr/>
        </p:nvSpPr>
        <p:spPr bwMode="auto">
          <a:xfrm>
            <a:off x="6238875" y="4937125"/>
            <a:ext cx="1758950" cy="461963"/>
          </a:xfrm>
          <a:prstGeom prst="rect">
            <a:avLst/>
          </a:prstGeom>
          <a:solidFill>
            <a:srgbClr val="CCFFFF"/>
          </a:solidFill>
          <a:ln w="25400">
            <a:solidFill>
              <a:srgbClr val="333399"/>
            </a:solidFill>
            <a:miter lim="800000"/>
            <a:headEnd/>
            <a:tailEnd type="none" w="lg" len="lg"/>
          </a:ln>
        </p:spPr>
        <p:txBody>
          <a:bodyPr lIns="13500" rIns="135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eaLnBrk="1" fontAlgn="auto" hangingPunct="1">
              <a:spcBef>
                <a:spcPts val="0"/>
              </a:spcBef>
              <a:spcAft>
                <a:spcPts val="0"/>
              </a:spcAft>
              <a:defRPr/>
            </a:pPr>
            <a:r>
              <a:rPr kumimoji="1" lang="zh-CN" altLang="zh-CN" sz="2400" b="1" dirty="0">
                <a:solidFill>
                  <a:srgbClr val="4F81BD"/>
                </a:solidFill>
                <a:latin typeface="微软雅黑" panose="020B0503020204020204" pitchFamily="34" charset="-122"/>
                <a:ea typeface="微软雅黑" panose="020B0503020204020204" pitchFamily="34" charset="-122"/>
                <a:cs typeface="+mn-cs"/>
              </a:rPr>
              <a:t>左线性文法</a:t>
            </a:r>
            <a:endParaRPr kumimoji="1" lang="en-GB" altLang="zh-CN" sz="2400" b="1" dirty="0">
              <a:solidFill>
                <a:srgbClr val="4F81BD"/>
              </a:solidFill>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wipe(left)">
                                      <p:cBhvr>
                                        <p:cTn id="10" dur="500"/>
                                        <p:tgtEl>
                                          <p:spTgt spid="8">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wipe(left)">
                                      <p:cBhvr>
                                        <p:cTn id="13" dur="500"/>
                                        <p:tgtEl>
                                          <p:spTgt spid="8">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8">
                                            <p:txEl>
                                              <p:pRg st="3" end="3"/>
                                            </p:txEl>
                                          </p:spTgt>
                                        </p:tgtEl>
                                        <p:attrNameLst>
                                          <p:attrName>style.visibility</p:attrName>
                                        </p:attrNameLst>
                                      </p:cBhvr>
                                      <p:to>
                                        <p:strVal val="visible"/>
                                      </p:to>
                                    </p:set>
                                    <p:animEffect transition="in" filter="wipe(left)">
                                      <p:cBhvr>
                                        <p:cTn id="18" dur="500"/>
                                        <p:tgtEl>
                                          <p:spTgt spid="8">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animEffect transition="in" filter="wipe(left)">
                                      <p:cBhvr>
                                        <p:cTn id="23" dur="500"/>
                                        <p:tgtEl>
                                          <p:spTgt spid="8">
                                            <p:txEl>
                                              <p:pRg st="4" end="4"/>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wipe(left)">
                                      <p:cBhvr>
                                        <p:cTn id="26" dur="500"/>
                                        <p:tgtEl>
                                          <p:spTgt spid="8">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8">
                                            <p:txEl>
                                              <p:pRg st="6" end="6"/>
                                            </p:txEl>
                                          </p:spTgt>
                                        </p:tgtEl>
                                        <p:attrNameLst>
                                          <p:attrName>style.visibility</p:attrName>
                                        </p:attrNameLst>
                                      </p:cBhvr>
                                      <p:to>
                                        <p:strVal val="visible"/>
                                      </p:to>
                                    </p:set>
                                    <p:animEffect transition="in" filter="wipe(left)">
                                      <p:cBhvr>
                                        <p:cTn id="36" dur="500"/>
                                        <p:tgtEl>
                                          <p:spTgt spid="8">
                                            <p:txEl>
                                              <p:pRg st="6" end="6"/>
                                            </p:txEl>
                                          </p:spTgt>
                                        </p:tgtEl>
                                      </p:cBhvr>
                                    </p:animEffect>
                                  </p:childTnLst>
                                </p:cTn>
                              </p:par>
                              <p:par>
                                <p:cTn id="37" presetID="22" presetClass="entr" presetSubtype="8" fill="hold" nodeType="with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animEffect transition="in" filter="wipe(left)">
                                      <p:cBhvr>
                                        <p:cTn id="39" dur="500"/>
                                        <p:tgtEl>
                                          <p:spTgt spid="8">
                                            <p:txEl>
                                              <p:pRg st="7" end="7"/>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2"/>
          <p:cNvSpPr>
            <a:spLocks noGrp="1" noChangeArrowheads="1"/>
          </p:cNvSpPr>
          <p:nvPr>
            <p:ph type="title"/>
          </p:nvPr>
        </p:nvSpPr>
        <p:spPr/>
        <p:txBody>
          <a:bodyPr/>
          <a:lstStyle/>
          <a:p>
            <a:pPr eaLnBrk="1" hangingPunct="1"/>
            <a:r>
              <a:rPr lang="zh-CN" altLang="en-US" dirty="0">
                <a:latin typeface="宋体" panose="02010600030101010101" pitchFamily="2" charset="-122"/>
              </a:rPr>
              <a:t>四种类型文法描述能力比较</a:t>
            </a:r>
          </a:p>
        </p:txBody>
      </p:sp>
      <p:sp>
        <p:nvSpPr>
          <p:cNvPr id="166915" name="Oval 3"/>
          <p:cNvSpPr>
            <a:spLocks noChangeArrowheads="1"/>
          </p:cNvSpPr>
          <p:nvPr/>
        </p:nvSpPr>
        <p:spPr bwMode="auto">
          <a:xfrm>
            <a:off x="2835165" y="2069723"/>
            <a:ext cx="4031827" cy="3716840"/>
          </a:xfrm>
          <a:prstGeom prst="ellipse">
            <a:avLst/>
          </a:prstGeom>
          <a:solidFill>
            <a:srgbClr val="99CCFF"/>
          </a:solidFill>
          <a:ln w="28575" cap="sq">
            <a:solidFill>
              <a:srgbClr val="FFCC00"/>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646" b="1" dirty="0">
                <a:solidFill>
                  <a:schemeClr val="bg1"/>
                </a:solidFill>
                <a:latin typeface="Times New Roman" panose="02020603050405020304" pitchFamily="18" charset="0"/>
              </a:rPr>
              <a:t>0</a:t>
            </a:r>
            <a:r>
              <a:rPr kumimoji="1" lang="zh-CN" altLang="en-US" sz="2646" b="1" dirty="0">
                <a:solidFill>
                  <a:schemeClr val="bg1"/>
                </a:solidFill>
                <a:latin typeface="Times New Roman" panose="02020603050405020304" pitchFamily="18" charset="0"/>
              </a:rPr>
              <a:t>型</a:t>
            </a:r>
          </a:p>
          <a:p>
            <a:pPr algn="ctr" eaLnBrk="1" hangingPunct="1"/>
            <a:endParaRPr kumimoji="1" lang="zh-CN" altLang="en-US" b="1" dirty="0">
              <a:solidFill>
                <a:schemeClr val="bg1"/>
              </a:solidFill>
              <a:latin typeface="Times New Roman" panose="02020603050405020304" pitchFamily="18" charset="0"/>
            </a:endParaRPr>
          </a:p>
          <a:p>
            <a:pPr algn="ctr" eaLnBrk="1" hangingPunct="1"/>
            <a:endParaRPr kumimoji="1" lang="zh-CN" altLang="en-US" b="1" dirty="0">
              <a:solidFill>
                <a:schemeClr val="bg1"/>
              </a:solidFill>
              <a:latin typeface="Times New Roman" panose="02020603050405020304" pitchFamily="18" charset="0"/>
            </a:endParaRPr>
          </a:p>
          <a:p>
            <a:pPr algn="ctr" eaLnBrk="1" hangingPunct="1"/>
            <a:endParaRPr kumimoji="1" lang="zh-CN" altLang="en-US" b="1" dirty="0">
              <a:solidFill>
                <a:schemeClr val="bg1"/>
              </a:solidFill>
              <a:latin typeface="Times New Roman" panose="02020603050405020304" pitchFamily="18" charset="0"/>
            </a:endParaRPr>
          </a:p>
          <a:p>
            <a:pPr algn="ctr" eaLnBrk="1" hangingPunct="1"/>
            <a:endParaRPr kumimoji="1" lang="zh-CN" altLang="en-US" b="1" dirty="0">
              <a:solidFill>
                <a:schemeClr val="bg1"/>
              </a:solidFill>
              <a:latin typeface="Times New Roman" panose="02020603050405020304" pitchFamily="18" charset="0"/>
            </a:endParaRPr>
          </a:p>
          <a:p>
            <a:pPr algn="ctr" eaLnBrk="1" hangingPunct="1"/>
            <a:endParaRPr kumimoji="1" lang="zh-CN" altLang="en-US" b="1" dirty="0">
              <a:solidFill>
                <a:schemeClr val="bg1"/>
              </a:solidFill>
              <a:latin typeface="Times New Roman" panose="02020603050405020304" pitchFamily="18" charset="0"/>
            </a:endParaRPr>
          </a:p>
          <a:p>
            <a:pPr algn="ctr" eaLnBrk="1" hangingPunct="1"/>
            <a:endParaRPr kumimoji="1" lang="zh-CN" altLang="en-US" b="1" dirty="0">
              <a:solidFill>
                <a:schemeClr val="bg1"/>
              </a:solidFill>
              <a:latin typeface="Times New Roman" panose="02020603050405020304" pitchFamily="18" charset="0"/>
            </a:endParaRPr>
          </a:p>
          <a:p>
            <a:pPr algn="ctr" eaLnBrk="1" hangingPunct="1"/>
            <a:endParaRPr kumimoji="1" lang="zh-CN" altLang="en-US" b="1" dirty="0">
              <a:solidFill>
                <a:schemeClr val="bg1"/>
              </a:solidFill>
              <a:latin typeface="Times New Roman" panose="02020603050405020304" pitchFamily="18" charset="0"/>
            </a:endParaRPr>
          </a:p>
          <a:p>
            <a:pPr algn="ctr" eaLnBrk="1" hangingPunct="1"/>
            <a:endParaRPr kumimoji="1" lang="zh-CN" altLang="en-US" b="1" dirty="0">
              <a:solidFill>
                <a:schemeClr val="bg1"/>
              </a:solidFill>
              <a:latin typeface="Times New Roman" panose="02020603050405020304" pitchFamily="18" charset="0"/>
            </a:endParaRPr>
          </a:p>
          <a:p>
            <a:pPr algn="ctr" eaLnBrk="1" hangingPunct="1"/>
            <a:endParaRPr kumimoji="1" lang="zh-CN" altLang="en-US" b="1" dirty="0">
              <a:solidFill>
                <a:schemeClr val="bg1"/>
              </a:solidFill>
              <a:latin typeface="Times New Roman" panose="02020603050405020304" pitchFamily="18" charset="0"/>
            </a:endParaRPr>
          </a:p>
          <a:p>
            <a:pPr algn="ctr" eaLnBrk="1" hangingPunct="1"/>
            <a:endParaRPr kumimoji="1" lang="en-US" altLang="zh-CN" b="1" dirty="0">
              <a:solidFill>
                <a:schemeClr val="bg1"/>
              </a:solidFill>
              <a:latin typeface="Times New Roman" panose="02020603050405020304" pitchFamily="18" charset="0"/>
            </a:endParaRPr>
          </a:p>
        </p:txBody>
      </p:sp>
      <p:sp>
        <p:nvSpPr>
          <p:cNvPr id="166916" name="Oval 4"/>
          <p:cNvSpPr>
            <a:spLocks noChangeArrowheads="1"/>
          </p:cNvSpPr>
          <p:nvPr/>
        </p:nvSpPr>
        <p:spPr bwMode="auto">
          <a:xfrm>
            <a:off x="3339143" y="2792674"/>
            <a:ext cx="3023870" cy="2771881"/>
          </a:xfrm>
          <a:prstGeom prst="ellipse">
            <a:avLst/>
          </a:prstGeom>
          <a:solidFill>
            <a:srgbClr val="00CCFF"/>
          </a:solidFill>
          <a:ln w="28575" cap="sq">
            <a:solidFill>
              <a:srgbClr val="FFCC00"/>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646" b="1">
                <a:solidFill>
                  <a:schemeClr val="bg1"/>
                </a:solidFill>
                <a:latin typeface="Times New Roman" panose="02020603050405020304" pitchFamily="18" charset="0"/>
              </a:rPr>
              <a:t>1</a:t>
            </a:r>
            <a:r>
              <a:rPr kumimoji="1" lang="zh-CN" altLang="en-US" sz="2646" b="1">
                <a:solidFill>
                  <a:schemeClr val="bg1"/>
                </a:solidFill>
                <a:latin typeface="Times New Roman" panose="02020603050405020304" pitchFamily="18" charset="0"/>
              </a:rPr>
              <a:t>型</a:t>
            </a:r>
            <a:endParaRPr kumimoji="1" lang="zh-CN" altLang="en-US" b="1">
              <a:solidFill>
                <a:schemeClr val="bg1"/>
              </a:solidFill>
              <a:latin typeface="Times New Roman" panose="02020603050405020304" pitchFamily="18" charset="0"/>
            </a:endParaRPr>
          </a:p>
          <a:p>
            <a:pPr algn="ctr" eaLnBrk="1" hangingPunct="1"/>
            <a:endParaRPr kumimoji="1" lang="zh-CN" altLang="en-US" b="1">
              <a:solidFill>
                <a:schemeClr val="bg1"/>
              </a:solidFill>
              <a:latin typeface="Times New Roman" panose="02020603050405020304" pitchFamily="18" charset="0"/>
            </a:endParaRPr>
          </a:p>
          <a:p>
            <a:pPr algn="ctr" eaLnBrk="1" hangingPunct="1"/>
            <a:endParaRPr kumimoji="1" lang="zh-CN" altLang="en-US" b="1">
              <a:solidFill>
                <a:schemeClr val="bg1"/>
              </a:solidFill>
              <a:latin typeface="Times New Roman" panose="02020603050405020304" pitchFamily="18" charset="0"/>
            </a:endParaRPr>
          </a:p>
          <a:p>
            <a:pPr algn="ctr" eaLnBrk="1" hangingPunct="1"/>
            <a:endParaRPr kumimoji="1" lang="zh-CN" altLang="en-US" b="1">
              <a:solidFill>
                <a:schemeClr val="bg1"/>
              </a:solidFill>
              <a:latin typeface="Times New Roman" panose="02020603050405020304" pitchFamily="18" charset="0"/>
            </a:endParaRPr>
          </a:p>
          <a:p>
            <a:pPr algn="ctr" eaLnBrk="1" hangingPunct="1"/>
            <a:endParaRPr kumimoji="1" lang="zh-CN" altLang="en-US" b="1">
              <a:solidFill>
                <a:schemeClr val="bg1"/>
              </a:solidFill>
              <a:latin typeface="Times New Roman" panose="02020603050405020304" pitchFamily="18" charset="0"/>
            </a:endParaRPr>
          </a:p>
          <a:p>
            <a:pPr algn="ctr" eaLnBrk="1" hangingPunct="1"/>
            <a:endParaRPr kumimoji="1" lang="zh-CN" altLang="en-US" b="1">
              <a:solidFill>
                <a:schemeClr val="bg1"/>
              </a:solidFill>
              <a:latin typeface="Times New Roman" panose="02020603050405020304" pitchFamily="18" charset="0"/>
            </a:endParaRPr>
          </a:p>
          <a:p>
            <a:pPr algn="ctr" eaLnBrk="1" hangingPunct="1"/>
            <a:endParaRPr kumimoji="1" lang="zh-CN" altLang="en-US" b="1">
              <a:solidFill>
                <a:schemeClr val="bg1"/>
              </a:solidFill>
              <a:latin typeface="Times New Roman" panose="02020603050405020304" pitchFamily="18" charset="0"/>
            </a:endParaRPr>
          </a:p>
          <a:p>
            <a:pPr algn="ctr" eaLnBrk="1" hangingPunct="1"/>
            <a:endParaRPr kumimoji="1" lang="en-US" altLang="zh-CN" b="1">
              <a:solidFill>
                <a:schemeClr val="bg1"/>
              </a:solidFill>
              <a:latin typeface="Times New Roman" panose="02020603050405020304" pitchFamily="18" charset="0"/>
            </a:endParaRPr>
          </a:p>
        </p:txBody>
      </p:sp>
      <p:sp>
        <p:nvSpPr>
          <p:cNvPr id="166917" name="Oval 5"/>
          <p:cNvSpPr>
            <a:spLocks noChangeArrowheads="1"/>
          </p:cNvSpPr>
          <p:nvPr/>
        </p:nvSpPr>
        <p:spPr bwMode="auto">
          <a:xfrm>
            <a:off x="3937617" y="3467719"/>
            <a:ext cx="1826921" cy="1700927"/>
          </a:xfrm>
          <a:prstGeom prst="ellipse">
            <a:avLst/>
          </a:prstGeom>
          <a:solidFill>
            <a:srgbClr val="3366FF"/>
          </a:solidFill>
          <a:ln w="28575" cap="sq">
            <a:solidFill>
              <a:srgbClr val="FFCC00"/>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646" b="1">
                <a:solidFill>
                  <a:schemeClr val="bg1"/>
                </a:solidFill>
                <a:latin typeface="Times New Roman" panose="02020603050405020304" pitchFamily="18" charset="0"/>
              </a:rPr>
              <a:t>2</a:t>
            </a:r>
            <a:r>
              <a:rPr kumimoji="1" lang="zh-CN" altLang="en-US" sz="2646" b="1">
                <a:solidFill>
                  <a:schemeClr val="bg1"/>
                </a:solidFill>
                <a:latin typeface="Times New Roman" panose="02020603050405020304" pitchFamily="18" charset="0"/>
              </a:rPr>
              <a:t>型</a:t>
            </a:r>
            <a:endParaRPr kumimoji="1" lang="zh-CN" altLang="en-US" b="1">
              <a:solidFill>
                <a:schemeClr val="bg1"/>
              </a:solidFill>
              <a:latin typeface="Times New Roman" panose="02020603050405020304" pitchFamily="18" charset="0"/>
            </a:endParaRPr>
          </a:p>
          <a:p>
            <a:pPr algn="ctr" eaLnBrk="1" hangingPunct="1"/>
            <a:endParaRPr kumimoji="1" lang="zh-CN" altLang="en-US" b="1">
              <a:solidFill>
                <a:schemeClr val="bg1"/>
              </a:solidFill>
              <a:latin typeface="Times New Roman" panose="02020603050405020304" pitchFamily="18" charset="0"/>
            </a:endParaRPr>
          </a:p>
          <a:p>
            <a:pPr algn="ctr" eaLnBrk="1" hangingPunct="1"/>
            <a:endParaRPr kumimoji="1" lang="zh-CN" altLang="en-US" b="1">
              <a:solidFill>
                <a:schemeClr val="bg1"/>
              </a:solidFill>
              <a:latin typeface="Times New Roman" panose="02020603050405020304" pitchFamily="18" charset="0"/>
            </a:endParaRPr>
          </a:p>
          <a:p>
            <a:pPr algn="ctr" eaLnBrk="1" hangingPunct="1"/>
            <a:endParaRPr kumimoji="1" lang="zh-CN" altLang="en-US" b="1">
              <a:solidFill>
                <a:schemeClr val="bg1"/>
              </a:solidFill>
              <a:latin typeface="Times New Roman" panose="02020603050405020304" pitchFamily="18" charset="0"/>
            </a:endParaRPr>
          </a:p>
          <a:p>
            <a:pPr algn="ctr" eaLnBrk="1" hangingPunct="1"/>
            <a:endParaRPr kumimoji="1" lang="en-US" altLang="zh-CN" b="1">
              <a:solidFill>
                <a:schemeClr val="bg1"/>
              </a:solidFill>
              <a:latin typeface="Times New Roman" panose="02020603050405020304" pitchFamily="18" charset="0"/>
            </a:endParaRPr>
          </a:p>
        </p:txBody>
      </p:sp>
      <p:sp>
        <p:nvSpPr>
          <p:cNvPr id="166918" name="Oval 6"/>
          <p:cNvSpPr>
            <a:spLocks noChangeArrowheads="1"/>
          </p:cNvSpPr>
          <p:nvPr/>
        </p:nvSpPr>
        <p:spPr bwMode="auto">
          <a:xfrm>
            <a:off x="4410096" y="4051203"/>
            <a:ext cx="881962" cy="818965"/>
          </a:xfrm>
          <a:prstGeom prst="ellipse">
            <a:avLst/>
          </a:prstGeom>
          <a:solidFill>
            <a:srgbClr val="0000FF"/>
          </a:solidFill>
          <a:ln w="28575" cap="sq">
            <a:solidFill>
              <a:srgbClr val="FFCC00"/>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646" b="1" dirty="0">
                <a:solidFill>
                  <a:schemeClr val="bg1"/>
                </a:solidFill>
                <a:latin typeface="Times New Roman" panose="02020603050405020304" pitchFamily="18" charset="0"/>
              </a:rPr>
              <a:t>3</a:t>
            </a:r>
            <a:r>
              <a:rPr kumimoji="1" lang="zh-CN" altLang="en-US" sz="2646" b="1" dirty="0">
                <a:solidFill>
                  <a:schemeClr val="bg1"/>
                </a:solidFill>
                <a:latin typeface="Times New Roman" panose="02020603050405020304" pitchFamily="18" charset="0"/>
              </a:rPr>
              <a:t>型</a:t>
            </a:r>
            <a:endParaRPr kumimoji="1" lang="zh-CN" altLang="en-US" b="1" dirty="0">
              <a:solidFill>
                <a:schemeClr val="bg1"/>
              </a:solidFill>
              <a:latin typeface="Times New Roman" panose="02020603050405020304" pitchFamily="18" charset="0"/>
            </a:endParaRPr>
          </a:p>
        </p:txBody>
      </p:sp>
      <p:sp>
        <p:nvSpPr>
          <p:cNvPr id="2" name="Slide Number Placeholder 6">
            <a:extLst>
              <a:ext uri="{FF2B5EF4-FFF2-40B4-BE49-F238E27FC236}">
                <a16:creationId xmlns:a16="http://schemas.microsoft.com/office/drawing/2014/main" id="{9417AC07-0DA4-DFD3-862C-FCDD25C65F2C}"/>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17</a:t>
            </a:fld>
            <a:endParaRPr lang="en-GB" altLang="en-US" sz="120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1986858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66918"/>
                                        </p:tgtEl>
                                        <p:attrNameLst>
                                          <p:attrName>style.visibility</p:attrName>
                                        </p:attrNameLst>
                                      </p:cBhvr>
                                      <p:to>
                                        <p:strVal val="visible"/>
                                      </p:to>
                                    </p:set>
                                    <p:animEffect transition="in" filter="barn(outHorizontal)">
                                      <p:cBhvr>
                                        <p:cTn id="7" dur="500"/>
                                        <p:tgtEl>
                                          <p:spTgt spid="1669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66917"/>
                                        </p:tgtEl>
                                        <p:attrNameLst>
                                          <p:attrName>style.visibility</p:attrName>
                                        </p:attrNameLst>
                                      </p:cBhvr>
                                      <p:to>
                                        <p:strVal val="visible"/>
                                      </p:to>
                                    </p:set>
                                    <p:animEffect transition="in" filter="barn(outHorizontal)">
                                      <p:cBhvr>
                                        <p:cTn id="12" dur="500"/>
                                        <p:tgtEl>
                                          <p:spTgt spid="1669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66916"/>
                                        </p:tgtEl>
                                        <p:attrNameLst>
                                          <p:attrName>style.visibility</p:attrName>
                                        </p:attrNameLst>
                                      </p:cBhvr>
                                      <p:to>
                                        <p:strVal val="visible"/>
                                      </p:to>
                                    </p:set>
                                    <p:animEffect transition="in" filter="barn(outHorizontal)">
                                      <p:cBhvr>
                                        <p:cTn id="17" dur="500"/>
                                        <p:tgtEl>
                                          <p:spTgt spid="1669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66915"/>
                                        </p:tgtEl>
                                        <p:attrNameLst>
                                          <p:attrName>style.visibility</p:attrName>
                                        </p:attrNameLst>
                                      </p:cBhvr>
                                      <p:to>
                                        <p:strVal val="visible"/>
                                      </p:to>
                                    </p:set>
                                    <p:animEffect transition="in" filter="barn(outHorizontal)">
                                      <p:cBhvr>
                                        <p:cTn id="22" dur="500"/>
                                        <p:tgtEl>
                                          <p:spTgt spid="166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5" grpId="0" animBg="1" autoUpdateAnimBg="0"/>
      <p:bldP spid="166916" grpId="0" animBg="1" autoUpdateAnimBg="0"/>
      <p:bldP spid="166917" grpId="0" animBg="1" autoUpdateAnimBg="0"/>
      <p:bldP spid="166918"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9" name="Rectangle 4"/>
          <p:cNvSpPr>
            <a:spLocks noGrp="1" noChangeArrowheads="1"/>
          </p:cNvSpPr>
          <p:nvPr>
            <p:ph type="title"/>
          </p:nvPr>
        </p:nvSpPr>
        <p:spPr>
          <a:noFill/>
        </p:spPr>
        <p:txBody>
          <a:bodyPr/>
          <a:lstStyle/>
          <a:p>
            <a:r>
              <a:rPr lang="zh-CN" altLang="en-US" dirty="0"/>
              <a:t>上下文无关文法 与正规文法</a:t>
            </a:r>
          </a:p>
        </p:txBody>
      </p:sp>
      <p:sp>
        <p:nvSpPr>
          <p:cNvPr id="167938" name="Rectangle 2"/>
          <p:cNvSpPr>
            <a:spLocks noGrp="1" noChangeArrowheads="1"/>
          </p:cNvSpPr>
          <p:nvPr>
            <p:ph idx="1"/>
          </p:nvPr>
        </p:nvSpPr>
        <p:spPr/>
        <p:txBody>
          <a:bodyPr>
            <a:noAutofit/>
          </a:bodyPr>
          <a:lstStyle/>
          <a:p>
            <a:pPr eaLnBrk="1" hangingPunct="1"/>
            <a:r>
              <a:rPr lang="en-US" altLang="zh-CN" noProof="1">
                <a:solidFill>
                  <a:srgbClr val="CC0000"/>
                </a:solidFill>
              </a:rPr>
              <a:t>L</a:t>
            </a:r>
            <a:r>
              <a:rPr lang="en-US" altLang="zh-CN" baseline="-25000" noProof="1">
                <a:solidFill>
                  <a:srgbClr val="CC0000"/>
                </a:solidFill>
              </a:rPr>
              <a:t>5</a:t>
            </a:r>
            <a:r>
              <a:rPr lang="en-US" altLang="zh-CN" noProof="1">
                <a:solidFill>
                  <a:srgbClr val="CC0000"/>
                </a:solidFill>
              </a:rPr>
              <a:t>=</a:t>
            </a:r>
            <a:r>
              <a:rPr lang="en-US" altLang="zh-CN" dirty="0">
                <a:solidFill>
                  <a:srgbClr val="CC0000"/>
                </a:solidFill>
              </a:rPr>
              <a:t>{a</a:t>
            </a:r>
            <a:r>
              <a:rPr lang="en-US" altLang="zh-CN" baseline="30000" dirty="0">
                <a:solidFill>
                  <a:srgbClr val="CC0000"/>
                </a:solidFill>
              </a:rPr>
              <a:t>n</a:t>
            </a:r>
            <a:r>
              <a:rPr lang="en-US" altLang="zh-CN" dirty="0">
                <a:solidFill>
                  <a:srgbClr val="CC0000"/>
                </a:solidFill>
              </a:rPr>
              <a:t>b</a:t>
            </a:r>
            <a:r>
              <a:rPr lang="en-US" altLang="zh-CN" baseline="30000" dirty="0">
                <a:solidFill>
                  <a:srgbClr val="CC0000"/>
                </a:solidFill>
              </a:rPr>
              <a:t>n</a:t>
            </a:r>
            <a:r>
              <a:rPr lang="en-US" altLang="zh-CN" dirty="0">
                <a:solidFill>
                  <a:srgbClr val="CC0000"/>
                </a:solidFill>
              </a:rPr>
              <a:t>|n</a:t>
            </a:r>
            <a:r>
              <a:rPr lang="en-US" altLang="zh-CN" dirty="0">
                <a:solidFill>
                  <a:srgbClr val="CC0000"/>
                </a:solidFill>
                <a:sym typeface="Symbol" panose="05050102010706020507" pitchFamily="18" charset="2"/>
              </a:rPr>
              <a:t>1</a:t>
            </a:r>
            <a:r>
              <a:rPr lang="en-US" altLang="zh-CN" dirty="0">
                <a:solidFill>
                  <a:srgbClr val="CC0000"/>
                </a:solidFill>
              </a:rPr>
              <a:t>}</a:t>
            </a:r>
            <a:r>
              <a:rPr lang="en-US" altLang="zh-CN" dirty="0"/>
              <a:t> </a:t>
            </a:r>
            <a:r>
              <a:rPr lang="zh-CN" altLang="en-US" dirty="0"/>
              <a:t>不能由</a:t>
            </a:r>
            <a:r>
              <a:rPr lang="zh-CN" altLang="en-US" dirty="0">
                <a:solidFill>
                  <a:schemeClr val="accent2"/>
                </a:solidFill>
              </a:rPr>
              <a:t>正规文法</a:t>
            </a:r>
            <a:r>
              <a:rPr lang="zh-CN" altLang="en-US" dirty="0"/>
              <a:t>产生，但可由</a:t>
            </a:r>
            <a:r>
              <a:rPr lang="zh-CN" altLang="en-US" dirty="0">
                <a:solidFill>
                  <a:schemeClr val="accent2"/>
                </a:solidFill>
              </a:rPr>
              <a:t>上下文无关文法</a:t>
            </a:r>
            <a:r>
              <a:rPr lang="zh-CN" altLang="en-US" dirty="0"/>
              <a:t>产生</a:t>
            </a:r>
          </a:p>
          <a:p>
            <a:pPr eaLnBrk="1" hangingPunct="1">
              <a:spcBef>
                <a:spcPct val="0"/>
              </a:spcBef>
              <a:buFont typeface="Wingdings" panose="05000000000000000000" pitchFamily="2" charset="2"/>
              <a:buNone/>
            </a:pPr>
            <a:r>
              <a:rPr lang="zh-CN" altLang="en-US" noProof="1"/>
              <a:t>    </a:t>
            </a:r>
            <a:r>
              <a:rPr lang="en-US" altLang="zh-CN" noProof="1"/>
              <a:t>G</a:t>
            </a:r>
            <a:r>
              <a:rPr lang="en-US" altLang="zh-CN" baseline="-25000" noProof="1"/>
              <a:t>5</a:t>
            </a:r>
            <a:r>
              <a:rPr lang="en-US" altLang="zh-CN" noProof="1"/>
              <a:t>(S)</a:t>
            </a:r>
            <a:r>
              <a:rPr lang="zh-CN" altLang="en-US" dirty="0"/>
              <a:t>：</a:t>
            </a:r>
          </a:p>
          <a:p>
            <a:pPr eaLnBrk="1" hangingPunct="1">
              <a:spcBef>
                <a:spcPct val="0"/>
              </a:spcBef>
              <a:buFont typeface="Wingdings" panose="05000000000000000000" pitchFamily="2" charset="2"/>
              <a:buNone/>
            </a:pPr>
            <a:r>
              <a:rPr lang="zh-CN" altLang="en-US" dirty="0"/>
              <a:t>       </a:t>
            </a:r>
            <a:r>
              <a:rPr lang="en-US" altLang="zh-CN" dirty="0"/>
              <a:t>S </a:t>
            </a:r>
            <a:r>
              <a:rPr lang="en-US" altLang="zh-CN" dirty="0">
                <a:sym typeface="Symbol" panose="05050102010706020507" pitchFamily="18" charset="2"/>
              </a:rPr>
              <a:t> </a:t>
            </a:r>
            <a:r>
              <a:rPr lang="en-US" altLang="zh-CN" dirty="0" err="1">
                <a:sym typeface="Symbol" panose="05050102010706020507" pitchFamily="18" charset="2"/>
              </a:rPr>
              <a:t>aSb</a:t>
            </a:r>
            <a:r>
              <a:rPr lang="en-US" altLang="zh-CN" dirty="0">
                <a:sym typeface="Symbol" panose="05050102010706020507" pitchFamily="18" charset="2"/>
              </a:rPr>
              <a:t>| ab</a:t>
            </a:r>
            <a:endParaRPr lang="en-US" altLang="zh-CN" dirty="0"/>
          </a:p>
        </p:txBody>
      </p:sp>
      <p:sp>
        <p:nvSpPr>
          <p:cNvPr id="2" name="Slide Number Placeholder 6">
            <a:extLst>
              <a:ext uri="{FF2B5EF4-FFF2-40B4-BE49-F238E27FC236}">
                <a16:creationId xmlns:a16="http://schemas.microsoft.com/office/drawing/2014/main" id="{6582C73D-227E-B468-DB14-FF130521ED70}"/>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18</a:t>
            </a:fld>
            <a:endParaRPr lang="en-GB" altLang="en-US" sz="120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377292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8">
                                            <p:txEl>
                                              <p:pRg st="0" end="0"/>
                                            </p:txEl>
                                          </p:spTgt>
                                        </p:tgtEl>
                                        <p:attrNameLst>
                                          <p:attrName>style.visibility</p:attrName>
                                        </p:attrNameLst>
                                      </p:cBhvr>
                                      <p:to>
                                        <p:strVal val="visible"/>
                                      </p:to>
                                    </p:set>
                                    <p:animEffect transition="in" filter="wipe(left)">
                                      <p:cBhvr>
                                        <p:cTn id="7" dur="500"/>
                                        <p:tgtEl>
                                          <p:spTgt spid="1679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7938">
                                            <p:txEl>
                                              <p:pRg st="1" end="1"/>
                                            </p:txEl>
                                          </p:spTgt>
                                        </p:tgtEl>
                                        <p:attrNameLst>
                                          <p:attrName>style.visibility</p:attrName>
                                        </p:attrNameLst>
                                      </p:cBhvr>
                                      <p:to>
                                        <p:strVal val="visible"/>
                                      </p:to>
                                    </p:set>
                                    <p:animEffect transition="in" filter="wipe(left)">
                                      <p:cBhvr>
                                        <p:cTn id="12" dur="500"/>
                                        <p:tgtEl>
                                          <p:spTgt spid="167938">
                                            <p:txEl>
                                              <p:pRg st="1" end="1"/>
                                            </p:txEl>
                                          </p:spTgt>
                                        </p:tgtEl>
                                      </p:cBhvr>
                                    </p:animEffect>
                                  </p:childTnLst>
                                </p:cTn>
                              </p:par>
                            </p:childTnLst>
                          </p:cTn>
                        </p:par>
                        <p:par>
                          <p:cTn id="13" fill="hold" nodeType="with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67938">
                                            <p:txEl>
                                              <p:pRg st="2" end="2"/>
                                            </p:txEl>
                                          </p:spTgt>
                                        </p:tgtEl>
                                        <p:attrNameLst>
                                          <p:attrName>style.visibility</p:attrName>
                                        </p:attrNameLst>
                                      </p:cBhvr>
                                      <p:to>
                                        <p:strVal val="visible"/>
                                      </p:to>
                                    </p:set>
                                    <p:animEffect transition="in" filter="wipe(left)">
                                      <p:cBhvr>
                                        <p:cTn id="16" dur="500"/>
                                        <p:tgtEl>
                                          <p:spTgt spid="16793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9" name="Rectangle 4"/>
          <p:cNvSpPr>
            <a:spLocks noGrp="1" noChangeArrowheads="1"/>
          </p:cNvSpPr>
          <p:nvPr>
            <p:ph type="title"/>
          </p:nvPr>
        </p:nvSpPr>
        <p:spPr>
          <a:noFill/>
        </p:spPr>
        <p:txBody>
          <a:bodyPr/>
          <a:lstStyle/>
          <a:p>
            <a:r>
              <a:rPr lang="zh-CN" altLang="en-US" dirty="0"/>
              <a:t>上下文无关文法 与上下文有关文法</a:t>
            </a:r>
          </a:p>
        </p:txBody>
      </p:sp>
      <p:sp>
        <p:nvSpPr>
          <p:cNvPr id="6" name="Rectangle 2"/>
          <p:cNvSpPr txBox="1">
            <a:spLocks noChangeArrowheads="1"/>
          </p:cNvSpPr>
          <p:nvPr/>
        </p:nvSpPr>
        <p:spPr>
          <a:xfrm>
            <a:off x="630018" y="1799705"/>
            <a:ext cx="5760503" cy="435240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0"/>
              </a:spcBef>
              <a:spcAft>
                <a:spcPts val="0"/>
              </a:spcAft>
              <a:buClr>
                <a:srgbClr val="4F81BD"/>
              </a:buClr>
              <a:buSzPct val="80000"/>
              <a:buFont typeface="Wingdings 3" charset="2"/>
              <a:buChar char=""/>
              <a:tabLst/>
              <a:defRPr/>
            </a:pPr>
            <a:r>
              <a:rPr kumimoji="0" lang="en-US" altLang="zh-CN" sz="2800" b="0" i="0" u="none" strike="noStrike" kern="1200" cap="none" spc="0" normalizeH="0" baseline="0" noProof="1">
                <a:ln>
                  <a:noFill/>
                </a:ln>
                <a:solidFill>
                  <a:srgbClr val="CC0000"/>
                </a:solidFill>
                <a:effectLst/>
                <a:uLnTx/>
                <a:uFillTx/>
                <a:latin typeface="微软雅黑" panose="020B0503020204020204" pitchFamily="34" charset="-122"/>
                <a:ea typeface="微软雅黑" panose="020B0503020204020204" pitchFamily="34" charset="-122"/>
                <a:cs typeface="+mn-cs"/>
              </a:rPr>
              <a:t>L</a:t>
            </a:r>
            <a:r>
              <a:rPr kumimoji="0" lang="en-US" altLang="zh-CN" sz="2800" b="0" i="0" u="none" strike="noStrike" kern="1200" cap="none" spc="0" normalizeH="0" baseline="-25000" noProof="1">
                <a:ln>
                  <a:noFill/>
                </a:ln>
                <a:solidFill>
                  <a:srgbClr val="CC0000"/>
                </a:solidFill>
                <a:effectLst/>
                <a:uLnTx/>
                <a:uFillTx/>
                <a:latin typeface="微软雅黑" panose="020B0503020204020204" pitchFamily="34" charset="-122"/>
                <a:ea typeface="微软雅黑" panose="020B0503020204020204" pitchFamily="34" charset="-122"/>
                <a:cs typeface="+mn-cs"/>
              </a:rPr>
              <a:t>6</a:t>
            </a:r>
            <a:r>
              <a:rPr kumimoji="0" lang="en-US" altLang="zh-CN" sz="2800" b="0" i="0" u="none" strike="noStrike" kern="1200" cap="none" spc="0" normalizeH="0" baseline="0" noProof="1">
                <a:ln>
                  <a:noFill/>
                </a:ln>
                <a:solidFill>
                  <a:srgbClr val="CC0000"/>
                </a:solidFill>
                <a:effectLst/>
                <a:uLnTx/>
                <a:uFillTx/>
                <a:latin typeface="微软雅黑" panose="020B0503020204020204" pitchFamily="34" charset="-122"/>
                <a:ea typeface="微软雅黑" panose="020B0503020204020204" pitchFamily="34" charset="-122"/>
                <a:cs typeface="+mn-cs"/>
              </a:rPr>
              <a:t>=</a:t>
            </a:r>
            <a:r>
              <a:rPr kumimoji="0" lang="en-US" altLang="zh-CN" sz="28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{a</a:t>
            </a:r>
            <a:r>
              <a:rPr kumimoji="0" lang="en-US" altLang="zh-CN" sz="2800" b="0" i="0" u="none" strike="noStrike" kern="1200" cap="none" spc="0" normalizeH="0" baseline="3000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n</a:t>
            </a:r>
            <a:r>
              <a:rPr kumimoji="0" lang="en-US" altLang="zh-CN" sz="28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b</a:t>
            </a:r>
            <a:r>
              <a:rPr kumimoji="0" lang="en-US" altLang="zh-CN" sz="2800" b="0" i="0" u="none" strike="noStrike" kern="1200" cap="none" spc="0" normalizeH="0" baseline="3000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n</a:t>
            </a:r>
            <a:r>
              <a:rPr kumimoji="0" lang="en-US" altLang="zh-CN" sz="28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c</a:t>
            </a:r>
            <a:r>
              <a:rPr kumimoji="0" lang="en-US" altLang="zh-CN" sz="2800" b="0" i="0" u="none" strike="noStrike" kern="1200" cap="none" spc="0" normalizeH="0" baseline="3000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n</a:t>
            </a:r>
            <a:r>
              <a:rPr kumimoji="0" lang="en-US" altLang="zh-CN" sz="28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|n</a:t>
            </a:r>
            <a:r>
              <a:rPr kumimoji="0" lang="en-US" altLang="zh-CN" sz="28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1</a:t>
            </a:r>
            <a:r>
              <a:rPr kumimoji="0" lang="en-US" altLang="zh-CN" sz="28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不能由</a:t>
            </a:r>
            <a:r>
              <a:rPr kumimoji="0" lang="zh-CN" altLang="en-US" sz="2800" b="0" i="0" u="none" strike="noStrike" kern="1200" cap="none" spc="0" normalizeH="0" baseline="0" noProof="0" dirty="0">
                <a:ln>
                  <a:noFill/>
                </a:ln>
                <a:solidFill>
                  <a:srgbClr val="C0504D"/>
                </a:solidFill>
                <a:effectLst/>
                <a:uLnTx/>
                <a:uFillTx/>
                <a:latin typeface="微软雅黑" panose="020B0503020204020204" pitchFamily="34" charset="-122"/>
                <a:ea typeface="微软雅黑" panose="020B0503020204020204" pitchFamily="34" charset="-122"/>
                <a:cs typeface="+mn-cs"/>
              </a:rPr>
              <a:t>上下文无关文法</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产生，</a:t>
            </a:r>
            <a:r>
              <a:rPr kumimoji="0" lang="zh-CN"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但</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可由</a:t>
            </a:r>
            <a:r>
              <a:rPr kumimoji="0" lang="zh-CN" altLang="en-US" sz="2800" b="0" i="0" u="none" strike="noStrike" kern="1200" cap="none" spc="0" normalizeH="0" baseline="0" noProof="0" dirty="0">
                <a:ln>
                  <a:noFill/>
                </a:ln>
                <a:solidFill>
                  <a:srgbClr val="C0504D"/>
                </a:solidFill>
                <a:effectLst/>
                <a:uLnTx/>
                <a:uFillTx/>
                <a:latin typeface="微软雅黑" panose="020B0503020204020204" pitchFamily="34" charset="-122"/>
                <a:ea typeface="微软雅黑" panose="020B0503020204020204" pitchFamily="34" charset="-122"/>
                <a:cs typeface="+mn-cs"/>
              </a:rPr>
              <a:t>上下文有关文法</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产生</a:t>
            </a:r>
          </a:p>
          <a:p>
            <a:pPr marL="342900" marR="0" lvl="0" indent="-342900" algn="l" defTabSz="457200" rtl="0" eaLnBrk="1" fontAlgn="auto" latinLnBrk="0" hangingPunct="1">
              <a:lnSpc>
                <a:spcPct val="100000"/>
              </a:lnSpc>
              <a:spcBef>
                <a:spcPct val="40000"/>
              </a:spcBef>
              <a:spcAft>
                <a:spcPts val="0"/>
              </a:spcAft>
              <a:buClr>
                <a:srgbClr val="4F81BD"/>
              </a:buClr>
              <a:buSzPct val="80000"/>
              <a:buFont typeface="Wingdings" panose="05000000000000000000" pitchFamily="2" charset="2"/>
              <a:buNone/>
              <a:tabLst/>
              <a:defRPr/>
            </a:pPr>
            <a:r>
              <a:rPr kumimoji="0" lang="zh-CN" altLang="en-US" sz="2800" b="0" i="0" u="none" strike="noStrike" kern="1200" cap="none" spc="0" normalizeH="0" baseline="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G</a:t>
            </a:r>
            <a:r>
              <a:rPr kumimoji="0" lang="en-US" altLang="zh-CN" sz="2800" b="0" i="0" u="none" strike="noStrike" kern="1200" cap="none" spc="0" normalizeH="0" baseline="-2500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6</a:t>
            </a:r>
            <a:r>
              <a:rPr kumimoji="0" lang="en-US" altLang="zh-CN" sz="2800" b="0" i="0" u="none" strike="noStrike" kern="1200" cap="none" spc="0" normalizeH="0" baseline="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(S)</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S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t>
            </a:r>
            <a:r>
              <a:rPr kumimoji="0" lang="en-US" altLang="zh-CN" sz="28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aSBC</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t>
            </a:r>
            <a:r>
              <a:rPr kumimoji="0" lang="en-US" altLang="zh-CN" sz="28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aBC</a:t>
            </a:r>
            <a:endPar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endParaRPr>
          </a:p>
          <a:p>
            <a:pPr marL="342900" marR="0" lvl="0" indent="-342900" algn="l" defTabSz="457200" rtl="0" eaLnBrk="1" fontAlgn="auto" latinLnBrk="0" hangingPunct="1">
              <a:lnSpc>
                <a:spcPct val="100000"/>
              </a:lnSpc>
              <a:spcBef>
                <a:spcPct val="0"/>
              </a:spcBef>
              <a:spcAft>
                <a:spcPts val="0"/>
              </a:spcAft>
              <a:buClr>
                <a:srgbClr val="4F81BD"/>
              </a:buClr>
              <a:buSzPct val="80000"/>
              <a:buFont typeface="Wingdings" panose="05000000000000000000" pitchFamily="2" charset="2"/>
              <a:buNone/>
              <a:tabLst/>
              <a:defRPr/>
            </a:pP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CB</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BC</a:t>
            </a:r>
          </a:p>
          <a:p>
            <a:pPr marL="342900" marR="0" lvl="0" indent="-342900" algn="l" defTabSz="457200" rtl="0" eaLnBrk="1" fontAlgn="auto" latinLnBrk="0" hangingPunct="1">
              <a:lnSpc>
                <a:spcPct val="100000"/>
              </a:lnSpc>
              <a:spcBef>
                <a:spcPct val="0"/>
              </a:spcBef>
              <a:spcAft>
                <a:spcPts val="0"/>
              </a:spcAft>
              <a:buClr>
                <a:srgbClr val="4F81BD"/>
              </a:buClr>
              <a:buSzPct val="80000"/>
              <a:buFont typeface="Wingdings" panose="05000000000000000000" pitchFamily="2" charset="2"/>
              <a:buNone/>
              <a:tabLst/>
              <a:defRPr/>
            </a:pP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t>
            </a:r>
            <a:r>
              <a:rPr kumimoji="0" lang="en-US" altLang="zh-CN" sz="28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aB</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ab</a:t>
            </a:r>
            <a:endPar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457200" rtl="0" eaLnBrk="1" fontAlgn="auto" latinLnBrk="0" hangingPunct="1">
              <a:lnSpc>
                <a:spcPct val="100000"/>
              </a:lnSpc>
              <a:spcBef>
                <a:spcPct val="0"/>
              </a:spcBef>
              <a:spcAft>
                <a:spcPts val="0"/>
              </a:spcAft>
              <a:buClr>
                <a:srgbClr val="4F81BD"/>
              </a:buClr>
              <a:buSzPct val="80000"/>
              <a:buFont typeface="Wingdings" panose="05000000000000000000" pitchFamily="2" charset="2"/>
              <a:buNone/>
              <a:tabLst/>
              <a:defRPr/>
            </a:pP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bB</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bb</a:t>
            </a:r>
          </a:p>
          <a:p>
            <a:pPr marL="342900" marR="0" lvl="0" indent="-342900" algn="l" defTabSz="457200" rtl="0" eaLnBrk="1" fontAlgn="auto" latinLnBrk="0" hangingPunct="1">
              <a:lnSpc>
                <a:spcPct val="100000"/>
              </a:lnSpc>
              <a:spcBef>
                <a:spcPct val="0"/>
              </a:spcBef>
              <a:spcAft>
                <a:spcPts val="0"/>
              </a:spcAft>
              <a:buClr>
                <a:srgbClr val="4F81BD"/>
              </a:buClr>
              <a:buSzPct val="80000"/>
              <a:buFont typeface="Wingdings" panose="05000000000000000000" pitchFamily="2" charset="2"/>
              <a:buNone/>
              <a:tabLst/>
              <a:defRPr/>
            </a:pP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t>
            </a:r>
            <a:r>
              <a:rPr kumimoji="0" lang="en-US" altLang="zh-CN" sz="28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bC</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 </a:t>
            </a:r>
            <a:r>
              <a:rPr kumimoji="0" lang="en-US" altLang="zh-CN" sz="28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bc</a:t>
            </a:r>
            <a:endPar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endParaRPr>
          </a:p>
          <a:p>
            <a:pPr marL="342900" marR="0" lvl="0" indent="-342900" algn="l" defTabSz="457200" rtl="0" eaLnBrk="1" fontAlgn="auto" latinLnBrk="0" hangingPunct="1">
              <a:lnSpc>
                <a:spcPct val="100000"/>
              </a:lnSpc>
              <a:spcBef>
                <a:spcPct val="0"/>
              </a:spcBef>
              <a:spcAft>
                <a:spcPts val="0"/>
              </a:spcAft>
              <a:buClr>
                <a:srgbClr val="4F81BD"/>
              </a:buClr>
              <a:buSzPct val="80000"/>
              <a:buFont typeface="Wingdings" panose="05000000000000000000" pitchFamily="2" charset="2"/>
              <a:buNone/>
              <a:tabLst/>
              <a:defRPr/>
            </a:pP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t>
            </a:r>
            <a:r>
              <a:rPr kumimoji="0" lang="en-US" altLang="zh-CN" sz="28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cC</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cc</a:t>
            </a:r>
          </a:p>
        </p:txBody>
      </p:sp>
      <p:sp>
        <p:nvSpPr>
          <p:cNvPr id="7" name="Rectangle 3"/>
          <p:cNvSpPr>
            <a:spLocks noChangeArrowheads="1"/>
          </p:cNvSpPr>
          <p:nvPr/>
        </p:nvSpPr>
        <p:spPr bwMode="auto">
          <a:xfrm>
            <a:off x="6506431" y="1664846"/>
            <a:ext cx="2511028" cy="4951810"/>
          </a:xfrm>
          <a:prstGeom prst="rect">
            <a:avLst/>
          </a:prstGeom>
          <a:solidFill>
            <a:srgbClr val="4F81BD"/>
          </a:solidFill>
          <a:ln w="25400" cap="rnd" cmpd="sng" algn="ctr">
            <a:solidFill>
              <a:sysClr val="window" lastClr="FFFFFF"/>
            </a:solidFill>
            <a:prstDash val="solid"/>
            <a:headEnd/>
            <a:tailEnd/>
          </a:ln>
          <a:effec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S</a:t>
            </a: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a:t>
            </a: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a</a:t>
            </a:r>
            <a:r>
              <a:rPr kumimoji="1" lang="en-US" altLang="zh-CN" sz="2400" b="0" i="0" u="none" strike="noStrike" kern="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mn-cs"/>
              </a:rPr>
              <a:t>S</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BC</a:t>
            </a:r>
            <a:endPar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a:t>
            </a: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a</a:t>
            </a:r>
            <a:r>
              <a:rPr kumimoji="1" lang="en-US" altLang="zh-CN" sz="2400" b="0" i="0" u="none" strike="noStrike" kern="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mn-cs"/>
              </a:rPr>
              <a:t>aSBC</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BC</a:t>
            </a:r>
            <a:endPar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a:t>
            </a: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aaaBCBCBC</a:t>
            </a:r>
            <a:endPar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a:t>
            </a: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aaaBBCCBC</a:t>
            </a:r>
            <a:endPar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endParaRP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 </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aaaBBCBCC</a:t>
            </a:r>
            <a:endPar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a:t>
            </a: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aaaBBBCCC</a:t>
            </a:r>
            <a:endPar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 </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aaabBBCCC</a:t>
            </a:r>
            <a:endPar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 </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aaabbBCCC</a:t>
            </a:r>
            <a:endPar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 </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aaabbbCCC</a:t>
            </a:r>
            <a:endPar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 </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aaabbbcCC</a:t>
            </a:r>
            <a:endPar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 </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aaabbbccC</a:t>
            </a:r>
            <a:endPar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 </a:t>
            </a:r>
            <a:r>
              <a:rPr kumimoji="1" lang="en-US" altLang="zh-CN" sz="2400" b="0"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aaabbbccc</a:t>
            </a:r>
            <a:endParaRPr kumimoji="1"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 name="Slide Number Placeholder 6">
            <a:extLst>
              <a:ext uri="{FF2B5EF4-FFF2-40B4-BE49-F238E27FC236}">
                <a16:creationId xmlns:a16="http://schemas.microsoft.com/office/drawing/2014/main" id="{AE11F9B7-5FA0-0EE0-FB50-F5DB4A568124}"/>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19</a:t>
            </a:fld>
            <a:endParaRPr lang="en-GB" altLang="en-US" sz="120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619395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left)">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left)">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7">
                                            <p:bg/>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1" nodeType="clickEffect">
                                  <p:stCondLst>
                                    <p:cond delay="0"/>
                                  </p:stCondLst>
                                  <p:childTnLst>
                                    <p:set>
                                      <p:cBhvr>
                                        <p:cTn id="97" dur="1" fill="hold">
                                          <p:stCondLst>
                                            <p:cond delay="0"/>
                                          </p:stCondLst>
                                        </p:cTn>
                                        <p:tgtEl>
                                          <p:spTgt spid="7">
                                            <p:bg/>
                                          </p:spTgt>
                                        </p:tgtEl>
                                        <p:attrNameLst>
                                          <p:attrName>style.visibility</p:attrName>
                                        </p:attrNameLst>
                                      </p:cBhvr>
                                      <p:to>
                                        <p:strVal val="visible"/>
                                      </p:to>
                                    </p:set>
                                    <p:animEffect transition="in" filter="wipe(left)">
                                      <p:cBhvr>
                                        <p:cTn id="98" dur="500"/>
                                        <p:tgtEl>
                                          <p:spTgt spid="7">
                                            <p:bg/>
                                          </p:spTgt>
                                        </p:tgtEl>
                                      </p:cBhvr>
                                    </p:animEffect>
                                  </p:childTnLst>
                                </p:cTn>
                              </p:par>
                              <p:par>
                                <p:cTn id="99" presetID="22" presetClass="entr" presetSubtype="8" fill="hold" grpId="1" nodeType="withEffect">
                                  <p:stCondLst>
                                    <p:cond delay="0"/>
                                  </p:stCondLst>
                                  <p:childTnLst>
                                    <p:set>
                                      <p:cBhvr>
                                        <p:cTn id="100" dur="1" fill="hold">
                                          <p:stCondLst>
                                            <p:cond delay="0"/>
                                          </p:stCondLst>
                                        </p:cTn>
                                        <p:tgtEl>
                                          <p:spTgt spid="7">
                                            <p:txEl>
                                              <p:pRg st="12" end="12"/>
                                            </p:txEl>
                                          </p:spTgt>
                                        </p:tgtEl>
                                        <p:attrNameLst>
                                          <p:attrName>style.visibility</p:attrName>
                                        </p:attrNameLst>
                                      </p:cBhvr>
                                      <p:to>
                                        <p:strVal val="visible"/>
                                      </p:to>
                                    </p:set>
                                    <p:animEffect transition="in" filter="wipe(left)">
                                      <p:cBhvr>
                                        <p:cTn id="101"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7" grpId="0" build="p" animBg="1"/>
      <p:bldP spid="7" grpId="1" build="allAtOnce"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3D67087-D0AD-B82A-DF76-39C8591C7EE8}"/>
              </a:ext>
            </a:extLst>
          </p:cNvPr>
          <p:cNvSpPr>
            <a:spLocks noGrp="1" noChangeArrowheads="1"/>
          </p:cNvSpPr>
          <p:nvPr>
            <p:ph type="title"/>
          </p:nvPr>
        </p:nvSpPr>
        <p:spPr/>
        <p:txBody>
          <a:bodyPr/>
          <a:lstStyle/>
          <a:p>
            <a:r>
              <a:rPr lang="zh-CN" altLang="en-US">
                <a:ea typeface="楷体_GB2312"/>
              </a:rPr>
              <a:t>上下文无关文法</a:t>
            </a:r>
            <a:endParaRPr lang="en-US" altLang="zh-CN">
              <a:ea typeface="楷体_GB2312"/>
            </a:endParaRPr>
          </a:p>
        </p:txBody>
      </p:sp>
      <p:sp>
        <p:nvSpPr>
          <p:cNvPr id="5" name="Rectangle 7">
            <a:extLst>
              <a:ext uri="{FF2B5EF4-FFF2-40B4-BE49-F238E27FC236}">
                <a16:creationId xmlns:a16="http://schemas.microsoft.com/office/drawing/2014/main" id="{0F6DAC71-8049-0E30-CA9B-106D0771BFFD}"/>
              </a:ext>
            </a:extLst>
          </p:cNvPr>
          <p:cNvSpPr txBox="1">
            <a:spLocks noChangeArrowheads="1"/>
          </p:cNvSpPr>
          <p:nvPr/>
        </p:nvSpPr>
        <p:spPr>
          <a:xfrm>
            <a:off x="482600" y="3455419"/>
            <a:ext cx="7888287" cy="3249613"/>
          </a:xfrm>
          <a:prstGeom prst="rect">
            <a:avLst/>
          </a:prstGeom>
        </p:spPr>
        <p:txBody>
          <a:bodyPr>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buClr>
                <a:srgbClr val="4F81BD"/>
              </a:buClr>
              <a:defRPr/>
            </a:pPr>
            <a:r>
              <a:rPr lang="zh-CN" altLang="en-US" dirty="0">
                <a:solidFill>
                  <a:sysClr val="windowText" lastClr="000000">
                    <a:lumMod val="75000"/>
                    <a:lumOff val="25000"/>
                  </a:sysClr>
                </a:solidFill>
              </a:rPr>
              <a:t>上下文无关文法</a:t>
            </a:r>
            <a:r>
              <a:rPr lang="en-US" altLang="zh-CN" dirty="0">
                <a:solidFill>
                  <a:sysClr val="windowText" lastClr="000000">
                    <a:lumMod val="75000"/>
                    <a:lumOff val="25000"/>
                  </a:sysClr>
                </a:solidFill>
              </a:rPr>
              <a:t>G</a:t>
            </a:r>
            <a:r>
              <a:rPr lang="zh-CN" altLang="en-US" dirty="0">
                <a:solidFill>
                  <a:sysClr val="windowText" lastClr="000000">
                    <a:lumMod val="75000"/>
                    <a:lumOff val="25000"/>
                  </a:sysClr>
                </a:solidFill>
              </a:rPr>
              <a:t>是一个四元组</a:t>
            </a:r>
          </a:p>
          <a:p>
            <a:pPr fontAlgn="auto">
              <a:buClr>
                <a:srgbClr val="4F81BD"/>
              </a:buClr>
              <a:buFont typeface="Wingdings" panose="05000000000000000000" pitchFamily="2" charset="2"/>
              <a:buNone/>
              <a:defRPr/>
            </a:pPr>
            <a:r>
              <a:rPr lang="zh-CN" altLang="en-US" dirty="0">
                <a:solidFill>
                  <a:sysClr val="windowText" lastClr="000000">
                    <a:lumMod val="75000"/>
                    <a:lumOff val="25000"/>
                  </a:sysClr>
                </a:solidFill>
              </a:rPr>
              <a:t>         </a:t>
            </a:r>
            <a:r>
              <a:rPr lang="en-US" altLang="zh-CN" dirty="0">
                <a:solidFill>
                  <a:sysClr val="windowText" lastClr="000000">
                    <a:lumMod val="75000"/>
                    <a:lumOff val="25000"/>
                  </a:sysClr>
                </a:solidFill>
              </a:rPr>
              <a:t>G=(V</a:t>
            </a:r>
            <a:r>
              <a:rPr lang="en-US" altLang="zh-CN" baseline="-25000" dirty="0">
                <a:solidFill>
                  <a:sysClr val="windowText" lastClr="000000">
                    <a:lumMod val="75000"/>
                    <a:lumOff val="25000"/>
                  </a:sysClr>
                </a:solidFill>
              </a:rPr>
              <a:t>T</a:t>
            </a:r>
            <a:r>
              <a:rPr lang="zh-CN" altLang="en-US" dirty="0">
                <a:solidFill>
                  <a:sysClr val="windowText" lastClr="000000">
                    <a:lumMod val="75000"/>
                    <a:lumOff val="25000"/>
                  </a:sysClr>
                </a:solidFill>
              </a:rPr>
              <a:t>，</a:t>
            </a:r>
            <a:r>
              <a:rPr lang="en-US" altLang="zh-CN" dirty="0">
                <a:solidFill>
                  <a:sysClr val="windowText" lastClr="000000">
                    <a:lumMod val="75000"/>
                    <a:lumOff val="25000"/>
                  </a:sysClr>
                </a:solidFill>
              </a:rPr>
              <a:t>V</a:t>
            </a:r>
            <a:r>
              <a:rPr lang="en-US" altLang="zh-CN" baseline="-25000" dirty="0">
                <a:solidFill>
                  <a:sysClr val="windowText" lastClr="000000">
                    <a:lumMod val="75000"/>
                    <a:lumOff val="25000"/>
                  </a:sysClr>
                </a:solidFill>
              </a:rPr>
              <a:t>N</a:t>
            </a:r>
            <a:r>
              <a:rPr lang="zh-CN" altLang="en-US" dirty="0">
                <a:solidFill>
                  <a:sysClr val="windowText" lastClr="000000">
                    <a:lumMod val="75000"/>
                    <a:lumOff val="25000"/>
                  </a:sysClr>
                </a:solidFill>
              </a:rPr>
              <a:t>，</a:t>
            </a:r>
            <a:r>
              <a:rPr lang="en-US" altLang="zh-CN" dirty="0">
                <a:solidFill>
                  <a:sysClr val="windowText" lastClr="000000">
                    <a:lumMod val="75000"/>
                    <a:lumOff val="25000"/>
                  </a:sysClr>
                </a:solidFill>
              </a:rPr>
              <a:t>S</a:t>
            </a:r>
            <a:r>
              <a:rPr lang="zh-CN" altLang="en-US" dirty="0">
                <a:solidFill>
                  <a:sysClr val="windowText" lastClr="000000">
                    <a:lumMod val="75000"/>
                    <a:lumOff val="25000"/>
                  </a:sysClr>
                </a:solidFill>
              </a:rPr>
              <a:t>，</a:t>
            </a:r>
            <a:r>
              <a:rPr lang="en-US" altLang="zh-CN" dirty="0">
                <a:solidFill>
                  <a:sysClr val="windowText" lastClr="000000">
                    <a:lumMod val="75000"/>
                    <a:lumOff val="25000"/>
                  </a:sysClr>
                </a:solidFill>
              </a:rPr>
              <a:t>P)</a:t>
            </a:r>
            <a:r>
              <a:rPr lang="zh-CN" altLang="en-US" dirty="0">
                <a:solidFill>
                  <a:sysClr val="windowText" lastClr="000000">
                    <a:lumMod val="75000"/>
                    <a:lumOff val="25000"/>
                  </a:sysClr>
                </a:solidFill>
              </a:rPr>
              <a:t>，其中</a:t>
            </a:r>
          </a:p>
          <a:p>
            <a:pPr lvl="1" fontAlgn="auto">
              <a:buClr>
                <a:srgbClr val="4F81BD"/>
              </a:buClr>
              <a:defRPr/>
            </a:pPr>
            <a:r>
              <a:rPr lang="en-US" altLang="zh-CN" dirty="0">
                <a:solidFill>
                  <a:sysClr val="windowText" lastClr="000000">
                    <a:lumMod val="75000"/>
                    <a:lumOff val="25000"/>
                  </a:sysClr>
                </a:solidFill>
              </a:rPr>
              <a:t>V</a:t>
            </a:r>
            <a:r>
              <a:rPr lang="en-US" altLang="zh-CN" baseline="-25000" dirty="0">
                <a:solidFill>
                  <a:sysClr val="windowText" lastClr="000000">
                    <a:lumMod val="75000"/>
                    <a:lumOff val="25000"/>
                  </a:sysClr>
                </a:solidFill>
              </a:rPr>
              <a:t>T</a:t>
            </a:r>
            <a:r>
              <a:rPr lang="zh-CN" altLang="en-US" dirty="0">
                <a:solidFill>
                  <a:sysClr val="windowText" lastClr="000000">
                    <a:lumMod val="75000"/>
                    <a:lumOff val="25000"/>
                  </a:sysClr>
                </a:solidFill>
              </a:rPr>
              <a:t>：</a:t>
            </a:r>
            <a:r>
              <a:rPr lang="zh-CN" altLang="en-US" dirty="0">
                <a:solidFill>
                  <a:srgbClr val="CC0000"/>
                </a:solidFill>
              </a:rPr>
              <a:t>终结符</a:t>
            </a:r>
            <a:r>
              <a:rPr lang="en-US" altLang="zh-CN" dirty="0">
                <a:solidFill>
                  <a:sysClr val="windowText" lastClr="000000">
                    <a:lumMod val="75000"/>
                    <a:lumOff val="25000"/>
                  </a:sysClr>
                </a:solidFill>
              </a:rPr>
              <a:t>(Terminal)</a:t>
            </a:r>
            <a:r>
              <a:rPr lang="zh-CN" altLang="en-US" dirty="0">
                <a:solidFill>
                  <a:sysClr val="windowText" lastClr="000000">
                    <a:lumMod val="75000"/>
                    <a:lumOff val="25000"/>
                  </a:sysClr>
                </a:solidFill>
              </a:rPr>
              <a:t>集合</a:t>
            </a:r>
            <a:r>
              <a:rPr lang="en-US" altLang="zh-CN" dirty="0">
                <a:solidFill>
                  <a:sysClr val="windowText" lastClr="000000">
                    <a:lumMod val="75000"/>
                    <a:lumOff val="25000"/>
                  </a:sysClr>
                </a:solidFill>
              </a:rPr>
              <a:t>(</a:t>
            </a:r>
            <a:r>
              <a:rPr lang="zh-CN" altLang="en-US" dirty="0">
                <a:solidFill>
                  <a:sysClr val="windowText" lastClr="000000">
                    <a:lumMod val="75000"/>
                    <a:lumOff val="25000"/>
                  </a:sysClr>
                </a:solidFill>
              </a:rPr>
              <a:t>非空</a:t>
            </a:r>
            <a:r>
              <a:rPr lang="en-US" altLang="zh-CN" dirty="0">
                <a:solidFill>
                  <a:sysClr val="windowText" lastClr="000000">
                    <a:lumMod val="75000"/>
                    <a:lumOff val="25000"/>
                  </a:sysClr>
                </a:solidFill>
              </a:rPr>
              <a:t>)</a:t>
            </a:r>
          </a:p>
          <a:p>
            <a:pPr lvl="1" fontAlgn="auto">
              <a:buClr>
                <a:srgbClr val="4F81BD"/>
              </a:buClr>
              <a:defRPr/>
            </a:pPr>
            <a:r>
              <a:rPr lang="en-US" altLang="zh-CN" dirty="0">
                <a:solidFill>
                  <a:sysClr val="windowText" lastClr="000000">
                    <a:lumMod val="75000"/>
                    <a:lumOff val="25000"/>
                  </a:sysClr>
                </a:solidFill>
              </a:rPr>
              <a:t>V</a:t>
            </a:r>
            <a:r>
              <a:rPr lang="en-US" altLang="zh-CN" baseline="-25000" dirty="0">
                <a:solidFill>
                  <a:sysClr val="windowText" lastClr="000000">
                    <a:lumMod val="75000"/>
                    <a:lumOff val="25000"/>
                  </a:sysClr>
                </a:solidFill>
              </a:rPr>
              <a:t>N</a:t>
            </a:r>
            <a:r>
              <a:rPr lang="zh-CN" altLang="en-US" dirty="0">
                <a:solidFill>
                  <a:sysClr val="windowText" lastClr="000000">
                    <a:lumMod val="75000"/>
                    <a:lumOff val="25000"/>
                  </a:sysClr>
                </a:solidFill>
              </a:rPr>
              <a:t>：</a:t>
            </a:r>
            <a:r>
              <a:rPr lang="zh-CN" altLang="en-US" dirty="0">
                <a:solidFill>
                  <a:srgbClr val="CC0000"/>
                </a:solidFill>
              </a:rPr>
              <a:t>非终结符</a:t>
            </a:r>
            <a:r>
              <a:rPr lang="en-US" altLang="zh-CN" dirty="0">
                <a:solidFill>
                  <a:sysClr val="windowText" lastClr="000000">
                    <a:lumMod val="75000"/>
                    <a:lumOff val="25000"/>
                  </a:sysClr>
                </a:solidFill>
              </a:rPr>
              <a:t>(</a:t>
            </a:r>
            <a:r>
              <a:rPr lang="en-US" altLang="zh-CN" dirty="0" err="1">
                <a:solidFill>
                  <a:sysClr val="windowText" lastClr="000000">
                    <a:lumMod val="75000"/>
                    <a:lumOff val="25000"/>
                  </a:sysClr>
                </a:solidFill>
              </a:rPr>
              <a:t>Noterminal</a:t>
            </a:r>
            <a:r>
              <a:rPr lang="en-US" altLang="zh-CN" dirty="0">
                <a:solidFill>
                  <a:sysClr val="windowText" lastClr="000000">
                    <a:lumMod val="75000"/>
                    <a:lumOff val="25000"/>
                  </a:sysClr>
                </a:solidFill>
              </a:rPr>
              <a:t>)</a:t>
            </a:r>
            <a:r>
              <a:rPr lang="zh-CN" altLang="en-US" dirty="0">
                <a:solidFill>
                  <a:sysClr val="windowText" lastClr="000000">
                    <a:lumMod val="75000"/>
                    <a:lumOff val="25000"/>
                  </a:sysClr>
                </a:solidFill>
              </a:rPr>
              <a:t>集合</a:t>
            </a:r>
            <a:r>
              <a:rPr lang="en-US" altLang="zh-CN" dirty="0">
                <a:solidFill>
                  <a:sysClr val="windowText" lastClr="000000">
                    <a:lumMod val="75000"/>
                    <a:lumOff val="25000"/>
                  </a:sysClr>
                </a:solidFill>
              </a:rPr>
              <a:t>(</a:t>
            </a:r>
            <a:r>
              <a:rPr lang="zh-CN" altLang="en-US" dirty="0">
                <a:solidFill>
                  <a:sysClr val="windowText" lastClr="000000">
                    <a:lumMod val="75000"/>
                    <a:lumOff val="25000"/>
                  </a:sysClr>
                </a:solidFill>
              </a:rPr>
              <a:t>非空</a:t>
            </a:r>
            <a:r>
              <a:rPr lang="en-US" altLang="zh-CN" dirty="0">
                <a:solidFill>
                  <a:sysClr val="windowText" lastClr="000000">
                    <a:lumMod val="75000"/>
                    <a:lumOff val="25000"/>
                  </a:sysClr>
                </a:solidFill>
              </a:rPr>
              <a:t>)</a:t>
            </a:r>
            <a:r>
              <a:rPr lang="zh-CN" altLang="en-US" dirty="0">
                <a:solidFill>
                  <a:sysClr val="windowText" lastClr="000000">
                    <a:lumMod val="75000"/>
                    <a:lumOff val="25000"/>
                  </a:sysClr>
                </a:solidFill>
              </a:rPr>
              <a:t>，且</a:t>
            </a:r>
            <a:r>
              <a:rPr lang="en-US" altLang="zh-CN" dirty="0">
                <a:solidFill>
                  <a:sysClr val="windowText" lastClr="000000">
                    <a:lumMod val="75000"/>
                    <a:lumOff val="25000"/>
                  </a:sysClr>
                </a:solidFill>
              </a:rPr>
              <a:t>V</a:t>
            </a:r>
            <a:r>
              <a:rPr lang="en-US" altLang="zh-CN" baseline="-25000" dirty="0">
                <a:solidFill>
                  <a:sysClr val="windowText" lastClr="000000">
                    <a:lumMod val="75000"/>
                    <a:lumOff val="25000"/>
                  </a:sysClr>
                </a:solidFill>
              </a:rPr>
              <a:t>T</a:t>
            </a:r>
            <a:r>
              <a:rPr lang="en-US" altLang="zh-CN" dirty="0">
                <a:solidFill>
                  <a:sysClr val="windowText" lastClr="000000">
                    <a:lumMod val="75000"/>
                    <a:lumOff val="25000"/>
                  </a:sysClr>
                </a:solidFill>
              </a:rPr>
              <a:t> </a:t>
            </a:r>
            <a:r>
              <a:rPr lang="en-US" altLang="zh-CN" dirty="0">
                <a:solidFill>
                  <a:sysClr val="windowText" lastClr="000000">
                    <a:lumMod val="75000"/>
                    <a:lumOff val="25000"/>
                  </a:sysClr>
                </a:solidFill>
                <a:sym typeface="Symbol" panose="05050102010706020507" pitchFamily="18" charset="2"/>
              </a:rPr>
              <a:t></a:t>
            </a:r>
            <a:r>
              <a:rPr lang="en-US" altLang="zh-CN" dirty="0">
                <a:solidFill>
                  <a:sysClr val="windowText" lastClr="000000">
                    <a:lumMod val="75000"/>
                    <a:lumOff val="25000"/>
                  </a:sysClr>
                </a:solidFill>
              </a:rPr>
              <a:t> V</a:t>
            </a:r>
            <a:r>
              <a:rPr lang="en-US" altLang="zh-CN" baseline="-25000" dirty="0">
                <a:solidFill>
                  <a:sysClr val="windowText" lastClr="000000">
                    <a:lumMod val="75000"/>
                    <a:lumOff val="25000"/>
                  </a:sysClr>
                </a:solidFill>
              </a:rPr>
              <a:t>N</a:t>
            </a:r>
            <a:r>
              <a:rPr lang="en-US" altLang="zh-CN" dirty="0">
                <a:solidFill>
                  <a:sysClr val="windowText" lastClr="000000">
                    <a:lumMod val="75000"/>
                    <a:lumOff val="25000"/>
                  </a:sysClr>
                </a:solidFill>
              </a:rPr>
              <a:t>=</a:t>
            </a:r>
            <a:r>
              <a:rPr lang="en-US" altLang="zh-CN" dirty="0">
                <a:solidFill>
                  <a:sysClr val="windowText" lastClr="000000">
                    <a:lumMod val="75000"/>
                    <a:lumOff val="25000"/>
                  </a:sysClr>
                </a:solidFill>
                <a:sym typeface="Symbol" panose="05050102010706020507" pitchFamily="18" charset="2"/>
              </a:rPr>
              <a:t></a:t>
            </a:r>
            <a:endParaRPr lang="en-US" altLang="zh-CN" dirty="0">
              <a:solidFill>
                <a:sysClr val="windowText" lastClr="000000">
                  <a:lumMod val="75000"/>
                  <a:lumOff val="25000"/>
                </a:sysClr>
              </a:solidFill>
            </a:endParaRPr>
          </a:p>
          <a:p>
            <a:pPr lvl="1" fontAlgn="auto">
              <a:buClr>
                <a:srgbClr val="4F81BD"/>
              </a:buClr>
              <a:defRPr/>
            </a:pPr>
            <a:r>
              <a:rPr lang="en-US" altLang="zh-CN" dirty="0">
                <a:solidFill>
                  <a:sysClr val="windowText" lastClr="000000">
                    <a:lumMod val="75000"/>
                    <a:lumOff val="25000"/>
                  </a:sysClr>
                </a:solidFill>
              </a:rPr>
              <a:t>S</a:t>
            </a:r>
            <a:r>
              <a:rPr lang="zh-CN" altLang="en-US" dirty="0">
                <a:solidFill>
                  <a:sysClr val="windowText" lastClr="000000">
                    <a:lumMod val="75000"/>
                    <a:lumOff val="25000"/>
                  </a:sysClr>
                </a:solidFill>
              </a:rPr>
              <a:t>：文法的</a:t>
            </a:r>
            <a:r>
              <a:rPr lang="zh-CN" altLang="en-US" dirty="0">
                <a:solidFill>
                  <a:srgbClr val="CC0000"/>
                </a:solidFill>
              </a:rPr>
              <a:t>开始符号</a:t>
            </a:r>
            <a:r>
              <a:rPr lang="zh-CN" altLang="en-US" dirty="0">
                <a:solidFill>
                  <a:sysClr val="windowText" lastClr="000000">
                    <a:lumMod val="75000"/>
                    <a:lumOff val="25000"/>
                  </a:sysClr>
                </a:solidFill>
              </a:rPr>
              <a:t>，</a:t>
            </a:r>
            <a:r>
              <a:rPr lang="en-US" altLang="zh-CN" dirty="0">
                <a:solidFill>
                  <a:sysClr val="windowText" lastClr="000000">
                    <a:lumMod val="75000"/>
                    <a:lumOff val="25000"/>
                  </a:sysClr>
                </a:solidFill>
              </a:rPr>
              <a:t>S</a:t>
            </a:r>
            <a:r>
              <a:rPr lang="en-US" altLang="zh-CN" dirty="0">
                <a:solidFill>
                  <a:sysClr val="windowText" lastClr="000000">
                    <a:lumMod val="75000"/>
                    <a:lumOff val="25000"/>
                  </a:sysClr>
                </a:solidFill>
                <a:sym typeface="Symbol" panose="05050102010706020507" pitchFamily="18" charset="2"/>
              </a:rPr>
              <a:t></a:t>
            </a:r>
            <a:r>
              <a:rPr lang="en-US" altLang="zh-CN" dirty="0">
                <a:solidFill>
                  <a:sysClr val="windowText" lastClr="000000">
                    <a:lumMod val="75000"/>
                    <a:lumOff val="25000"/>
                  </a:sysClr>
                </a:solidFill>
              </a:rPr>
              <a:t>V</a:t>
            </a:r>
            <a:r>
              <a:rPr lang="en-US" altLang="zh-CN" baseline="-25000" dirty="0">
                <a:solidFill>
                  <a:sysClr val="windowText" lastClr="000000">
                    <a:lumMod val="75000"/>
                    <a:lumOff val="25000"/>
                  </a:sysClr>
                </a:solidFill>
              </a:rPr>
              <a:t>N</a:t>
            </a:r>
          </a:p>
          <a:p>
            <a:pPr lvl="1" fontAlgn="auto">
              <a:buClr>
                <a:srgbClr val="4F81BD"/>
              </a:buClr>
              <a:defRPr/>
            </a:pPr>
            <a:r>
              <a:rPr lang="en-US" altLang="zh-CN" dirty="0">
                <a:solidFill>
                  <a:sysClr val="windowText" lastClr="000000">
                    <a:lumMod val="75000"/>
                    <a:lumOff val="25000"/>
                  </a:sysClr>
                </a:solidFill>
              </a:rPr>
              <a:t>P</a:t>
            </a:r>
            <a:r>
              <a:rPr lang="zh-CN" altLang="en-US" dirty="0">
                <a:solidFill>
                  <a:sysClr val="windowText" lastClr="000000">
                    <a:lumMod val="75000"/>
                    <a:lumOff val="25000"/>
                  </a:sysClr>
                </a:solidFill>
              </a:rPr>
              <a:t>：</a:t>
            </a:r>
            <a:r>
              <a:rPr lang="zh-CN" altLang="en-US" dirty="0">
                <a:solidFill>
                  <a:srgbClr val="CC0000"/>
                </a:solidFill>
              </a:rPr>
              <a:t>产生式</a:t>
            </a:r>
            <a:r>
              <a:rPr lang="zh-CN" altLang="en-US" dirty="0">
                <a:solidFill>
                  <a:sysClr val="windowText" lastClr="000000">
                    <a:lumMod val="75000"/>
                    <a:lumOff val="25000"/>
                  </a:sysClr>
                </a:solidFill>
              </a:rPr>
              <a:t>集合</a:t>
            </a:r>
            <a:r>
              <a:rPr lang="en-US" altLang="zh-CN" dirty="0">
                <a:solidFill>
                  <a:sysClr val="windowText" lastClr="000000">
                    <a:lumMod val="75000"/>
                    <a:lumOff val="25000"/>
                  </a:sysClr>
                </a:solidFill>
              </a:rPr>
              <a:t>(</a:t>
            </a:r>
            <a:r>
              <a:rPr lang="zh-CN" altLang="en-US" dirty="0">
                <a:solidFill>
                  <a:sysClr val="windowText" lastClr="000000">
                    <a:lumMod val="75000"/>
                    <a:lumOff val="25000"/>
                  </a:sysClr>
                </a:solidFill>
              </a:rPr>
              <a:t>有限</a:t>
            </a:r>
            <a:r>
              <a:rPr lang="en-US" altLang="zh-CN" dirty="0">
                <a:solidFill>
                  <a:sysClr val="windowText" lastClr="000000">
                    <a:lumMod val="75000"/>
                    <a:lumOff val="25000"/>
                  </a:sysClr>
                </a:solidFill>
              </a:rPr>
              <a:t>)</a:t>
            </a:r>
            <a:r>
              <a:rPr lang="zh-CN" altLang="en-US" dirty="0">
                <a:solidFill>
                  <a:sysClr val="windowText" lastClr="000000">
                    <a:lumMod val="75000"/>
                    <a:lumOff val="25000"/>
                  </a:sysClr>
                </a:solidFill>
              </a:rPr>
              <a:t>，每个产生式形式为</a:t>
            </a:r>
          </a:p>
          <a:p>
            <a:pPr lvl="2" fontAlgn="auto">
              <a:buClr>
                <a:srgbClr val="4F81BD"/>
              </a:buClr>
              <a:defRPr/>
            </a:pPr>
            <a:r>
              <a:rPr lang="en-US" altLang="zh-CN" dirty="0">
                <a:solidFill>
                  <a:sysClr val="windowText" lastClr="000000">
                    <a:lumMod val="75000"/>
                    <a:lumOff val="25000"/>
                  </a:sysClr>
                </a:solidFill>
              </a:rPr>
              <a:t>P</a:t>
            </a:r>
            <a:r>
              <a:rPr lang="en-US" altLang="zh-CN" dirty="0">
                <a:solidFill>
                  <a:sysClr val="windowText" lastClr="000000">
                    <a:lumMod val="75000"/>
                    <a:lumOff val="25000"/>
                  </a:sysClr>
                </a:solidFill>
                <a:sym typeface="Symbol" panose="05050102010706020507" pitchFamily="18" charset="2"/>
              </a:rPr>
              <a:t></a:t>
            </a:r>
            <a:r>
              <a:rPr lang="zh-CN" altLang="en-US" dirty="0">
                <a:solidFill>
                  <a:sysClr val="windowText" lastClr="000000">
                    <a:lumMod val="75000"/>
                    <a:lumOff val="25000"/>
                  </a:sysClr>
                </a:solidFill>
                <a:sym typeface="Symbol" panose="05050102010706020507" pitchFamily="18" charset="2"/>
              </a:rPr>
              <a:t>， </a:t>
            </a:r>
            <a:r>
              <a:rPr lang="en-US" altLang="zh-CN" dirty="0">
                <a:solidFill>
                  <a:sysClr val="windowText" lastClr="000000">
                    <a:lumMod val="75000"/>
                    <a:lumOff val="25000"/>
                  </a:sysClr>
                </a:solidFill>
              </a:rPr>
              <a:t>P</a:t>
            </a:r>
            <a:r>
              <a:rPr lang="en-US" altLang="zh-CN" dirty="0">
                <a:solidFill>
                  <a:sysClr val="windowText" lastClr="000000">
                    <a:lumMod val="75000"/>
                    <a:lumOff val="25000"/>
                  </a:sysClr>
                </a:solidFill>
                <a:sym typeface="Symbol" panose="05050102010706020507" pitchFamily="18" charset="2"/>
              </a:rPr>
              <a:t></a:t>
            </a:r>
            <a:r>
              <a:rPr lang="en-US" altLang="zh-CN" dirty="0">
                <a:solidFill>
                  <a:sysClr val="windowText" lastClr="000000">
                    <a:lumMod val="75000"/>
                    <a:lumOff val="25000"/>
                  </a:sysClr>
                </a:solidFill>
              </a:rPr>
              <a:t>V</a:t>
            </a:r>
            <a:r>
              <a:rPr lang="en-US" altLang="zh-CN" sz="2100" baseline="-25000" dirty="0">
                <a:solidFill>
                  <a:sysClr val="windowText" lastClr="000000">
                    <a:lumMod val="75000"/>
                    <a:lumOff val="25000"/>
                  </a:sysClr>
                </a:solidFill>
              </a:rPr>
              <a:t>N</a:t>
            </a:r>
            <a:r>
              <a:rPr lang="zh-CN" altLang="en-US" dirty="0">
                <a:solidFill>
                  <a:sysClr val="windowText" lastClr="000000">
                    <a:lumMod val="75000"/>
                    <a:lumOff val="25000"/>
                  </a:sysClr>
                </a:solidFill>
              </a:rPr>
              <a:t>， </a:t>
            </a:r>
            <a:r>
              <a:rPr lang="zh-CN" altLang="en-US" dirty="0">
                <a:solidFill>
                  <a:sysClr val="windowText" lastClr="000000">
                    <a:lumMod val="75000"/>
                    <a:lumOff val="25000"/>
                  </a:sysClr>
                </a:solidFill>
                <a:sym typeface="Symbol" panose="05050102010706020507" pitchFamily="18" charset="2"/>
              </a:rPr>
              <a:t>  </a:t>
            </a:r>
            <a:r>
              <a:rPr lang="en-US" altLang="zh-CN" dirty="0">
                <a:solidFill>
                  <a:sysClr val="windowText" lastClr="000000">
                    <a:lumMod val="75000"/>
                    <a:lumOff val="25000"/>
                  </a:sysClr>
                </a:solidFill>
                <a:sym typeface="Symbol" panose="05050102010706020507" pitchFamily="18" charset="2"/>
              </a:rPr>
              <a:t>(</a:t>
            </a:r>
            <a:r>
              <a:rPr lang="en-US" altLang="zh-CN" dirty="0">
                <a:solidFill>
                  <a:sysClr val="windowText" lastClr="000000">
                    <a:lumMod val="75000"/>
                    <a:lumOff val="25000"/>
                  </a:sysClr>
                </a:solidFill>
              </a:rPr>
              <a:t>V</a:t>
            </a:r>
            <a:r>
              <a:rPr lang="en-US" altLang="zh-CN" sz="2100" baseline="-25000" dirty="0">
                <a:solidFill>
                  <a:sysClr val="windowText" lastClr="000000">
                    <a:lumMod val="75000"/>
                    <a:lumOff val="25000"/>
                  </a:sysClr>
                </a:solidFill>
              </a:rPr>
              <a:t>T</a:t>
            </a:r>
            <a:r>
              <a:rPr lang="en-US" altLang="zh-CN" dirty="0">
                <a:solidFill>
                  <a:sysClr val="windowText" lastClr="000000">
                    <a:lumMod val="75000"/>
                    <a:lumOff val="25000"/>
                  </a:sysClr>
                </a:solidFill>
              </a:rPr>
              <a:t> </a:t>
            </a:r>
            <a:r>
              <a:rPr lang="en-US" altLang="zh-CN" dirty="0">
                <a:solidFill>
                  <a:sysClr val="windowText" lastClr="000000">
                    <a:lumMod val="75000"/>
                    <a:lumOff val="25000"/>
                  </a:sysClr>
                </a:solidFill>
                <a:sym typeface="Symbol" panose="05050102010706020507" pitchFamily="18" charset="2"/>
              </a:rPr>
              <a:t></a:t>
            </a:r>
            <a:r>
              <a:rPr lang="en-US" altLang="zh-CN" dirty="0">
                <a:solidFill>
                  <a:sysClr val="windowText" lastClr="000000">
                    <a:lumMod val="75000"/>
                    <a:lumOff val="25000"/>
                  </a:sysClr>
                </a:solidFill>
              </a:rPr>
              <a:t> V</a:t>
            </a:r>
            <a:r>
              <a:rPr lang="en-US" altLang="zh-CN" sz="2100" baseline="-25000" dirty="0">
                <a:solidFill>
                  <a:sysClr val="windowText" lastClr="000000">
                    <a:lumMod val="75000"/>
                    <a:lumOff val="25000"/>
                  </a:sysClr>
                </a:solidFill>
              </a:rPr>
              <a:t>N</a:t>
            </a:r>
            <a:r>
              <a:rPr lang="en-US" altLang="zh-CN" dirty="0">
                <a:solidFill>
                  <a:sysClr val="windowText" lastClr="000000">
                    <a:lumMod val="75000"/>
                    <a:lumOff val="25000"/>
                  </a:sysClr>
                </a:solidFill>
              </a:rPr>
              <a:t>)*</a:t>
            </a:r>
          </a:p>
          <a:p>
            <a:pPr lvl="1" fontAlgn="auto">
              <a:buClr>
                <a:srgbClr val="4F81BD"/>
              </a:buClr>
              <a:defRPr/>
            </a:pPr>
            <a:r>
              <a:rPr lang="zh-CN" altLang="en-US" dirty="0">
                <a:solidFill>
                  <a:sysClr val="windowText" lastClr="000000">
                    <a:lumMod val="75000"/>
                    <a:lumOff val="25000"/>
                  </a:sysClr>
                </a:solidFill>
              </a:rPr>
              <a:t>开始符</a:t>
            </a:r>
            <a:r>
              <a:rPr lang="en-US" altLang="zh-CN" dirty="0">
                <a:solidFill>
                  <a:sysClr val="windowText" lastClr="000000">
                    <a:lumMod val="75000"/>
                    <a:lumOff val="25000"/>
                  </a:sysClr>
                </a:solidFill>
              </a:rPr>
              <a:t>S</a:t>
            </a:r>
            <a:r>
              <a:rPr lang="zh-CN" altLang="en-US" dirty="0">
                <a:solidFill>
                  <a:sysClr val="windowText" lastClr="000000">
                    <a:lumMod val="75000"/>
                    <a:lumOff val="25000"/>
                  </a:sysClr>
                </a:solidFill>
              </a:rPr>
              <a:t>至少必须在某个产生式的左部出现一次</a:t>
            </a:r>
          </a:p>
        </p:txBody>
      </p:sp>
      <p:sp>
        <p:nvSpPr>
          <p:cNvPr id="6" name="Rectangle 2">
            <a:extLst>
              <a:ext uri="{FF2B5EF4-FFF2-40B4-BE49-F238E27FC236}">
                <a16:creationId xmlns:a16="http://schemas.microsoft.com/office/drawing/2014/main" id="{A4CC194D-92CC-7587-E252-1B2A5D54C099}"/>
              </a:ext>
            </a:extLst>
          </p:cNvPr>
          <p:cNvSpPr>
            <a:spLocks noChangeArrowheads="1"/>
          </p:cNvSpPr>
          <p:nvPr/>
        </p:nvSpPr>
        <p:spPr bwMode="auto">
          <a:xfrm>
            <a:off x="4049713" y="134938"/>
            <a:ext cx="6100762" cy="3170237"/>
          </a:xfrm>
          <a:prstGeom prst="rect">
            <a:avLst/>
          </a:prstGeom>
          <a:solidFill>
            <a:srgbClr val="4F81BD"/>
          </a:solidFill>
          <a:ln w="25400" cap="rnd" cmpd="sng" algn="ctr">
            <a:solidFill>
              <a:sysClr val="window" lastClr="FFFFFF"/>
            </a:solidFill>
            <a:prstDash val="solid"/>
            <a:headEnd/>
            <a:tailEnd type="none" w="lg" len="lg"/>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cs typeface="+mn-cs"/>
              </a:rPr>
              <a:t>&lt;</a:t>
            </a:r>
            <a:r>
              <a:rPr lang="zh-CN" altLang="en-US" sz="2000" kern="0" dirty="0">
                <a:solidFill>
                  <a:prstClr val="white"/>
                </a:solidFill>
                <a:latin typeface="微软雅黑" panose="020B0503020204020204" pitchFamily="34" charset="-122"/>
                <a:ea typeface="微软雅黑" panose="020B0503020204020204" pitchFamily="34" charset="-122"/>
                <a:cs typeface="+mn-cs"/>
              </a:rPr>
              <a:t>句子</a:t>
            </a:r>
            <a:r>
              <a:rPr lang="en-US" altLang="zh-CN" sz="2000" kern="0" dirty="0">
                <a:solidFill>
                  <a:prstClr val="white"/>
                </a:solidFill>
                <a:latin typeface="微软雅黑" panose="020B0503020204020204" pitchFamily="34" charset="-122"/>
                <a:ea typeface="微软雅黑" panose="020B0503020204020204" pitchFamily="34" charset="-122"/>
                <a:cs typeface="+mn-cs"/>
              </a:rPr>
              <a:t>&gt; </a:t>
            </a:r>
            <a:r>
              <a:rPr lang="en-US" altLang="zh-CN" sz="20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cs typeface="+mn-cs"/>
              </a:rPr>
              <a:t> &lt;</a:t>
            </a:r>
            <a:r>
              <a:rPr lang="zh-CN" altLang="en-US" sz="2000" kern="0" dirty="0">
                <a:solidFill>
                  <a:prstClr val="white"/>
                </a:solidFill>
                <a:latin typeface="微软雅黑" panose="020B0503020204020204" pitchFamily="34" charset="-122"/>
                <a:ea typeface="微软雅黑" panose="020B0503020204020204" pitchFamily="34" charset="-122"/>
                <a:cs typeface="+mn-cs"/>
              </a:rPr>
              <a:t>主语</a:t>
            </a:r>
            <a:r>
              <a:rPr lang="en-US" altLang="zh-CN" sz="2000" kern="0" dirty="0">
                <a:solidFill>
                  <a:prstClr val="white"/>
                </a:solidFill>
                <a:latin typeface="微软雅黑" panose="020B0503020204020204" pitchFamily="34" charset="-122"/>
                <a:ea typeface="微软雅黑" panose="020B0503020204020204" pitchFamily="34" charset="-122"/>
                <a:cs typeface="+mn-cs"/>
              </a:rPr>
              <a:t>&gt;&lt;</a:t>
            </a:r>
            <a:r>
              <a:rPr lang="zh-CN" altLang="en-US" sz="2000" kern="0" dirty="0">
                <a:solidFill>
                  <a:prstClr val="white"/>
                </a:solidFill>
                <a:latin typeface="微软雅黑" panose="020B0503020204020204" pitchFamily="34" charset="-122"/>
                <a:ea typeface="微软雅黑" panose="020B0503020204020204" pitchFamily="34" charset="-122"/>
                <a:cs typeface="+mn-cs"/>
              </a:rPr>
              <a:t>谓语</a:t>
            </a:r>
            <a:r>
              <a:rPr lang="en-US" altLang="zh-CN" sz="2000" kern="0" dirty="0">
                <a:solidFill>
                  <a:prstClr val="white"/>
                </a:solidFill>
                <a:latin typeface="微软雅黑" panose="020B0503020204020204" pitchFamily="34" charset="-122"/>
                <a:ea typeface="微软雅黑" panose="020B0503020204020204" pitchFamily="34" charset="-122"/>
                <a:cs typeface="+mn-cs"/>
              </a:rPr>
              <a:t>&gt;&lt;</a:t>
            </a:r>
            <a:r>
              <a:rPr lang="zh-CN" altLang="en-US" sz="2000" kern="0" dirty="0">
                <a:solidFill>
                  <a:prstClr val="white"/>
                </a:solidFill>
                <a:latin typeface="微软雅黑" panose="020B0503020204020204" pitchFamily="34" charset="-122"/>
                <a:ea typeface="微软雅黑" panose="020B0503020204020204" pitchFamily="34" charset="-122"/>
                <a:cs typeface="+mn-cs"/>
              </a:rPr>
              <a:t>间接宾语</a:t>
            </a:r>
            <a:r>
              <a:rPr lang="en-US" altLang="zh-CN" sz="2000" kern="0" dirty="0">
                <a:solidFill>
                  <a:prstClr val="white"/>
                </a:solidFill>
                <a:latin typeface="微软雅黑" panose="020B0503020204020204" pitchFamily="34" charset="-122"/>
                <a:ea typeface="微软雅黑" panose="020B0503020204020204" pitchFamily="34" charset="-122"/>
                <a:cs typeface="+mn-cs"/>
              </a:rPr>
              <a:t>&gt;&lt;</a:t>
            </a:r>
            <a:r>
              <a:rPr lang="zh-CN" altLang="en-US" sz="2000" kern="0" dirty="0">
                <a:solidFill>
                  <a:prstClr val="white"/>
                </a:solidFill>
                <a:latin typeface="微软雅黑" panose="020B0503020204020204" pitchFamily="34" charset="-122"/>
                <a:ea typeface="微软雅黑" panose="020B0503020204020204" pitchFamily="34" charset="-122"/>
                <a:cs typeface="+mn-cs"/>
              </a:rPr>
              <a:t>直接宾语</a:t>
            </a:r>
            <a:r>
              <a:rPr lang="en-US" altLang="zh-CN" sz="20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cs typeface="+mn-cs"/>
              </a:rPr>
              <a:t>&lt;</a:t>
            </a:r>
            <a:r>
              <a:rPr lang="zh-CN" altLang="en-US" sz="2000" kern="0" dirty="0">
                <a:solidFill>
                  <a:prstClr val="white"/>
                </a:solidFill>
                <a:latin typeface="微软雅黑" panose="020B0503020204020204" pitchFamily="34" charset="-122"/>
                <a:ea typeface="微软雅黑" panose="020B0503020204020204" pitchFamily="34" charset="-122"/>
                <a:cs typeface="+mn-cs"/>
              </a:rPr>
              <a:t>主语</a:t>
            </a:r>
            <a:r>
              <a:rPr lang="en-US" altLang="zh-CN" sz="2000" kern="0" dirty="0">
                <a:solidFill>
                  <a:prstClr val="white"/>
                </a:solidFill>
                <a:latin typeface="微软雅黑" panose="020B0503020204020204" pitchFamily="34" charset="-122"/>
                <a:ea typeface="微软雅黑" panose="020B0503020204020204" pitchFamily="34" charset="-122"/>
                <a:cs typeface="+mn-cs"/>
              </a:rPr>
              <a:t>&gt; </a:t>
            </a:r>
            <a:r>
              <a:rPr lang="en-US" altLang="zh-CN" sz="20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cs typeface="+mn-cs"/>
              </a:rPr>
              <a:t> &lt;</a:t>
            </a:r>
            <a:r>
              <a:rPr lang="zh-CN" altLang="en-US" sz="2000" kern="0" dirty="0">
                <a:solidFill>
                  <a:prstClr val="white"/>
                </a:solidFill>
                <a:latin typeface="微软雅黑" panose="020B0503020204020204" pitchFamily="34" charset="-122"/>
                <a:ea typeface="微软雅黑" panose="020B0503020204020204" pitchFamily="34" charset="-122"/>
                <a:cs typeface="+mn-cs"/>
              </a:rPr>
              <a:t>代词</a:t>
            </a:r>
            <a:r>
              <a:rPr lang="en-US" altLang="zh-CN" sz="20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cs typeface="+mn-cs"/>
              </a:rPr>
              <a:t>&lt;</a:t>
            </a:r>
            <a:r>
              <a:rPr lang="zh-CN" altLang="en-US" sz="2000" kern="0" dirty="0">
                <a:solidFill>
                  <a:prstClr val="white"/>
                </a:solidFill>
                <a:latin typeface="微软雅黑" panose="020B0503020204020204" pitchFamily="34" charset="-122"/>
                <a:ea typeface="微软雅黑" panose="020B0503020204020204" pitchFamily="34" charset="-122"/>
                <a:cs typeface="+mn-cs"/>
              </a:rPr>
              <a:t>谓语</a:t>
            </a:r>
            <a:r>
              <a:rPr lang="en-US" altLang="zh-CN" sz="2000" kern="0" dirty="0">
                <a:solidFill>
                  <a:prstClr val="white"/>
                </a:solidFill>
                <a:latin typeface="微软雅黑" panose="020B0503020204020204" pitchFamily="34" charset="-122"/>
                <a:ea typeface="微软雅黑" panose="020B0503020204020204" pitchFamily="34" charset="-122"/>
                <a:cs typeface="+mn-cs"/>
              </a:rPr>
              <a:t>&gt; </a:t>
            </a:r>
            <a:r>
              <a:rPr lang="en-US" altLang="zh-CN" sz="20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cs typeface="+mn-cs"/>
              </a:rPr>
              <a:t> &lt;</a:t>
            </a:r>
            <a:r>
              <a:rPr lang="zh-CN" altLang="en-US" sz="2000" kern="0" dirty="0">
                <a:solidFill>
                  <a:prstClr val="white"/>
                </a:solidFill>
                <a:latin typeface="微软雅黑" panose="020B0503020204020204" pitchFamily="34" charset="-122"/>
                <a:ea typeface="微软雅黑" panose="020B0503020204020204" pitchFamily="34" charset="-122"/>
                <a:cs typeface="+mn-cs"/>
              </a:rPr>
              <a:t>动词</a:t>
            </a:r>
            <a:r>
              <a:rPr lang="en-US" altLang="zh-CN" sz="20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cs typeface="+mn-cs"/>
              </a:rPr>
              <a:t>&lt;</a:t>
            </a:r>
            <a:r>
              <a:rPr lang="zh-CN" altLang="en-US" sz="2000" kern="0" dirty="0">
                <a:solidFill>
                  <a:prstClr val="white"/>
                </a:solidFill>
                <a:latin typeface="微软雅黑" panose="020B0503020204020204" pitchFamily="34" charset="-122"/>
                <a:ea typeface="微软雅黑" panose="020B0503020204020204" pitchFamily="34" charset="-122"/>
                <a:cs typeface="+mn-cs"/>
              </a:rPr>
              <a:t>间接宾语</a:t>
            </a:r>
            <a:r>
              <a:rPr lang="en-US" altLang="zh-CN" sz="2000" kern="0" dirty="0">
                <a:solidFill>
                  <a:prstClr val="white"/>
                </a:solidFill>
                <a:latin typeface="微软雅黑" panose="020B0503020204020204" pitchFamily="34" charset="-122"/>
                <a:ea typeface="微软雅黑" panose="020B0503020204020204" pitchFamily="34" charset="-122"/>
                <a:cs typeface="+mn-cs"/>
              </a:rPr>
              <a:t>&gt; </a:t>
            </a:r>
            <a:r>
              <a:rPr lang="en-US" altLang="zh-CN" sz="20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cs typeface="+mn-cs"/>
              </a:rPr>
              <a:t> &lt;</a:t>
            </a:r>
            <a:r>
              <a:rPr lang="zh-CN" altLang="en-US" sz="2000" kern="0" dirty="0">
                <a:solidFill>
                  <a:prstClr val="white"/>
                </a:solidFill>
                <a:latin typeface="微软雅黑" panose="020B0503020204020204" pitchFamily="34" charset="-122"/>
                <a:ea typeface="微软雅黑" panose="020B0503020204020204" pitchFamily="34" charset="-122"/>
                <a:cs typeface="+mn-cs"/>
              </a:rPr>
              <a:t>代词</a:t>
            </a:r>
            <a:r>
              <a:rPr lang="en-US" altLang="zh-CN" sz="20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cs typeface="+mn-cs"/>
              </a:rPr>
              <a:t>&lt;</a:t>
            </a:r>
            <a:r>
              <a:rPr lang="zh-CN" altLang="en-US" sz="2000" kern="0" dirty="0">
                <a:solidFill>
                  <a:prstClr val="white"/>
                </a:solidFill>
                <a:latin typeface="微软雅黑" panose="020B0503020204020204" pitchFamily="34" charset="-122"/>
                <a:ea typeface="微软雅黑" panose="020B0503020204020204" pitchFamily="34" charset="-122"/>
                <a:cs typeface="+mn-cs"/>
              </a:rPr>
              <a:t>直接宾语</a:t>
            </a:r>
            <a:r>
              <a:rPr lang="en-US" altLang="zh-CN" sz="2000" kern="0" dirty="0">
                <a:solidFill>
                  <a:prstClr val="white"/>
                </a:solidFill>
                <a:latin typeface="微软雅黑" panose="020B0503020204020204" pitchFamily="34" charset="-122"/>
                <a:ea typeface="微软雅黑" panose="020B0503020204020204" pitchFamily="34" charset="-122"/>
                <a:cs typeface="+mn-cs"/>
              </a:rPr>
              <a:t>&gt; </a:t>
            </a:r>
            <a:r>
              <a:rPr lang="en-US" altLang="zh-CN" sz="20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cs typeface="+mn-cs"/>
              </a:rPr>
              <a:t> &lt;</a:t>
            </a:r>
            <a:r>
              <a:rPr lang="zh-CN" altLang="en-US" sz="2000" kern="0" dirty="0">
                <a:solidFill>
                  <a:prstClr val="white"/>
                </a:solidFill>
                <a:latin typeface="微软雅黑" panose="020B0503020204020204" pitchFamily="34" charset="-122"/>
                <a:ea typeface="微软雅黑" panose="020B0503020204020204" pitchFamily="34" charset="-122"/>
                <a:cs typeface="+mn-cs"/>
              </a:rPr>
              <a:t>冠词</a:t>
            </a:r>
            <a:r>
              <a:rPr lang="en-US" altLang="zh-CN" sz="2000" kern="0" dirty="0">
                <a:solidFill>
                  <a:prstClr val="white"/>
                </a:solidFill>
                <a:latin typeface="微软雅黑" panose="020B0503020204020204" pitchFamily="34" charset="-122"/>
                <a:ea typeface="微软雅黑" panose="020B0503020204020204" pitchFamily="34" charset="-122"/>
                <a:cs typeface="+mn-cs"/>
              </a:rPr>
              <a:t>&gt; &lt;</a:t>
            </a:r>
            <a:r>
              <a:rPr lang="zh-CN" altLang="en-US" sz="2000" kern="0" dirty="0">
                <a:solidFill>
                  <a:prstClr val="white"/>
                </a:solidFill>
                <a:latin typeface="微软雅黑" panose="020B0503020204020204" pitchFamily="34" charset="-122"/>
                <a:ea typeface="微软雅黑" panose="020B0503020204020204" pitchFamily="34" charset="-122"/>
                <a:cs typeface="+mn-cs"/>
              </a:rPr>
              <a:t>名词</a:t>
            </a:r>
            <a:r>
              <a:rPr lang="en-US" altLang="zh-CN" sz="2000" kern="0" dirty="0">
                <a:solidFill>
                  <a:prstClr val="white"/>
                </a:solidFill>
                <a:latin typeface="微软雅黑" panose="020B0503020204020204" pitchFamily="34" charset="-122"/>
                <a:ea typeface="微软雅黑" panose="020B0503020204020204" pitchFamily="34" charset="-122"/>
                <a:cs typeface="+mn-cs"/>
              </a:rPr>
              <a:t>&gt;</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cs typeface="+mn-cs"/>
              </a:rPr>
              <a:t>&lt;</a:t>
            </a:r>
            <a:r>
              <a:rPr lang="zh-CN" altLang="en-US" sz="2000" kern="0" dirty="0">
                <a:solidFill>
                  <a:prstClr val="white"/>
                </a:solidFill>
                <a:latin typeface="微软雅黑" panose="020B0503020204020204" pitchFamily="34" charset="-122"/>
                <a:ea typeface="微软雅黑" panose="020B0503020204020204" pitchFamily="34" charset="-122"/>
                <a:cs typeface="+mn-cs"/>
              </a:rPr>
              <a:t>代词</a:t>
            </a:r>
            <a:r>
              <a:rPr lang="en-US" altLang="zh-CN" sz="2000" kern="0" dirty="0">
                <a:solidFill>
                  <a:prstClr val="white"/>
                </a:solidFill>
                <a:latin typeface="微软雅黑" panose="020B0503020204020204" pitchFamily="34" charset="-122"/>
                <a:ea typeface="微软雅黑" panose="020B0503020204020204" pitchFamily="34" charset="-122"/>
                <a:cs typeface="+mn-cs"/>
              </a:rPr>
              <a:t>&gt; </a:t>
            </a:r>
            <a:r>
              <a:rPr lang="en-US" altLang="zh-CN" sz="20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cs typeface="+mn-cs"/>
              </a:rPr>
              <a:t> He</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cs typeface="+mn-cs"/>
              </a:rPr>
              <a:t>&lt;</a:t>
            </a:r>
            <a:r>
              <a:rPr lang="zh-CN" altLang="en-US" sz="2000" kern="0" dirty="0">
                <a:solidFill>
                  <a:prstClr val="white"/>
                </a:solidFill>
                <a:latin typeface="微软雅黑" panose="020B0503020204020204" pitchFamily="34" charset="-122"/>
                <a:ea typeface="微软雅黑" panose="020B0503020204020204" pitchFamily="34" charset="-122"/>
                <a:cs typeface="+mn-cs"/>
              </a:rPr>
              <a:t>代词</a:t>
            </a:r>
            <a:r>
              <a:rPr lang="en-US" altLang="zh-CN" sz="2000" kern="0" dirty="0">
                <a:solidFill>
                  <a:prstClr val="white"/>
                </a:solidFill>
                <a:latin typeface="微软雅黑" panose="020B0503020204020204" pitchFamily="34" charset="-122"/>
                <a:ea typeface="微软雅黑" panose="020B0503020204020204" pitchFamily="34" charset="-122"/>
                <a:cs typeface="+mn-cs"/>
              </a:rPr>
              <a:t>&gt; </a:t>
            </a:r>
            <a:r>
              <a:rPr lang="en-US" altLang="zh-CN" sz="20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cs typeface="+mn-cs"/>
              </a:rPr>
              <a:t> me</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cs typeface="+mn-cs"/>
              </a:rPr>
              <a:t>&lt;</a:t>
            </a:r>
            <a:r>
              <a:rPr lang="zh-CN" altLang="en-US" sz="2000" kern="0" dirty="0">
                <a:solidFill>
                  <a:prstClr val="white"/>
                </a:solidFill>
                <a:latin typeface="微软雅黑" panose="020B0503020204020204" pitchFamily="34" charset="-122"/>
                <a:ea typeface="微软雅黑" panose="020B0503020204020204" pitchFamily="34" charset="-122"/>
                <a:cs typeface="+mn-cs"/>
              </a:rPr>
              <a:t>名词</a:t>
            </a:r>
            <a:r>
              <a:rPr lang="en-US" altLang="zh-CN" sz="2000" kern="0" dirty="0">
                <a:solidFill>
                  <a:prstClr val="white"/>
                </a:solidFill>
                <a:latin typeface="微软雅黑" panose="020B0503020204020204" pitchFamily="34" charset="-122"/>
                <a:ea typeface="微软雅黑" panose="020B0503020204020204" pitchFamily="34" charset="-122"/>
                <a:cs typeface="+mn-cs"/>
              </a:rPr>
              <a:t>&gt; </a:t>
            </a:r>
            <a:r>
              <a:rPr lang="en-US" altLang="zh-CN" sz="20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cs typeface="+mn-cs"/>
              </a:rPr>
              <a:t> book</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cs typeface="+mn-cs"/>
              </a:rPr>
              <a:t>&lt;</a:t>
            </a:r>
            <a:r>
              <a:rPr lang="zh-CN" altLang="en-US" sz="2000" kern="0" dirty="0">
                <a:solidFill>
                  <a:prstClr val="white"/>
                </a:solidFill>
                <a:latin typeface="微软雅黑" panose="020B0503020204020204" pitchFamily="34" charset="-122"/>
                <a:ea typeface="微软雅黑" panose="020B0503020204020204" pitchFamily="34" charset="-122"/>
                <a:cs typeface="+mn-cs"/>
              </a:rPr>
              <a:t>冠词</a:t>
            </a:r>
            <a:r>
              <a:rPr lang="en-US" altLang="zh-CN" sz="2000" kern="0" dirty="0">
                <a:solidFill>
                  <a:prstClr val="white"/>
                </a:solidFill>
                <a:latin typeface="微软雅黑" panose="020B0503020204020204" pitchFamily="34" charset="-122"/>
                <a:ea typeface="微软雅黑" panose="020B0503020204020204" pitchFamily="34" charset="-122"/>
                <a:cs typeface="+mn-cs"/>
              </a:rPr>
              <a:t>&gt; </a:t>
            </a:r>
            <a:r>
              <a:rPr lang="en-US" altLang="zh-CN" sz="20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cs typeface="+mn-cs"/>
              </a:rPr>
              <a:t> a</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cs typeface="+mn-cs"/>
              </a:rPr>
              <a:t>&lt;</a:t>
            </a:r>
            <a:r>
              <a:rPr lang="zh-CN" altLang="en-US" sz="2000" kern="0" dirty="0">
                <a:solidFill>
                  <a:prstClr val="white"/>
                </a:solidFill>
                <a:latin typeface="微软雅黑" panose="020B0503020204020204" pitchFamily="34" charset="-122"/>
                <a:ea typeface="微软雅黑" panose="020B0503020204020204" pitchFamily="34" charset="-122"/>
                <a:cs typeface="+mn-cs"/>
              </a:rPr>
              <a:t>动词</a:t>
            </a:r>
            <a:r>
              <a:rPr lang="en-US" altLang="zh-CN" sz="2000" kern="0" dirty="0">
                <a:solidFill>
                  <a:prstClr val="white"/>
                </a:solidFill>
                <a:latin typeface="微软雅黑" panose="020B0503020204020204" pitchFamily="34" charset="-122"/>
                <a:ea typeface="微软雅黑" panose="020B0503020204020204" pitchFamily="34" charset="-122"/>
                <a:cs typeface="+mn-cs"/>
              </a:rPr>
              <a:t>&gt; </a:t>
            </a:r>
            <a:r>
              <a:rPr lang="en-US" altLang="zh-CN" sz="20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cs typeface="+mn-cs"/>
              </a:rPr>
              <a:t> gave</a:t>
            </a:r>
          </a:p>
        </p:txBody>
      </p:sp>
      <p:sp>
        <p:nvSpPr>
          <p:cNvPr id="3" name="矩形 2"/>
          <p:cNvSpPr/>
          <p:nvPr/>
        </p:nvSpPr>
        <p:spPr>
          <a:xfrm>
            <a:off x="675021" y="6734944"/>
            <a:ext cx="8145543" cy="701731"/>
          </a:xfrm>
          <a:prstGeom prst="rect">
            <a:avLst/>
          </a:prstGeom>
        </p:spPr>
        <p:txBody>
          <a:bodyPr wrap="square">
            <a:spAutoFit/>
          </a:bodyPr>
          <a:lstStyle/>
          <a:p>
            <a:pPr eaLnBrk="1" hangingPunct="1">
              <a:lnSpc>
                <a:spcPct val="90000"/>
              </a:lnSpc>
              <a:spcBef>
                <a:spcPct val="50000"/>
              </a:spcBef>
            </a:pPr>
            <a:r>
              <a:rPr lang="zh-CN" altLang="en-US" sz="2200" dirty="0">
                <a:solidFill>
                  <a:sysClr val="windowText" lastClr="000000">
                    <a:lumMod val="75000"/>
                    <a:lumOff val="25000"/>
                  </a:sysClr>
                </a:solidFill>
                <a:latin typeface="微软雅黑" panose="020B0503020204020204" pitchFamily="34" charset="-122"/>
                <a:ea typeface="微软雅黑" panose="020B0503020204020204" pitchFamily="34" charset="-122"/>
                <a:cs typeface="+mn-cs"/>
              </a:rPr>
              <a:t>对于现今程序设计语言，在编译程序中，采用</a:t>
            </a:r>
            <a:r>
              <a:rPr lang="zh-CN" altLang="en-US" sz="2200" b="1" dirty="0">
                <a:solidFill>
                  <a:srgbClr val="C00000"/>
                </a:solidFill>
                <a:latin typeface="微软雅黑" panose="020B0503020204020204" pitchFamily="34" charset="-122"/>
                <a:ea typeface="微软雅黑" panose="020B0503020204020204" pitchFamily="34" charset="-122"/>
                <a:cs typeface="+mn-cs"/>
              </a:rPr>
              <a:t>上下文无关文法</a:t>
            </a:r>
            <a:r>
              <a:rPr lang="zh-CN" altLang="en-US" sz="2200" dirty="0">
                <a:solidFill>
                  <a:sysClr val="windowText" lastClr="000000">
                    <a:lumMod val="75000"/>
                    <a:lumOff val="25000"/>
                  </a:sysClr>
                </a:solidFill>
                <a:latin typeface="微软雅黑" panose="020B0503020204020204" pitchFamily="34" charset="-122"/>
                <a:ea typeface="微软雅黑" panose="020B0503020204020204" pitchFamily="34" charset="-122"/>
                <a:cs typeface="+mn-cs"/>
              </a:rPr>
              <a:t>来描述其语言结构</a:t>
            </a:r>
          </a:p>
        </p:txBody>
      </p:sp>
      <p:sp>
        <p:nvSpPr>
          <p:cNvPr id="4" name="Slide Number Placeholder 6">
            <a:extLst>
              <a:ext uri="{FF2B5EF4-FFF2-40B4-BE49-F238E27FC236}">
                <a16:creationId xmlns:a16="http://schemas.microsoft.com/office/drawing/2014/main" id="{9939E731-46DC-C15B-021F-8AD6EB04A2D4}"/>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20</a:t>
            </a:fld>
            <a:endParaRPr lang="en-GB" altLang="en-US" sz="1200">
              <a:latin typeface="Comic Sans MS" panose="030F0702030302020204" pitchFamily="66"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left)">
                                      <p:cBhvr>
                                        <p:cTn id="11" dur="500"/>
                                        <p:tgtEl>
                                          <p:spTgt spid="5">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wipe(left)">
                                      <p:cBhvr>
                                        <p:cTn id="16" dur="500"/>
                                        <p:tgtEl>
                                          <p:spTgt spid="5">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wipe(left)">
                                      <p:cBhvr>
                                        <p:cTn id="21" dur="500"/>
                                        <p:tgtEl>
                                          <p:spTgt spid="5">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wipe(left)">
                                      <p:cBhvr>
                                        <p:cTn id="26" dur="500"/>
                                        <p:tgtEl>
                                          <p:spTgt spid="5">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Effect transition="in" filter="wipe(left)">
                                      <p:cBhvr>
                                        <p:cTn id="31" dur="500"/>
                                        <p:tgtEl>
                                          <p:spTgt spid="5">
                                            <p:txEl>
                                              <p:pRg st="4" end="4"/>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5">
                                            <p:txEl>
                                              <p:pRg st="5" end="5"/>
                                            </p:txEl>
                                          </p:spTgt>
                                        </p:tgtEl>
                                        <p:attrNameLst>
                                          <p:attrName>style.visibility</p:attrName>
                                        </p:attrNameLst>
                                      </p:cBhvr>
                                      <p:to>
                                        <p:strVal val="visible"/>
                                      </p:to>
                                    </p:set>
                                    <p:animEffect transition="in" filter="wipe(left)">
                                      <p:cBhvr>
                                        <p:cTn id="36" dur="500"/>
                                        <p:tgtEl>
                                          <p:spTgt spid="5">
                                            <p:txEl>
                                              <p:pRg st="5" end="5"/>
                                            </p:txEl>
                                          </p:spTgt>
                                        </p:tgtEl>
                                      </p:cBhvr>
                                    </p:animEffect>
                                  </p:childTnLst>
                                </p:cTn>
                              </p:par>
                              <p:par>
                                <p:cTn id="37" presetID="22" presetClass="entr" presetSubtype="8" fill="hold" nodeType="with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animEffect transition="in" filter="wipe(left)">
                                      <p:cBhvr>
                                        <p:cTn id="39" dur="500"/>
                                        <p:tgtEl>
                                          <p:spTgt spid="5">
                                            <p:txEl>
                                              <p:pRg st="6" end="6"/>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5">
                                            <p:txEl>
                                              <p:pRg st="7" end="7"/>
                                            </p:txEl>
                                          </p:spTgt>
                                        </p:tgtEl>
                                        <p:attrNameLst>
                                          <p:attrName>style.visibility</p:attrName>
                                        </p:attrNameLst>
                                      </p:cBhvr>
                                      <p:to>
                                        <p:strVal val="visible"/>
                                      </p:to>
                                    </p:set>
                                    <p:animEffect transition="in" filter="wipe(left)">
                                      <p:cBhvr>
                                        <p:cTn id="44" dur="500"/>
                                        <p:tgtEl>
                                          <p:spTgt spid="5">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2" autoUpdateAnimBg="0"/>
      <p:bldP spid="6" grpId="0" animBg="1"/>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3">
            <a:extLst>
              <a:ext uri="{FF2B5EF4-FFF2-40B4-BE49-F238E27FC236}">
                <a16:creationId xmlns:a16="http://schemas.microsoft.com/office/drawing/2014/main" id="{00FC6084-1BAF-1CBF-6C24-BE3CBEFDE78D}"/>
              </a:ext>
            </a:extLst>
          </p:cNvPr>
          <p:cNvSpPr>
            <a:spLocks noGrp="1" noChangeArrowheads="1"/>
          </p:cNvSpPr>
          <p:nvPr>
            <p:ph type="title"/>
          </p:nvPr>
        </p:nvSpPr>
        <p:spPr/>
        <p:txBody>
          <a:bodyPr/>
          <a:lstStyle/>
          <a:p>
            <a:r>
              <a:rPr lang="zh-CN" altLang="en-US">
                <a:ea typeface="楷体_GB2312"/>
              </a:rPr>
              <a:t>上下文无关文法</a:t>
            </a:r>
            <a:endParaRPr lang="en-US" altLang="zh-CN">
              <a:ea typeface="楷体_GB2312"/>
            </a:endParaRPr>
          </a:p>
        </p:txBody>
      </p:sp>
      <p:sp>
        <p:nvSpPr>
          <p:cNvPr id="44035" name="Rectangle 2">
            <a:extLst>
              <a:ext uri="{FF2B5EF4-FFF2-40B4-BE49-F238E27FC236}">
                <a16:creationId xmlns:a16="http://schemas.microsoft.com/office/drawing/2014/main" id="{3FED41A5-15B3-0569-8F90-7CE0528BBA89}"/>
              </a:ext>
            </a:extLst>
          </p:cNvPr>
          <p:cNvSpPr txBox="1">
            <a:spLocks noChangeArrowheads="1"/>
          </p:cNvSpPr>
          <p:nvPr/>
        </p:nvSpPr>
        <p:spPr bwMode="auto">
          <a:xfrm>
            <a:off x="809625" y="1844675"/>
            <a:ext cx="7888288"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US" sz="2800">
                <a:solidFill>
                  <a:srgbClr val="404040"/>
                </a:solidFill>
                <a:latin typeface="微软雅黑" panose="020B0503020204020204" pitchFamily="34" charset="-122"/>
                <a:ea typeface="微软雅黑" panose="020B0503020204020204" pitchFamily="34" charset="-122"/>
                <a:cs typeface="Droid Sans Fallback"/>
              </a:rPr>
              <a:t>例，定义只含</a:t>
            </a:r>
            <a:r>
              <a:rPr lang="en-US" altLang="zh-CN" sz="2800">
                <a:solidFill>
                  <a:srgbClr val="404040"/>
                </a:solidFill>
                <a:latin typeface="微软雅黑" panose="020B0503020204020204" pitchFamily="34" charset="-122"/>
                <a:ea typeface="微软雅黑" panose="020B0503020204020204" pitchFamily="34" charset="-122"/>
                <a:cs typeface="Droid Sans Fallback"/>
              </a:rPr>
              <a:t>+</a:t>
            </a:r>
            <a:r>
              <a:rPr lang="zh-CN" altLang="en-US" sz="2800">
                <a:solidFill>
                  <a:srgbClr val="404040"/>
                </a:solidFill>
                <a:latin typeface="微软雅黑" panose="020B0503020204020204" pitchFamily="34" charset="-122"/>
                <a:ea typeface="微软雅黑" panose="020B0503020204020204" pitchFamily="34" charset="-122"/>
                <a:cs typeface="Droid Sans Fallback"/>
              </a:rPr>
              <a:t>，*的算术表达式的文法</a:t>
            </a:r>
          </a:p>
          <a:p>
            <a:pPr eaLnBrk="1" hangingPunct="1">
              <a:lnSpc>
                <a:spcPct val="100000"/>
              </a:lnSpc>
              <a:spcBef>
                <a:spcPts val="1000"/>
              </a:spcBef>
              <a:spcAft>
                <a:spcPct val="0"/>
              </a:spcAft>
              <a:buClr>
                <a:srgbClr val="4F81BD"/>
              </a:buClr>
              <a:buSzPct val="80000"/>
              <a:buFont typeface="Wingdings" panose="05000000000000000000" pitchFamily="2" charset="2"/>
              <a:buNone/>
            </a:pPr>
            <a:r>
              <a:rPr lang="zh-CN" altLang="en-US" sz="2800">
                <a:latin typeface="微软雅黑" panose="020B0503020204020204" pitchFamily="34" charset="-122"/>
                <a:ea typeface="微软雅黑" panose="020B0503020204020204" pitchFamily="34" charset="-122"/>
                <a:cs typeface="Droid Sans Fallback"/>
              </a:rPr>
              <a:t>  </a:t>
            </a:r>
            <a:r>
              <a:rPr lang="en-US" altLang="zh-CN" sz="2800">
                <a:latin typeface="微软雅黑" panose="020B0503020204020204" pitchFamily="34" charset="-122"/>
                <a:ea typeface="微软雅黑" panose="020B0503020204020204" pitchFamily="34" charset="-122"/>
                <a:cs typeface="Droid Sans Fallback"/>
              </a:rPr>
              <a:t>G=&lt; </a:t>
            </a:r>
            <a:r>
              <a:rPr lang="en-US" altLang="zh-CN" sz="2800">
                <a:solidFill>
                  <a:srgbClr val="CC0000"/>
                </a:solidFill>
                <a:latin typeface="微软雅黑" panose="020B0503020204020204" pitchFamily="34" charset="-122"/>
                <a:ea typeface="微软雅黑" panose="020B0503020204020204" pitchFamily="34" charset="-122"/>
                <a:cs typeface="Droid Sans Fallback"/>
              </a:rPr>
              <a:t>{i</a:t>
            </a:r>
            <a:r>
              <a:rPr lang="zh-CN" altLang="en-US" sz="2800">
                <a:solidFill>
                  <a:srgbClr val="CC0000"/>
                </a:solidFill>
                <a:latin typeface="微软雅黑" panose="020B0503020204020204" pitchFamily="34" charset="-122"/>
                <a:ea typeface="微软雅黑" panose="020B0503020204020204" pitchFamily="34" charset="-122"/>
                <a:cs typeface="Droid Sans Fallback"/>
              </a:rPr>
              <a:t>，</a:t>
            </a:r>
            <a:r>
              <a:rPr lang="en-US" altLang="zh-CN" sz="2800">
                <a:solidFill>
                  <a:srgbClr val="CC0000"/>
                </a:solidFill>
                <a:latin typeface="微软雅黑" panose="020B0503020204020204" pitchFamily="34" charset="-122"/>
                <a:ea typeface="微软雅黑" panose="020B0503020204020204" pitchFamily="34" charset="-122"/>
                <a:cs typeface="Droid Sans Fallback"/>
              </a:rPr>
              <a:t>+</a:t>
            </a:r>
            <a:r>
              <a:rPr lang="zh-CN" altLang="en-US" sz="2800">
                <a:solidFill>
                  <a:srgbClr val="CC0000"/>
                </a:solidFill>
                <a:latin typeface="微软雅黑" panose="020B0503020204020204" pitchFamily="34" charset="-122"/>
                <a:ea typeface="微软雅黑" panose="020B0503020204020204" pitchFamily="34" charset="-122"/>
                <a:cs typeface="Droid Sans Fallback"/>
              </a:rPr>
              <a:t>，*，</a:t>
            </a:r>
            <a:r>
              <a:rPr lang="en-US" altLang="zh-CN" sz="2800">
                <a:solidFill>
                  <a:srgbClr val="CC0000"/>
                </a:solidFill>
                <a:latin typeface="微软雅黑" panose="020B0503020204020204" pitchFamily="34" charset="-122"/>
                <a:ea typeface="微软雅黑" panose="020B0503020204020204" pitchFamily="34" charset="-122"/>
                <a:cs typeface="Droid Sans Fallback"/>
              </a:rPr>
              <a:t>(</a:t>
            </a:r>
            <a:r>
              <a:rPr lang="zh-CN" altLang="en-US" sz="2800">
                <a:solidFill>
                  <a:srgbClr val="CC0000"/>
                </a:solidFill>
                <a:latin typeface="微软雅黑" panose="020B0503020204020204" pitchFamily="34" charset="-122"/>
                <a:ea typeface="微软雅黑" panose="020B0503020204020204" pitchFamily="34" charset="-122"/>
                <a:cs typeface="Droid Sans Fallback"/>
              </a:rPr>
              <a:t>，</a:t>
            </a:r>
            <a:r>
              <a:rPr lang="en-US" altLang="zh-CN" sz="2800">
                <a:solidFill>
                  <a:srgbClr val="CC0000"/>
                </a:solidFill>
                <a:latin typeface="微软雅黑" panose="020B0503020204020204" pitchFamily="34" charset="-122"/>
                <a:ea typeface="微软雅黑" panose="020B0503020204020204" pitchFamily="34" charset="-122"/>
                <a:cs typeface="Droid Sans Fallback"/>
              </a:rPr>
              <a:t>)}</a:t>
            </a:r>
            <a:r>
              <a:rPr lang="zh-CN" altLang="en-US" sz="2800">
                <a:latin typeface="微软雅黑" panose="020B0503020204020204" pitchFamily="34" charset="-122"/>
                <a:ea typeface="微软雅黑" panose="020B0503020204020204" pitchFamily="34" charset="-122"/>
                <a:cs typeface="Droid Sans Fallback"/>
              </a:rPr>
              <a:t>，</a:t>
            </a:r>
            <a:r>
              <a:rPr lang="en-US" altLang="zh-CN" sz="2800">
                <a:solidFill>
                  <a:srgbClr val="006600"/>
                </a:solidFill>
                <a:latin typeface="微软雅黑" panose="020B0503020204020204" pitchFamily="34" charset="-122"/>
                <a:ea typeface="微软雅黑" panose="020B0503020204020204" pitchFamily="34" charset="-122"/>
                <a:cs typeface="Droid Sans Fallback"/>
              </a:rPr>
              <a:t>{E}</a:t>
            </a:r>
            <a:r>
              <a:rPr lang="zh-CN" altLang="en-US" sz="2800">
                <a:latin typeface="微软雅黑" panose="020B0503020204020204" pitchFamily="34" charset="-122"/>
                <a:ea typeface="微软雅黑" panose="020B0503020204020204" pitchFamily="34" charset="-122"/>
                <a:cs typeface="Droid Sans Fallback"/>
              </a:rPr>
              <a:t>，</a:t>
            </a:r>
            <a:r>
              <a:rPr lang="en-US" altLang="zh-CN" sz="2800">
                <a:solidFill>
                  <a:srgbClr val="3366CC"/>
                </a:solidFill>
                <a:latin typeface="微软雅黑" panose="020B0503020204020204" pitchFamily="34" charset="-122"/>
                <a:ea typeface="微软雅黑" panose="020B0503020204020204" pitchFamily="34" charset="-122"/>
                <a:cs typeface="Droid Sans Fallback"/>
              </a:rPr>
              <a:t>E</a:t>
            </a:r>
            <a:r>
              <a:rPr lang="zh-CN" altLang="en-US" sz="2800">
                <a:latin typeface="微软雅黑" panose="020B0503020204020204" pitchFamily="34" charset="-122"/>
                <a:ea typeface="微软雅黑" panose="020B0503020204020204" pitchFamily="34" charset="-122"/>
                <a:cs typeface="Droid Sans Fallback"/>
              </a:rPr>
              <a:t>，</a:t>
            </a:r>
            <a:r>
              <a:rPr lang="zh-CN" altLang="en-US" sz="2800">
                <a:solidFill>
                  <a:srgbClr val="EEECE1"/>
                </a:solidFill>
                <a:latin typeface="微软雅黑" panose="020B0503020204020204" pitchFamily="34" charset="-122"/>
                <a:ea typeface="微软雅黑" panose="020B0503020204020204" pitchFamily="34" charset="-122"/>
                <a:cs typeface="Droid Sans Fallback"/>
              </a:rPr>
              <a:t> </a:t>
            </a:r>
            <a:r>
              <a:rPr lang="en-US" altLang="zh-CN" sz="2800">
                <a:solidFill>
                  <a:srgbClr val="404040"/>
                </a:solidFill>
                <a:latin typeface="微软雅黑" panose="020B0503020204020204" pitchFamily="34" charset="-122"/>
                <a:ea typeface="微软雅黑" panose="020B0503020204020204" pitchFamily="34" charset="-122"/>
                <a:cs typeface="Droid Sans Fallback"/>
              </a:rPr>
              <a:t>P</a:t>
            </a:r>
            <a:r>
              <a:rPr lang="en-US" altLang="zh-CN" sz="2800">
                <a:solidFill>
                  <a:srgbClr val="CC0000"/>
                </a:solidFill>
                <a:latin typeface="微软雅黑" panose="020B0503020204020204" pitchFamily="34" charset="-122"/>
                <a:ea typeface="微软雅黑" panose="020B0503020204020204" pitchFamily="34" charset="-122"/>
                <a:cs typeface="Droid Sans Fallback"/>
              </a:rPr>
              <a:t> </a:t>
            </a:r>
            <a:r>
              <a:rPr lang="en-US" altLang="zh-CN" sz="2800">
                <a:latin typeface="微软雅黑" panose="020B0503020204020204" pitchFamily="34" charset="-122"/>
                <a:ea typeface="微软雅黑" panose="020B0503020204020204" pitchFamily="34" charset="-122"/>
                <a:cs typeface="Droid Sans Fallback"/>
              </a:rPr>
              <a:t>&gt;</a:t>
            </a:r>
            <a:r>
              <a:rPr lang="zh-CN" altLang="en-US" sz="2800">
                <a:solidFill>
                  <a:srgbClr val="404040"/>
                </a:solidFill>
                <a:latin typeface="微软雅黑" panose="020B0503020204020204" pitchFamily="34" charset="-122"/>
                <a:ea typeface="微软雅黑" panose="020B0503020204020204" pitchFamily="34" charset="-122"/>
                <a:cs typeface="Droid Sans Fallback"/>
              </a:rPr>
              <a:t>， 其中，</a:t>
            </a:r>
            <a:r>
              <a:rPr lang="en-US" altLang="zh-CN" sz="2800">
                <a:solidFill>
                  <a:srgbClr val="404040"/>
                </a:solidFill>
                <a:latin typeface="微软雅黑" panose="020B0503020204020204" pitchFamily="34" charset="-122"/>
                <a:ea typeface="微软雅黑" panose="020B0503020204020204" pitchFamily="34" charset="-122"/>
                <a:cs typeface="Droid Sans Fallback"/>
              </a:rPr>
              <a:t>P</a:t>
            </a:r>
            <a:r>
              <a:rPr lang="zh-CN" altLang="en-US" sz="2800">
                <a:solidFill>
                  <a:srgbClr val="404040"/>
                </a:solidFill>
                <a:latin typeface="微软雅黑" panose="020B0503020204020204" pitchFamily="34" charset="-122"/>
                <a:ea typeface="微软雅黑" panose="020B0503020204020204" pitchFamily="34" charset="-122"/>
                <a:cs typeface="Droid Sans Fallback"/>
              </a:rPr>
              <a:t>由下列产生式组成：</a:t>
            </a:r>
          </a:p>
          <a:p>
            <a:pPr lvl="1" eaLnBrk="1" hangingPunct="1">
              <a:lnSpc>
                <a:spcPct val="100000"/>
              </a:lnSpc>
              <a:spcBef>
                <a:spcPts val="1000"/>
              </a:spcBef>
              <a:spcAft>
                <a:spcPct val="0"/>
              </a:spcAft>
              <a:buClr>
                <a:srgbClr val="4F81BD"/>
              </a:buClr>
              <a:buSzPct val="80000"/>
              <a:buFont typeface="Wingdings" panose="05000000000000000000" pitchFamily="2" charset="2"/>
              <a:buNone/>
            </a:pPr>
            <a:r>
              <a:rPr lang="en-US" altLang="zh-CN">
                <a:solidFill>
                  <a:srgbClr val="404040"/>
                </a:solidFill>
                <a:latin typeface="微软雅黑" panose="020B0503020204020204" pitchFamily="34" charset="-122"/>
                <a:ea typeface="微软雅黑" panose="020B0503020204020204" pitchFamily="34" charset="-122"/>
                <a:cs typeface="Droid Sans Fallback"/>
              </a:rPr>
              <a:t>E </a:t>
            </a:r>
            <a:r>
              <a:rPr lang="en-US" altLang="zh-CN">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a:solidFill>
                  <a:srgbClr val="404040"/>
                </a:solidFill>
                <a:latin typeface="微软雅黑" panose="020B0503020204020204" pitchFamily="34" charset="-122"/>
                <a:ea typeface="微软雅黑" panose="020B0503020204020204" pitchFamily="34" charset="-122"/>
                <a:cs typeface="Droid Sans Fallback"/>
              </a:rPr>
              <a:t> i</a:t>
            </a:r>
          </a:p>
          <a:p>
            <a:pPr lvl="1" eaLnBrk="1" hangingPunct="1">
              <a:lnSpc>
                <a:spcPct val="100000"/>
              </a:lnSpc>
              <a:spcBef>
                <a:spcPts val="1000"/>
              </a:spcBef>
              <a:spcAft>
                <a:spcPct val="0"/>
              </a:spcAft>
              <a:buClr>
                <a:srgbClr val="4F81BD"/>
              </a:buClr>
              <a:buSzPct val="80000"/>
              <a:buFont typeface="Wingdings" panose="05000000000000000000" pitchFamily="2" charset="2"/>
              <a:buNone/>
            </a:pPr>
            <a:r>
              <a:rPr lang="en-US" altLang="zh-CN">
                <a:solidFill>
                  <a:srgbClr val="404040"/>
                </a:solidFill>
                <a:latin typeface="微软雅黑" panose="020B0503020204020204" pitchFamily="34" charset="-122"/>
                <a:ea typeface="微软雅黑" panose="020B0503020204020204" pitchFamily="34" charset="-122"/>
                <a:cs typeface="Droid Sans Fallback"/>
              </a:rPr>
              <a:t>E </a:t>
            </a:r>
            <a:r>
              <a:rPr lang="en-US" altLang="zh-CN">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a:solidFill>
                  <a:srgbClr val="404040"/>
                </a:solidFill>
                <a:latin typeface="微软雅黑" panose="020B0503020204020204" pitchFamily="34" charset="-122"/>
                <a:ea typeface="微软雅黑" panose="020B0503020204020204" pitchFamily="34" charset="-122"/>
                <a:cs typeface="Droid Sans Fallback"/>
              </a:rPr>
              <a:t> E+E</a:t>
            </a:r>
          </a:p>
          <a:p>
            <a:pPr lvl="1" eaLnBrk="1" hangingPunct="1">
              <a:lnSpc>
                <a:spcPct val="100000"/>
              </a:lnSpc>
              <a:spcBef>
                <a:spcPts val="1000"/>
              </a:spcBef>
              <a:spcAft>
                <a:spcPct val="0"/>
              </a:spcAft>
              <a:buClr>
                <a:srgbClr val="4F81BD"/>
              </a:buClr>
              <a:buSzPct val="80000"/>
              <a:buFont typeface="Wingdings" panose="05000000000000000000" pitchFamily="2" charset="2"/>
              <a:buNone/>
            </a:pPr>
            <a:r>
              <a:rPr lang="en-US" altLang="zh-CN">
                <a:solidFill>
                  <a:srgbClr val="404040"/>
                </a:solidFill>
                <a:latin typeface="微软雅黑" panose="020B0503020204020204" pitchFamily="34" charset="-122"/>
                <a:ea typeface="微软雅黑" panose="020B0503020204020204" pitchFamily="34" charset="-122"/>
                <a:cs typeface="Droid Sans Fallback"/>
              </a:rPr>
              <a:t>E </a:t>
            </a:r>
            <a:r>
              <a:rPr lang="en-US" altLang="zh-CN">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a:solidFill>
                  <a:srgbClr val="404040"/>
                </a:solidFill>
                <a:latin typeface="微软雅黑" panose="020B0503020204020204" pitchFamily="34" charset="-122"/>
                <a:ea typeface="微软雅黑" panose="020B0503020204020204" pitchFamily="34" charset="-122"/>
                <a:cs typeface="Droid Sans Fallback"/>
              </a:rPr>
              <a:t> E*E</a:t>
            </a:r>
          </a:p>
          <a:p>
            <a:pPr lvl="1" eaLnBrk="1" hangingPunct="1">
              <a:lnSpc>
                <a:spcPct val="100000"/>
              </a:lnSpc>
              <a:spcBef>
                <a:spcPts val="1000"/>
              </a:spcBef>
              <a:spcAft>
                <a:spcPct val="0"/>
              </a:spcAft>
              <a:buClr>
                <a:srgbClr val="4F81BD"/>
              </a:buClr>
              <a:buSzPct val="80000"/>
              <a:buFont typeface="Wingdings" panose="05000000000000000000" pitchFamily="2" charset="2"/>
              <a:buNone/>
            </a:pPr>
            <a:r>
              <a:rPr lang="en-US" altLang="zh-CN">
                <a:solidFill>
                  <a:srgbClr val="404040"/>
                </a:solidFill>
                <a:latin typeface="微软雅黑" panose="020B0503020204020204" pitchFamily="34" charset="-122"/>
                <a:ea typeface="微软雅黑" panose="020B0503020204020204" pitchFamily="34" charset="-122"/>
                <a:cs typeface="Droid Sans Fallback"/>
              </a:rPr>
              <a:t>E </a:t>
            </a:r>
            <a:r>
              <a:rPr lang="en-US" altLang="zh-CN">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a:solidFill>
                  <a:srgbClr val="404040"/>
                </a:solidFill>
                <a:latin typeface="微软雅黑" panose="020B0503020204020204" pitchFamily="34" charset="-122"/>
                <a:ea typeface="微软雅黑" panose="020B0503020204020204" pitchFamily="34" charset="-122"/>
                <a:cs typeface="Droid Sans Fallback"/>
              </a:rPr>
              <a:t> (E)</a:t>
            </a:r>
          </a:p>
          <a:p>
            <a:pPr eaLnBrk="1" hangingPunct="1">
              <a:lnSpc>
                <a:spcPct val="100000"/>
              </a:lnSpc>
              <a:spcBef>
                <a:spcPts val="1000"/>
              </a:spcBef>
              <a:spcAft>
                <a:spcPct val="0"/>
              </a:spcAft>
              <a:buClr>
                <a:srgbClr val="4F81BD"/>
              </a:buClr>
              <a:buSzPct val="80000"/>
              <a:buFont typeface="Wingdings 3" panose="05040102010807070707" pitchFamily="18" charset="2"/>
              <a:buChar char=""/>
            </a:pPr>
            <a:endParaRPr lang="en-US" altLang="zh-CN" sz="2800">
              <a:solidFill>
                <a:srgbClr val="404040"/>
              </a:solidFill>
              <a:latin typeface="微软雅黑" panose="020B0503020204020204" pitchFamily="34" charset="-122"/>
              <a:ea typeface="微软雅黑" panose="020B0503020204020204" pitchFamily="34" charset="-122"/>
              <a:cs typeface="Droid Sans Fallback"/>
            </a:endParaRPr>
          </a:p>
        </p:txBody>
      </p:sp>
      <p:sp>
        <p:nvSpPr>
          <p:cNvPr id="3" name="Slide Number Placeholder 6">
            <a:extLst>
              <a:ext uri="{FF2B5EF4-FFF2-40B4-BE49-F238E27FC236}">
                <a16:creationId xmlns:a16="http://schemas.microsoft.com/office/drawing/2014/main" id="{5123FF92-01A8-F67B-6705-667606C79A9C}"/>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21</a:t>
            </a:fld>
            <a:endParaRPr lang="en-GB" altLang="en-US" sz="1200">
              <a:latin typeface="Comic Sans MS" panose="030F0702030302020204" pitchFamily="66" charset="0"/>
              <a:ea typeface="宋体" panose="02010600030101010101" pitchFamily="2" charset="-122"/>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7D46DF7C-B127-8D70-292C-1328F67E5581}"/>
              </a:ext>
            </a:extLst>
          </p:cNvPr>
          <p:cNvSpPr>
            <a:spLocks noGrp="1"/>
          </p:cNvSpPr>
          <p:nvPr>
            <p:ph type="title"/>
          </p:nvPr>
        </p:nvSpPr>
        <p:spPr/>
        <p:txBody>
          <a:bodyPr/>
          <a:lstStyle/>
          <a:p>
            <a:r>
              <a:rPr lang="zh-CN" altLang="en-US">
                <a:ea typeface="楷体_GB2312"/>
              </a:rPr>
              <a:t>上下文无关文法</a:t>
            </a:r>
          </a:p>
        </p:txBody>
      </p:sp>
      <p:sp>
        <p:nvSpPr>
          <p:cNvPr id="4" name="Rectangle 2">
            <a:extLst>
              <a:ext uri="{FF2B5EF4-FFF2-40B4-BE49-F238E27FC236}">
                <a16:creationId xmlns:a16="http://schemas.microsoft.com/office/drawing/2014/main" id="{D2E56E82-7F05-D4F2-4B9C-53D941F5AC53}"/>
              </a:ext>
            </a:extLst>
          </p:cNvPr>
          <p:cNvSpPr txBox="1">
            <a:spLocks noChangeArrowheads="1"/>
          </p:cNvSpPr>
          <p:nvPr/>
        </p:nvSpPr>
        <p:spPr>
          <a:xfrm>
            <a:off x="674688" y="1754188"/>
            <a:ext cx="7888287" cy="4352925"/>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buClr>
                <a:srgbClr val="4F81BD"/>
              </a:buClr>
              <a:defRPr/>
            </a:pPr>
            <a:r>
              <a:rPr lang="zh-CN" altLang="en-US" dirty="0">
                <a:solidFill>
                  <a:sysClr val="windowText" lastClr="000000">
                    <a:lumMod val="75000"/>
                    <a:lumOff val="25000"/>
                  </a:sysClr>
                </a:solidFill>
              </a:rPr>
              <a:t>约定</a:t>
            </a:r>
          </a:p>
          <a:p>
            <a:pPr lvl="1" fontAlgn="auto">
              <a:buClr>
                <a:srgbClr val="4F81BD"/>
              </a:buClr>
              <a:defRPr/>
            </a:pPr>
            <a:endParaRPr lang="en-US" altLang="zh-CN" sz="1650" dirty="0">
              <a:solidFill>
                <a:sysClr val="windowText" lastClr="000000">
                  <a:lumMod val="75000"/>
                  <a:lumOff val="25000"/>
                </a:sysClr>
              </a:solidFill>
            </a:endParaRPr>
          </a:p>
          <a:p>
            <a:pPr lvl="1" fontAlgn="auto">
              <a:buClr>
                <a:srgbClr val="4F81BD"/>
              </a:buClr>
              <a:defRPr/>
            </a:pPr>
            <a:endParaRPr lang="en-US" altLang="zh-CN" sz="1650" dirty="0">
              <a:solidFill>
                <a:sysClr val="windowText" lastClr="000000">
                  <a:lumMod val="75000"/>
                  <a:lumOff val="25000"/>
                </a:sysClr>
              </a:solidFill>
            </a:endParaRPr>
          </a:p>
          <a:p>
            <a:pPr lvl="1" fontAlgn="auto">
              <a:buClr>
                <a:srgbClr val="4F81BD"/>
              </a:buClr>
              <a:defRPr/>
            </a:pPr>
            <a:endParaRPr lang="en-US" altLang="zh-CN" sz="1650" dirty="0">
              <a:solidFill>
                <a:sysClr val="windowText" lastClr="000000">
                  <a:lumMod val="75000"/>
                  <a:lumOff val="25000"/>
                </a:sysClr>
              </a:solidFill>
            </a:endParaRPr>
          </a:p>
          <a:p>
            <a:pPr lvl="1" fontAlgn="auto">
              <a:buClr>
                <a:srgbClr val="4F81BD"/>
              </a:buClr>
              <a:defRPr/>
            </a:pPr>
            <a:r>
              <a:rPr lang="zh-CN" altLang="en-US" dirty="0">
                <a:solidFill>
                  <a:sysClr val="windowText" lastClr="000000">
                    <a:lumMod val="75000"/>
                    <a:lumOff val="25000"/>
                  </a:sysClr>
                </a:solidFill>
              </a:rPr>
              <a:t>其中，“</a:t>
            </a:r>
            <a:r>
              <a:rPr lang="en-US" altLang="zh-CN" dirty="0">
                <a:solidFill>
                  <a:sysClr val="windowText" lastClr="000000">
                    <a:lumMod val="75000"/>
                    <a:lumOff val="25000"/>
                  </a:sysClr>
                </a:solidFill>
              </a:rPr>
              <a:t>|”</a:t>
            </a:r>
            <a:r>
              <a:rPr lang="zh-CN" altLang="en-US" dirty="0">
                <a:solidFill>
                  <a:sysClr val="windowText" lastClr="000000">
                    <a:lumMod val="75000"/>
                    <a:lumOff val="25000"/>
                  </a:sysClr>
                </a:solidFill>
              </a:rPr>
              <a:t>读成“或”，称</a:t>
            </a:r>
            <a:r>
              <a:rPr lang="zh-CN" altLang="en-US" dirty="0">
                <a:solidFill>
                  <a:sysClr val="windowText" lastClr="000000">
                    <a:lumMod val="75000"/>
                    <a:lumOff val="25000"/>
                  </a:sysClr>
                </a:solidFill>
                <a:sym typeface="Symbol" panose="05050102010706020507" pitchFamily="18" charset="2"/>
              </a:rPr>
              <a:t></a:t>
            </a:r>
            <a:r>
              <a:rPr lang="en-US" altLang="zh-CN" baseline="-25000" dirty="0" err="1">
                <a:solidFill>
                  <a:sysClr val="windowText" lastClr="000000">
                    <a:lumMod val="75000"/>
                    <a:lumOff val="25000"/>
                  </a:sysClr>
                </a:solidFill>
              </a:rPr>
              <a:t>i</a:t>
            </a:r>
            <a:r>
              <a:rPr lang="zh-CN" altLang="en-US" dirty="0">
                <a:solidFill>
                  <a:sysClr val="windowText" lastClr="000000">
                    <a:lumMod val="75000"/>
                    <a:lumOff val="25000"/>
                  </a:sysClr>
                </a:solidFill>
              </a:rPr>
              <a:t>为</a:t>
            </a:r>
            <a:r>
              <a:rPr lang="en-US" altLang="zh-CN" dirty="0">
                <a:solidFill>
                  <a:sysClr val="windowText" lastClr="000000">
                    <a:lumMod val="75000"/>
                    <a:lumOff val="25000"/>
                  </a:sysClr>
                </a:solidFill>
              </a:rPr>
              <a:t>P</a:t>
            </a:r>
            <a:r>
              <a:rPr lang="zh-CN" altLang="en-US" dirty="0">
                <a:solidFill>
                  <a:sysClr val="windowText" lastClr="000000">
                    <a:lumMod val="75000"/>
                    <a:lumOff val="25000"/>
                  </a:sysClr>
                </a:solidFill>
              </a:rPr>
              <a:t>的一个候选式</a:t>
            </a:r>
          </a:p>
          <a:p>
            <a:pPr lvl="1" fontAlgn="auto">
              <a:spcBef>
                <a:spcPct val="50000"/>
              </a:spcBef>
              <a:buClr>
                <a:srgbClr val="4F81BD"/>
              </a:buClr>
              <a:defRPr/>
            </a:pPr>
            <a:r>
              <a:rPr lang="zh-CN" altLang="en-US" dirty="0">
                <a:solidFill>
                  <a:sysClr val="windowText" lastClr="000000">
                    <a:lumMod val="75000"/>
                    <a:lumOff val="25000"/>
                  </a:sysClr>
                </a:solidFill>
              </a:rPr>
              <a:t>表示一个文法时，通常只给出开始符号和产生式</a:t>
            </a:r>
            <a:endParaRPr lang="en-US" altLang="zh-CN" dirty="0">
              <a:solidFill>
                <a:sysClr val="windowText" lastClr="000000">
                  <a:lumMod val="75000"/>
                  <a:lumOff val="25000"/>
                </a:sysClr>
              </a:solidFill>
            </a:endParaRPr>
          </a:p>
        </p:txBody>
      </p:sp>
      <p:sp>
        <p:nvSpPr>
          <p:cNvPr id="5" name="矩形 4">
            <a:extLst>
              <a:ext uri="{FF2B5EF4-FFF2-40B4-BE49-F238E27FC236}">
                <a16:creationId xmlns:a16="http://schemas.microsoft.com/office/drawing/2014/main" id="{8E5927BA-F352-4FB8-025F-88C7B17DA22E}"/>
              </a:ext>
            </a:extLst>
          </p:cNvPr>
          <p:cNvSpPr/>
          <p:nvPr/>
        </p:nvSpPr>
        <p:spPr>
          <a:xfrm>
            <a:off x="373063" y="4560888"/>
            <a:ext cx="4244975" cy="2228850"/>
          </a:xfrm>
          <a:prstGeom prst="rect">
            <a:avLst/>
          </a:prstGeom>
          <a:solidFill>
            <a:srgbClr val="4F81BD"/>
          </a:solidFill>
          <a:ln w="19050" cap="rnd" cmpd="sng" algn="ctr">
            <a:solidFill>
              <a:srgbClr val="4F81BD">
                <a:shade val="50000"/>
              </a:srgbClr>
            </a:solidFill>
            <a:prstDash val="solid"/>
          </a:ln>
          <a:effectLst/>
        </p:spPr>
        <p:txBody>
          <a:bodyPr anchor="ctr"/>
          <a:lstStyle/>
          <a:p>
            <a:pPr defTabSz="457200" eaLnBrk="1" fontAlgn="auto" hangingPunct="1">
              <a:spcBef>
                <a:spcPts val="0"/>
              </a:spcBef>
              <a:spcAft>
                <a:spcPts val="0"/>
              </a:spcAft>
              <a:buClr>
                <a:srgbClr val="EEECE1"/>
              </a:buClr>
              <a:buSzPct val="75000"/>
              <a:defRPr/>
            </a:pPr>
            <a:r>
              <a:rPr lang="zh-CN" altLang="en-US" sz="2400" kern="0" dirty="0">
                <a:solidFill>
                  <a:prstClr val="white"/>
                </a:solidFill>
                <a:latin typeface="Arial" panose="020B0604020202020204"/>
                <a:ea typeface="微软雅黑" panose="020B0503020204020204" pitchFamily="34" charset="-122"/>
                <a:cs typeface="+mn-cs"/>
              </a:rPr>
              <a:t>文法</a:t>
            </a:r>
            <a:r>
              <a:rPr lang="en-US" altLang="zh-CN" sz="2400" kern="0" dirty="0">
                <a:solidFill>
                  <a:prstClr val="white"/>
                </a:solidFill>
                <a:latin typeface="Arial" panose="020B0604020202020204"/>
                <a:ea typeface="微软雅黑" panose="020B0503020204020204" pitchFamily="34" charset="-122"/>
                <a:cs typeface="+mn-cs"/>
              </a:rPr>
              <a:t>G=&lt;{</a:t>
            </a:r>
            <a:r>
              <a:rPr lang="en-US" altLang="zh-CN" sz="2400" kern="0" dirty="0" err="1">
                <a:solidFill>
                  <a:prstClr val="white"/>
                </a:solidFill>
                <a:latin typeface="Arial" panose="020B0604020202020204"/>
                <a:ea typeface="微软雅黑" panose="020B0503020204020204" pitchFamily="34" charset="-122"/>
                <a:cs typeface="+mn-cs"/>
              </a:rPr>
              <a:t>i</a:t>
            </a:r>
            <a:r>
              <a:rPr lang="zh-CN" altLang="en-US" sz="2400" kern="0" dirty="0">
                <a:solidFill>
                  <a:prstClr val="white"/>
                </a:solidFill>
                <a:latin typeface="Arial" panose="020B0604020202020204"/>
                <a:ea typeface="微软雅黑" panose="020B0503020204020204" pitchFamily="34" charset="-122"/>
                <a:cs typeface="+mn-cs"/>
              </a:rPr>
              <a:t>，</a:t>
            </a:r>
            <a:r>
              <a:rPr lang="en-US" altLang="zh-CN" sz="2400" kern="0" dirty="0">
                <a:solidFill>
                  <a:prstClr val="white"/>
                </a:solidFill>
                <a:latin typeface="Arial" panose="020B0604020202020204"/>
                <a:ea typeface="微软雅黑" panose="020B0503020204020204" pitchFamily="34" charset="-122"/>
                <a:cs typeface="+mn-cs"/>
              </a:rPr>
              <a:t>+</a:t>
            </a:r>
            <a:r>
              <a:rPr lang="zh-CN" altLang="en-US" sz="2400" kern="0" dirty="0">
                <a:solidFill>
                  <a:prstClr val="white"/>
                </a:solidFill>
                <a:latin typeface="Arial" panose="020B0604020202020204"/>
                <a:ea typeface="微软雅黑" panose="020B0503020204020204" pitchFamily="34" charset="-122"/>
                <a:cs typeface="+mn-cs"/>
              </a:rPr>
              <a:t>，*，</a:t>
            </a:r>
            <a:r>
              <a:rPr lang="en-US" altLang="zh-CN" sz="2400" kern="0" dirty="0">
                <a:solidFill>
                  <a:prstClr val="white"/>
                </a:solidFill>
                <a:latin typeface="Arial" panose="020B0604020202020204"/>
                <a:ea typeface="微软雅黑" panose="020B0503020204020204" pitchFamily="34" charset="-122"/>
                <a:cs typeface="+mn-cs"/>
              </a:rPr>
              <a:t>(</a:t>
            </a:r>
            <a:r>
              <a:rPr lang="zh-CN" altLang="en-US" sz="2400" kern="0" dirty="0">
                <a:solidFill>
                  <a:prstClr val="white"/>
                </a:solidFill>
                <a:latin typeface="Arial" panose="020B0604020202020204"/>
                <a:ea typeface="微软雅黑" panose="020B0503020204020204" pitchFamily="34" charset="-122"/>
                <a:cs typeface="+mn-cs"/>
              </a:rPr>
              <a:t>，</a:t>
            </a:r>
            <a:r>
              <a:rPr lang="en-US" altLang="zh-CN" sz="2400" kern="0" dirty="0">
                <a:solidFill>
                  <a:prstClr val="white"/>
                </a:solidFill>
                <a:latin typeface="Arial" panose="020B0604020202020204"/>
                <a:ea typeface="微软雅黑" panose="020B0503020204020204" pitchFamily="34" charset="-122"/>
                <a:cs typeface="+mn-cs"/>
              </a:rPr>
              <a:t>)}</a:t>
            </a:r>
            <a:r>
              <a:rPr lang="zh-CN" altLang="en-US" sz="2400" kern="0" dirty="0">
                <a:solidFill>
                  <a:prstClr val="white"/>
                </a:solidFill>
                <a:latin typeface="Arial" panose="020B0604020202020204"/>
                <a:ea typeface="微软雅黑" panose="020B0503020204020204" pitchFamily="34" charset="-122"/>
                <a:cs typeface="+mn-cs"/>
              </a:rPr>
              <a:t>，</a:t>
            </a:r>
            <a:r>
              <a:rPr lang="en-US" altLang="zh-CN" sz="2400" kern="0" dirty="0">
                <a:solidFill>
                  <a:prstClr val="white"/>
                </a:solidFill>
                <a:latin typeface="Arial" panose="020B0604020202020204"/>
                <a:ea typeface="微软雅黑" panose="020B0503020204020204" pitchFamily="34" charset="-122"/>
                <a:cs typeface="+mn-cs"/>
              </a:rPr>
              <a:t>{E}</a:t>
            </a:r>
            <a:r>
              <a:rPr lang="zh-CN" altLang="en-US" sz="2400" kern="0" dirty="0">
                <a:solidFill>
                  <a:prstClr val="white"/>
                </a:solidFill>
                <a:latin typeface="Arial" panose="020B0604020202020204"/>
                <a:ea typeface="微软雅黑" panose="020B0503020204020204" pitchFamily="34" charset="-122"/>
                <a:cs typeface="+mn-cs"/>
              </a:rPr>
              <a:t>，</a:t>
            </a:r>
            <a:r>
              <a:rPr lang="en-US" altLang="zh-CN" sz="2400" kern="0" dirty="0">
                <a:solidFill>
                  <a:prstClr val="white"/>
                </a:solidFill>
                <a:latin typeface="Arial" panose="020B0604020202020204"/>
                <a:ea typeface="微软雅黑" panose="020B0503020204020204" pitchFamily="34" charset="-122"/>
                <a:cs typeface="+mn-cs"/>
              </a:rPr>
              <a:t>E</a:t>
            </a:r>
            <a:r>
              <a:rPr lang="zh-CN" altLang="en-US" sz="2400" kern="0" dirty="0">
                <a:solidFill>
                  <a:prstClr val="white"/>
                </a:solidFill>
                <a:latin typeface="Arial" panose="020B0604020202020204"/>
                <a:ea typeface="微软雅黑" panose="020B0503020204020204" pitchFamily="34" charset="-122"/>
                <a:cs typeface="+mn-cs"/>
              </a:rPr>
              <a:t>， </a:t>
            </a:r>
            <a:r>
              <a:rPr lang="en-US" altLang="zh-CN" sz="2400" kern="0" dirty="0">
                <a:solidFill>
                  <a:prstClr val="white"/>
                </a:solidFill>
                <a:latin typeface="Arial" panose="020B0604020202020204"/>
                <a:ea typeface="微软雅黑" panose="020B0503020204020204" pitchFamily="34" charset="-122"/>
                <a:cs typeface="+mn-cs"/>
              </a:rPr>
              <a:t>P&gt;</a:t>
            </a:r>
            <a:r>
              <a:rPr lang="zh-CN" altLang="en-US" sz="2400" kern="0" dirty="0">
                <a:solidFill>
                  <a:prstClr val="white"/>
                </a:solidFill>
                <a:latin typeface="Arial" panose="020B0604020202020204"/>
                <a:ea typeface="微软雅黑" panose="020B0503020204020204" pitchFamily="34" charset="-122"/>
                <a:cs typeface="+mn-cs"/>
              </a:rPr>
              <a:t>， </a:t>
            </a:r>
            <a:r>
              <a:rPr lang="en-US" altLang="zh-CN" sz="2400" kern="0" dirty="0">
                <a:solidFill>
                  <a:prstClr val="white"/>
                </a:solidFill>
                <a:latin typeface="Arial" panose="020B0604020202020204"/>
                <a:ea typeface="微软雅黑" panose="020B0503020204020204" pitchFamily="34" charset="-122"/>
                <a:cs typeface="+mn-cs"/>
              </a:rPr>
              <a:t>P</a:t>
            </a:r>
            <a:r>
              <a:rPr lang="zh-CN" altLang="en-US" sz="2400" kern="0" dirty="0">
                <a:solidFill>
                  <a:prstClr val="white"/>
                </a:solidFill>
                <a:latin typeface="Arial" panose="020B0604020202020204"/>
                <a:ea typeface="微软雅黑" panose="020B0503020204020204" pitchFamily="34" charset="-122"/>
                <a:cs typeface="+mn-cs"/>
              </a:rPr>
              <a:t>定义如下：</a:t>
            </a:r>
          </a:p>
          <a:p>
            <a:pPr defTabSz="457200" eaLnBrk="1" fontAlgn="auto" hangingPunct="1">
              <a:spcBef>
                <a:spcPts val="0"/>
              </a:spcBef>
              <a:spcAft>
                <a:spcPts val="0"/>
              </a:spcAft>
              <a:buClr>
                <a:srgbClr val="C0504D"/>
              </a:buClr>
              <a:buSzPct val="80000"/>
              <a:defRPr/>
            </a:pPr>
            <a:r>
              <a:rPr lang="en-US" altLang="zh-CN" sz="2400" kern="0" dirty="0">
                <a:solidFill>
                  <a:prstClr val="white"/>
                </a:solidFill>
                <a:latin typeface="Arial" panose="020B0604020202020204"/>
                <a:ea typeface="微软雅黑" panose="020B0503020204020204" pitchFamily="34" charset="-122"/>
                <a:cs typeface="+mn-cs"/>
              </a:rPr>
              <a:t>E </a:t>
            </a:r>
            <a:r>
              <a:rPr lang="en-US" altLang="zh-CN" sz="2400" kern="0" dirty="0">
                <a:solidFill>
                  <a:prstClr val="white"/>
                </a:solidFill>
                <a:latin typeface="Arial" panose="020B0604020202020204"/>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Arial" panose="020B0604020202020204"/>
                <a:ea typeface="微软雅黑" panose="020B0503020204020204" pitchFamily="34" charset="-122"/>
                <a:cs typeface="+mn-cs"/>
              </a:rPr>
              <a:t> </a:t>
            </a:r>
            <a:r>
              <a:rPr lang="en-US" altLang="zh-CN" sz="2400" kern="0" dirty="0" err="1">
                <a:solidFill>
                  <a:prstClr val="white"/>
                </a:solidFill>
                <a:latin typeface="Arial" panose="020B0604020202020204"/>
                <a:ea typeface="微软雅黑" panose="020B0503020204020204" pitchFamily="34" charset="-122"/>
                <a:cs typeface="+mn-cs"/>
              </a:rPr>
              <a:t>i</a:t>
            </a:r>
            <a:endParaRPr lang="en-US" altLang="zh-CN" sz="2400" kern="0" dirty="0">
              <a:solidFill>
                <a:prstClr val="white"/>
              </a:solidFill>
              <a:latin typeface="Arial" panose="020B0604020202020204"/>
              <a:ea typeface="微软雅黑" panose="020B0503020204020204" pitchFamily="34" charset="-122"/>
              <a:cs typeface="+mn-cs"/>
            </a:endParaRPr>
          </a:p>
          <a:p>
            <a:pPr defTabSz="457200" eaLnBrk="1" fontAlgn="auto" hangingPunct="1">
              <a:spcBef>
                <a:spcPts val="0"/>
              </a:spcBef>
              <a:spcAft>
                <a:spcPts val="0"/>
              </a:spcAft>
              <a:buClr>
                <a:srgbClr val="C0504D"/>
              </a:buClr>
              <a:buSzPct val="80000"/>
              <a:defRPr/>
            </a:pPr>
            <a:r>
              <a:rPr lang="en-US" altLang="zh-CN" sz="2400" kern="0" dirty="0">
                <a:solidFill>
                  <a:prstClr val="white"/>
                </a:solidFill>
                <a:latin typeface="Arial" panose="020B0604020202020204"/>
                <a:ea typeface="微软雅黑" panose="020B0503020204020204" pitchFamily="34" charset="-122"/>
                <a:cs typeface="+mn-cs"/>
              </a:rPr>
              <a:t>E </a:t>
            </a:r>
            <a:r>
              <a:rPr lang="en-US" altLang="zh-CN" sz="2400" kern="0" dirty="0">
                <a:solidFill>
                  <a:prstClr val="white"/>
                </a:solidFill>
                <a:latin typeface="Arial" panose="020B0604020202020204"/>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Arial" panose="020B0604020202020204"/>
                <a:ea typeface="微软雅黑" panose="020B0503020204020204" pitchFamily="34" charset="-122"/>
                <a:cs typeface="+mn-cs"/>
              </a:rPr>
              <a:t> E+E</a:t>
            </a:r>
          </a:p>
          <a:p>
            <a:pPr defTabSz="457200" eaLnBrk="1" fontAlgn="auto" hangingPunct="1">
              <a:spcBef>
                <a:spcPts val="0"/>
              </a:spcBef>
              <a:spcAft>
                <a:spcPts val="0"/>
              </a:spcAft>
              <a:buClr>
                <a:srgbClr val="C0504D"/>
              </a:buClr>
              <a:buSzPct val="80000"/>
              <a:defRPr/>
            </a:pPr>
            <a:r>
              <a:rPr lang="en-US" altLang="zh-CN" sz="2400" kern="0" dirty="0">
                <a:solidFill>
                  <a:prstClr val="white"/>
                </a:solidFill>
                <a:latin typeface="Arial" panose="020B0604020202020204"/>
                <a:ea typeface="微软雅黑" panose="020B0503020204020204" pitchFamily="34" charset="-122"/>
                <a:cs typeface="+mn-cs"/>
              </a:rPr>
              <a:t>E </a:t>
            </a:r>
            <a:r>
              <a:rPr lang="en-US" altLang="zh-CN" sz="2400" kern="0" dirty="0">
                <a:solidFill>
                  <a:prstClr val="white"/>
                </a:solidFill>
                <a:latin typeface="Arial" panose="020B0604020202020204"/>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Arial" panose="020B0604020202020204"/>
                <a:ea typeface="微软雅黑" panose="020B0503020204020204" pitchFamily="34" charset="-122"/>
                <a:cs typeface="+mn-cs"/>
              </a:rPr>
              <a:t> E*E</a:t>
            </a:r>
          </a:p>
          <a:p>
            <a:pPr defTabSz="457200" eaLnBrk="1" fontAlgn="auto" hangingPunct="1">
              <a:spcBef>
                <a:spcPts val="0"/>
              </a:spcBef>
              <a:spcAft>
                <a:spcPts val="0"/>
              </a:spcAft>
              <a:buClr>
                <a:srgbClr val="C0504D"/>
              </a:buClr>
              <a:buSzPct val="80000"/>
              <a:defRPr/>
            </a:pPr>
            <a:r>
              <a:rPr lang="en-US" altLang="zh-CN" sz="2400" kern="0" dirty="0">
                <a:solidFill>
                  <a:prstClr val="white"/>
                </a:solidFill>
                <a:latin typeface="Arial" panose="020B0604020202020204"/>
                <a:ea typeface="微软雅黑" panose="020B0503020204020204" pitchFamily="34" charset="-122"/>
                <a:cs typeface="+mn-cs"/>
              </a:rPr>
              <a:t>E </a:t>
            </a:r>
            <a:r>
              <a:rPr lang="en-US" altLang="zh-CN" sz="2400" kern="0" dirty="0">
                <a:solidFill>
                  <a:prstClr val="white"/>
                </a:solidFill>
                <a:latin typeface="Arial" panose="020B0604020202020204"/>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Arial" panose="020B0604020202020204"/>
                <a:ea typeface="微软雅黑" panose="020B0503020204020204" pitchFamily="34" charset="-122"/>
                <a:cs typeface="+mn-cs"/>
              </a:rPr>
              <a:t> (E)</a:t>
            </a:r>
          </a:p>
        </p:txBody>
      </p:sp>
      <p:sp>
        <p:nvSpPr>
          <p:cNvPr id="6" name="文本框 5">
            <a:extLst>
              <a:ext uri="{FF2B5EF4-FFF2-40B4-BE49-F238E27FC236}">
                <a16:creationId xmlns:a16="http://schemas.microsoft.com/office/drawing/2014/main" id="{10FCFCA3-DBA1-F44A-C53A-414F6765B09E}"/>
              </a:ext>
            </a:extLst>
          </p:cNvPr>
          <p:cNvSpPr txBox="1"/>
          <p:nvPr/>
        </p:nvSpPr>
        <p:spPr>
          <a:xfrm>
            <a:off x="2214563" y="1916113"/>
            <a:ext cx="1335087" cy="1570037"/>
          </a:xfrm>
          <a:prstGeom prst="rect">
            <a:avLst/>
          </a:prstGeom>
          <a:noFill/>
        </p:spPr>
        <p:txBody>
          <a:bodyPr wrap="none">
            <a:spAutoFit/>
          </a:bodyPr>
          <a:lstStyle/>
          <a:p>
            <a:pPr defTabSz="457200" eaLnBrk="1" fontAlgn="auto" hangingPunct="1">
              <a:spcBef>
                <a:spcPts val="0"/>
              </a:spcBef>
              <a:spcAft>
                <a:spcPts val="0"/>
              </a:spcAft>
              <a:defRPr/>
            </a:pPr>
            <a:r>
              <a:rPr lang="en-US" altLang="zh-CN" sz="2400" dirty="0">
                <a:solidFill>
                  <a:prstClr val="black"/>
                </a:solidFill>
                <a:latin typeface="Arial" panose="020B0604020202020204"/>
                <a:ea typeface="黑体" panose="02010609060101010101" pitchFamily="49" charset="-122"/>
                <a:cs typeface="+mn-cs"/>
              </a:rPr>
              <a:t>P </a:t>
            </a:r>
            <a:r>
              <a:rPr lang="en-US" altLang="zh-CN" sz="2400" dirty="0">
                <a:solidFill>
                  <a:prstClr val="black"/>
                </a:solidFill>
                <a:latin typeface="Arial" panose="020B0604020202020204"/>
                <a:ea typeface="黑体" panose="02010609060101010101" pitchFamily="49" charset="-122"/>
                <a:cs typeface="+mn-cs"/>
                <a:sym typeface="Symbol" panose="05050102010706020507" pitchFamily="18" charset="2"/>
              </a:rPr>
              <a:t> </a:t>
            </a:r>
            <a:r>
              <a:rPr lang="en-US" altLang="zh-CN" sz="2400" baseline="-25000" dirty="0">
                <a:solidFill>
                  <a:prstClr val="black"/>
                </a:solidFill>
                <a:latin typeface="Arial" panose="020B0604020202020204"/>
                <a:ea typeface="黑体" panose="02010609060101010101" pitchFamily="49" charset="-122"/>
                <a:cs typeface="+mn-cs"/>
                <a:sym typeface="Symbol" panose="05050102010706020507" pitchFamily="18" charset="2"/>
              </a:rPr>
              <a:t>1</a:t>
            </a:r>
            <a:r>
              <a:rPr lang="en-US" altLang="zh-CN" sz="2400" dirty="0">
                <a:solidFill>
                  <a:prstClr val="black"/>
                </a:solidFill>
                <a:latin typeface="Arial" panose="020B0604020202020204"/>
                <a:ea typeface="黑体" panose="02010609060101010101" pitchFamily="49" charset="-122"/>
                <a:cs typeface="+mn-cs"/>
              </a:rPr>
              <a:t> </a:t>
            </a:r>
          </a:p>
          <a:p>
            <a:pPr defTabSz="457200" eaLnBrk="1" fontAlgn="auto" hangingPunct="1">
              <a:spcAft>
                <a:spcPts val="0"/>
              </a:spcAft>
              <a:buFont typeface="Wingdings" panose="05000000000000000000" pitchFamily="2" charset="2"/>
              <a:buNone/>
              <a:defRPr/>
            </a:pPr>
            <a:r>
              <a:rPr lang="en-US" altLang="zh-CN" sz="2400" dirty="0">
                <a:solidFill>
                  <a:prstClr val="black"/>
                </a:solidFill>
                <a:latin typeface="Arial" panose="020B0604020202020204"/>
                <a:ea typeface="黑体" panose="02010609060101010101" pitchFamily="49" charset="-122"/>
                <a:cs typeface="+mn-cs"/>
              </a:rPr>
              <a:t>P </a:t>
            </a:r>
            <a:r>
              <a:rPr lang="en-US" altLang="zh-CN" sz="2400" dirty="0">
                <a:solidFill>
                  <a:prstClr val="black"/>
                </a:solidFill>
                <a:latin typeface="Arial" panose="020B0604020202020204"/>
                <a:ea typeface="黑体" panose="02010609060101010101" pitchFamily="49" charset="-122"/>
                <a:cs typeface="+mn-cs"/>
                <a:sym typeface="Symbol" panose="05050102010706020507" pitchFamily="18" charset="2"/>
              </a:rPr>
              <a:t> </a:t>
            </a:r>
            <a:r>
              <a:rPr lang="en-US" altLang="zh-CN" sz="2400" baseline="-25000" dirty="0">
                <a:solidFill>
                  <a:prstClr val="black"/>
                </a:solidFill>
                <a:latin typeface="Arial" panose="020B0604020202020204"/>
                <a:ea typeface="黑体" panose="02010609060101010101" pitchFamily="49" charset="-122"/>
                <a:cs typeface="+mn-cs"/>
                <a:sym typeface="Symbol" panose="05050102010706020507" pitchFamily="18" charset="2"/>
              </a:rPr>
              <a:t>2</a:t>
            </a:r>
            <a:r>
              <a:rPr lang="en-US" altLang="zh-CN" sz="2400" dirty="0">
                <a:solidFill>
                  <a:prstClr val="black"/>
                </a:solidFill>
                <a:latin typeface="Arial" panose="020B0604020202020204"/>
                <a:ea typeface="黑体" panose="02010609060101010101" pitchFamily="49" charset="-122"/>
                <a:cs typeface="+mn-cs"/>
              </a:rPr>
              <a:t>  </a:t>
            </a:r>
          </a:p>
          <a:p>
            <a:pPr defTabSz="457200" eaLnBrk="1" fontAlgn="auto" hangingPunct="1">
              <a:spcAft>
                <a:spcPts val="0"/>
              </a:spcAft>
              <a:buFont typeface="Wingdings" panose="05000000000000000000" pitchFamily="2" charset="2"/>
              <a:buNone/>
              <a:defRPr/>
            </a:pPr>
            <a:r>
              <a:rPr lang="en-US" altLang="zh-CN" sz="2400" dirty="0">
                <a:solidFill>
                  <a:prstClr val="black"/>
                </a:solidFill>
                <a:latin typeface="Arial" panose="020B0604020202020204"/>
                <a:ea typeface="黑体" panose="02010609060101010101" pitchFamily="49" charset="-122"/>
                <a:cs typeface="+mn-cs"/>
                <a:sym typeface="Symbol" panose="05050102010706020507" pitchFamily="18" charset="2"/>
              </a:rPr>
              <a:t></a:t>
            </a:r>
          </a:p>
          <a:p>
            <a:pPr defTabSz="457200" eaLnBrk="1" fontAlgn="auto" hangingPunct="1">
              <a:spcAft>
                <a:spcPts val="0"/>
              </a:spcAft>
              <a:buFont typeface="Wingdings" panose="05000000000000000000" pitchFamily="2" charset="2"/>
              <a:buNone/>
              <a:defRPr/>
            </a:pPr>
            <a:r>
              <a:rPr lang="en-US" altLang="zh-CN" sz="2400" dirty="0">
                <a:solidFill>
                  <a:prstClr val="black"/>
                </a:solidFill>
                <a:latin typeface="Arial" panose="020B0604020202020204"/>
                <a:ea typeface="黑体" panose="02010609060101010101" pitchFamily="49" charset="-122"/>
                <a:cs typeface="+mn-cs"/>
              </a:rPr>
              <a:t>P </a:t>
            </a:r>
            <a:r>
              <a:rPr lang="en-US" altLang="zh-CN" sz="2400" dirty="0">
                <a:solidFill>
                  <a:prstClr val="black"/>
                </a:solidFill>
                <a:latin typeface="Arial" panose="020B0604020202020204"/>
                <a:ea typeface="黑体" panose="02010609060101010101" pitchFamily="49" charset="-122"/>
                <a:cs typeface="+mn-cs"/>
                <a:sym typeface="Symbol" panose="05050102010706020507" pitchFamily="18" charset="2"/>
              </a:rPr>
              <a:t> </a:t>
            </a:r>
            <a:r>
              <a:rPr lang="en-US" altLang="zh-CN" sz="2400" baseline="-25000" dirty="0">
                <a:solidFill>
                  <a:prstClr val="black"/>
                </a:solidFill>
                <a:latin typeface="Arial" panose="020B0604020202020204"/>
                <a:ea typeface="黑体" panose="02010609060101010101" pitchFamily="49" charset="-122"/>
                <a:cs typeface="+mn-cs"/>
              </a:rPr>
              <a:t>n</a:t>
            </a:r>
            <a:endParaRPr lang="en-US" altLang="zh-CN" sz="2400" dirty="0">
              <a:solidFill>
                <a:prstClr val="black"/>
              </a:solidFill>
              <a:latin typeface="Arial" panose="020B0604020202020204"/>
              <a:ea typeface="黑体" panose="02010609060101010101" pitchFamily="49" charset="-122"/>
              <a:cs typeface="+mn-cs"/>
            </a:endParaRPr>
          </a:p>
        </p:txBody>
      </p:sp>
      <p:sp>
        <p:nvSpPr>
          <p:cNvPr id="7" name="文本框 6">
            <a:extLst>
              <a:ext uri="{FF2B5EF4-FFF2-40B4-BE49-F238E27FC236}">
                <a16:creationId xmlns:a16="http://schemas.microsoft.com/office/drawing/2014/main" id="{34C7B7BF-5E9C-701C-4BC9-ACB2E017FA9A}"/>
              </a:ext>
            </a:extLst>
          </p:cNvPr>
          <p:cNvSpPr txBox="1"/>
          <p:nvPr/>
        </p:nvSpPr>
        <p:spPr>
          <a:xfrm>
            <a:off x="4949825" y="2481263"/>
            <a:ext cx="2413000" cy="461962"/>
          </a:xfrm>
          <a:prstGeom prst="rect">
            <a:avLst/>
          </a:prstGeom>
          <a:noFill/>
        </p:spPr>
        <p:txBody>
          <a:bodyPr wrap="none">
            <a:spAutoFit/>
          </a:bodyPr>
          <a:lstStyle/>
          <a:p>
            <a:pPr defTabSz="457200" eaLnBrk="1" fontAlgn="auto" hangingPunct="1">
              <a:spcBef>
                <a:spcPts val="0"/>
              </a:spcBef>
              <a:spcAft>
                <a:spcPts val="0"/>
              </a:spcAft>
              <a:defRPr/>
            </a:pPr>
            <a:r>
              <a:rPr lang="en-US" altLang="zh-CN" sz="2400" dirty="0">
                <a:solidFill>
                  <a:prstClr val="black"/>
                </a:solidFill>
                <a:latin typeface="Arial" panose="020B0604020202020204"/>
                <a:ea typeface="黑体" panose="02010609060101010101" pitchFamily="49" charset="-122"/>
                <a:cs typeface="+mn-cs"/>
              </a:rPr>
              <a:t>P </a:t>
            </a:r>
            <a:r>
              <a:rPr lang="en-US" altLang="zh-CN" sz="2400" dirty="0">
                <a:solidFill>
                  <a:prstClr val="black"/>
                </a:solidFill>
                <a:latin typeface="Arial" panose="020B0604020202020204"/>
                <a:ea typeface="黑体" panose="02010609060101010101" pitchFamily="49" charset="-122"/>
                <a:cs typeface="+mn-cs"/>
                <a:sym typeface="Symbol" panose="05050102010706020507" pitchFamily="18" charset="2"/>
              </a:rPr>
              <a:t> </a:t>
            </a:r>
            <a:r>
              <a:rPr lang="en-US" altLang="zh-CN" sz="2400" baseline="-25000" dirty="0">
                <a:solidFill>
                  <a:prstClr val="black"/>
                </a:solidFill>
                <a:latin typeface="Arial" panose="020B0604020202020204"/>
                <a:ea typeface="黑体" panose="02010609060101010101" pitchFamily="49" charset="-122"/>
                <a:cs typeface="+mn-cs"/>
                <a:sym typeface="Symbol" panose="05050102010706020507" pitchFamily="18" charset="2"/>
              </a:rPr>
              <a:t>1</a:t>
            </a:r>
            <a:r>
              <a:rPr lang="en-US" altLang="zh-CN" sz="2400" dirty="0">
                <a:solidFill>
                  <a:prstClr val="black"/>
                </a:solidFill>
                <a:latin typeface="Arial" panose="020B0604020202020204"/>
                <a:ea typeface="黑体" panose="02010609060101010101" pitchFamily="49" charset="-122"/>
                <a:cs typeface="+mn-cs"/>
              </a:rPr>
              <a:t>|</a:t>
            </a:r>
            <a:r>
              <a:rPr lang="en-US" altLang="zh-CN" sz="2400" dirty="0">
                <a:solidFill>
                  <a:prstClr val="black"/>
                </a:solidFill>
                <a:latin typeface="Arial" panose="020B0604020202020204"/>
                <a:ea typeface="黑体" panose="02010609060101010101" pitchFamily="49" charset="-122"/>
                <a:cs typeface="+mn-cs"/>
                <a:sym typeface="Symbol" panose="05050102010706020507" pitchFamily="18" charset="2"/>
              </a:rPr>
              <a:t></a:t>
            </a:r>
            <a:r>
              <a:rPr lang="en-US" altLang="zh-CN" sz="2400" baseline="-25000" dirty="0">
                <a:solidFill>
                  <a:prstClr val="black"/>
                </a:solidFill>
                <a:latin typeface="Arial" panose="020B0604020202020204"/>
                <a:ea typeface="黑体" panose="02010609060101010101" pitchFamily="49" charset="-122"/>
                <a:cs typeface="+mn-cs"/>
                <a:sym typeface="Symbol" panose="05050102010706020507" pitchFamily="18" charset="2"/>
              </a:rPr>
              <a:t>2</a:t>
            </a:r>
            <a:r>
              <a:rPr lang="en-US" altLang="zh-CN" sz="2400" dirty="0">
                <a:solidFill>
                  <a:prstClr val="black"/>
                </a:solidFill>
                <a:latin typeface="Arial" panose="020B0604020202020204"/>
                <a:ea typeface="黑体" panose="02010609060101010101" pitchFamily="49" charset="-122"/>
                <a:cs typeface="+mn-cs"/>
              </a:rPr>
              <a:t>|</a:t>
            </a:r>
            <a:r>
              <a:rPr lang="en-US" altLang="zh-CN" sz="2400" dirty="0">
                <a:solidFill>
                  <a:prstClr val="black"/>
                </a:solidFill>
                <a:latin typeface="Arial" panose="020B0604020202020204"/>
                <a:ea typeface="黑体" panose="02010609060101010101" pitchFamily="49" charset="-122"/>
                <a:cs typeface="+mn-cs"/>
                <a:sym typeface="Symbol" panose="05050102010706020507" pitchFamily="18" charset="2"/>
              </a:rPr>
              <a:t></a:t>
            </a:r>
            <a:r>
              <a:rPr lang="en-US" altLang="zh-CN" sz="2400" dirty="0">
                <a:solidFill>
                  <a:prstClr val="black"/>
                </a:solidFill>
                <a:latin typeface="Arial" panose="020B0604020202020204"/>
                <a:ea typeface="黑体" panose="02010609060101010101" pitchFamily="49" charset="-122"/>
                <a:cs typeface="+mn-cs"/>
              </a:rPr>
              <a:t>|</a:t>
            </a:r>
            <a:r>
              <a:rPr lang="en-US" altLang="zh-CN" sz="2400" dirty="0">
                <a:solidFill>
                  <a:prstClr val="black"/>
                </a:solidFill>
                <a:latin typeface="Arial" panose="020B0604020202020204"/>
                <a:ea typeface="黑体" panose="02010609060101010101" pitchFamily="49" charset="-122"/>
                <a:cs typeface="+mn-cs"/>
                <a:sym typeface="Symbol" panose="05050102010706020507" pitchFamily="18" charset="2"/>
              </a:rPr>
              <a:t></a:t>
            </a:r>
            <a:r>
              <a:rPr lang="en-US" altLang="zh-CN" sz="2400" baseline="-25000" dirty="0">
                <a:solidFill>
                  <a:prstClr val="black"/>
                </a:solidFill>
                <a:latin typeface="Arial" panose="020B0604020202020204"/>
                <a:ea typeface="黑体" panose="02010609060101010101" pitchFamily="49" charset="-122"/>
                <a:cs typeface="+mn-cs"/>
                <a:sym typeface="Symbol" panose="05050102010706020507" pitchFamily="18" charset="2"/>
              </a:rPr>
              <a:t>n</a:t>
            </a:r>
            <a:r>
              <a:rPr lang="en-US" altLang="zh-CN" sz="2400" dirty="0">
                <a:solidFill>
                  <a:prstClr val="black"/>
                </a:solidFill>
                <a:latin typeface="Arial" panose="020B0604020202020204"/>
                <a:ea typeface="黑体" panose="02010609060101010101" pitchFamily="49" charset="-122"/>
                <a:cs typeface="+mn-cs"/>
              </a:rPr>
              <a:t> </a:t>
            </a:r>
          </a:p>
        </p:txBody>
      </p:sp>
      <p:grpSp>
        <p:nvGrpSpPr>
          <p:cNvPr id="8" name="组合 7">
            <a:extLst>
              <a:ext uri="{FF2B5EF4-FFF2-40B4-BE49-F238E27FC236}">
                <a16:creationId xmlns:a16="http://schemas.microsoft.com/office/drawing/2014/main" id="{50E81FBA-FD48-30AA-7F3A-DC6FADB82B16}"/>
              </a:ext>
            </a:extLst>
          </p:cNvPr>
          <p:cNvGrpSpPr>
            <a:grpSpLocks/>
          </p:cNvGrpSpPr>
          <p:nvPr/>
        </p:nvGrpSpPr>
        <p:grpSpPr bwMode="auto">
          <a:xfrm>
            <a:off x="3502025" y="2257425"/>
            <a:ext cx="1416050" cy="584200"/>
            <a:chOff x="6736711" y="710468"/>
            <a:chExt cx="1887696" cy="778810"/>
          </a:xfrm>
        </p:grpSpPr>
        <p:sp>
          <p:nvSpPr>
            <p:cNvPr id="9" name="文本框 8">
              <a:extLst>
                <a:ext uri="{FF2B5EF4-FFF2-40B4-BE49-F238E27FC236}">
                  <a16:creationId xmlns:a16="http://schemas.microsoft.com/office/drawing/2014/main" id="{E8E2C13E-6CE6-8199-27DB-CB995D87824C}"/>
                </a:ext>
              </a:extLst>
            </p:cNvPr>
            <p:cNvSpPr txBox="1"/>
            <p:nvPr/>
          </p:nvSpPr>
          <p:spPr>
            <a:xfrm>
              <a:off x="6736711" y="710468"/>
              <a:ext cx="1887696" cy="615853"/>
            </a:xfrm>
            <a:prstGeom prst="rect">
              <a:avLst/>
            </a:prstGeom>
            <a:noFill/>
          </p:spPr>
          <p:txBody>
            <a:bodyPr wrap="none">
              <a:spAutoFit/>
            </a:bodyPr>
            <a:lstStyle/>
            <a:p>
              <a:pPr defTabSz="457200" eaLnBrk="1" fontAlgn="auto" hangingPunct="1">
                <a:spcBef>
                  <a:spcPts val="0"/>
                </a:spcBef>
                <a:spcAft>
                  <a:spcPts val="0"/>
                </a:spcAft>
                <a:defRPr/>
              </a:pPr>
              <a:r>
                <a:rPr lang="zh-CN" altLang="en-US" sz="2400" kern="0" dirty="0">
                  <a:solidFill>
                    <a:prstClr val="black"/>
                  </a:solidFill>
                  <a:latin typeface="Arial" panose="020B0604020202020204"/>
                  <a:ea typeface="黑体" panose="02010609060101010101" pitchFamily="49" charset="-122"/>
                  <a:cs typeface="+mn-cs"/>
                </a:rPr>
                <a:t>可缩写为</a:t>
              </a:r>
            </a:p>
          </p:txBody>
        </p:sp>
        <p:sp>
          <p:nvSpPr>
            <p:cNvPr id="10" name="右箭头 9">
              <a:extLst>
                <a:ext uri="{FF2B5EF4-FFF2-40B4-BE49-F238E27FC236}">
                  <a16:creationId xmlns:a16="http://schemas.microsoft.com/office/drawing/2014/main" id="{2AB45FE8-0505-6204-119A-5A4267F72E44}"/>
                </a:ext>
              </a:extLst>
            </p:cNvPr>
            <p:cNvSpPr/>
            <p:nvPr/>
          </p:nvSpPr>
          <p:spPr>
            <a:xfrm>
              <a:off x="6793850" y="1260714"/>
              <a:ext cx="1824208" cy="228564"/>
            </a:xfrm>
            <a:prstGeom prst="rightArrow">
              <a:avLst/>
            </a:prstGeom>
            <a:solidFill>
              <a:srgbClr val="4F81BD"/>
            </a:solidFill>
            <a:ln w="19050" cap="rnd" cmpd="sng" algn="ctr">
              <a:solidFill>
                <a:srgbClr val="4F81BD">
                  <a:shade val="50000"/>
                </a:srgbClr>
              </a:solidFill>
              <a:prstDash val="solid"/>
            </a:ln>
            <a:effectLst/>
          </p:spPr>
          <p:txBody>
            <a:bodyPr anchor="ctr"/>
            <a:lstStyle/>
            <a:p>
              <a:pPr algn="ctr" defTabSz="457200" eaLnBrk="1" fontAlgn="auto" hangingPunct="1">
                <a:spcBef>
                  <a:spcPts val="0"/>
                </a:spcBef>
                <a:spcAft>
                  <a:spcPts val="0"/>
                </a:spcAft>
                <a:defRPr/>
              </a:pPr>
              <a:endParaRPr lang="zh-CN" altLang="en-US" sz="2400" kern="0">
                <a:solidFill>
                  <a:prstClr val="white"/>
                </a:solidFill>
                <a:latin typeface="Arial" panose="020B0604020202020204"/>
                <a:ea typeface="黑体" panose="02010609060101010101" pitchFamily="49" charset="-122"/>
                <a:cs typeface="+mn-cs"/>
              </a:endParaRPr>
            </a:p>
          </p:txBody>
        </p:sp>
      </p:grpSp>
      <p:sp>
        <p:nvSpPr>
          <p:cNvPr id="11" name="文本框 10">
            <a:extLst>
              <a:ext uri="{FF2B5EF4-FFF2-40B4-BE49-F238E27FC236}">
                <a16:creationId xmlns:a16="http://schemas.microsoft.com/office/drawing/2014/main" id="{E53C05A8-6E89-70D9-C131-A3EF13F98CBD}"/>
              </a:ext>
            </a:extLst>
          </p:cNvPr>
          <p:cNvSpPr txBox="1"/>
          <p:nvPr/>
        </p:nvSpPr>
        <p:spPr>
          <a:xfrm>
            <a:off x="4687888" y="5475288"/>
            <a:ext cx="4254500" cy="461962"/>
          </a:xfrm>
          <a:prstGeom prst="rect">
            <a:avLst/>
          </a:prstGeom>
          <a:solidFill>
            <a:srgbClr val="9BBB59"/>
          </a:solidFill>
          <a:ln w="19050" cap="rnd" cmpd="sng" algn="ctr">
            <a:solidFill>
              <a:srgbClr val="9BBB59">
                <a:shade val="50000"/>
              </a:srgbClr>
            </a:solidFill>
            <a:prstDash val="solid"/>
          </a:ln>
          <a:effectLst/>
        </p:spPr>
        <p:txBody>
          <a:bodyPr wrap="none">
            <a:spAutoFit/>
          </a:bodyPr>
          <a:lstStyle/>
          <a:p>
            <a:pPr algn="ctr" defTabSz="457200" eaLnBrk="1" fontAlgn="auto" hangingPunct="1">
              <a:spcBef>
                <a:spcPts val="0"/>
              </a:spcBef>
              <a:spcAft>
                <a:spcPts val="0"/>
              </a:spcAft>
              <a:defRPr/>
            </a:pPr>
            <a:r>
              <a:rPr lang="en-US" altLang="zh-CN" sz="2400" kern="0" dirty="0">
                <a:solidFill>
                  <a:prstClr val="white"/>
                </a:solidFill>
                <a:latin typeface="Arial" panose="020B0604020202020204"/>
                <a:ea typeface="黑体" panose="02010609060101010101" pitchFamily="49" charset="-122"/>
                <a:cs typeface="+mn-cs"/>
              </a:rPr>
              <a:t>G(E)</a:t>
            </a:r>
            <a:r>
              <a:rPr lang="zh-CN" altLang="en-US" sz="2400" kern="0" dirty="0">
                <a:solidFill>
                  <a:prstClr val="white"/>
                </a:solidFill>
                <a:latin typeface="Arial" panose="020B0604020202020204"/>
                <a:ea typeface="黑体" panose="02010609060101010101" pitchFamily="49" charset="-122"/>
                <a:cs typeface="+mn-cs"/>
              </a:rPr>
              <a:t>： </a:t>
            </a:r>
            <a:r>
              <a:rPr lang="en-US" altLang="zh-CN" sz="2400" kern="0" dirty="0">
                <a:solidFill>
                  <a:prstClr val="white"/>
                </a:solidFill>
                <a:latin typeface="Arial" panose="020B0604020202020204"/>
                <a:ea typeface="黑体" panose="02010609060101010101" pitchFamily="49" charset="-122"/>
                <a:cs typeface="+mn-cs"/>
              </a:rPr>
              <a:t>E </a:t>
            </a:r>
            <a:r>
              <a:rPr lang="en-US" altLang="zh-CN" sz="2400" kern="0" dirty="0">
                <a:solidFill>
                  <a:prstClr val="white"/>
                </a:solidFill>
                <a:latin typeface="Arial" panose="020B0604020202020204"/>
                <a:ea typeface="黑体" panose="02010609060101010101" pitchFamily="49" charset="-122"/>
                <a:cs typeface="+mn-cs"/>
                <a:sym typeface="Symbol" panose="05050102010706020507" pitchFamily="18" charset="2"/>
              </a:rPr>
              <a:t></a:t>
            </a:r>
            <a:r>
              <a:rPr lang="en-US" altLang="zh-CN" sz="2400" kern="0" dirty="0">
                <a:solidFill>
                  <a:prstClr val="white"/>
                </a:solidFill>
                <a:latin typeface="Arial" panose="020B0604020202020204"/>
                <a:ea typeface="黑体" panose="02010609060101010101" pitchFamily="49" charset="-122"/>
                <a:cs typeface="+mn-cs"/>
              </a:rPr>
              <a:t> </a:t>
            </a:r>
            <a:r>
              <a:rPr lang="en-US" altLang="zh-CN" sz="2400" kern="0" dirty="0" err="1">
                <a:solidFill>
                  <a:prstClr val="white"/>
                </a:solidFill>
                <a:latin typeface="Arial" panose="020B0604020202020204"/>
                <a:ea typeface="黑体" panose="02010609060101010101" pitchFamily="49" charset="-122"/>
                <a:cs typeface="+mn-cs"/>
              </a:rPr>
              <a:t>i</a:t>
            </a:r>
            <a:r>
              <a:rPr lang="en-US" altLang="zh-CN" sz="2400" kern="0" dirty="0">
                <a:solidFill>
                  <a:prstClr val="white"/>
                </a:solidFill>
                <a:latin typeface="Arial" panose="020B0604020202020204"/>
                <a:ea typeface="黑体" panose="02010609060101010101" pitchFamily="49" charset="-122"/>
                <a:cs typeface="+mn-cs"/>
              </a:rPr>
              <a:t> | E+E | E*E | (E)</a:t>
            </a:r>
          </a:p>
        </p:txBody>
      </p:sp>
      <p:sp>
        <p:nvSpPr>
          <p:cNvPr id="3" name="Slide Number Placeholder 6">
            <a:extLst>
              <a:ext uri="{FF2B5EF4-FFF2-40B4-BE49-F238E27FC236}">
                <a16:creationId xmlns:a16="http://schemas.microsoft.com/office/drawing/2014/main" id="{6057CB91-4348-9398-A29A-997486665792}"/>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22</a:t>
            </a:fld>
            <a:endParaRPr lang="en-GB" altLang="en-US" sz="120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down)">
                                      <p:cBhvr>
                                        <p:cTn id="27" dur="500"/>
                                        <p:tgtEl>
                                          <p:spTgt spid="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down)">
                                      <p:cBhvr>
                                        <p:cTn id="32" dur="500"/>
                                        <p:tgtEl>
                                          <p:spTgt spid="4">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P spid="6" grpId="0"/>
      <p:bldP spid="7" grpId="0"/>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推导</a:t>
            </a:r>
          </a:p>
        </p:txBody>
      </p:sp>
      <p:sp>
        <p:nvSpPr>
          <p:cNvPr id="4" name="Rectangle 2"/>
          <p:cNvSpPr txBox="1">
            <a:spLocks noChangeArrowheads="1"/>
          </p:cNvSpPr>
          <p:nvPr/>
        </p:nvSpPr>
        <p:spPr>
          <a:xfrm>
            <a:off x="855033" y="2564756"/>
            <a:ext cx="7887600" cy="4352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9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定义：称</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a:t>
            </a:r>
            <a:r>
              <a:rPr kumimoji="0" lang="zh-CN" altLang="en-US" sz="28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直接推出</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，即</a:t>
            </a:r>
          </a:p>
          <a:p>
            <a:pPr marL="742950" marR="0" lvl="1" indent="-285750" algn="ctr" defTabSz="457200" rtl="0" eaLnBrk="1" fontAlgn="auto" latinLnBrk="0" hangingPunct="1">
              <a:lnSpc>
                <a:spcPct val="90000"/>
              </a:lnSpc>
              <a:spcBef>
                <a:spcPts val="1000"/>
              </a:spcBef>
              <a:spcAft>
                <a:spcPts val="0"/>
              </a:spcAft>
              <a:buClr>
                <a:srgbClr val="4F81BD"/>
              </a:buClr>
              <a:buSzPct val="80000"/>
              <a:buFont typeface="Wingdings" panose="05000000000000000000" pitchFamily="2" charset="2"/>
              <a:buNone/>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1"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p>
          <a:p>
            <a:pPr marL="342900" marR="0" lvl="0" indent="-342900" algn="l" defTabSz="457200" rtl="0" eaLnBrk="1" fontAlgn="auto" latinLnBrk="0" hangingPunct="1">
              <a:lnSpc>
                <a:spcPct val="90000"/>
              </a:lnSpc>
              <a:spcBef>
                <a:spcPts val="1000"/>
              </a:spcBef>
              <a:spcAft>
                <a:spcPts val="0"/>
              </a:spcAft>
              <a:buClr>
                <a:srgbClr val="4F81BD"/>
              </a:buClr>
              <a:buSzPct val="80000"/>
              <a:buFont typeface="Wingdings" panose="05000000000000000000" pitchFamily="2" charset="2"/>
              <a:buNone/>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仅当</a:t>
            </a:r>
            <a:r>
              <a:rPr kumimoji="0" lang="en-US" altLang="zh-CN" sz="2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t>
            </a:r>
            <a:r>
              <a:rPr kumimoji="0" lang="en-US" altLang="zh-CN" sz="2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t>
            </a:r>
            <a:r>
              <a:rPr kumimoji="0" lang="en-US" altLang="zh-CN" sz="2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是一个产生式，且</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V</a:t>
            </a:r>
            <a:r>
              <a:rPr kumimoji="0" lang="en-US" altLang="zh-CN" sz="2800" b="0" i="0" u="none" strike="noStrike" kern="1200" cap="none" spc="0" normalizeH="0" baseline="-25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T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25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V</a:t>
            </a:r>
            <a:r>
              <a:rPr kumimoji="0" lang="en-US" altLang="zh-CN" sz="2800" b="0" i="0" u="none" strike="noStrike" kern="1200" cap="none" spc="0" normalizeH="0" baseline="-25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N</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r>
              <a:rPr kumimoji="0" lang="en-US" altLang="zh-CN" sz="2800" b="0" i="0" u="none" strike="noStrike" kern="1200" cap="none" spc="0" normalizeH="0" baseline="30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endPar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fontAlgn="auto">
              <a:lnSpc>
                <a:spcPct val="90000"/>
              </a:lnSpc>
              <a:buClr>
                <a:srgbClr val="4F81BD"/>
              </a:buClr>
              <a:buNone/>
            </a:pPr>
            <a:r>
              <a:rPr lang="zh-CN" altLang="en-US" sz="2200" b="1" dirty="0">
                <a:solidFill>
                  <a:srgbClr val="C00000"/>
                </a:solidFill>
                <a:sym typeface="Symbol" panose="05050102010706020507" pitchFamily="18" charset="2"/>
              </a:rPr>
              <a:t>注意：直接推出是把一个</a:t>
            </a:r>
            <a:r>
              <a:rPr lang="zh-CN" altLang="en-US" sz="2200" b="1" u="sng" dirty="0">
                <a:solidFill>
                  <a:srgbClr val="C00000"/>
                </a:solidFill>
                <a:sym typeface="Symbol" panose="05050102010706020507" pitchFamily="18" charset="2"/>
              </a:rPr>
              <a:t>非终结符</a:t>
            </a:r>
            <a:r>
              <a:rPr lang="zh-CN" altLang="en-US" sz="2200" b="1" dirty="0">
                <a:solidFill>
                  <a:srgbClr val="C00000"/>
                </a:solidFill>
                <a:sym typeface="Symbol" panose="05050102010706020507" pitchFamily="18" charset="2"/>
              </a:rPr>
              <a:t>的一次出现替换成它的候选式，而不是把（一个）多个终结符的多次出现进行替换</a:t>
            </a:r>
            <a:endPar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457200" rtl="0" eaLnBrk="1" fontAlgn="auto" latinLnBrk="0" hangingPunct="1">
              <a:lnSpc>
                <a:spcPct val="90000"/>
              </a:lnSpc>
              <a:spcBef>
                <a:spcPct val="60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如果</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25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1</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25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2</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t>
            </a:r>
            <a:r>
              <a:rPr kumimoji="0" lang="en-US" altLang="zh-CN" sz="2800" b="0" i="0" u="none" strike="noStrike" kern="1200" cap="none" spc="0" normalizeH="0" baseline="-25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n</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，则我们称这个序列是从</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25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1</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到</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25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n</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的一个</a:t>
            </a:r>
            <a:r>
              <a:rPr kumimoji="0" lang="zh-CN" altLang="en-US" sz="28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推导</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。若存在一个从</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25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1</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到</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25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n</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的推导，则称</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25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1</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可以</a:t>
            </a:r>
            <a:r>
              <a:rPr kumimoji="0" lang="zh-CN" altLang="en-US" sz="28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推导</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出</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25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n</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457200" rtl="0" eaLnBrk="1" fontAlgn="auto" latinLnBrk="0" hangingPunct="1">
              <a:lnSpc>
                <a:spcPct val="90000"/>
              </a:lnSpc>
              <a:spcBef>
                <a:spcPct val="60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对文法</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G(E)</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E </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8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i</a:t>
            </a: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 E+E | E*E | (E)</a:t>
            </a:r>
          </a:p>
        </p:txBody>
      </p:sp>
      <p:pic>
        <p:nvPicPr>
          <p:cNvPr id="5" name="图片 4"/>
          <p:cNvPicPr>
            <a:picLocks noChangeAspect="1"/>
          </p:cNvPicPr>
          <p:nvPr/>
        </p:nvPicPr>
        <p:blipFill>
          <a:blip r:embed="rId2"/>
          <a:stretch>
            <a:fillRect/>
          </a:stretch>
        </p:blipFill>
        <p:spPr>
          <a:xfrm>
            <a:off x="5760360" y="14396"/>
            <a:ext cx="4209043" cy="2589806"/>
          </a:xfrm>
          <a:prstGeom prst="rect">
            <a:avLst/>
          </a:prstGeom>
        </p:spPr>
      </p:pic>
      <p:sp>
        <p:nvSpPr>
          <p:cNvPr id="6" name="Text Box 5"/>
          <p:cNvSpPr txBox="1">
            <a:spLocks noChangeArrowheads="1"/>
          </p:cNvSpPr>
          <p:nvPr/>
        </p:nvSpPr>
        <p:spPr bwMode="auto">
          <a:xfrm>
            <a:off x="1967980" y="6795038"/>
            <a:ext cx="10823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2"/>
              </a:buClr>
              <a:buSzPct val="80000"/>
              <a:buFont typeface="Wingdings" panose="05000000000000000000" pitchFamily="2" charset="2"/>
              <a:buNone/>
            </a:pPr>
            <a:r>
              <a:rPr lang="en-US" altLang="zh-CN" sz="28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800" dirty="0">
                <a:latin typeface="微软雅黑" panose="020B0503020204020204" pitchFamily="34" charset="-122"/>
                <a:ea typeface="微软雅黑" panose="020B0503020204020204" pitchFamily="34" charset="-122"/>
              </a:rPr>
              <a:t> (E)</a:t>
            </a:r>
            <a:endParaRPr lang="en-US" altLang="zh-CN" sz="2800"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7" name="Text Box 6"/>
          <p:cNvSpPr txBox="1">
            <a:spLocks noChangeArrowheads="1"/>
          </p:cNvSpPr>
          <p:nvPr/>
        </p:nvSpPr>
        <p:spPr bwMode="auto">
          <a:xfrm>
            <a:off x="2923985" y="6795038"/>
            <a:ext cx="15456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800" dirty="0">
                <a:latin typeface="微软雅黑" panose="020B0503020204020204" pitchFamily="34" charset="-122"/>
                <a:ea typeface="微软雅黑" panose="020B0503020204020204" pitchFamily="34" charset="-122"/>
              </a:rPr>
              <a:t>E+E</a:t>
            </a:r>
            <a:r>
              <a:rPr lang="en-US" altLang="zh-CN" sz="2800" dirty="0">
                <a:latin typeface="微软雅黑" panose="020B0503020204020204" pitchFamily="34" charset="-122"/>
                <a:ea typeface="微软雅黑" panose="020B0503020204020204" pitchFamily="34" charset="-122"/>
                <a:sym typeface="Symbol" panose="05050102010706020507" pitchFamily="18" charset="2"/>
              </a:rPr>
              <a:t>)</a:t>
            </a:r>
            <a:endParaRPr lang="en-GB" altLang="zh-CN" sz="2800"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8" name="Text Box 7"/>
          <p:cNvSpPr txBox="1">
            <a:spLocks noChangeArrowheads="1"/>
          </p:cNvSpPr>
          <p:nvPr/>
        </p:nvSpPr>
        <p:spPr bwMode="auto">
          <a:xfrm>
            <a:off x="4312975" y="6795038"/>
            <a:ext cx="14446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800" dirty="0" err="1">
                <a:latin typeface="微软雅黑" panose="020B0503020204020204" pitchFamily="34" charset="-122"/>
                <a:ea typeface="微软雅黑" panose="020B0503020204020204" pitchFamily="34" charset="-122"/>
                <a:sym typeface="Symbol" panose="05050102010706020507" pitchFamily="18" charset="2"/>
              </a:rPr>
              <a:t>i+E</a:t>
            </a:r>
            <a:r>
              <a:rPr lang="en-US" altLang="zh-CN" sz="2800" dirty="0">
                <a:latin typeface="微软雅黑" panose="020B0503020204020204" pitchFamily="34" charset="-122"/>
                <a:ea typeface="微软雅黑" panose="020B0503020204020204" pitchFamily="34" charset="-122"/>
                <a:sym typeface="Symbol" panose="05050102010706020507" pitchFamily="18" charset="2"/>
              </a:rPr>
              <a:t>)</a:t>
            </a:r>
            <a:endParaRPr lang="en-GB" altLang="zh-CN" sz="2800"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9" name="Text Box 8"/>
          <p:cNvSpPr txBox="1">
            <a:spLocks noChangeArrowheads="1"/>
          </p:cNvSpPr>
          <p:nvPr/>
        </p:nvSpPr>
        <p:spPr bwMode="auto">
          <a:xfrm>
            <a:off x="5597147" y="6795038"/>
            <a:ext cx="5389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latin typeface="微软雅黑" panose="020B0503020204020204" pitchFamily="34" charset="-122"/>
                <a:ea typeface="微软雅黑" panose="020B0503020204020204" pitchFamily="34" charset="-122"/>
                <a:sym typeface="Symbol" panose="05050102010706020507" pitchFamily="18" charset="2"/>
              </a:rPr>
              <a:t></a:t>
            </a:r>
            <a:endParaRPr lang="en-GB" altLang="zh-CN" sz="2800"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10" name="Text Box 9"/>
          <p:cNvSpPr txBox="1">
            <a:spLocks noChangeArrowheads="1"/>
          </p:cNvSpPr>
          <p:nvPr/>
        </p:nvSpPr>
        <p:spPr bwMode="auto">
          <a:xfrm>
            <a:off x="1725911" y="6795038"/>
            <a:ext cx="3818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latin typeface="微软雅黑" panose="020B0503020204020204" pitchFamily="34" charset="-122"/>
                <a:ea typeface="微软雅黑" panose="020B0503020204020204" pitchFamily="34" charset="-122"/>
              </a:rPr>
              <a:t>E</a:t>
            </a:r>
            <a:endParaRPr lang="en-GB" altLang="zh-CN" sz="2800" dirty="0">
              <a:latin typeface="微软雅黑" panose="020B0503020204020204" pitchFamily="34" charset="-122"/>
              <a:ea typeface="微软雅黑" panose="020B0503020204020204" pitchFamily="34" charset="-122"/>
            </a:endParaRPr>
          </a:p>
        </p:txBody>
      </p:sp>
      <p:sp>
        <p:nvSpPr>
          <p:cNvPr id="11" name="Text Box 8"/>
          <p:cNvSpPr txBox="1">
            <a:spLocks noChangeArrowheads="1"/>
          </p:cNvSpPr>
          <p:nvPr/>
        </p:nvSpPr>
        <p:spPr bwMode="auto">
          <a:xfrm>
            <a:off x="5940372" y="6795038"/>
            <a:ext cx="98937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800" dirty="0" err="1">
                <a:latin typeface="微软雅黑" panose="020B0503020204020204" pitchFamily="34" charset="-122"/>
                <a:ea typeface="微软雅黑" panose="020B0503020204020204" pitchFamily="34" charset="-122"/>
                <a:sym typeface="Symbol" panose="05050102010706020507" pitchFamily="18" charset="2"/>
              </a:rPr>
              <a:t>i+i</a:t>
            </a:r>
            <a:r>
              <a:rPr lang="en-US" altLang="zh-CN" sz="2800" dirty="0">
                <a:latin typeface="微软雅黑" panose="020B0503020204020204" pitchFamily="34" charset="-122"/>
                <a:ea typeface="微软雅黑" panose="020B0503020204020204" pitchFamily="34" charset="-122"/>
                <a:sym typeface="Symbol" panose="05050102010706020507" pitchFamily="18" charset="2"/>
              </a:rPr>
              <a:t>)</a:t>
            </a:r>
            <a:endParaRPr lang="en-GB" altLang="zh-CN" sz="2800"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12" name="Slide Number Placeholder 6">
            <a:extLst>
              <a:ext uri="{FF2B5EF4-FFF2-40B4-BE49-F238E27FC236}">
                <a16:creationId xmlns:a16="http://schemas.microsoft.com/office/drawing/2014/main" id="{76F77515-D551-3DF3-3CAA-682A2D3FB3B5}"/>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23</a:t>
            </a:fld>
            <a:endParaRPr lang="en-GB" altLang="en-US" sz="120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999104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left)">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left)">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wipe(left)">
                                      <p:cBhvr>
                                        <p:cTn id="20" dur="5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wipe(left)">
                                      <p:cBhvr>
                                        <p:cTn id="25" dur="500"/>
                                        <p:tgtEl>
                                          <p:spTgt spid="4">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wipe(left)">
                                      <p:cBhvr>
                                        <p:cTn id="30" dur="500"/>
                                        <p:tgtEl>
                                          <p:spTgt spid="4">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left)">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left)">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wipe(left)">
                                      <p:cBhvr>
                                        <p:cTn id="6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6" grpId="0"/>
      <p:bldP spid="7" grpId="0"/>
      <p:bldP spid="8" grpId="0"/>
      <p:bldP spid="9" grpId="0"/>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03238" y="301625"/>
            <a:ext cx="7847012" cy="920750"/>
          </a:xfrm>
        </p:spPr>
        <p:txBody>
          <a:bodyPr/>
          <a:lstStyle/>
          <a:p>
            <a:r>
              <a:rPr lang="zh-CN" altLang="en-US" dirty="0"/>
              <a:t>推导</a:t>
            </a:r>
          </a:p>
        </p:txBody>
      </p:sp>
      <mc:AlternateContent xmlns:mc="http://schemas.openxmlformats.org/markup-compatibility/2006" xmlns:a14="http://schemas.microsoft.com/office/drawing/2010/main">
        <mc:Choice Requires="a14">
          <p:sp>
            <p:nvSpPr>
              <p:cNvPr id="5" name="内容占位符 3"/>
              <p:cNvSpPr txBox="1">
                <a:spLocks/>
              </p:cNvSpPr>
              <p:nvPr/>
            </p:nvSpPr>
            <p:spPr>
              <a:xfrm>
                <a:off x="630018" y="3689831"/>
                <a:ext cx="8538693" cy="277024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14:m>
                  <m:oMath xmlns:m="http://schemas.openxmlformats.org/officeDocument/2006/math">
                    <m:sSub>
                      <m:sSubPr>
                        <m:ctrlP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ctrlPr>
                      </m:sSubPr>
                      <m:e>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𝛼</m:t>
                        </m:r>
                      </m:e>
                      <m:sub>
                        <m: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1</m:t>
                        </m:r>
                      </m:sub>
                    </m:sSub>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m:rPr>
                            <m:brk m:alnAt="2"/>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m:t>
                        </m:r>
                      </m:e>
                    </m:groupChr>
                    <m:sSub>
                      <m:sSubPr>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sSubPr>
                      <m:e>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𝛼</m:t>
                        </m:r>
                      </m:e>
                      <m:sub>
                        <m:r>
                          <m:rPr>
                            <m:sty m:val="p"/>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n</m:t>
                        </m:r>
                      </m:sub>
                    </m:sSub>
                    <m:r>
                      <a:rPr kumimoji="0" lang="en-US" altLang="zh-CN" sz="2400" b="0" i="0"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  </m:t>
                    </m:r>
                  </m:oMath>
                </a14:m>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从</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a:t>
                </a:r>
                <a:r>
                  <a:rPr kumimoji="1" lang="en-US" altLang="zh-CN" sz="2400" b="0" i="0" u="none" strike="noStrike" kern="1200" cap="none" spc="0" normalizeH="0" baseline="-2500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1</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出发，经过</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0</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步或若干步推出</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a:t>
                </a:r>
                <a:r>
                  <a:rPr kumimoji="1" lang="en-US" altLang="zh-CN" sz="2400" b="0" i="0" u="none" strike="noStrike" kern="1200" cap="none" spc="0" normalizeH="0" baseline="-2500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n</a:t>
                </a: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14:m>
                  <m:oMath xmlns:m="http://schemas.openxmlformats.org/officeDocument/2006/math">
                    <m:sSub>
                      <m:sSubPr>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sSubPr>
                      <m:e>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𝛼</m:t>
                        </m:r>
                      </m:e>
                      <m:sub>
                        <m: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1</m:t>
                        </m:r>
                      </m:sub>
                    </m:sSub>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m:rPr>
                            <m:brk m:alnAt="2"/>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m:t>
                        </m:r>
                      </m:e>
                    </m:groupChr>
                    <m:sSub>
                      <m:sSubPr>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sSubPr>
                      <m:e>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𝛼</m:t>
                        </m:r>
                      </m:e>
                      <m:sub>
                        <m:r>
                          <m:rPr>
                            <m:sty m:val="p"/>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n</m:t>
                        </m:r>
                      </m:sub>
                    </m:sSub>
                  </m:oMath>
                </a14:m>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  从</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a:t>
                </a:r>
                <a:r>
                  <a:rPr kumimoji="0" lang="en-US" altLang="zh-CN" sz="2400" b="0" i="0" u="none" strike="noStrike" kern="1200" cap="none" spc="0" normalizeH="0" baseline="-2500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1</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出发，经过</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1</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步或若干步推出</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a:t>
                </a:r>
                <a:r>
                  <a:rPr kumimoji="0" lang="en-US" altLang="zh-CN" sz="2400" b="0" i="0" u="none" strike="noStrike" kern="1200" cap="none" spc="0" normalizeH="0" baseline="-2500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n</a:t>
                </a: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14:m>
                  <m:oMath xmlns:m="http://schemas.openxmlformats.org/officeDocument/2006/math">
                    <m:r>
                      <a:rPr kumimoji="0" lang="zh-CN" altLang="en-US"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𝛼</m:t>
                    </m:r>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m:rPr>
                            <m:brk m:alnAt="2"/>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m:t>
                        </m:r>
                      </m:e>
                    </m:groupChr>
                    <m:r>
                      <a:rPr kumimoji="0" lang="zh-CN" altLang="en-US"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𝛽</m:t>
                    </m:r>
                    <m:r>
                      <a:rPr kumimoji="0" lang="en-US" altLang="zh-CN" sz="2400" b="0" i="0"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 </m:t>
                    </m:r>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即</m:t>
                    </m:r>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  </m:t>
                    </m:r>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𝛼</m:t>
                    </m:r>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𝛽</m:t>
                    </m:r>
                  </m:oMath>
                </a14:m>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或</a:t>
                </a:r>
                <a14:m>
                  <m:oMath xmlns:m="http://schemas.openxmlformats.org/officeDocument/2006/math">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𝛼</m:t>
                    </m:r>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m:rPr>
                            <m:brk m:alnAt="2"/>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m:t>
                        </m:r>
                      </m:e>
                    </m:groupChr>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𝛽</m:t>
                    </m:r>
                  </m:oMath>
                </a14:m>
                <a:endPar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&lt;</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句子</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&gt;</a:t>
                </a:r>
                <a14:m>
                  <m:oMath xmlns:m="http://schemas.openxmlformats.org/officeDocument/2006/math">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m:rPr>
                            <m:brk m:alnAt="2"/>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m:t>
                        </m:r>
                      </m:e>
                    </m:groupChr>
                  </m:oMath>
                </a14:m>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He gave me a book</a:t>
                </a: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&lt;</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句子</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&gt;</a:t>
                </a:r>
                <a14:m>
                  <m:oMath xmlns:m="http://schemas.openxmlformats.org/officeDocument/2006/math">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m:t>
                        </m:r>
                      </m:e>
                    </m:groupChr>
                  </m:oMath>
                </a14:m>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He gave me a book</a:t>
                </a: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He gave &lt;</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间接宾语</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&gt;&lt;</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直接宾语</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&gt;</a:t>
                </a:r>
                <a14:m>
                  <m:oMath xmlns:m="http://schemas.openxmlformats.org/officeDocument/2006/math">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m:t>
                        </m:r>
                      </m:e>
                    </m:groupChr>
                  </m:oMath>
                </a14:m>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He gave me &lt;</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冠词</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&gt;&lt;</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名词</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&gt;</a:t>
                </a: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p:txBody>
          </p:sp>
        </mc:Choice>
        <mc:Fallback xmlns="">
          <p:sp>
            <p:nvSpPr>
              <p:cNvPr id="5" name="内容占位符 3"/>
              <p:cNvSpPr txBox="1">
                <a:spLocks noRot="1" noChangeAspect="1" noMove="1" noResize="1" noEditPoints="1" noAdjustHandles="1" noChangeArrowheads="1" noChangeShapeType="1" noTextEdit="1"/>
              </p:cNvSpPr>
              <p:nvPr/>
            </p:nvSpPr>
            <p:spPr>
              <a:xfrm>
                <a:off x="630018" y="3689831"/>
                <a:ext cx="8538693" cy="2770246"/>
              </a:xfrm>
              <a:prstGeom prst="rect">
                <a:avLst/>
              </a:prstGeom>
              <a:blipFill>
                <a:blip r:embed="rId2"/>
                <a:stretch>
                  <a:fillRect l="-1071" r="-357" b="-10330"/>
                </a:stretch>
              </a:blipFill>
            </p:spPr>
            <p:txBody>
              <a:bodyPr/>
              <a:lstStyle/>
              <a:p>
                <a:r>
                  <a:rPr lang="zh-CN" altLang="en-US">
                    <a:noFill/>
                  </a:rPr>
                  <a:t> </a:t>
                </a:r>
              </a:p>
            </p:txBody>
          </p:sp>
        </mc:Fallback>
      </mc:AlternateContent>
      <p:sp>
        <p:nvSpPr>
          <p:cNvPr id="6" name="Rectangle 3"/>
          <p:cNvSpPr txBox="1">
            <a:spLocks noChangeArrowheads="1"/>
          </p:cNvSpPr>
          <p:nvPr/>
        </p:nvSpPr>
        <p:spPr>
          <a:xfrm>
            <a:off x="4229929" y="152675"/>
            <a:ext cx="5178649" cy="3421246"/>
          </a:xfrm>
          <a:prstGeom prst="rect">
            <a:avLst/>
          </a:prstGeom>
          <a:gradFill rotWithShape="1">
            <a:gsLst>
              <a:gs pos="0">
                <a:srgbClr val="4BACC6">
                  <a:tint val="65000"/>
                  <a:lumMod val="110000"/>
                </a:srgbClr>
              </a:gs>
              <a:gs pos="88000">
                <a:srgbClr val="4BACC6">
                  <a:tint val="90000"/>
                </a:srgbClr>
              </a:gs>
            </a:gsLst>
            <a:lin ang="5400000" scaled="0"/>
          </a:gradFill>
          <a:ln w="12700" cap="rnd" cmpd="sng" algn="ctr">
            <a:solidFill>
              <a:srgbClr val="4BACC6"/>
            </a:solidFill>
            <a:prstDash val="solid"/>
            <a:headEnd/>
            <a:tailEnd/>
          </a:ln>
          <a:effectLst/>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dk1"/>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dk1"/>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dk1"/>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342900" marR="0" lvl="0" indent="-34290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句子</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&lt;</a:t>
            </a:r>
            <a:r>
              <a:rPr kumimoji="0" lang="zh-CN" altLang="en-US"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主语</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&gt;&lt;</a:t>
            </a:r>
            <a:r>
              <a:rPr kumimoji="0" lang="zh-CN" altLang="en-US"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谓语</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&gt;&lt;</a:t>
            </a:r>
            <a:r>
              <a:rPr kumimoji="0" lang="zh-CN" altLang="en-US"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间接宾语</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&gt;&lt;</a:t>
            </a:r>
            <a:r>
              <a:rPr kumimoji="0" lang="zh-CN" altLang="en-US"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直接宾语</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&lt;</a:t>
            </a:r>
            <a:r>
              <a:rPr kumimoji="0" lang="zh-CN" altLang="en-US"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代词</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谓语</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间接宾语</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直接宾语</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He</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谓语</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间接宾语</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直接宾语</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&lt;</a:t>
            </a:r>
            <a:r>
              <a:rPr kumimoji="0" lang="zh-CN" altLang="en-US"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动词</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间接宾语</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直接宾语</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gave</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间接宾语</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直接宾语</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gave </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&lt;</a:t>
            </a:r>
            <a:r>
              <a:rPr kumimoji="0" lang="zh-CN" altLang="en-US"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代词</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直接宾语</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gave </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me</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直接宾语</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gave me </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&lt;</a:t>
            </a:r>
            <a:r>
              <a:rPr kumimoji="0" lang="zh-CN" altLang="en-US"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冠词</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&gt;&lt;</a:t>
            </a:r>
            <a:r>
              <a:rPr kumimoji="0" lang="zh-CN" altLang="en-US"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名词</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gave me </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a </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名词</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gave me a </a:t>
            </a:r>
            <a:r>
              <a:rPr kumimoji="0" lang="en-US" altLang="zh-CN" sz="20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book</a:t>
            </a:r>
          </a:p>
        </p:txBody>
      </p:sp>
      <p:sp>
        <p:nvSpPr>
          <p:cNvPr id="3" name="Slide Number Placeholder 6">
            <a:extLst>
              <a:ext uri="{FF2B5EF4-FFF2-40B4-BE49-F238E27FC236}">
                <a16:creationId xmlns:a16="http://schemas.microsoft.com/office/drawing/2014/main" id="{7667A49F-5D3F-B1E4-52B0-B8BFD7B8DF3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24</a:t>
            </a:fld>
            <a:endParaRPr lang="en-GB" altLang="en-US" sz="120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768532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left)">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wipe(left)">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wipe(left)">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wipe(left)">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wipe(left)">
                                      <p:cBhvr>
                                        <p:cTn id="3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5842" name="Rectangle 2">
                <a:extLst>
                  <a:ext uri="{FF2B5EF4-FFF2-40B4-BE49-F238E27FC236}">
                    <a16:creationId xmlns:a16="http://schemas.microsoft.com/office/drawing/2014/main" id="{1325954F-3816-71FA-F10E-9E64B2FD1294}"/>
                  </a:ext>
                </a:extLst>
              </p:cNvPr>
              <p:cNvSpPr>
                <a:spLocks noGrp="1" noChangeArrowheads="1"/>
              </p:cNvSpPr>
              <p:nvPr>
                <p:ph type="body" idx="4294967295"/>
              </p:nvPr>
            </p:nvSpPr>
            <p:spPr/>
            <p:txBody>
              <a:bodyPr/>
              <a:lstStyle/>
              <a:p>
                <a:pPr eaLnBrk="1" hangingPunct="1">
                  <a:lnSpc>
                    <a:spcPct val="130000"/>
                  </a:lnSpc>
                  <a:buFont typeface="Wingdings" panose="05000000000000000000" pitchFamily="2" charset="2"/>
                  <a:buNone/>
                </a:pPr>
                <a:r>
                  <a:rPr lang="zh-CN" altLang="en-US" sz="4000" b="1" dirty="0">
                    <a:latin typeface="楷体_GB2312"/>
                    <a:ea typeface="楷体_GB2312"/>
                  </a:rPr>
                  <a:t>文法</a:t>
                </a:r>
                <a:r>
                  <a:rPr lang="en-US" altLang="zh-CN" sz="4000" b="1" dirty="0">
                    <a:latin typeface="Times New Roman" panose="02020603050405020304" pitchFamily="18" charset="0"/>
                    <a:ea typeface="楷体_GB2312"/>
                  </a:rPr>
                  <a:t>G=(V</a:t>
                </a:r>
                <a:r>
                  <a:rPr lang="en-US" altLang="zh-CN" sz="4000" b="1" baseline="-20000" dirty="0">
                    <a:latin typeface="Times New Roman" panose="02020603050405020304" pitchFamily="18" charset="0"/>
                    <a:ea typeface="楷体_GB2312"/>
                  </a:rPr>
                  <a:t>T</a:t>
                </a:r>
                <a:r>
                  <a:rPr lang="en-US" altLang="zh-CN" sz="4000" b="1" dirty="0">
                    <a:latin typeface="Times New Roman" panose="02020603050405020304" pitchFamily="18" charset="0"/>
                    <a:ea typeface="楷体_GB2312"/>
                  </a:rPr>
                  <a:t>,</a:t>
                </a:r>
                <a:r>
                  <a:rPr lang="zh-CN" altLang="en-US" sz="4000" b="1" dirty="0">
                    <a:latin typeface="Times New Roman" panose="02020603050405020304" pitchFamily="18" charset="0"/>
                    <a:ea typeface="楷体_GB2312"/>
                  </a:rPr>
                  <a:t> </a:t>
                </a:r>
                <a:r>
                  <a:rPr lang="en-US" altLang="zh-CN" sz="4000" b="1" dirty="0">
                    <a:latin typeface="Times New Roman" panose="02020603050405020304" pitchFamily="18" charset="0"/>
                    <a:ea typeface="楷体_GB2312"/>
                  </a:rPr>
                  <a:t>V</a:t>
                </a:r>
                <a:r>
                  <a:rPr lang="en-US" altLang="zh-CN" sz="4000" b="1" baseline="-20000" dirty="0">
                    <a:latin typeface="Times New Roman" panose="02020603050405020304" pitchFamily="18" charset="0"/>
                    <a:ea typeface="楷体_GB2312"/>
                  </a:rPr>
                  <a:t>N</a:t>
                </a:r>
                <a:r>
                  <a:rPr lang="en-US" altLang="zh-CN" sz="4000" b="1" dirty="0">
                    <a:latin typeface="Times New Roman" panose="02020603050405020304" pitchFamily="18" charset="0"/>
                    <a:ea typeface="楷体_GB2312"/>
                  </a:rPr>
                  <a:t>,</a:t>
                </a:r>
                <a:r>
                  <a:rPr lang="zh-CN" altLang="en-US" sz="4000" b="1" dirty="0">
                    <a:latin typeface="Times New Roman" panose="02020603050405020304" pitchFamily="18" charset="0"/>
                    <a:ea typeface="楷体_GB2312"/>
                  </a:rPr>
                  <a:t> </a:t>
                </a:r>
                <a:r>
                  <a:rPr lang="en-US" altLang="zh-CN" sz="4000" b="1" dirty="0">
                    <a:latin typeface="Times New Roman" panose="02020603050405020304" pitchFamily="18" charset="0"/>
                    <a:ea typeface="楷体_GB2312"/>
                  </a:rPr>
                  <a:t>S,</a:t>
                </a:r>
                <a:r>
                  <a:rPr lang="zh-CN" altLang="en-US" sz="4000" b="1" dirty="0">
                    <a:latin typeface="Times New Roman" panose="02020603050405020304" pitchFamily="18" charset="0"/>
                    <a:ea typeface="楷体_GB2312"/>
                  </a:rPr>
                  <a:t> </a:t>
                </a:r>
                <a:r>
                  <a:rPr lang="en-US" altLang="zh-CN" sz="4000" b="1" dirty="0">
                    <a:latin typeface="Times New Roman" panose="02020603050405020304" pitchFamily="18" charset="0"/>
                    <a:ea typeface="楷体_GB2312"/>
                  </a:rPr>
                  <a:t>P)</a:t>
                </a:r>
              </a:p>
              <a:p>
                <a:pPr eaLnBrk="1" hangingPunct="1">
                  <a:lnSpc>
                    <a:spcPct val="130000"/>
                  </a:lnSpc>
                  <a:buFont typeface="Wingdings" panose="05000000000000000000" pitchFamily="2" charset="2"/>
                  <a:buNone/>
                </a:pPr>
                <a:r>
                  <a:rPr lang="en-US" altLang="zh-CN" sz="4000" b="1" dirty="0">
                    <a:latin typeface="Times New Roman" panose="02020603050405020304" pitchFamily="18" charset="0"/>
                    <a:ea typeface="楷体_GB2312"/>
                  </a:rPr>
                  <a:t> S </a:t>
                </a:r>
                <a14:m>
                  <m:oMath xmlns:m="http://schemas.openxmlformats.org/officeDocument/2006/math">
                    <m:groupChr>
                      <m:groupChrPr>
                        <m:chr m:val="⇒"/>
                        <m:vertJc m:val="bot"/>
                        <m:ctrlPr>
                          <a:rPr lang="en-US" altLang="zh-CN" sz="4000" i="1">
                            <a:solidFill>
                              <a:sysClr val="windowText" lastClr="000000">
                                <a:lumMod val="75000"/>
                                <a:lumOff val="25000"/>
                              </a:sysClr>
                            </a:solidFill>
                            <a:latin typeface="Cambria Math" panose="02040503050406030204" pitchFamily="18" charset="0"/>
                          </a:rPr>
                        </m:ctrlPr>
                      </m:groupChrPr>
                      <m:e>
                        <m:r>
                          <m:rPr>
                            <m:brk m:alnAt="2"/>
                          </m:rPr>
                          <a:rPr lang="en-US" altLang="zh-CN" sz="4000" i="1">
                            <a:solidFill>
                              <a:sysClr val="windowText" lastClr="000000">
                                <a:lumMod val="75000"/>
                                <a:lumOff val="25000"/>
                              </a:sysClr>
                            </a:solidFill>
                            <a:latin typeface="Cambria Math" panose="02040503050406030204" pitchFamily="18" charset="0"/>
                          </a:rPr>
                          <m:t>∗</m:t>
                        </m:r>
                      </m:e>
                    </m:groupChr>
                  </m:oMath>
                </a14:m>
                <a:r>
                  <a:rPr lang="en-US" altLang="zh-CN" sz="4000" b="1" baseline="30000" dirty="0">
                    <a:latin typeface="Times New Roman" panose="02020603050405020304" pitchFamily="18" charset="0"/>
                    <a:ea typeface="楷体_GB2312"/>
                    <a:sym typeface="Symbol" panose="05050102010706020507" pitchFamily="18" charset="2"/>
                  </a:rPr>
                  <a:t>  </a:t>
                </a:r>
                <a:r>
                  <a:rPr lang="en-US" altLang="zh-CN" sz="4000" b="1" dirty="0">
                    <a:latin typeface="Times New Roman" panose="02020603050405020304" pitchFamily="18" charset="0"/>
                    <a:ea typeface="楷体_GB2312"/>
                  </a:rPr>
                  <a:t>α</a:t>
                </a:r>
              </a:p>
              <a:p>
                <a:pPr eaLnBrk="1" hangingPunct="1">
                  <a:lnSpc>
                    <a:spcPct val="130000"/>
                  </a:lnSpc>
                  <a:buFont typeface="Wingdings" panose="05000000000000000000" pitchFamily="2" charset="2"/>
                  <a:buNone/>
                </a:pPr>
                <a:r>
                  <a:rPr lang="zh-CN" altLang="en-US" sz="4000" b="1" dirty="0">
                    <a:latin typeface="楷体_GB2312"/>
                    <a:ea typeface="楷体_GB2312"/>
                  </a:rPr>
                  <a:t>  若</a:t>
                </a:r>
                <a:r>
                  <a:rPr lang="en-US" altLang="zh-CN" sz="4000" b="1" dirty="0">
                    <a:latin typeface="Times New Roman" panose="02020603050405020304" pitchFamily="18" charset="0"/>
                    <a:ea typeface="楷体_GB2312"/>
                  </a:rPr>
                  <a:t>α</a:t>
                </a:r>
                <a:r>
                  <a:rPr lang="en-US" altLang="zh-CN" sz="4000" b="1" dirty="0">
                    <a:latin typeface="Times New Roman" panose="02020603050405020304" pitchFamily="18" charset="0"/>
                    <a:ea typeface="楷体_GB2312"/>
                    <a:sym typeface="Symbol" panose="05050102010706020507" pitchFamily="18" charset="2"/>
                  </a:rPr>
                  <a:t>V</a:t>
                </a:r>
                <a:r>
                  <a:rPr lang="en-US" altLang="zh-CN" sz="4000" b="1" baseline="30000" dirty="0">
                    <a:latin typeface="Times New Roman" panose="02020603050405020304" pitchFamily="18" charset="0"/>
                    <a:ea typeface="楷体_GB2312"/>
                    <a:sym typeface="Symbol" panose="05050102010706020507" pitchFamily="18" charset="2"/>
                  </a:rPr>
                  <a:t>*</a:t>
                </a:r>
                <a:r>
                  <a:rPr lang="en-US" altLang="zh-CN" sz="4000" b="1" dirty="0">
                    <a:latin typeface="楷体_GB2312"/>
                    <a:ea typeface="楷体_GB2312"/>
                    <a:sym typeface="Symbol" panose="05050102010706020507" pitchFamily="18" charset="2"/>
                  </a:rPr>
                  <a:t>, </a:t>
                </a:r>
                <a:r>
                  <a:rPr lang="zh-CN" altLang="en-US" sz="4000" b="1" dirty="0">
                    <a:latin typeface="楷体_GB2312"/>
                    <a:ea typeface="楷体_GB2312"/>
                    <a:sym typeface="Symbol" panose="05050102010706020507" pitchFamily="18" charset="2"/>
                  </a:rPr>
                  <a:t>则</a:t>
                </a:r>
                <a:r>
                  <a:rPr lang="en-US" altLang="zh-CN" sz="4000" b="1" dirty="0">
                    <a:latin typeface="楷体_GB2312"/>
                    <a:ea typeface="楷体_GB2312"/>
                  </a:rPr>
                  <a:t>α</a:t>
                </a:r>
                <a:r>
                  <a:rPr lang="zh-CN" altLang="en-US" sz="4000" b="1" dirty="0">
                    <a:latin typeface="楷体_GB2312"/>
                    <a:ea typeface="楷体_GB2312"/>
                  </a:rPr>
                  <a:t>为文法</a:t>
                </a:r>
                <a:r>
                  <a:rPr lang="en-US" altLang="zh-CN" sz="4000" b="1" dirty="0">
                    <a:latin typeface="楷体_GB2312"/>
                    <a:ea typeface="楷体_GB2312"/>
                  </a:rPr>
                  <a:t>G</a:t>
                </a:r>
                <a:r>
                  <a:rPr lang="zh-CN" altLang="en-US" sz="4000" b="1" dirty="0">
                    <a:latin typeface="楷体_GB2312"/>
                    <a:ea typeface="楷体_GB2312"/>
                  </a:rPr>
                  <a:t>的一个句型</a:t>
                </a:r>
              </a:p>
              <a:p>
                <a:pPr eaLnBrk="1" hangingPunct="1">
                  <a:lnSpc>
                    <a:spcPct val="130000"/>
                  </a:lnSpc>
                  <a:buFont typeface="Wingdings" panose="05000000000000000000" pitchFamily="2" charset="2"/>
                  <a:buNone/>
                </a:pPr>
                <a:r>
                  <a:rPr lang="zh-CN" altLang="en-US" sz="4000" b="1" dirty="0">
                    <a:latin typeface="楷体_GB2312"/>
                    <a:ea typeface="楷体_GB2312"/>
                  </a:rPr>
                  <a:t>  若</a:t>
                </a:r>
                <a:r>
                  <a:rPr lang="en-US" altLang="zh-CN" sz="4000" b="1" dirty="0">
                    <a:latin typeface="Times New Roman" panose="02020603050405020304" pitchFamily="18" charset="0"/>
                    <a:ea typeface="楷体_GB2312"/>
                  </a:rPr>
                  <a:t>α</a:t>
                </a:r>
                <a:r>
                  <a:rPr lang="en-US" altLang="zh-CN" sz="4000" b="1" dirty="0">
                    <a:latin typeface="Times New Roman" panose="02020603050405020304" pitchFamily="18" charset="0"/>
                    <a:ea typeface="楷体_GB2312"/>
                    <a:sym typeface="Symbol" panose="05050102010706020507" pitchFamily="18" charset="2"/>
                  </a:rPr>
                  <a:t>V</a:t>
                </a:r>
                <a:r>
                  <a:rPr lang="en-US" altLang="zh-CN" sz="4000" b="1" baseline="-20000" dirty="0">
                    <a:latin typeface="Times New Roman" panose="02020603050405020304" pitchFamily="18" charset="0"/>
                    <a:ea typeface="楷体_GB2312"/>
                    <a:sym typeface="Symbol" panose="05050102010706020507" pitchFamily="18" charset="2"/>
                  </a:rPr>
                  <a:t>T</a:t>
                </a:r>
                <a:r>
                  <a:rPr lang="en-US" altLang="zh-CN" sz="4000" b="1" baseline="30000" dirty="0">
                    <a:latin typeface="Times New Roman" panose="02020603050405020304" pitchFamily="18" charset="0"/>
                    <a:ea typeface="楷体_GB2312"/>
                    <a:sym typeface="Symbol" panose="05050102010706020507" pitchFamily="18" charset="2"/>
                  </a:rPr>
                  <a:t>*</a:t>
                </a:r>
                <a:r>
                  <a:rPr lang="en-US" altLang="zh-CN" sz="4000" b="1" dirty="0">
                    <a:latin typeface="楷体_GB2312"/>
                    <a:ea typeface="楷体_GB2312"/>
                    <a:sym typeface="Symbol" panose="05050102010706020507" pitchFamily="18" charset="2"/>
                  </a:rPr>
                  <a:t>, </a:t>
                </a:r>
                <a:r>
                  <a:rPr lang="zh-CN" altLang="en-US" sz="4000" b="1" dirty="0">
                    <a:latin typeface="楷体_GB2312"/>
                    <a:ea typeface="楷体_GB2312"/>
                    <a:sym typeface="Symbol" panose="05050102010706020507" pitchFamily="18" charset="2"/>
                  </a:rPr>
                  <a:t>则</a:t>
                </a:r>
                <a:r>
                  <a:rPr lang="en-US" altLang="zh-CN" sz="4000" b="1" dirty="0">
                    <a:latin typeface="楷体_GB2312"/>
                    <a:ea typeface="楷体_GB2312"/>
                  </a:rPr>
                  <a:t>α</a:t>
                </a:r>
                <a:r>
                  <a:rPr lang="zh-CN" altLang="en-US" sz="4000" b="1" dirty="0">
                    <a:latin typeface="楷体_GB2312"/>
                    <a:ea typeface="楷体_GB2312"/>
                  </a:rPr>
                  <a:t>是一个句子</a:t>
                </a:r>
              </a:p>
            </p:txBody>
          </p:sp>
        </mc:Choice>
        <mc:Fallback>
          <p:sp>
            <p:nvSpPr>
              <p:cNvPr id="35842" name="Rectangle 2">
                <a:extLst>
                  <a:ext uri="{FF2B5EF4-FFF2-40B4-BE49-F238E27FC236}">
                    <a16:creationId xmlns:a16="http://schemas.microsoft.com/office/drawing/2014/main" id="{1325954F-3816-71FA-F10E-9E64B2FD1294}"/>
                  </a:ext>
                </a:extLst>
              </p:cNvPr>
              <p:cNvSpPr>
                <a:spLocks noGrp="1" noRot="1" noChangeAspect="1" noMove="1" noResize="1" noEditPoints="1" noAdjustHandles="1" noChangeArrowheads="1" noChangeShapeType="1" noTextEdit="1"/>
              </p:cNvSpPr>
              <p:nvPr>
                <p:ph type="body" idx="4294967295"/>
              </p:nvPr>
            </p:nvSpPr>
            <p:spPr>
              <a:blipFill>
                <a:blip r:embed="rId3"/>
                <a:stretch>
                  <a:fillRect l="-3430" t="-556"/>
                </a:stretch>
              </a:blipFill>
            </p:spPr>
            <p:txBody>
              <a:bodyPr/>
              <a:lstStyle/>
              <a:p>
                <a:r>
                  <a:rPr lang="zh-CN" altLang="en-US">
                    <a:noFill/>
                  </a:rPr>
                  <a:t> </a:t>
                </a:r>
              </a:p>
            </p:txBody>
          </p:sp>
        </mc:Fallback>
      </mc:AlternateContent>
      <p:sp>
        <p:nvSpPr>
          <p:cNvPr id="49155" name="Footer Placeholder 5">
            <a:extLst>
              <a:ext uri="{FF2B5EF4-FFF2-40B4-BE49-F238E27FC236}">
                <a16:creationId xmlns:a16="http://schemas.microsoft.com/office/drawing/2014/main" id="{F741027F-C3ED-E400-0219-5DA7E9813058}"/>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9156" name="Slide Number Placeholder 6">
            <a:extLst>
              <a:ext uri="{FF2B5EF4-FFF2-40B4-BE49-F238E27FC236}">
                <a16:creationId xmlns:a16="http://schemas.microsoft.com/office/drawing/2014/main" id="{1C29614A-BC58-4A95-38FF-75CD0EEF01E9}"/>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A9A6E0C1-FF3C-4335-A463-9B3BAC0C96D9}"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25</a:t>
            </a:fld>
            <a:endParaRPr lang="en-GB" altLang="en-US" sz="1200">
              <a:latin typeface="Comic Sans MS" panose="030F0702030302020204" pitchFamily="66" charset="0"/>
              <a:ea typeface="宋体" panose="02010600030101010101" pitchFamily="2" charset="-122"/>
            </a:endParaRPr>
          </a:p>
        </p:txBody>
      </p:sp>
      <p:sp>
        <p:nvSpPr>
          <p:cNvPr id="49157" name="Rectangle 2">
            <a:extLst>
              <a:ext uri="{FF2B5EF4-FFF2-40B4-BE49-F238E27FC236}">
                <a16:creationId xmlns:a16="http://schemas.microsoft.com/office/drawing/2014/main" id="{98992D1A-E6B8-B6E7-E1EF-D515E47DAC6C}"/>
              </a:ext>
            </a:extLst>
          </p:cNvPr>
          <p:cNvSpPr>
            <a:spLocks noGrp="1" noChangeArrowheads="1"/>
          </p:cNvSpPr>
          <p:nvPr>
            <p:ph type="title" idx="4294967295"/>
          </p:nvPr>
        </p:nvSpPr>
        <p:spPr/>
        <p:txBody>
          <a:bodyPr/>
          <a:lstStyle/>
          <a:p>
            <a:pPr eaLnBrk="1" hangingPunct="1"/>
            <a:r>
              <a:rPr lang="zh-CN" altLang="en-US" sz="4800" dirty="0">
                <a:ea typeface="楷体_GB2312"/>
              </a:rPr>
              <a:t>句型和句子</a:t>
            </a:r>
          </a:p>
        </p:txBody>
      </p:sp>
      <p:sp>
        <p:nvSpPr>
          <p:cNvPr id="49158" name="日期占位符 7">
            <a:extLst>
              <a:ext uri="{FF2B5EF4-FFF2-40B4-BE49-F238E27FC236}">
                <a16:creationId xmlns:a16="http://schemas.microsoft.com/office/drawing/2014/main" id="{CAA9BB46-733E-EFD8-9838-5CE122D39D87}"/>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9159" name="矩形 6">
            <a:extLst>
              <a:ext uri="{FF2B5EF4-FFF2-40B4-BE49-F238E27FC236}">
                <a16:creationId xmlns:a16="http://schemas.microsoft.com/office/drawing/2014/main" id="{EAEEFCA5-A840-362B-F87A-A7223D4E3F6D}"/>
              </a:ext>
            </a:extLst>
          </p:cNvPr>
          <p:cNvSpPr>
            <a:spLocks noChangeArrowheads="1"/>
          </p:cNvSpPr>
          <p:nvPr/>
        </p:nvSpPr>
        <p:spPr bwMode="auto">
          <a:xfrm>
            <a:off x="7172325" y="5448300"/>
            <a:ext cx="245745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eaLnBrk="1" hangingPunct="1">
              <a:lnSpc>
                <a:spcPct val="130000"/>
              </a:lnSpc>
              <a:buFont typeface="Times New Roman" panose="02020603050405020304" pitchFamily="18" charset="0"/>
              <a:buNone/>
            </a:pPr>
            <a:r>
              <a:rPr lang="en-US" altLang="zh-CN" sz="3200" b="1" dirty="0">
                <a:latin typeface="Times New Roman" panose="02020603050405020304" pitchFamily="18" charset="0"/>
              </a:rPr>
              <a:t>V= V</a:t>
            </a:r>
            <a:r>
              <a:rPr lang="en-US" altLang="zh-CN" sz="3200" b="1" baseline="-20000" dirty="0">
                <a:latin typeface="Times New Roman" panose="02020603050405020304" pitchFamily="18" charset="0"/>
              </a:rPr>
              <a:t>T</a:t>
            </a:r>
            <a:r>
              <a:rPr lang="en-US" altLang="zh-CN" sz="3200" b="1" dirty="0">
                <a:latin typeface="Times New Roman" panose="02020603050405020304" pitchFamily="18" charset="0"/>
              </a:rPr>
              <a:t> ∪ V</a:t>
            </a:r>
            <a:r>
              <a:rPr lang="en-US" altLang="zh-CN" sz="3200" b="1" baseline="-20000" dirty="0">
                <a:latin typeface="Times New Roman" panose="02020603050405020304" pitchFamily="18" charset="0"/>
              </a:rPr>
              <a:t>N </a:t>
            </a:r>
            <a:endParaRPr lang="en-US" altLang="zh-CN" sz="3200" b="1" baseline="-20000" dirty="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842">
                                            <p:txEl>
                                              <p:pRg st="1" end="1"/>
                                            </p:txEl>
                                          </p:spTgt>
                                        </p:tgtEl>
                                        <p:attrNameLst>
                                          <p:attrName>style.visibility</p:attrName>
                                        </p:attrNameLst>
                                      </p:cBhvr>
                                      <p:to>
                                        <p:strVal val="visible"/>
                                      </p:to>
                                    </p:set>
                                    <p:animEffect transition="in" filter="blinds(horizontal)">
                                      <p:cBhvr>
                                        <p:cTn id="7" dur="500"/>
                                        <p:tgtEl>
                                          <p:spTgt spid="3584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5842">
                                            <p:txEl>
                                              <p:pRg st="2" end="2"/>
                                            </p:txEl>
                                          </p:spTgt>
                                        </p:tgtEl>
                                        <p:attrNameLst>
                                          <p:attrName>style.visibility</p:attrName>
                                        </p:attrNameLst>
                                      </p:cBhvr>
                                      <p:to>
                                        <p:strVal val="visible"/>
                                      </p:to>
                                    </p:set>
                                    <p:animEffect transition="in" filter="blinds(horizontal)">
                                      <p:cBhvr>
                                        <p:cTn id="12" dur="500"/>
                                        <p:tgtEl>
                                          <p:spTgt spid="3584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5842">
                                            <p:txEl>
                                              <p:pRg st="3" end="3"/>
                                            </p:txEl>
                                          </p:spTgt>
                                        </p:tgtEl>
                                        <p:attrNameLst>
                                          <p:attrName>style.visibility</p:attrName>
                                        </p:attrNameLst>
                                      </p:cBhvr>
                                      <p:to>
                                        <p:strVal val="visible"/>
                                      </p:to>
                                    </p:set>
                                    <p:animEffect transition="in" filter="blinds(horizontal)">
                                      <p:cBhvr>
                                        <p:cTn id="17" dur="500"/>
                                        <p:tgtEl>
                                          <p:spTgt spid="3584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句型、句子和语言</a:t>
            </a:r>
          </a:p>
        </p:txBody>
      </p:sp>
      <mc:AlternateContent xmlns:mc="http://schemas.openxmlformats.org/markup-compatibility/2006" xmlns:a14="http://schemas.microsoft.com/office/drawing/2010/main">
        <mc:Choice Requires="a14">
          <p:sp>
            <p:nvSpPr>
              <p:cNvPr id="4" name="内容占位符 2"/>
              <p:cNvSpPr txBox="1">
                <a:spLocks/>
              </p:cNvSpPr>
              <p:nvPr/>
            </p:nvSpPr>
            <p:spPr>
              <a:xfrm>
                <a:off x="900036" y="3644828"/>
                <a:ext cx="8223875" cy="262729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假定</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G</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是一个文法，</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S </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是它的开始符号。</a:t>
                </a:r>
                <a:endPar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如果</a:t>
                </a:r>
                <a14:m>
                  <m:oMath xmlns:m="http://schemas.openxmlformats.org/officeDocument/2006/math">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𝑆</m:t>
                    </m:r>
                    <m:groupChr>
                      <m:groupChrPr>
                        <m:chr m:val="⇒"/>
                        <m:vertJc m:val="bot"/>
                        <m:ctrlP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ctrlPr>
                      </m:groupChrPr>
                      <m:e>
                        <m:r>
                          <m:rPr>
                            <m:brk m:alnAt="2"/>
                          </m:rP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m:t>
                        </m:r>
                      </m:e>
                    </m:groupChr>
                    <m:r>
                      <a:rPr kumimoji="0" lang="zh-CN" altLang="en-US"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𝛼</m:t>
                    </m:r>
                  </m:oMath>
                </a14:m>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，则称</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是一个</a:t>
                </a:r>
                <a:r>
                  <a:rPr kumimoji="0" lang="zh-CN" altLang="en-US" sz="2400" b="0" i="0" u="none" strike="noStrike" kern="1200" cap="none" spc="0" normalizeH="0" baseline="0" noProof="0" dirty="0">
                    <a:ln>
                      <a:noFill/>
                    </a:ln>
                    <a:solidFill>
                      <a:srgbClr val="CC0000"/>
                    </a:solidFill>
                    <a:effectLst/>
                    <a:uLnTx/>
                    <a:uFillTx/>
                    <a:latin typeface="Arial" panose="020B0604020202020204"/>
                    <a:ea typeface="微软雅黑" panose="020B0503020204020204" pitchFamily="34" charset="-122"/>
                    <a:cs typeface="+mn-cs"/>
                  </a:rPr>
                  <a:t>句型</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a:t>
                </a:r>
                <a:endPar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仅含终结符号的句型是一个</a:t>
                </a:r>
                <a:r>
                  <a:rPr kumimoji="0" lang="zh-CN" altLang="en-US" sz="2400" b="0" i="0" u="none" strike="noStrike" kern="1200" cap="none" spc="0" normalizeH="0" baseline="0" noProof="0" dirty="0">
                    <a:ln>
                      <a:noFill/>
                    </a:ln>
                    <a:solidFill>
                      <a:srgbClr val="CC0000"/>
                    </a:solidFill>
                    <a:effectLst/>
                    <a:uLnTx/>
                    <a:uFillTx/>
                    <a:latin typeface="Arial" panose="020B0604020202020204"/>
                    <a:ea typeface="微软雅黑" panose="020B0503020204020204" pitchFamily="34" charset="-122"/>
                    <a:cs typeface="+mn-cs"/>
                  </a:rPr>
                  <a:t>句子</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a:t>
                </a:r>
                <a:endPar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文法</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G</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所产生的句子的全体是一个</a:t>
                </a:r>
                <a:r>
                  <a:rPr kumimoji="0" lang="zh-CN" altLang="en-US" sz="2400" b="0" i="0" u="none" strike="noStrike" kern="1200" cap="none" spc="0" normalizeH="0" baseline="0" noProof="0" dirty="0">
                    <a:ln>
                      <a:noFill/>
                    </a:ln>
                    <a:solidFill>
                      <a:srgbClr val="CC0000"/>
                    </a:solidFill>
                    <a:effectLst/>
                    <a:uLnTx/>
                    <a:uFillTx/>
                    <a:latin typeface="Arial" panose="020B0604020202020204"/>
                    <a:ea typeface="微软雅黑" panose="020B0503020204020204" pitchFamily="34" charset="-122"/>
                    <a:cs typeface="+mn-cs"/>
                  </a:rPr>
                  <a:t>语言</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，记为 </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L(G):</a:t>
                </a:r>
              </a:p>
              <a:p>
                <a:pPr marL="0" marR="0" lvl="0" indent="0" algn="l" defTabSz="457200" rtl="0" eaLnBrk="1" fontAlgn="auto" latinLnBrk="0" hangingPunct="1">
                  <a:lnSpc>
                    <a:spcPct val="100000"/>
                  </a:lnSpc>
                  <a:spcBef>
                    <a:spcPts val="1000"/>
                  </a:spcBef>
                  <a:spcAft>
                    <a:spcPts val="0"/>
                  </a:spcAft>
                  <a:buClr>
                    <a:srgbClr val="4F81BD"/>
                  </a:buClr>
                  <a:buSzPct val="80000"/>
                  <a:buFont typeface="Wingdings 3" charset="2"/>
                  <a:buNone/>
                  <a:tabLst/>
                  <a:defRPr/>
                </a:pPr>
                <a14:m>
                  <m:oMathPara xmlns:m="http://schemas.openxmlformats.org/officeDocument/2006/math">
                    <m:oMathParaPr>
                      <m:jc m:val="centerGroup"/>
                    </m:oMathParaPr>
                    <m:oMath xmlns:m="http://schemas.openxmlformats.org/officeDocument/2006/math">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𝐿</m:t>
                      </m:r>
                      <m:d>
                        <m:dPr>
                          <m:ctrlP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ctrlPr>
                        </m:dPr>
                        <m:e>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𝐺</m:t>
                          </m:r>
                        </m:e>
                      </m:d>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m:t>
                      </m:r>
                      <m:d>
                        <m:dPr>
                          <m:begChr m:val="{"/>
                          <m:endChr m:val="}"/>
                          <m:ctrlP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ctrlPr>
                        </m:dPr>
                        <m:e>
                          <m:r>
                            <a:rPr kumimoji="0" lang="zh-CN" altLang="en-US"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𝛼</m:t>
                          </m:r>
                        </m:e>
                        <m:e>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𝑆</m:t>
                          </m:r>
                          <m:groupChr>
                            <m:groupChrPr>
                              <m:chr m:val="⇒"/>
                              <m:vertJc m:val="bot"/>
                              <m:ctrlP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ctrlPr>
                            </m:groupChrPr>
                            <m:e>
                              <m:r>
                                <m:rPr>
                                  <m:brk m:alnAt="2"/>
                                </m:rP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m:t>
                              </m:r>
                            </m:e>
                          </m:groupChr>
                          <m:r>
                            <a:rPr kumimoji="0" lang="zh-CN" altLang="en-US"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𝛼</m:t>
                          </m:r>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m:t>
                          </m:r>
                          <m:r>
                            <a:rPr kumimoji="0" lang="zh-CN" altLang="en-US"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𝛼</m:t>
                          </m:r>
                          <m:r>
                            <a:rPr kumimoji="0" lang="zh-CN" altLang="en-US"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m:t>
                          </m:r>
                          <m:sSubSup>
                            <m:sSubSupPr>
                              <m:ctrlP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ctrlPr>
                            </m:sSubSupPr>
                            <m:e>
                              <m:r>
                                <m:rPr>
                                  <m:sty m:val="p"/>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V</m:t>
                              </m:r>
                            </m:e>
                            <m:sub>
                              <m:r>
                                <m:rPr>
                                  <m:sty m:val="p"/>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T</m:t>
                              </m:r>
                            </m:sub>
                            <m:sup>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m:t>
                              </m:r>
                            </m:sup>
                          </m:sSubSup>
                        </m:e>
                      </m:d>
                    </m:oMath>
                  </m:oMathPara>
                </a14:m>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p:txBody>
          </p:sp>
        </mc:Choice>
        <mc:Fallback xmlns="">
          <p:sp>
            <p:nvSpPr>
              <p:cNvPr id="4" name="内容占位符 2"/>
              <p:cNvSpPr txBox="1">
                <a:spLocks noRot="1" noChangeAspect="1" noMove="1" noResize="1" noEditPoints="1" noAdjustHandles="1" noChangeArrowheads="1" noChangeShapeType="1" noTextEdit="1"/>
              </p:cNvSpPr>
              <p:nvPr/>
            </p:nvSpPr>
            <p:spPr>
              <a:xfrm>
                <a:off x="900036" y="3644828"/>
                <a:ext cx="8223875" cy="2627291"/>
              </a:xfrm>
              <a:prstGeom prst="rect">
                <a:avLst/>
              </a:prstGeom>
              <a:blipFill>
                <a:blip r:embed="rId2"/>
                <a:stretch>
                  <a:fillRect l="-593" t="-1856"/>
                </a:stretch>
              </a:blipFill>
            </p:spPr>
            <p:txBody>
              <a:bodyPr/>
              <a:lstStyle/>
              <a:p>
                <a:r>
                  <a:rPr lang="zh-CN" altLang="en-US">
                    <a:noFill/>
                  </a:rPr>
                  <a:t> </a:t>
                </a:r>
              </a:p>
            </p:txBody>
          </p:sp>
        </mc:Fallback>
      </mc:AlternateContent>
      <p:sp>
        <p:nvSpPr>
          <p:cNvPr id="5" name="Rectangle 3"/>
          <p:cNvSpPr txBox="1">
            <a:spLocks noChangeArrowheads="1"/>
          </p:cNvSpPr>
          <p:nvPr/>
        </p:nvSpPr>
        <p:spPr>
          <a:xfrm>
            <a:off x="4938278" y="402344"/>
            <a:ext cx="4597758" cy="3064521"/>
          </a:xfrm>
          <a:prstGeom prst="rect">
            <a:avLst/>
          </a:prstGeom>
          <a:gradFill rotWithShape="1">
            <a:gsLst>
              <a:gs pos="0">
                <a:srgbClr val="4BACC6">
                  <a:tint val="65000"/>
                  <a:lumMod val="110000"/>
                </a:srgbClr>
              </a:gs>
              <a:gs pos="88000">
                <a:srgbClr val="4BACC6">
                  <a:tint val="90000"/>
                </a:srgbClr>
              </a:gs>
            </a:gsLst>
            <a:lin ang="5400000" scaled="0"/>
          </a:gradFill>
          <a:ln w="12700" cap="rnd" cmpd="sng" algn="ctr">
            <a:solidFill>
              <a:srgbClr val="4BACC6"/>
            </a:solidFill>
            <a:prstDash val="solid"/>
            <a:headEnd/>
            <a:tailEnd/>
          </a:ln>
          <a:effectLst/>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dk1"/>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dk1"/>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dk1"/>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342900" marR="0" lvl="0" indent="-34290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句子</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&lt;</a:t>
            </a:r>
            <a:r>
              <a:rPr kumimoji="0" lang="zh-CN" altLang="en-US"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主语</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&gt;&lt;</a:t>
            </a:r>
            <a:r>
              <a:rPr kumimoji="0" lang="zh-CN" altLang="en-US"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谓语</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&gt;&lt;</a:t>
            </a:r>
            <a:r>
              <a:rPr kumimoji="0" lang="zh-CN" altLang="en-US"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间接宾语</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&gt;&lt;</a:t>
            </a:r>
            <a:r>
              <a:rPr kumimoji="0" lang="zh-CN" altLang="en-US"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直接宾语</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&lt;</a:t>
            </a:r>
            <a:r>
              <a:rPr kumimoji="0" lang="zh-CN" altLang="en-US"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代词</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谓语</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间接宾语</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直接宾语</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He</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谓语</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间接宾语</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直接宾语</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&lt;</a:t>
            </a:r>
            <a:r>
              <a:rPr kumimoji="0" lang="zh-CN" altLang="en-US"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动词</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间接宾语</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直接宾语</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gave</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间接宾语</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直接宾语</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gave </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&lt;</a:t>
            </a:r>
            <a:r>
              <a:rPr kumimoji="0" lang="zh-CN" altLang="en-US"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代词</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直接宾语</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gave </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me</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直接宾语</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gave me </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&lt;</a:t>
            </a:r>
            <a:r>
              <a:rPr kumimoji="0" lang="zh-CN" altLang="en-US"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冠词</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&gt;&lt;</a:t>
            </a:r>
            <a:r>
              <a:rPr kumimoji="0" lang="zh-CN" altLang="en-US"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名词</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gave me </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a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名词</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&gt;</a:t>
            </a:r>
          </a:p>
          <a:p>
            <a:pPr marL="342900" marR="0" lvl="0" indent="-342900" algn="just"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He gave me a </a:t>
            </a:r>
            <a:r>
              <a:rPr kumimoji="0" lang="en-US" altLang="zh-CN" sz="1800" b="0" i="0" u="none" strike="noStrike" kern="1200" cap="none" spc="0" normalizeH="0" baseline="0" noProof="0" dirty="0">
                <a:ln>
                  <a:noFill/>
                </a:ln>
                <a:solidFill>
                  <a:srgbClr val="0000D0"/>
                </a:solidFill>
                <a:effectLst/>
                <a:uLnTx/>
                <a:uFillTx/>
                <a:latin typeface="微软雅黑" panose="020B0503020204020204" pitchFamily="34" charset="-122"/>
                <a:ea typeface="微软雅黑" panose="020B0503020204020204" pitchFamily="34" charset="-122"/>
                <a:cs typeface="+mn-cs"/>
              </a:rPr>
              <a:t>book</a:t>
            </a:r>
          </a:p>
        </p:txBody>
      </p:sp>
      <p:sp>
        <p:nvSpPr>
          <p:cNvPr id="6" name="Slide Number Placeholder 6">
            <a:extLst>
              <a:ext uri="{FF2B5EF4-FFF2-40B4-BE49-F238E27FC236}">
                <a16:creationId xmlns:a16="http://schemas.microsoft.com/office/drawing/2014/main" id="{602B66FA-B93E-1020-9FA6-806D4B788525}"/>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26</a:t>
            </a:fld>
            <a:endParaRPr lang="en-GB" altLang="en-US" sz="120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2817976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标题 2">
            <a:extLst>
              <a:ext uri="{FF2B5EF4-FFF2-40B4-BE49-F238E27FC236}">
                <a16:creationId xmlns:a16="http://schemas.microsoft.com/office/drawing/2014/main" id="{D24EB31B-18C9-E5CF-A1EB-9746A5C501E4}"/>
              </a:ext>
            </a:extLst>
          </p:cNvPr>
          <p:cNvSpPr>
            <a:spLocks noGrp="1"/>
          </p:cNvSpPr>
          <p:nvPr>
            <p:ph type="title"/>
          </p:nvPr>
        </p:nvSpPr>
        <p:spPr/>
        <p:txBody>
          <a:bodyPr/>
          <a:lstStyle/>
          <a:p>
            <a:r>
              <a:rPr lang="zh-CN" altLang="en-US">
                <a:ea typeface="楷体_GB2312"/>
              </a:rPr>
              <a:t>句型、句子和语言</a:t>
            </a:r>
          </a:p>
        </p:txBody>
      </p:sp>
      <mc:AlternateContent xmlns:mc="http://schemas.openxmlformats.org/markup-compatibility/2006" xmlns:a14="http://schemas.microsoft.com/office/drawing/2010/main">
        <mc:Choice Requires="a14">
          <p:sp>
            <p:nvSpPr>
              <p:cNvPr id="6" name="Rectangle 2">
                <a:extLst>
                  <a:ext uri="{FF2B5EF4-FFF2-40B4-BE49-F238E27FC236}">
                    <a16:creationId xmlns:a16="http://schemas.microsoft.com/office/drawing/2014/main" id="{23B55020-939E-CE4C-F1B1-C7B3652E4AB5}"/>
                  </a:ext>
                </a:extLst>
              </p:cNvPr>
              <p:cNvSpPr txBox="1">
                <a:spLocks noChangeArrowheads="1"/>
              </p:cNvSpPr>
              <p:nvPr/>
            </p:nvSpPr>
            <p:spPr bwMode="auto">
              <a:xfrm>
                <a:off x="630238" y="1709738"/>
                <a:ext cx="7886700" cy="43529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100000"/>
                  </a:lnSpc>
                  <a:spcBef>
                    <a:spcPts val="600"/>
                  </a:spcBef>
                  <a:spcAft>
                    <a:spcPct val="0"/>
                  </a:spcAft>
                  <a:buClr>
                    <a:srgbClr val="4F81BD"/>
                  </a:buClr>
                  <a:buSzPct val="80000"/>
                  <a:buFont typeface="Wingdings 3" panose="05040102010807070707" pitchFamily="18" charset="2"/>
                  <a:buChar char=""/>
                </a:pP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请证明 </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a:t>
                </a:r>
                <a:r>
                  <a:rPr lang="en-US" altLang="zh-CN" sz="2400" dirty="0" err="1">
                    <a:solidFill>
                      <a:srgbClr val="404040"/>
                    </a:solidFill>
                    <a:latin typeface="微软雅黑" panose="020B0503020204020204" pitchFamily="34" charset="-122"/>
                    <a:ea typeface="微软雅黑" panose="020B0503020204020204" pitchFamily="34" charset="-122"/>
                    <a:cs typeface="Droid Sans Fallback"/>
                  </a:rPr>
                  <a:t>i</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a:t>
                </a:r>
                <a:r>
                  <a:rPr lang="en-US" altLang="zh-CN" sz="2400" dirty="0" err="1">
                    <a:solidFill>
                      <a:srgbClr val="404040"/>
                    </a:solidFill>
                    <a:latin typeface="微软雅黑" panose="020B0503020204020204" pitchFamily="34" charset="-122"/>
                    <a:ea typeface="微软雅黑" panose="020B0503020204020204" pitchFamily="34" charset="-122"/>
                    <a:cs typeface="Droid Sans Fallback"/>
                  </a:rPr>
                  <a:t>i+i</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a:t>
                </a: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是文法</a:t>
                </a:r>
              </a:p>
              <a:p>
                <a:pPr lvl="1" eaLnBrk="1" hangingPunct="1">
                  <a:lnSpc>
                    <a:spcPct val="100000"/>
                  </a:lnSpc>
                  <a:spcBef>
                    <a:spcPts val="600"/>
                  </a:spcBef>
                  <a:spcAft>
                    <a:spcPct val="0"/>
                  </a:spcAft>
                  <a:buClr>
                    <a:srgbClr val="4F81BD"/>
                  </a:buClr>
                  <a:buSzPct val="80000"/>
                  <a:buFont typeface="Wingdings" panose="05000000000000000000" pitchFamily="2" charset="2"/>
                  <a:buNone/>
                </a:pP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G(E)</a:t>
                </a: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 </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E </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 </a:t>
                </a:r>
                <a:r>
                  <a:rPr lang="en-US" altLang="zh-CN" sz="2400" dirty="0" err="1">
                    <a:solidFill>
                      <a:srgbClr val="404040"/>
                    </a:solidFill>
                    <a:latin typeface="微软雅黑" panose="020B0503020204020204" pitchFamily="34" charset="-122"/>
                    <a:ea typeface="微软雅黑" panose="020B0503020204020204" pitchFamily="34" charset="-122"/>
                    <a:cs typeface="Droid Sans Fallback"/>
                  </a:rPr>
                  <a:t>i</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 | E+E | E*E | (E)</a:t>
                </a:r>
              </a:p>
              <a:p>
                <a:pPr lvl="1" eaLnBrk="1" hangingPunct="1">
                  <a:lnSpc>
                    <a:spcPct val="100000"/>
                  </a:lnSpc>
                  <a:spcBef>
                    <a:spcPts val="600"/>
                  </a:spcBef>
                  <a:spcAft>
                    <a:spcPct val="0"/>
                  </a:spcAft>
                  <a:buClr>
                    <a:srgbClr val="4F81BD"/>
                  </a:buClr>
                  <a:buSzPct val="80000"/>
                  <a:buFont typeface="Wingdings" panose="05000000000000000000" pitchFamily="2" charset="2"/>
                  <a:buNone/>
                </a:pP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的一个句子。</a:t>
                </a:r>
              </a:p>
              <a:p>
                <a:pPr eaLnBrk="1" hangingPunct="1">
                  <a:lnSpc>
                    <a:spcPct val="100000"/>
                  </a:lnSpc>
                  <a:spcBef>
                    <a:spcPts val="600"/>
                  </a:spcBef>
                  <a:spcAft>
                    <a:spcPct val="0"/>
                  </a:spcAft>
                  <a:buClr>
                    <a:srgbClr val="4F81BD"/>
                  </a:buClr>
                  <a:buSzPct val="80000"/>
                  <a:buFont typeface="Wingdings" panose="05000000000000000000" pitchFamily="2" charset="2"/>
                  <a:buNone/>
                </a:pP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  证明：</a:t>
                </a:r>
                <a:endParaRPr lang="en-US" altLang="zh-CN" sz="2400" dirty="0">
                  <a:solidFill>
                    <a:srgbClr val="404040"/>
                  </a:solidFill>
                  <a:latin typeface="微软雅黑" panose="020B0503020204020204" pitchFamily="34" charset="-122"/>
                  <a:ea typeface="微软雅黑" panose="020B0503020204020204" pitchFamily="34" charset="-122"/>
                  <a:cs typeface="Droid Sans Fallback"/>
                </a:endParaRPr>
              </a:p>
              <a:p>
                <a:pPr eaLnBrk="1" hangingPunct="1">
                  <a:lnSpc>
                    <a:spcPct val="100000"/>
                  </a:lnSpc>
                  <a:spcBef>
                    <a:spcPts val="600"/>
                  </a:spcBef>
                  <a:spcAft>
                    <a:spcPct val="0"/>
                  </a:spcAft>
                  <a:buClr>
                    <a:srgbClr val="4F81BD"/>
                  </a:buClr>
                  <a:buSzPct val="80000"/>
                  <a:buNone/>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𝑆</m:t>
                      </m:r>
                      <m:groupChr>
                        <m:groupChrPr>
                          <m:chr m:val="⇒"/>
                          <m:vertJc m:val="bot"/>
                          <m:ctrlPr>
                            <a:rPr lang="en-US" altLang="zh-CN" sz="2400" i="1">
                              <a:latin typeface="Cambria Math" panose="02040503050406030204" pitchFamily="18" charset="0"/>
                            </a:rPr>
                          </m:ctrlPr>
                        </m:groupChrPr>
                        <m:e>
                          <m:r>
                            <m:rPr>
                              <m:brk m:alnAt="2"/>
                            </m:rPr>
                            <a:rPr lang="en-US" altLang="zh-CN" sz="2400" i="1">
                              <a:latin typeface="Cambria Math" panose="02040503050406030204" pitchFamily="18" charset="0"/>
                            </a:rPr>
                            <m:t>+</m:t>
                          </m:r>
                        </m:e>
                      </m:groupChr>
                      <m:r>
                        <a:rPr lang="zh-CN" altLang="en-US" sz="2400" i="1">
                          <a:latin typeface="Cambria Math" panose="02040503050406030204" pitchFamily="18" charset="0"/>
                        </a:rPr>
                        <m:t>𝛼</m:t>
                      </m:r>
                      <m:r>
                        <a:rPr lang="en-US" altLang="zh-CN" sz="2400" i="1">
                          <a:latin typeface="Cambria Math" panose="02040503050406030204" pitchFamily="18" charset="0"/>
                        </a:rPr>
                        <m:t>, </m:t>
                      </m:r>
                      <m:r>
                        <a:rPr lang="zh-CN" altLang="en-US" sz="2400" i="1">
                          <a:latin typeface="Cambria Math" panose="02040503050406030204" pitchFamily="18" charset="0"/>
                        </a:rPr>
                        <m:t>𝛼</m:t>
                      </m:r>
                      <m:r>
                        <a:rPr lang="zh-CN" altLang="en-US" sz="2400" i="1">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𝑉</m:t>
                          </m:r>
                        </m:e>
                        <m:sub>
                          <m:r>
                            <a:rPr lang="en-US" altLang="zh-CN" sz="2400" i="1">
                              <a:latin typeface="Cambria Math" panose="02040503050406030204" pitchFamily="18" charset="0"/>
                            </a:rPr>
                            <m:t>𝑇</m:t>
                          </m:r>
                        </m:sub>
                        <m:sup>
                          <m:r>
                            <a:rPr lang="en-US" altLang="zh-CN" sz="2400" i="1">
                              <a:latin typeface="Cambria Math" panose="02040503050406030204" pitchFamily="18" charset="0"/>
                            </a:rPr>
                            <m:t>∗</m:t>
                          </m:r>
                        </m:sup>
                      </m:sSubSup>
                    </m:oMath>
                  </m:oMathPara>
                </a14:m>
                <a:endParaRPr lang="zh-CN" altLang="en-US" sz="2400" dirty="0"/>
              </a:p>
              <a:p>
                <a:pPr eaLnBrk="1" hangingPunct="1">
                  <a:lnSpc>
                    <a:spcPct val="100000"/>
                  </a:lnSpc>
                  <a:spcBef>
                    <a:spcPts val="600"/>
                  </a:spcBef>
                  <a:spcAft>
                    <a:spcPct val="0"/>
                  </a:spcAft>
                  <a:buClr>
                    <a:srgbClr val="4F81BD"/>
                  </a:buClr>
                  <a:buSzPct val="80000"/>
                  <a:buFont typeface="Wingdings" panose="05000000000000000000" pitchFamily="2" charset="2"/>
                  <a:buNone/>
                </a:pP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  		</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E </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 (E) </a:t>
                </a:r>
              </a:p>
              <a:p>
                <a:pPr eaLnBrk="1" hangingPunct="1">
                  <a:lnSpc>
                    <a:spcPct val="100000"/>
                  </a:lnSpc>
                  <a:spcBef>
                    <a:spcPts val="600"/>
                  </a:spcBef>
                  <a:spcAft>
                    <a:spcPct val="0"/>
                  </a:spcAft>
                  <a:buClr>
                    <a:srgbClr val="4F81BD"/>
                  </a:buClr>
                  <a:buSzPct val="80000"/>
                  <a:buFont typeface="Wingdings" panose="05000000000000000000" pitchFamily="2" charset="2"/>
                  <a:buNone/>
                </a:pP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 (</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E+E</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p>
              <a:p>
                <a:pPr eaLnBrk="1" hangingPunct="1">
                  <a:lnSpc>
                    <a:spcPct val="100000"/>
                  </a:lnSpc>
                  <a:spcBef>
                    <a:spcPts val="600"/>
                  </a:spcBef>
                  <a:spcAft>
                    <a:spcPct val="0"/>
                  </a:spcAft>
                  <a:buClr>
                    <a:srgbClr val="4F81BD"/>
                  </a:buClr>
                  <a:buSzPct val="80000"/>
                  <a:buFont typeface="Wingdings" panose="05000000000000000000" pitchFamily="2" charset="2"/>
                  <a:buNone/>
                </a:pP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 (</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E*E+E</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p>
              <a:p>
                <a:pPr eaLnBrk="1" hangingPunct="1">
                  <a:lnSpc>
                    <a:spcPct val="100000"/>
                  </a:lnSpc>
                  <a:spcBef>
                    <a:spcPts val="600"/>
                  </a:spcBef>
                  <a:spcAft>
                    <a:spcPct val="0"/>
                  </a:spcAft>
                  <a:buClr>
                    <a:srgbClr val="4F81BD"/>
                  </a:buClr>
                  <a:buSzPct val="80000"/>
                  <a:buFont typeface="Wingdings" panose="05000000000000000000" pitchFamily="2" charset="2"/>
                  <a:buNone/>
                </a:pP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 (</a:t>
                </a:r>
                <a:r>
                  <a:rPr lang="en-US" altLang="zh-CN" sz="2400" dirty="0" err="1">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i</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E+E</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p>
              <a:p>
                <a:pPr eaLnBrk="1" hangingPunct="1">
                  <a:lnSpc>
                    <a:spcPct val="100000"/>
                  </a:lnSpc>
                  <a:spcBef>
                    <a:spcPts val="600"/>
                  </a:spcBef>
                  <a:spcAft>
                    <a:spcPct val="0"/>
                  </a:spcAft>
                  <a:buClr>
                    <a:srgbClr val="4F81BD"/>
                  </a:buClr>
                  <a:buSzPct val="80000"/>
                  <a:buFont typeface="Wingdings" panose="05000000000000000000" pitchFamily="2" charset="2"/>
                  <a:buNone/>
                </a:pP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 (</a:t>
                </a:r>
                <a:r>
                  <a:rPr lang="en-US" altLang="zh-CN" sz="2400" dirty="0" err="1">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i</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400" dirty="0" err="1">
                    <a:solidFill>
                      <a:srgbClr val="404040"/>
                    </a:solidFill>
                    <a:latin typeface="微软雅黑" panose="020B0503020204020204" pitchFamily="34" charset="-122"/>
                    <a:ea typeface="微软雅黑" panose="020B0503020204020204" pitchFamily="34" charset="-122"/>
                    <a:cs typeface="Droid Sans Fallback"/>
                  </a:rPr>
                  <a:t>i+E</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a:t>
                </a:r>
              </a:p>
              <a:p>
                <a:pPr eaLnBrk="1" hangingPunct="1">
                  <a:lnSpc>
                    <a:spcPct val="100000"/>
                  </a:lnSpc>
                  <a:spcBef>
                    <a:spcPts val="600"/>
                  </a:spcBef>
                  <a:spcAft>
                    <a:spcPct val="0"/>
                  </a:spcAft>
                  <a:buClr>
                    <a:srgbClr val="4F81BD"/>
                  </a:buClr>
                  <a:buSzPct val="80000"/>
                  <a:buFont typeface="Wingdings" panose="05000000000000000000" pitchFamily="2" charset="2"/>
                  <a:buNone/>
                </a:pP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 (</a:t>
                </a:r>
                <a:r>
                  <a:rPr lang="en-US" altLang="zh-CN" sz="2400" dirty="0" err="1">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i</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400" dirty="0" err="1">
                    <a:solidFill>
                      <a:srgbClr val="404040"/>
                    </a:solidFill>
                    <a:latin typeface="微软雅黑" panose="020B0503020204020204" pitchFamily="34" charset="-122"/>
                    <a:ea typeface="微软雅黑" panose="020B0503020204020204" pitchFamily="34" charset="-122"/>
                    <a:cs typeface="Droid Sans Fallback"/>
                  </a:rPr>
                  <a:t>i+i</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endParaRPr lang="en-US" altLang="zh-CN" sz="2400" dirty="0">
                  <a:solidFill>
                    <a:srgbClr val="404040"/>
                  </a:solidFill>
                  <a:latin typeface="微软雅黑" panose="020B0503020204020204" pitchFamily="34" charset="-122"/>
                  <a:ea typeface="微软雅黑" panose="020B0503020204020204" pitchFamily="34" charset="-122"/>
                  <a:cs typeface="Droid Sans Fallback"/>
                </a:endParaRPr>
              </a:p>
            </p:txBody>
          </p:sp>
        </mc:Choice>
        <mc:Fallback xmlns="">
          <p:sp>
            <p:nvSpPr>
              <p:cNvPr id="6" name="Rectangle 2">
                <a:extLst>
                  <a:ext uri="{FF2B5EF4-FFF2-40B4-BE49-F238E27FC236}">
                    <a16:creationId xmlns:a16="http://schemas.microsoft.com/office/drawing/2014/main" id="{23B55020-939E-CE4C-F1B1-C7B3652E4AB5}"/>
                  </a:ext>
                </a:extLst>
              </p:cNvPr>
              <p:cNvSpPr txBox="1">
                <a:spLocks noRot="1" noChangeAspect="1" noMove="1" noResize="1" noEditPoints="1" noAdjustHandles="1" noChangeArrowheads="1" noChangeShapeType="1" noTextEdit="1"/>
              </p:cNvSpPr>
              <p:nvPr/>
            </p:nvSpPr>
            <p:spPr bwMode="auto">
              <a:xfrm>
                <a:off x="630238" y="1709738"/>
                <a:ext cx="7886700" cy="4352925"/>
              </a:xfrm>
              <a:prstGeom prst="rect">
                <a:avLst/>
              </a:prstGeom>
              <a:blipFill>
                <a:blip r:embed="rId3"/>
                <a:stretch>
                  <a:fillRect l="-618" t="-1119" b="-160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0EC41141-8058-0FD9-C329-68EF3C9B1496}"/>
              </a:ext>
            </a:extLst>
          </p:cNvPr>
          <p:cNvSpPr txBox="1"/>
          <p:nvPr/>
        </p:nvSpPr>
        <p:spPr>
          <a:xfrm>
            <a:off x="3960813" y="4770438"/>
            <a:ext cx="5343525" cy="908050"/>
          </a:xfrm>
          <a:prstGeom prst="rect">
            <a:avLst/>
          </a:prstGeom>
          <a:noFill/>
        </p:spPr>
        <p:txBody>
          <a:bodyPr>
            <a:spAutoFit/>
          </a:bodyPr>
          <a:lstStyle/>
          <a:p>
            <a:pPr defTabSz="457200" eaLnBrk="1" fontAlgn="auto" hangingPunct="1">
              <a:spcBef>
                <a:spcPts val="600"/>
              </a:spcBef>
              <a:spcAft>
                <a:spcPts val="0"/>
              </a:spcAft>
              <a:defRPr/>
            </a:pPr>
            <a:r>
              <a:rPr lang="nn-NO" altLang="zh-CN" sz="2400" dirty="0">
                <a:solidFill>
                  <a:prstClr val="black"/>
                </a:solidFill>
                <a:latin typeface="Arial" panose="020B0604020202020204"/>
                <a:ea typeface="黑体" panose="02010609060101010101" pitchFamily="49" charset="-122"/>
                <a:cs typeface="+mn-cs"/>
              </a:rPr>
              <a:t>(i*i+i)</a:t>
            </a:r>
            <a:r>
              <a:rPr lang="zh-CN" altLang="nn-NO" sz="2400" dirty="0">
                <a:solidFill>
                  <a:prstClr val="black"/>
                </a:solidFill>
                <a:latin typeface="Arial" panose="020B0604020202020204"/>
                <a:ea typeface="黑体" panose="02010609060101010101" pitchFamily="49" charset="-122"/>
                <a:cs typeface="+mn-cs"/>
              </a:rPr>
              <a:t>是文法</a:t>
            </a:r>
            <a:r>
              <a:rPr lang="nn-NO" altLang="zh-CN" sz="2400" dirty="0">
                <a:solidFill>
                  <a:prstClr val="black"/>
                </a:solidFill>
                <a:latin typeface="Arial" panose="020B0604020202020204"/>
                <a:ea typeface="黑体" panose="02010609060101010101" pitchFamily="49" charset="-122"/>
                <a:cs typeface="+mn-cs"/>
              </a:rPr>
              <a:t>G</a:t>
            </a:r>
            <a:r>
              <a:rPr lang="zh-CN" altLang="nn-NO" sz="2400" dirty="0">
                <a:solidFill>
                  <a:prstClr val="black"/>
                </a:solidFill>
                <a:latin typeface="Arial" panose="020B0604020202020204"/>
                <a:ea typeface="黑体" panose="02010609060101010101" pitchFamily="49" charset="-122"/>
                <a:cs typeface="+mn-cs"/>
              </a:rPr>
              <a:t>的句子</a:t>
            </a:r>
            <a:endParaRPr lang="en-US" altLang="zh-CN" sz="2400" dirty="0">
              <a:solidFill>
                <a:prstClr val="black"/>
              </a:solidFill>
              <a:latin typeface="Arial" panose="020B0604020202020204"/>
              <a:ea typeface="黑体" panose="02010609060101010101" pitchFamily="49" charset="-122"/>
              <a:cs typeface="+mn-cs"/>
            </a:endParaRPr>
          </a:p>
          <a:p>
            <a:pPr defTabSz="457200" eaLnBrk="1" fontAlgn="auto" hangingPunct="1">
              <a:spcBef>
                <a:spcPts val="600"/>
              </a:spcBef>
              <a:spcAft>
                <a:spcPts val="0"/>
              </a:spcAft>
              <a:defRPr/>
            </a:pPr>
            <a:r>
              <a:rPr lang="en-US" altLang="zh-CN" sz="2400" dirty="0">
                <a:solidFill>
                  <a:prstClr val="black"/>
                </a:solidFill>
                <a:latin typeface="Arial" panose="020B0604020202020204"/>
                <a:ea typeface="黑体" panose="02010609060101010101" pitchFamily="49" charset="-122"/>
                <a:cs typeface="+mn-cs"/>
              </a:rPr>
              <a:t>E</a:t>
            </a:r>
            <a:r>
              <a:rPr lang="zh-CN" altLang="en-US" sz="2400" dirty="0">
                <a:solidFill>
                  <a:prstClr val="black"/>
                </a:solidFill>
                <a:latin typeface="Arial" panose="020B0604020202020204"/>
                <a:ea typeface="黑体" panose="02010609060101010101" pitchFamily="49" charset="-122"/>
                <a:cs typeface="+mn-cs"/>
              </a:rPr>
              <a:t>，</a:t>
            </a:r>
            <a:r>
              <a:rPr lang="en-US" altLang="zh-CN" sz="2400" dirty="0">
                <a:solidFill>
                  <a:prstClr val="black"/>
                </a:solidFill>
                <a:latin typeface="Arial" panose="020B0604020202020204"/>
                <a:ea typeface="黑体" panose="02010609060101010101" pitchFamily="49" charset="-122"/>
                <a:cs typeface="+mn-cs"/>
              </a:rPr>
              <a:t>(E)</a:t>
            </a:r>
            <a:r>
              <a:rPr lang="zh-CN" altLang="en-US" sz="2400" dirty="0">
                <a:solidFill>
                  <a:prstClr val="black"/>
                </a:solidFill>
                <a:latin typeface="Arial" panose="020B0604020202020204"/>
                <a:ea typeface="黑体" panose="02010609060101010101" pitchFamily="49" charset="-122"/>
                <a:cs typeface="+mn-cs"/>
              </a:rPr>
              <a:t>，</a:t>
            </a:r>
            <a:r>
              <a:rPr lang="en-US" altLang="zh-CN" sz="2400" dirty="0">
                <a:solidFill>
                  <a:prstClr val="black"/>
                </a:solidFill>
                <a:latin typeface="Arial" panose="020B0604020202020204"/>
                <a:ea typeface="黑体" panose="02010609060101010101" pitchFamily="49" charset="-122"/>
                <a:cs typeface="+mn-cs"/>
              </a:rPr>
              <a:t>(E*E+E)</a:t>
            </a:r>
            <a:r>
              <a:rPr lang="zh-CN" altLang="en-US" sz="2400" dirty="0">
                <a:solidFill>
                  <a:prstClr val="black"/>
                </a:solidFill>
                <a:latin typeface="Arial" panose="020B0604020202020204"/>
                <a:ea typeface="黑体" panose="02010609060101010101" pitchFamily="49" charset="-122"/>
                <a:cs typeface="+mn-cs"/>
              </a:rPr>
              <a:t>，</a:t>
            </a:r>
            <a:r>
              <a:rPr lang="en-US" altLang="zh-CN" sz="2400" dirty="0">
                <a:solidFill>
                  <a:prstClr val="black"/>
                </a:solidFill>
                <a:latin typeface="Arial" panose="020B0604020202020204"/>
                <a:ea typeface="黑体" panose="02010609060101010101" pitchFamily="49" charset="-122"/>
                <a:cs typeface="+mn-cs"/>
              </a:rPr>
              <a:t>…</a:t>
            </a:r>
            <a:r>
              <a:rPr lang="zh-CN" altLang="en-US" sz="2400" dirty="0">
                <a:solidFill>
                  <a:prstClr val="black"/>
                </a:solidFill>
                <a:latin typeface="Arial" panose="020B0604020202020204"/>
                <a:ea typeface="黑体" panose="02010609060101010101" pitchFamily="49" charset="-122"/>
                <a:cs typeface="+mn-cs"/>
              </a:rPr>
              <a:t>，</a:t>
            </a:r>
            <a:r>
              <a:rPr lang="en-US" altLang="zh-CN" sz="2400" dirty="0">
                <a:solidFill>
                  <a:prstClr val="black"/>
                </a:solidFill>
                <a:latin typeface="Arial" panose="020B0604020202020204"/>
                <a:ea typeface="黑体" panose="02010609060101010101" pitchFamily="49" charset="-122"/>
                <a:cs typeface="+mn-cs"/>
              </a:rPr>
              <a:t>(</a:t>
            </a:r>
            <a:r>
              <a:rPr lang="en-US" altLang="zh-CN" sz="2400" dirty="0" err="1">
                <a:solidFill>
                  <a:prstClr val="black"/>
                </a:solidFill>
                <a:latin typeface="Arial" panose="020B0604020202020204"/>
                <a:ea typeface="黑体" panose="02010609060101010101" pitchFamily="49" charset="-122"/>
                <a:cs typeface="+mn-cs"/>
              </a:rPr>
              <a:t>i</a:t>
            </a:r>
            <a:r>
              <a:rPr lang="en-US" altLang="zh-CN" sz="2400" dirty="0">
                <a:solidFill>
                  <a:prstClr val="black"/>
                </a:solidFill>
                <a:latin typeface="Arial" panose="020B0604020202020204"/>
                <a:ea typeface="黑体" panose="02010609060101010101" pitchFamily="49" charset="-122"/>
                <a:cs typeface="+mn-cs"/>
              </a:rPr>
              <a:t>*</a:t>
            </a:r>
            <a:r>
              <a:rPr lang="en-US" altLang="zh-CN" sz="2400" dirty="0" err="1">
                <a:solidFill>
                  <a:prstClr val="black"/>
                </a:solidFill>
                <a:latin typeface="Arial" panose="020B0604020202020204"/>
                <a:ea typeface="黑体" panose="02010609060101010101" pitchFamily="49" charset="-122"/>
                <a:cs typeface="+mn-cs"/>
              </a:rPr>
              <a:t>i+i</a:t>
            </a:r>
            <a:r>
              <a:rPr lang="en-US" altLang="zh-CN" sz="2400" dirty="0">
                <a:solidFill>
                  <a:prstClr val="black"/>
                </a:solidFill>
                <a:latin typeface="Arial" panose="020B0604020202020204"/>
                <a:ea typeface="黑体" panose="02010609060101010101" pitchFamily="49" charset="-122"/>
                <a:cs typeface="+mn-cs"/>
              </a:rPr>
              <a:t>)</a:t>
            </a:r>
            <a:r>
              <a:rPr lang="zh-CN" altLang="en-US" sz="2400" dirty="0">
                <a:solidFill>
                  <a:prstClr val="black"/>
                </a:solidFill>
                <a:latin typeface="Arial" panose="020B0604020202020204"/>
                <a:ea typeface="黑体" panose="02010609060101010101" pitchFamily="49" charset="-122"/>
                <a:cs typeface="+mn-cs"/>
              </a:rPr>
              <a:t>是句型。</a:t>
            </a:r>
          </a:p>
        </p:txBody>
      </p:sp>
      <p:sp>
        <p:nvSpPr>
          <p:cNvPr id="3" name="Slide Number Placeholder 6">
            <a:extLst>
              <a:ext uri="{FF2B5EF4-FFF2-40B4-BE49-F238E27FC236}">
                <a16:creationId xmlns:a16="http://schemas.microsoft.com/office/drawing/2014/main" id="{39462484-E2E0-1AC5-6DC7-7B77FBC5A38C}"/>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27</a:t>
            </a:fld>
            <a:endParaRPr lang="en-GB" altLang="en-US" sz="120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wipe(left)">
                                      <p:cBhvr>
                                        <p:cTn id="7" dur="1000"/>
                                        <p:tgtEl>
                                          <p:spTgt spid="6">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wipe(left)">
                                      <p:cBhvr>
                                        <p:cTn id="12" dur="1000"/>
                                        <p:tgtEl>
                                          <p:spTgt spid="6">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animEffect transition="in" filter="wipe(left)">
                                      <p:cBhvr>
                                        <p:cTn id="17" dur="5000"/>
                                        <p:tgtEl>
                                          <p:spTgt spid="6">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wipe(left)">
                                      <p:cBhvr>
                                        <p:cTn id="22" dur="5000"/>
                                        <p:tgtEl>
                                          <p:spTgt spid="6">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Effect transition="in" filter="wipe(left)">
                                      <p:cBhvr>
                                        <p:cTn id="27" dur="5000"/>
                                        <p:tgtEl>
                                          <p:spTgt spid="6">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
                                            <p:txEl>
                                              <p:pRg st="8" end="8"/>
                                            </p:txEl>
                                          </p:spTgt>
                                        </p:tgtEl>
                                        <p:attrNameLst>
                                          <p:attrName>style.visibility</p:attrName>
                                        </p:attrNameLst>
                                      </p:cBhvr>
                                      <p:to>
                                        <p:strVal val="visible"/>
                                      </p:to>
                                    </p:set>
                                    <p:animEffect transition="in" filter="wipe(left)">
                                      <p:cBhvr>
                                        <p:cTn id="32" dur="5000"/>
                                        <p:tgtEl>
                                          <p:spTgt spid="6">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
                                            <p:txEl>
                                              <p:pRg st="9" end="9"/>
                                            </p:txEl>
                                          </p:spTgt>
                                        </p:tgtEl>
                                        <p:attrNameLst>
                                          <p:attrName>style.visibility</p:attrName>
                                        </p:attrNameLst>
                                      </p:cBhvr>
                                      <p:to>
                                        <p:strVal val="visible"/>
                                      </p:to>
                                    </p:set>
                                    <p:animEffect transition="in" filter="wipe(left)">
                                      <p:cBhvr>
                                        <p:cTn id="37" dur="5000"/>
                                        <p:tgtEl>
                                          <p:spTgt spid="6">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
                                            <p:txEl>
                                              <p:pRg st="10" end="10"/>
                                            </p:txEl>
                                          </p:spTgt>
                                        </p:tgtEl>
                                        <p:attrNameLst>
                                          <p:attrName>style.visibility</p:attrName>
                                        </p:attrNameLst>
                                      </p:cBhvr>
                                      <p:to>
                                        <p:strVal val="visible"/>
                                      </p:to>
                                    </p:set>
                                    <p:animEffect transition="in" filter="wipe(left)">
                                      <p:cBhvr>
                                        <p:cTn id="42" dur="5000"/>
                                        <p:tgtEl>
                                          <p:spTgt spid="6">
                                            <p:txEl>
                                              <p:pRg st="10" end="1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animEffect transition="in" filter="wipe(left)">
                                      <p:cBhvr>
                                        <p:cTn id="47" dur="500"/>
                                        <p:tgtEl>
                                          <p:spTgt spid="7">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
                                            <p:txEl>
                                              <p:pRg st="1" end="1"/>
                                            </p:txEl>
                                          </p:spTgt>
                                        </p:tgtEl>
                                        <p:attrNameLst>
                                          <p:attrName>style.visibility</p:attrName>
                                        </p:attrNameLst>
                                      </p:cBhvr>
                                      <p:to>
                                        <p:strVal val="visible"/>
                                      </p:to>
                                    </p:set>
                                    <p:animEffect transition="in" filter="wipe(left)">
                                      <p:cBhvr>
                                        <p:cTn id="5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a:extLst>
              <a:ext uri="{FF2B5EF4-FFF2-40B4-BE49-F238E27FC236}">
                <a16:creationId xmlns:a16="http://schemas.microsoft.com/office/drawing/2014/main" id="{0D755BC2-00AF-A56D-684A-7D17C938E595}"/>
              </a:ext>
            </a:extLst>
          </p:cNvPr>
          <p:cNvSpPr>
            <a:spLocks noGrp="1" noChangeArrowheads="1"/>
          </p:cNvSpPr>
          <p:nvPr>
            <p:ph type="title"/>
          </p:nvPr>
        </p:nvSpPr>
        <p:spPr/>
        <p:txBody>
          <a:bodyPr/>
          <a:lstStyle/>
          <a:p>
            <a:r>
              <a:rPr lang="zh-CN" altLang="en-US">
                <a:ea typeface="楷体_GB2312"/>
              </a:rPr>
              <a:t>句型、句子和语言</a:t>
            </a:r>
            <a:endParaRPr lang="en-GB" altLang="zh-CN">
              <a:ea typeface="楷体_GB2312"/>
            </a:endParaRPr>
          </a:p>
        </p:txBody>
      </p:sp>
      <p:sp>
        <p:nvSpPr>
          <p:cNvPr id="153604" name="Rectangle 4">
            <a:extLst>
              <a:ext uri="{FF2B5EF4-FFF2-40B4-BE49-F238E27FC236}">
                <a16:creationId xmlns:a16="http://schemas.microsoft.com/office/drawing/2014/main" id="{604C37D4-9B6A-AFCC-A969-E22BE4A0BB4D}"/>
              </a:ext>
            </a:extLst>
          </p:cNvPr>
          <p:cNvSpPr>
            <a:spLocks noGrp="1" noChangeArrowheads="1"/>
          </p:cNvSpPr>
          <p:nvPr>
            <p:ph idx="1"/>
          </p:nvPr>
        </p:nvSpPr>
        <p:spPr/>
        <p:txBody>
          <a:bodyPr/>
          <a:lstStyle/>
          <a:p>
            <a:pPr eaLnBrk="1" hangingPunct="1"/>
            <a:r>
              <a:rPr kumimoji="1" lang="zh-CN" altLang="en-US" noProof="1">
                <a:ea typeface="楷体_GB2312"/>
              </a:rPr>
              <a:t>设文法 </a:t>
            </a:r>
            <a:r>
              <a:rPr kumimoji="1" lang="en-US" altLang="zh-CN" noProof="1">
                <a:ea typeface="楷体_GB2312"/>
              </a:rPr>
              <a:t>G</a:t>
            </a:r>
            <a:r>
              <a:rPr kumimoji="1" lang="en-US" altLang="zh-CN" baseline="-25000" dirty="0">
                <a:ea typeface="楷体_GB2312"/>
              </a:rPr>
              <a:t>1</a:t>
            </a:r>
            <a:r>
              <a:rPr kumimoji="1" lang="en-US" altLang="zh-CN" noProof="1">
                <a:ea typeface="楷体_GB2312"/>
              </a:rPr>
              <a:t>(A)</a:t>
            </a:r>
            <a:r>
              <a:rPr kumimoji="1" lang="zh-CN" altLang="en-US" dirty="0">
                <a:ea typeface="楷体_GB2312"/>
              </a:rPr>
              <a:t>：</a:t>
            </a:r>
          </a:p>
          <a:p>
            <a:pPr eaLnBrk="1" hangingPunct="1">
              <a:buFont typeface="Wingdings" panose="05000000000000000000" pitchFamily="2" charset="2"/>
              <a:buNone/>
            </a:pPr>
            <a:r>
              <a:rPr kumimoji="1" lang="zh-CN" altLang="en-US" dirty="0">
                <a:ea typeface="楷体_GB2312"/>
                <a:sym typeface="Symbol" panose="05050102010706020507" pitchFamily="18" charset="2"/>
              </a:rPr>
              <a:t>	</a:t>
            </a:r>
            <a:r>
              <a:rPr kumimoji="1" lang="en-US" altLang="zh-CN" dirty="0">
                <a:ea typeface="楷体_GB2312"/>
                <a:sym typeface="Symbol" panose="05050102010706020507" pitchFamily="18" charset="2"/>
              </a:rPr>
              <a:t>A  c | Ab</a:t>
            </a:r>
          </a:p>
          <a:p>
            <a:pPr eaLnBrk="1" hangingPunct="1">
              <a:buFont typeface="Wingdings" panose="05000000000000000000" pitchFamily="2" charset="2"/>
              <a:buNone/>
            </a:pPr>
            <a:r>
              <a:rPr kumimoji="1" lang="en-US" altLang="zh-CN" dirty="0">
                <a:ea typeface="楷体_GB2312"/>
              </a:rPr>
              <a:t>	</a:t>
            </a:r>
            <a:r>
              <a:rPr kumimoji="1" lang="en-US" altLang="zh-CN" noProof="1">
                <a:ea typeface="楷体_GB2312"/>
              </a:rPr>
              <a:t>G</a:t>
            </a:r>
            <a:r>
              <a:rPr kumimoji="1" lang="en-US" altLang="zh-CN" baseline="-25000" dirty="0">
                <a:ea typeface="楷体_GB2312"/>
              </a:rPr>
              <a:t>1</a:t>
            </a:r>
            <a:r>
              <a:rPr kumimoji="1" lang="en-US" altLang="zh-CN" noProof="1">
                <a:ea typeface="楷体_GB2312"/>
              </a:rPr>
              <a:t>(A)</a:t>
            </a:r>
            <a:r>
              <a:rPr kumimoji="1" lang="zh-CN" altLang="en-US" noProof="1">
                <a:ea typeface="楷体_GB2312"/>
              </a:rPr>
              <a:t>产生</a:t>
            </a:r>
            <a:r>
              <a:rPr kumimoji="1" lang="zh-CN" altLang="en-US" dirty="0">
                <a:ea typeface="楷体_GB2312"/>
              </a:rPr>
              <a:t>的语言是什么</a:t>
            </a:r>
            <a:r>
              <a:rPr kumimoji="1" lang="en-US" altLang="zh-CN" dirty="0">
                <a:ea typeface="楷体_GB2312"/>
              </a:rPr>
              <a:t>?</a:t>
            </a:r>
          </a:p>
          <a:p>
            <a:pPr eaLnBrk="1" hangingPunct="1"/>
            <a:endParaRPr kumimoji="1" lang="en-US" altLang="zh-CN" dirty="0">
              <a:ea typeface="楷体_GB2312"/>
            </a:endParaRPr>
          </a:p>
          <a:p>
            <a:r>
              <a:rPr kumimoji="1" lang="zh-CN" altLang="en-US" dirty="0">
                <a:ea typeface="楷体_GB2312"/>
              </a:rPr>
              <a:t>以</a:t>
            </a:r>
            <a:r>
              <a:rPr kumimoji="1" lang="en-US" altLang="zh-CN" dirty="0">
                <a:ea typeface="楷体_GB2312"/>
              </a:rPr>
              <a:t>c</a:t>
            </a:r>
            <a:r>
              <a:rPr kumimoji="1" lang="zh-CN" altLang="en-US" dirty="0">
                <a:ea typeface="楷体_GB2312"/>
              </a:rPr>
              <a:t>开头，后继若干个</a:t>
            </a:r>
            <a:r>
              <a:rPr kumimoji="1" lang="en-US" altLang="zh-CN" dirty="0">
                <a:ea typeface="楷体_GB2312"/>
              </a:rPr>
              <a:t>b</a:t>
            </a:r>
          </a:p>
          <a:p>
            <a:pPr eaLnBrk="1" hangingPunct="1"/>
            <a:r>
              <a:rPr kumimoji="1" lang="en-US" altLang="zh-CN" dirty="0">
                <a:ea typeface="楷体_GB2312"/>
              </a:rPr>
              <a:t>L(</a:t>
            </a:r>
            <a:r>
              <a:rPr kumimoji="1" lang="en-US" altLang="zh-CN" noProof="1">
                <a:ea typeface="楷体_GB2312"/>
              </a:rPr>
              <a:t>G</a:t>
            </a:r>
            <a:r>
              <a:rPr kumimoji="1" lang="en-US" altLang="zh-CN" baseline="-25000" dirty="0">
                <a:ea typeface="楷体_GB2312"/>
              </a:rPr>
              <a:t>1</a:t>
            </a:r>
            <a:r>
              <a:rPr kumimoji="1" lang="en-US" altLang="zh-CN" dirty="0">
                <a:ea typeface="楷体_GB2312"/>
              </a:rPr>
              <a:t>)={c</a:t>
            </a:r>
            <a:r>
              <a:rPr kumimoji="1" lang="zh-CN" altLang="en-US" dirty="0">
                <a:ea typeface="楷体_GB2312"/>
              </a:rPr>
              <a:t>，</a:t>
            </a:r>
            <a:r>
              <a:rPr kumimoji="1" lang="en-US" altLang="zh-CN" dirty="0" err="1">
                <a:ea typeface="楷体_GB2312"/>
              </a:rPr>
              <a:t>cb</a:t>
            </a:r>
            <a:r>
              <a:rPr kumimoji="1" lang="zh-CN" altLang="en-US" dirty="0">
                <a:ea typeface="楷体_GB2312"/>
              </a:rPr>
              <a:t>，</a:t>
            </a:r>
            <a:r>
              <a:rPr kumimoji="1" lang="en-US" altLang="zh-CN" dirty="0" err="1">
                <a:ea typeface="楷体_GB2312"/>
              </a:rPr>
              <a:t>cbb</a:t>
            </a:r>
            <a:r>
              <a:rPr kumimoji="1" lang="zh-CN" altLang="en-US" dirty="0">
                <a:ea typeface="楷体_GB2312"/>
              </a:rPr>
              <a:t>，</a:t>
            </a:r>
            <a:r>
              <a:rPr kumimoji="1" lang="zh-CN" altLang="en-US" dirty="0">
                <a:ea typeface="楷体_GB2312"/>
                <a:sym typeface="Symbol" panose="05050102010706020507" pitchFamily="18" charset="2"/>
              </a:rPr>
              <a:t></a:t>
            </a:r>
            <a:r>
              <a:rPr kumimoji="1" lang="en-US" altLang="zh-CN" dirty="0">
                <a:ea typeface="楷体_GB2312"/>
              </a:rPr>
              <a:t>}</a:t>
            </a:r>
          </a:p>
          <a:p>
            <a:pPr eaLnBrk="1" hangingPunct="1"/>
            <a:endParaRPr lang="en-GB" altLang="zh-CN" dirty="0">
              <a:ea typeface="楷体_GB2312"/>
            </a:endParaRPr>
          </a:p>
        </p:txBody>
      </p:sp>
      <p:sp>
        <p:nvSpPr>
          <p:cNvPr id="153605" name="Rectangle 5">
            <a:extLst>
              <a:ext uri="{FF2B5EF4-FFF2-40B4-BE49-F238E27FC236}">
                <a16:creationId xmlns:a16="http://schemas.microsoft.com/office/drawing/2014/main" id="{E073BB62-77D5-D07B-EC25-B7A194C29413}"/>
              </a:ext>
            </a:extLst>
          </p:cNvPr>
          <p:cNvSpPr>
            <a:spLocks noChangeArrowheads="1"/>
          </p:cNvSpPr>
          <p:nvPr/>
        </p:nvSpPr>
        <p:spPr bwMode="auto">
          <a:xfrm>
            <a:off x="6670675" y="2263775"/>
            <a:ext cx="2486025" cy="4081463"/>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75597" tIns="37798" rIns="75597" bIns="37798"/>
          <a:lstStyle/>
          <a:p>
            <a:pPr marL="283484" indent="-283484">
              <a:buClr>
                <a:schemeClr val="accent1"/>
              </a:buClr>
              <a:buSzPct val="80000"/>
              <a:defRPr/>
            </a:pPr>
            <a:r>
              <a:rPr lang="en-US" altLang="zh-CN" sz="2646" dirty="0">
                <a:solidFill>
                  <a:schemeClr val="tx2"/>
                </a:solidFill>
                <a:latin typeface="微软雅黑" panose="020B0503020204020204" pitchFamily="34" charset="-122"/>
                <a:ea typeface="微软雅黑" panose="020B0503020204020204" pitchFamily="34" charset="-122"/>
              </a:rPr>
              <a:t>  A </a:t>
            </a: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646" dirty="0">
                <a:solidFill>
                  <a:schemeClr val="tx2"/>
                </a:solidFill>
                <a:latin typeface="微软雅黑" panose="020B0503020204020204" pitchFamily="34" charset="-122"/>
                <a:ea typeface="微软雅黑" panose="020B0503020204020204" pitchFamily="34" charset="-122"/>
              </a:rPr>
              <a:t>c</a:t>
            </a:r>
          </a:p>
          <a:p>
            <a:pPr marL="283484" indent="-283484">
              <a:buClr>
                <a:schemeClr val="accent1"/>
              </a:buClr>
              <a:buSzPct val="80000"/>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A  Ab</a:t>
            </a:r>
          </a:p>
          <a:p>
            <a:pPr marL="283484" indent="-283484">
              <a:buClr>
                <a:schemeClr val="accent1"/>
              </a:buClr>
              <a:buSzPct val="80000"/>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 </a:t>
            </a:r>
            <a:r>
              <a:rPr lang="en-US" altLang="zh-CN" sz="2646" dirty="0" err="1">
                <a:solidFill>
                  <a:schemeClr val="tx2"/>
                </a:solidFill>
                <a:latin typeface="微软雅黑" panose="020B0503020204020204" pitchFamily="34" charset="-122"/>
                <a:ea typeface="微软雅黑" panose="020B0503020204020204" pitchFamily="34" charset="-122"/>
              </a:rPr>
              <a:t>c</a:t>
            </a:r>
            <a:r>
              <a:rPr lang="en-US" altLang="zh-CN" sz="2646" dirty="0" err="1">
                <a:solidFill>
                  <a:schemeClr val="tx2"/>
                </a:solidFill>
                <a:latin typeface="微软雅黑" panose="020B0503020204020204" pitchFamily="34" charset="-122"/>
                <a:ea typeface="微软雅黑" panose="020B0503020204020204" pitchFamily="34" charset="-122"/>
                <a:sym typeface="Symbol" panose="05050102010706020507" pitchFamily="18" charset="2"/>
              </a:rPr>
              <a:t>b</a:t>
            </a:r>
            <a:endPar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endParaRPr>
          </a:p>
          <a:p>
            <a:pPr marL="283484" indent="-283484">
              <a:buClr>
                <a:schemeClr val="accent1"/>
              </a:buClr>
              <a:buSzPct val="80000"/>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A  Ab </a:t>
            </a:r>
          </a:p>
          <a:p>
            <a:pPr marL="283484" indent="-283484">
              <a:buClr>
                <a:schemeClr val="accent1"/>
              </a:buClr>
              <a:buSzPct val="80000"/>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 </a:t>
            </a:r>
            <a:r>
              <a:rPr lang="en-US" altLang="zh-CN" sz="2646" dirty="0" err="1">
                <a:solidFill>
                  <a:schemeClr val="tx2"/>
                </a:solidFill>
                <a:latin typeface="微软雅黑" panose="020B0503020204020204" pitchFamily="34" charset="-122"/>
                <a:ea typeface="微软雅黑" panose="020B0503020204020204" pitchFamily="34" charset="-122"/>
                <a:sym typeface="Symbol" panose="05050102010706020507" pitchFamily="18" charset="2"/>
              </a:rPr>
              <a:t>Abb</a:t>
            </a: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a:t>
            </a:r>
          </a:p>
          <a:p>
            <a:pPr marL="283484" indent="-283484">
              <a:buClr>
                <a:schemeClr val="accent1"/>
              </a:buClr>
              <a:buSzPct val="80000"/>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 </a:t>
            </a:r>
            <a:r>
              <a:rPr lang="en-US" altLang="zh-CN" sz="2646" dirty="0" err="1">
                <a:solidFill>
                  <a:schemeClr val="tx2"/>
                </a:solidFill>
                <a:latin typeface="微软雅黑" panose="020B0503020204020204" pitchFamily="34" charset="-122"/>
                <a:ea typeface="微软雅黑" panose="020B0503020204020204" pitchFamily="34" charset="-122"/>
                <a:sym typeface="Symbol" panose="05050102010706020507" pitchFamily="18" charset="2"/>
              </a:rPr>
              <a:t>Abbb</a:t>
            </a: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a:t>
            </a:r>
          </a:p>
          <a:p>
            <a:pPr marL="283484" indent="-283484">
              <a:buClr>
                <a:schemeClr val="accent1"/>
              </a:buClr>
              <a:buSzPct val="80000"/>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 ... </a:t>
            </a:r>
          </a:p>
          <a:p>
            <a:pPr marL="283484" indent="-283484">
              <a:buClr>
                <a:schemeClr val="accent1"/>
              </a:buClr>
              <a:buSzPct val="80000"/>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 Ab...b </a:t>
            </a:r>
          </a:p>
          <a:p>
            <a:pPr marL="283484" indent="-283484">
              <a:buClr>
                <a:schemeClr val="accent1"/>
              </a:buClr>
              <a:buSzPct val="80000"/>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 </a:t>
            </a:r>
            <a:r>
              <a:rPr lang="en-US" altLang="zh-CN" sz="2646" dirty="0" err="1">
                <a:solidFill>
                  <a:schemeClr val="tx2"/>
                </a:solidFill>
                <a:latin typeface="微软雅黑" panose="020B0503020204020204" pitchFamily="34" charset="-122"/>
                <a:ea typeface="微软雅黑" panose="020B0503020204020204" pitchFamily="34" charset="-122"/>
                <a:sym typeface="Symbol" panose="05050102010706020507" pitchFamily="18" charset="2"/>
              </a:rPr>
              <a:t>cb</a:t>
            </a: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...b</a:t>
            </a:r>
          </a:p>
        </p:txBody>
      </p:sp>
      <p:sp>
        <p:nvSpPr>
          <p:cNvPr id="3" name="Slide Number Placeholder 6">
            <a:extLst>
              <a:ext uri="{FF2B5EF4-FFF2-40B4-BE49-F238E27FC236}">
                <a16:creationId xmlns:a16="http://schemas.microsoft.com/office/drawing/2014/main" id="{E9285345-42ED-E458-34AB-50FC0E327632}"/>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28</a:t>
            </a:fld>
            <a:endParaRPr lang="en-GB" altLang="en-US" sz="12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0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60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360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3605">
                                            <p:bg/>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53605">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53605">
                                            <p:txEl>
                                              <p:pRg st="1" end="1"/>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53605">
                                            <p:txEl>
                                              <p:pRg st="2" end="2"/>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53605">
                                            <p:txEl>
                                              <p:pRg st="3" end="3"/>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53605">
                                            <p:txEl>
                                              <p:pRg st="4" end="4"/>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53605">
                                            <p:txEl>
                                              <p:pRg st="5" end="5"/>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53605">
                                            <p:txEl>
                                              <p:pRg st="6" end="6"/>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53605">
                                            <p:txEl>
                                              <p:pRg st="7" end="7"/>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153605">
                                            <p:txEl>
                                              <p:pRg st="8" end="8"/>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153604">
                                            <p:txEl>
                                              <p:pRg st="4" end="4"/>
                                            </p:txEl>
                                          </p:spTgt>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15360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4" grpId="0" build="p"/>
      <p:bldP spid="153605"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3">
            <a:extLst>
              <a:ext uri="{FF2B5EF4-FFF2-40B4-BE49-F238E27FC236}">
                <a16:creationId xmlns:a16="http://schemas.microsoft.com/office/drawing/2014/main" id="{EF739E29-3BD3-34F6-055A-1408C957C346}"/>
              </a:ext>
            </a:extLst>
          </p:cNvPr>
          <p:cNvSpPr>
            <a:spLocks noGrp="1" noChangeArrowheads="1"/>
          </p:cNvSpPr>
          <p:nvPr>
            <p:ph type="title"/>
          </p:nvPr>
        </p:nvSpPr>
        <p:spPr/>
        <p:txBody>
          <a:bodyPr/>
          <a:lstStyle/>
          <a:p>
            <a:r>
              <a:rPr lang="zh-CN" altLang="en-US" dirty="0">
                <a:ea typeface="楷体_GB2312"/>
              </a:rPr>
              <a:t>句型、句子和语言</a:t>
            </a:r>
            <a:endParaRPr lang="en-GB" altLang="zh-CN" dirty="0">
              <a:ea typeface="楷体_GB2312"/>
            </a:endParaRPr>
          </a:p>
        </p:txBody>
      </p:sp>
      <p:sp>
        <p:nvSpPr>
          <p:cNvPr id="152578" name="Rectangle 2">
            <a:extLst>
              <a:ext uri="{FF2B5EF4-FFF2-40B4-BE49-F238E27FC236}">
                <a16:creationId xmlns:a16="http://schemas.microsoft.com/office/drawing/2014/main" id="{363A0055-0C57-8672-65B5-6ECBB405FD67}"/>
              </a:ext>
            </a:extLst>
          </p:cNvPr>
          <p:cNvSpPr>
            <a:spLocks noGrp="1" noChangeArrowheads="1"/>
          </p:cNvSpPr>
          <p:nvPr>
            <p:ph idx="1"/>
          </p:nvPr>
        </p:nvSpPr>
        <p:spPr/>
        <p:txBody>
          <a:bodyPr/>
          <a:lstStyle/>
          <a:p>
            <a:pPr eaLnBrk="1" hangingPunct="1">
              <a:lnSpc>
                <a:spcPct val="90000"/>
              </a:lnSpc>
            </a:pPr>
            <a:r>
              <a:rPr lang="zh-CN" altLang="en-US" noProof="1">
                <a:latin typeface="微软雅黑" panose="020B0503020204020204" pitchFamily="34" charset="-122"/>
                <a:ea typeface="楷体_GB2312"/>
              </a:rPr>
              <a:t>设文法</a:t>
            </a:r>
            <a:r>
              <a:rPr lang="en-US" altLang="zh-CN" noProof="1">
                <a:latin typeface="微软雅黑" panose="020B0503020204020204" pitchFamily="34" charset="-122"/>
                <a:ea typeface="楷体_GB2312"/>
              </a:rPr>
              <a:t>G</a:t>
            </a:r>
            <a:r>
              <a:rPr lang="en-US" altLang="zh-CN" baseline="-25000" dirty="0">
                <a:latin typeface="微软雅黑" panose="020B0503020204020204" pitchFamily="34" charset="-122"/>
                <a:ea typeface="楷体_GB2312"/>
              </a:rPr>
              <a:t>2</a:t>
            </a:r>
            <a:r>
              <a:rPr lang="en-US" altLang="zh-CN" noProof="1">
                <a:latin typeface="微软雅黑" panose="020B0503020204020204" pitchFamily="34" charset="-122"/>
                <a:ea typeface="楷体_GB2312"/>
              </a:rPr>
              <a:t>(S)</a:t>
            </a:r>
            <a:r>
              <a:rPr lang="zh-CN" altLang="en-US" dirty="0">
                <a:latin typeface="微软雅黑" panose="020B0503020204020204" pitchFamily="34" charset="-122"/>
                <a:ea typeface="楷体_GB2312"/>
              </a:rPr>
              <a:t>：</a:t>
            </a:r>
          </a:p>
          <a:p>
            <a:pPr eaLnBrk="1" hangingPunct="1">
              <a:lnSpc>
                <a:spcPct val="90000"/>
              </a:lnSpc>
              <a:buFont typeface="Wingdings" panose="05000000000000000000" pitchFamily="2" charset="2"/>
              <a:buNone/>
            </a:pPr>
            <a:r>
              <a:rPr lang="zh-CN" altLang="en-US" dirty="0">
                <a:latin typeface="微软雅黑" panose="020B0503020204020204" pitchFamily="34" charset="-122"/>
                <a:ea typeface="楷体_GB2312"/>
              </a:rPr>
              <a:t>    	</a:t>
            </a:r>
            <a:r>
              <a:rPr lang="en-US" altLang="zh-CN" dirty="0">
                <a:latin typeface="微软雅黑" panose="020B0503020204020204" pitchFamily="34" charset="-122"/>
                <a:ea typeface="楷体_GB2312"/>
              </a:rPr>
              <a:t>S </a:t>
            </a:r>
            <a:r>
              <a:rPr lang="en-US" altLang="zh-CN" dirty="0">
                <a:latin typeface="微软雅黑" panose="020B0503020204020204" pitchFamily="34" charset="-122"/>
                <a:ea typeface="楷体_GB2312"/>
                <a:sym typeface="Symbol" panose="05050102010706020507" pitchFamily="18" charset="2"/>
              </a:rPr>
              <a:t> AB</a:t>
            </a:r>
          </a:p>
          <a:p>
            <a:pPr eaLnBrk="1" hangingPunct="1">
              <a:lnSpc>
                <a:spcPct val="90000"/>
              </a:lnSpc>
              <a:buFont typeface="Wingdings" panose="05000000000000000000" pitchFamily="2" charset="2"/>
              <a:buNone/>
            </a:pPr>
            <a:r>
              <a:rPr lang="en-US" altLang="zh-CN" dirty="0">
                <a:latin typeface="微软雅黑" panose="020B0503020204020204" pitchFamily="34" charset="-122"/>
                <a:ea typeface="楷体_GB2312"/>
                <a:sym typeface="Symbol" panose="05050102010706020507" pitchFamily="18" charset="2"/>
              </a:rPr>
              <a:t>		A  </a:t>
            </a:r>
            <a:r>
              <a:rPr lang="en-US" altLang="zh-CN" dirty="0" err="1">
                <a:latin typeface="微软雅黑" panose="020B0503020204020204" pitchFamily="34" charset="-122"/>
                <a:ea typeface="楷体_GB2312"/>
                <a:sym typeface="Symbol" panose="05050102010706020507" pitchFamily="18" charset="2"/>
              </a:rPr>
              <a:t>aA|a</a:t>
            </a:r>
            <a:endParaRPr lang="en-US" altLang="zh-CN" dirty="0">
              <a:latin typeface="微软雅黑" panose="020B0503020204020204" pitchFamily="34" charset="-122"/>
              <a:ea typeface="楷体_GB2312"/>
              <a:sym typeface="Symbol" panose="05050102010706020507" pitchFamily="18" charset="2"/>
            </a:endParaRPr>
          </a:p>
          <a:p>
            <a:pPr eaLnBrk="1" hangingPunct="1">
              <a:lnSpc>
                <a:spcPct val="90000"/>
              </a:lnSpc>
              <a:buFont typeface="Wingdings" panose="05000000000000000000" pitchFamily="2" charset="2"/>
              <a:buNone/>
            </a:pPr>
            <a:r>
              <a:rPr lang="en-US" altLang="zh-CN" dirty="0">
                <a:latin typeface="微软雅黑" panose="020B0503020204020204" pitchFamily="34" charset="-122"/>
                <a:ea typeface="楷体_GB2312"/>
                <a:sym typeface="Symbol" panose="05050102010706020507" pitchFamily="18" charset="2"/>
              </a:rPr>
              <a:t>		B  </a:t>
            </a:r>
            <a:r>
              <a:rPr lang="en-US" altLang="zh-CN" dirty="0" err="1">
                <a:latin typeface="微软雅黑" panose="020B0503020204020204" pitchFamily="34" charset="-122"/>
                <a:ea typeface="楷体_GB2312"/>
                <a:sym typeface="Symbol" panose="05050102010706020507" pitchFamily="18" charset="2"/>
              </a:rPr>
              <a:t>bB|b</a:t>
            </a:r>
            <a:endParaRPr lang="en-US" altLang="zh-CN" dirty="0">
              <a:latin typeface="微软雅黑" panose="020B0503020204020204" pitchFamily="34" charset="-122"/>
              <a:ea typeface="楷体_GB2312"/>
              <a:sym typeface="Symbol" panose="05050102010706020507" pitchFamily="18" charset="2"/>
            </a:endParaRPr>
          </a:p>
          <a:p>
            <a:pPr>
              <a:lnSpc>
                <a:spcPct val="90000"/>
              </a:lnSpc>
              <a:buFont typeface="Times New Roman" panose="02020603050405020304" pitchFamily="18" charset="0"/>
              <a:buNone/>
            </a:pPr>
            <a:r>
              <a:rPr lang="en-US" altLang="zh-CN" noProof="1">
                <a:latin typeface="微软雅黑" panose="020B0503020204020204" pitchFamily="34" charset="-122"/>
                <a:ea typeface="楷体_GB2312"/>
              </a:rPr>
              <a:t>G</a:t>
            </a:r>
            <a:r>
              <a:rPr lang="en-US" altLang="zh-CN" baseline="-25000" dirty="0">
                <a:latin typeface="微软雅黑" panose="020B0503020204020204" pitchFamily="34" charset="-122"/>
                <a:ea typeface="楷体_GB2312"/>
              </a:rPr>
              <a:t>2</a:t>
            </a:r>
            <a:r>
              <a:rPr lang="en-US" altLang="zh-CN" noProof="1">
                <a:latin typeface="微软雅黑" panose="020B0503020204020204" pitchFamily="34" charset="-122"/>
                <a:ea typeface="楷体_GB2312"/>
              </a:rPr>
              <a:t>(S)</a:t>
            </a:r>
            <a:r>
              <a:rPr kumimoji="1" lang="zh-CN" altLang="en-US" noProof="1">
                <a:ea typeface="楷体_GB2312"/>
              </a:rPr>
              <a:t>产生</a:t>
            </a:r>
            <a:r>
              <a:rPr kumimoji="1" lang="zh-CN" altLang="en-US" dirty="0">
                <a:ea typeface="楷体_GB2312"/>
              </a:rPr>
              <a:t>的语言是什么</a:t>
            </a:r>
            <a:r>
              <a:rPr kumimoji="1" lang="en-US" altLang="zh-CN" dirty="0">
                <a:ea typeface="楷体_GB2312"/>
              </a:rPr>
              <a:t>?</a:t>
            </a:r>
            <a:endParaRPr lang="en-US" altLang="zh-CN" dirty="0">
              <a:latin typeface="微软雅黑" panose="020B0503020204020204" pitchFamily="34" charset="-122"/>
              <a:ea typeface="楷体_GB2312"/>
            </a:endParaRPr>
          </a:p>
          <a:p>
            <a:pPr eaLnBrk="1" hangingPunct="1">
              <a:lnSpc>
                <a:spcPct val="90000"/>
              </a:lnSpc>
              <a:buFont typeface="Wingdings" panose="05000000000000000000" pitchFamily="2" charset="2"/>
              <a:buNone/>
            </a:pPr>
            <a:endParaRPr lang="en-US" altLang="zh-CN" dirty="0">
              <a:latin typeface="微软雅黑" panose="020B0503020204020204" pitchFamily="34" charset="-122"/>
              <a:ea typeface="楷体_GB2312"/>
            </a:endParaRPr>
          </a:p>
          <a:p>
            <a:pPr eaLnBrk="1" hangingPunct="1">
              <a:lnSpc>
                <a:spcPct val="90000"/>
              </a:lnSpc>
              <a:buFont typeface="Wingdings" panose="05000000000000000000" pitchFamily="2" charset="2"/>
              <a:buNone/>
            </a:pPr>
            <a:r>
              <a:rPr lang="en-US" altLang="zh-CN" dirty="0">
                <a:latin typeface="微软雅黑" panose="020B0503020204020204" pitchFamily="34" charset="-122"/>
                <a:ea typeface="楷体_GB2312"/>
              </a:rPr>
              <a:t>L(</a:t>
            </a:r>
            <a:r>
              <a:rPr lang="en-US" altLang="zh-CN" noProof="1">
                <a:latin typeface="微软雅黑" panose="020B0503020204020204" pitchFamily="34" charset="-122"/>
                <a:ea typeface="楷体_GB2312"/>
              </a:rPr>
              <a:t>G</a:t>
            </a:r>
            <a:r>
              <a:rPr lang="en-US" altLang="zh-CN" baseline="-25000" dirty="0">
                <a:latin typeface="微软雅黑" panose="020B0503020204020204" pitchFamily="34" charset="-122"/>
                <a:ea typeface="楷体_GB2312"/>
              </a:rPr>
              <a:t>2</a:t>
            </a:r>
            <a:r>
              <a:rPr lang="en-US" altLang="zh-CN" dirty="0">
                <a:latin typeface="微软雅黑" panose="020B0503020204020204" pitchFamily="34" charset="-122"/>
                <a:ea typeface="楷体_GB2312"/>
              </a:rPr>
              <a:t>)={</a:t>
            </a:r>
            <a:r>
              <a:rPr lang="en-US" altLang="zh-CN" dirty="0" err="1">
                <a:latin typeface="微软雅黑" panose="020B0503020204020204" pitchFamily="34" charset="-122"/>
                <a:ea typeface="楷体_GB2312"/>
              </a:rPr>
              <a:t>a</a:t>
            </a:r>
            <a:r>
              <a:rPr lang="en-US" altLang="zh-CN" baseline="30000" dirty="0" err="1">
                <a:latin typeface="微软雅黑" panose="020B0503020204020204" pitchFamily="34" charset="-122"/>
                <a:ea typeface="楷体_GB2312"/>
              </a:rPr>
              <a:t>m</a:t>
            </a:r>
            <a:r>
              <a:rPr lang="en-US" altLang="zh-CN" dirty="0" err="1">
                <a:latin typeface="微软雅黑" panose="020B0503020204020204" pitchFamily="34" charset="-122"/>
                <a:ea typeface="楷体_GB2312"/>
              </a:rPr>
              <a:t>b</a:t>
            </a:r>
            <a:r>
              <a:rPr lang="en-US" altLang="zh-CN" baseline="30000" dirty="0" err="1">
                <a:latin typeface="微软雅黑" panose="020B0503020204020204" pitchFamily="34" charset="-122"/>
                <a:ea typeface="楷体_GB2312"/>
              </a:rPr>
              <a:t>n</a:t>
            </a:r>
            <a:r>
              <a:rPr lang="en-US" altLang="zh-CN" dirty="0" err="1">
                <a:latin typeface="微软雅黑" panose="020B0503020204020204" pitchFamily="34" charset="-122"/>
                <a:ea typeface="楷体_GB2312"/>
              </a:rPr>
              <a:t>|m</a:t>
            </a:r>
            <a:r>
              <a:rPr lang="zh-CN" altLang="en-US" dirty="0">
                <a:latin typeface="微软雅黑" panose="020B0503020204020204" pitchFamily="34" charset="-122"/>
                <a:ea typeface="楷体_GB2312"/>
              </a:rPr>
              <a:t>，</a:t>
            </a:r>
            <a:r>
              <a:rPr lang="en-US" altLang="zh-CN" dirty="0">
                <a:latin typeface="微软雅黑" panose="020B0503020204020204" pitchFamily="34" charset="-122"/>
                <a:ea typeface="楷体_GB2312"/>
              </a:rPr>
              <a:t>n&gt;0}</a:t>
            </a:r>
          </a:p>
        </p:txBody>
      </p:sp>
      <p:sp>
        <p:nvSpPr>
          <p:cNvPr id="152580" name="Rectangle 4">
            <a:extLst>
              <a:ext uri="{FF2B5EF4-FFF2-40B4-BE49-F238E27FC236}">
                <a16:creationId xmlns:a16="http://schemas.microsoft.com/office/drawing/2014/main" id="{B5EFF747-6DF4-6781-063F-588C70450BC7}"/>
              </a:ext>
            </a:extLst>
          </p:cNvPr>
          <p:cNvSpPr>
            <a:spLocks noChangeArrowheads="1"/>
          </p:cNvSpPr>
          <p:nvPr/>
        </p:nvSpPr>
        <p:spPr bwMode="auto">
          <a:xfrm>
            <a:off x="6316663" y="733425"/>
            <a:ext cx="2968625" cy="640715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kumimoji="1" lang="en-US" altLang="zh-CN" sz="2646" dirty="0">
                <a:latin typeface="微软雅黑" panose="020B0503020204020204" pitchFamily="34" charset="-122"/>
                <a:ea typeface="微软雅黑" panose="020B0503020204020204" pitchFamily="34" charset="-122"/>
              </a:rPr>
              <a:t>  S  </a:t>
            </a:r>
            <a:r>
              <a:rPr kumimoji="1" lang="en-US" altLang="zh-CN" sz="2646" dirty="0">
                <a:latin typeface="微软雅黑" panose="020B0503020204020204" pitchFamily="34" charset="-122"/>
                <a:ea typeface="微软雅黑" panose="020B0503020204020204" pitchFamily="34" charset="-122"/>
                <a:sym typeface="Symbol" panose="05050102010706020507" pitchFamily="18" charset="2"/>
              </a:rPr>
              <a:t> </a:t>
            </a:r>
            <a:r>
              <a:rPr kumimoji="1"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A </a:t>
            </a:r>
            <a:r>
              <a:rPr kumimoji="1" lang="en-US" altLang="zh-CN" sz="2646" dirty="0">
                <a:solidFill>
                  <a:srgbClr val="006600"/>
                </a:solidFill>
                <a:latin typeface="微软雅黑" panose="020B0503020204020204" pitchFamily="34" charset="-122"/>
                <a:ea typeface="微软雅黑" panose="020B0503020204020204" pitchFamily="34" charset="-122"/>
                <a:sym typeface="Symbol" panose="05050102010706020507" pitchFamily="18" charset="2"/>
              </a:rPr>
              <a:t>B</a:t>
            </a:r>
            <a:endParaRPr kumimoji="1" lang="en-US" altLang="zh-CN" sz="2646" dirty="0">
              <a:solidFill>
                <a:schemeClr val="tx2"/>
              </a:solidFill>
              <a:latin typeface="微软雅黑" panose="020B0503020204020204" pitchFamily="34" charset="-122"/>
              <a:ea typeface="微软雅黑" panose="020B0503020204020204" pitchFamily="34" charset="-122"/>
            </a:endParaRPr>
          </a:p>
          <a:p>
            <a:pPr>
              <a:defRPr/>
            </a:pPr>
            <a:r>
              <a:rPr kumimoji="1" lang="en-US" altLang="zh-CN" sz="2646" dirty="0">
                <a:solidFill>
                  <a:schemeClr val="tx2"/>
                </a:solidFill>
                <a:latin typeface="微软雅黑" panose="020B0503020204020204" pitchFamily="34" charset="-122"/>
                <a:ea typeface="微软雅黑" panose="020B0503020204020204" pitchFamily="34" charset="-122"/>
              </a:rPr>
              <a:t>  A  </a:t>
            </a:r>
            <a:r>
              <a:rPr kumimoji="1"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a:t>
            </a:r>
            <a:r>
              <a:rPr kumimoji="1" lang="en-US" altLang="zh-CN" sz="2646" dirty="0">
                <a:solidFill>
                  <a:schemeClr val="tx2"/>
                </a:solidFill>
                <a:latin typeface="微软雅黑" panose="020B0503020204020204" pitchFamily="34" charset="-122"/>
                <a:ea typeface="微软雅黑" panose="020B0503020204020204" pitchFamily="34" charset="-122"/>
              </a:rPr>
              <a:t>a</a:t>
            </a:r>
          </a:p>
          <a:p>
            <a:pPr eaLnBrk="1" hangingPunct="1">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A   </a:t>
            </a:r>
            <a:r>
              <a:rPr lang="en-US" altLang="zh-CN" sz="2646" dirty="0" err="1">
                <a:solidFill>
                  <a:schemeClr val="tx2"/>
                </a:solidFill>
                <a:latin typeface="微软雅黑" panose="020B0503020204020204" pitchFamily="34" charset="-122"/>
                <a:ea typeface="微软雅黑" panose="020B0503020204020204" pitchFamily="34" charset="-122"/>
                <a:sym typeface="Symbol" panose="05050102010706020507" pitchFamily="18" charset="2"/>
              </a:rPr>
              <a:t>aA</a:t>
            </a:r>
            <a:endPar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endParaRPr>
          </a:p>
          <a:p>
            <a:pPr eaLnBrk="1" hangingPunct="1">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 </a:t>
            </a:r>
            <a:r>
              <a:rPr lang="en-US" altLang="zh-CN" sz="2646" dirty="0" err="1">
                <a:solidFill>
                  <a:schemeClr val="tx2"/>
                </a:solidFill>
                <a:latin typeface="微软雅黑" panose="020B0503020204020204" pitchFamily="34" charset="-122"/>
                <a:ea typeface="微软雅黑" panose="020B0503020204020204" pitchFamily="34" charset="-122"/>
                <a:sym typeface="Symbol" panose="05050102010706020507" pitchFamily="18" charset="2"/>
              </a:rPr>
              <a:t>aaA</a:t>
            </a:r>
            <a:endPar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endParaRPr>
          </a:p>
          <a:p>
            <a:pPr eaLnBrk="1" hangingPunct="1">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 </a:t>
            </a:r>
            <a:r>
              <a:rPr lang="en-US" altLang="zh-CN" sz="2646" dirty="0" err="1">
                <a:solidFill>
                  <a:schemeClr val="tx2"/>
                </a:solidFill>
                <a:latin typeface="微软雅黑" panose="020B0503020204020204" pitchFamily="34" charset="-122"/>
                <a:ea typeface="微软雅黑" panose="020B0503020204020204" pitchFamily="34" charset="-122"/>
                <a:sym typeface="Symbol" panose="05050102010706020507" pitchFamily="18" charset="2"/>
              </a:rPr>
              <a:t>aaaA</a:t>
            </a:r>
            <a:endPar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endParaRPr>
          </a:p>
          <a:p>
            <a:pPr eaLnBrk="1" hangingPunct="1">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 ... </a:t>
            </a:r>
          </a:p>
          <a:p>
            <a:pPr eaLnBrk="1" hangingPunct="1">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 a...</a:t>
            </a:r>
            <a:r>
              <a:rPr lang="en-US" altLang="zh-CN" sz="2646" dirty="0" err="1">
                <a:solidFill>
                  <a:schemeClr val="tx2"/>
                </a:solidFill>
                <a:latin typeface="微软雅黑" panose="020B0503020204020204" pitchFamily="34" charset="-122"/>
                <a:ea typeface="微软雅黑" panose="020B0503020204020204" pitchFamily="34" charset="-122"/>
                <a:sym typeface="Symbol" panose="05050102010706020507" pitchFamily="18" charset="2"/>
              </a:rPr>
              <a:t>aA</a:t>
            </a:r>
            <a:endPar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endParaRPr>
          </a:p>
          <a:p>
            <a:pPr eaLnBrk="1" hangingPunct="1">
              <a:defRPr/>
            </a:pPr>
            <a:r>
              <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rPr>
              <a:t>       a...</a:t>
            </a:r>
            <a:r>
              <a:rPr lang="en-US" altLang="zh-CN" sz="2646" dirty="0" err="1">
                <a:solidFill>
                  <a:schemeClr val="tx2"/>
                </a:solidFill>
                <a:latin typeface="微软雅黑" panose="020B0503020204020204" pitchFamily="34" charset="-122"/>
                <a:ea typeface="微软雅黑" panose="020B0503020204020204" pitchFamily="34" charset="-122"/>
                <a:sym typeface="Symbol" panose="05050102010706020507" pitchFamily="18" charset="2"/>
              </a:rPr>
              <a:t>aa</a:t>
            </a:r>
            <a:endParaRPr lang="en-US" altLang="zh-CN" sz="2646" dirty="0">
              <a:solidFill>
                <a:schemeClr val="tx2"/>
              </a:solidFill>
              <a:latin typeface="微软雅黑" panose="020B0503020204020204" pitchFamily="34" charset="-122"/>
              <a:ea typeface="微软雅黑" panose="020B0503020204020204" pitchFamily="34" charset="-122"/>
              <a:sym typeface="Symbol" panose="05050102010706020507" pitchFamily="18" charset="2"/>
            </a:endParaRPr>
          </a:p>
          <a:p>
            <a:pPr eaLnBrk="1" hangingPunct="1">
              <a:defRPr/>
            </a:pPr>
            <a:r>
              <a:rPr lang="en-US" altLang="zh-CN" sz="2646" dirty="0">
                <a:solidFill>
                  <a:schemeClr val="accent3">
                    <a:lumMod val="75000"/>
                  </a:schemeClr>
                </a:solidFill>
                <a:latin typeface="微软雅黑" panose="020B0503020204020204" pitchFamily="34" charset="-122"/>
                <a:ea typeface="微软雅黑" panose="020B0503020204020204" pitchFamily="34" charset="-122"/>
              </a:rPr>
              <a:t>   </a:t>
            </a:r>
            <a:r>
              <a:rPr lang="en-US" altLang="zh-CN" sz="2646" dirty="0">
                <a:latin typeface="微软雅黑" panose="020B0503020204020204" pitchFamily="34" charset="-122"/>
                <a:ea typeface="微软雅黑" panose="020B0503020204020204" pitchFamily="34" charset="-122"/>
              </a:rPr>
              <a:t>B </a:t>
            </a:r>
            <a:r>
              <a:rPr lang="en-US" altLang="zh-CN" sz="2646" dirty="0">
                <a:latin typeface="微软雅黑" panose="020B0503020204020204" pitchFamily="34" charset="-122"/>
                <a:ea typeface="微软雅黑" panose="020B0503020204020204" pitchFamily="34" charset="-122"/>
                <a:sym typeface="Symbol" panose="05050102010706020507" pitchFamily="18" charset="2"/>
              </a:rPr>
              <a:t> b</a:t>
            </a:r>
          </a:p>
          <a:p>
            <a:pPr eaLnBrk="1" hangingPunct="1">
              <a:defRPr/>
            </a:pPr>
            <a:r>
              <a:rPr lang="en-US" altLang="zh-CN" sz="2646" dirty="0">
                <a:latin typeface="微软雅黑" panose="020B0503020204020204" pitchFamily="34" charset="-122"/>
                <a:ea typeface="微软雅黑" panose="020B0503020204020204" pitchFamily="34" charset="-122"/>
                <a:sym typeface="Symbol" panose="05050102010706020507" pitchFamily="18" charset="2"/>
              </a:rPr>
              <a:t>   B  </a:t>
            </a:r>
            <a:r>
              <a:rPr lang="en-US" altLang="zh-CN" sz="2646" dirty="0" err="1">
                <a:latin typeface="微软雅黑" panose="020B0503020204020204" pitchFamily="34" charset="-122"/>
                <a:ea typeface="微软雅黑" panose="020B0503020204020204" pitchFamily="34" charset="-122"/>
                <a:sym typeface="Symbol" panose="05050102010706020507" pitchFamily="18" charset="2"/>
              </a:rPr>
              <a:t>b</a:t>
            </a:r>
            <a:r>
              <a:rPr lang="en-US" altLang="zh-CN" sz="2646" dirty="0" err="1">
                <a:latin typeface="微软雅黑" panose="020B0503020204020204" pitchFamily="34" charset="-122"/>
                <a:ea typeface="微软雅黑" panose="020B0503020204020204" pitchFamily="34" charset="-122"/>
              </a:rPr>
              <a:t>B</a:t>
            </a:r>
            <a:r>
              <a:rPr lang="en-US" altLang="zh-CN" sz="2646" dirty="0">
                <a:latin typeface="微软雅黑" panose="020B0503020204020204" pitchFamily="34" charset="-122"/>
                <a:ea typeface="微软雅黑" panose="020B0503020204020204" pitchFamily="34" charset="-122"/>
                <a:sym typeface="Symbol" panose="05050102010706020507" pitchFamily="18" charset="2"/>
              </a:rPr>
              <a:t> </a:t>
            </a:r>
          </a:p>
          <a:p>
            <a:pPr eaLnBrk="1" hangingPunct="1">
              <a:defRPr/>
            </a:pPr>
            <a:r>
              <a:rPr lang="en-US" altLang="zh-CN" sz="2646" dirty="0">
                <a:latin typeface="微软雅黑" panose="020B0503020204020204" pitchFamily="34" charset="-122"/>
                <a:ea typeface="微软雅黑" panose="020B0503020204020204" pitchFamily="34" charset="-122"/>
                <a:sym typeface="Symbol" panose="05050102010706020507" pitchFamily="18" charset="2"/>
              </a:rPr>
              <a:t>       </a:t>
            </a:r>
            <a:r>
              <a:rPr lang="en-US" altLang="zh-CN" sz="2646" dirty="0" err="1">
                <a:latin typeface="微软雅黑" panose="020B0503020204020204" pitchFamily="34" charset="-122"/>
                <a:ea typeface="微软雅黑" panose="020B0503020204020204" pitchFamily="34" charset="-122"/>
                <a:sym typeface="Symbol" panose="05050102010706020507" pitchFamily="18" charset="2"/>
              </a:rPr>
              <a:t>bb</a:t>
            </a:r>
            <a:r>
              <a:rPr lang="en-US" altLang="zh-CN" sz="2646" dirty="0" err="1">
                <a:latin typeface="微软雅黑" panose="020B0503020204020204" pitchFamily="34" charset="-122"/>
                <a:ea typeface="微软雅黑" panose="020B0503020204020204" pitchFamily="34" charset="-122"/>
              </a:rPr>
              <a:t>B</a:t>
            </a:r>
            <a:r>
              <a:rPr lang="en-US" altLang="zh-CN" sz="2646" dirty="0">
                <a:latin typeface="微软雅黑" panose="020B0503020204020204" pitchFamily="34" charset="-122"/>
                <a:ea typeface="微软雅黑" panose="020B0503020204020204" pitchFamily="34" charset="-122"/>
                <a:sym typeface="Symbol" panose="05050102010706020507" pitchFamily="18" charset="2"/>
              </a:rPr>
              <a:t> </a:t>
            </a:r>
          </a:p>
          <a:p>
            <a:pPr eaLnBrk="1" hangingPunct="1">
              <a:defRPr/>
            </a:pPr>
            <a:r>
              <a:rPr lang="en-US" altLang="zh-CN" sz="2646" dirty="0">
                <a:latin typeface="微软雅黑" panose="020B0503020204020204" pitchFamily="34" charset="-122"/>
                <a:ea typeface="微软雅黑" panose="020B0503020204020204" pitchFamily="34" charset="-122"/>
                <a:sym typeface="Symbol" panose="05050102010706020507" pitchFamily="18" charset="2"/>
              </a:rPr>
              <a:t>       </a:t>
            </a:r>
            <a:r>
              <a:rPr lang="en-US" altLang="zh-CN" sz="2646" dirty="0" err="1">
                <a:latin typeface="微软雅黑" panose="020B0503020204020204" pitchFamily="34" charset="-122"/>
                <a:ea typeface="微软雅黑" panose="020B0503020204020204" pitchFamily="34" charset="-122"/>
                <a:sym typeface="Symbol" panose="05050102010706020507" pitchFamily="18" charset="2"/>
              </a:rPr>
              <a:t>bbb</a:t>
            </a:r>
            <a:r>
              <a:rPr lang="en-US" altLang="zh-CN" sz="2646" dirty="0" err="1">
                <a:latin typeface="微软雅黑" panose="020B0503020204020204" pitchFamily="34" charset="-122"/>
                <a:ea typeface="微软雅黑" panose="020B0503020204020204" pitchFamily="34" charset="-122"/>
              </a:rPr>
              <a:t>B</a:t>
            </a:r>
            <a:r>
              <a:rPr lang="en-US" altLang="zh-CN" sz="2646" dirty="0">
                <a:latin typeface="微软雅黑" panose="020B0503020204020204" pitchFamily="34" charset="-122"/>
                <a:ea typeface="微软雅黑" panose="020B0503020204020204" pitchFamily="34" charset="-122"/>
                <a:sym typeface="Symbol" panose="05050102010706020507" pitchFamily="18" charset="2"/>
              </a:rPr>
              <a:t> </a:t>
            </a:r>
          </a:p>
          <a:p>
            <a:pPr eaLnBrk="1" hangingPunct="1">
              <a:defRPr/>
            </a:pPr>
            <a:r>
              <a:rPr lang="en-US" altLang="zh-CN" sz="2646" dirty="0">
                <a:latin typeface="微软雅黑" panose="020B0503020204020204" pitchFamily="34" charset="-122"/>
                <a:ea typeface="微软雅黑" panose="020B0503020204020204" pitchFamily="34" charset="-122"/>
                <a:sym typeface="Symbol" panose="05050102010706020507" pitchFamily="18" charset="2"/>
              </a:rPr>
              <a:t>       ... </a:t>
            </a:r>
          </a:p>
          <a:p>
            <a:pPr eaLnBrk="1" hangingPunct="1">
              <a:defRPr/>
            </a:pPr>
            <a:r>
              <a:rPr lang="en-US" altLang="zh-CN" sz="2646" dirty="0">
                <a:latin typeface="微软雅黑" panose="020B0503020204020204" pitchFamily="34" charset="-122"/>
                <a:ea typeface="微软雅黑" panose="020B0503020204020204" pitchFamily="34" charset="-122"/>
                <a:sym typeface="Symbol" panose="05050102010706020507" pitchFamily="18" charset="2"/>
              </a:rPr>
              <a:t>       b...</a:t>
            </a:r>
            <a:r>
              <a:rPr lang="en-US" altLang="zh-CN" sz="2646" dirty="0" err="1">
                <a:latin typeface="微软雅黑" panose="020B0503020204020204" pitchFamily="34" charset="-122"/>
                <a:ea typeface="微软雅黑" panose="020B0503020204020204" pitchFamily="34" charset="-122"/>
                <a:sym typeface="Symbol" panose="05050102010706020507" pitchFamily="18" charset="2"/>
              </a:rPr>
              <a:t>b</a:t>
            </a:r>
            <a:r>
              <a:rPr lang="en-US" altLang="zh-CN" sz="2646" dirty="0" err="1">
                <a:latin typeface="微软雅黑" panose="020B0503020204020204" pitchFamily="34" charset="-122"/>
                <a:ea typeface="微软雅黑" panose="020B0503020204020204" pitchFamily="34" charset="-122"/>
              </a:rPr>
              <a:t>B</a:t>
            </a:r>
            <a:r>
              <a:rPr lang="en-US" altLang="zh-CN" sz="2646" dirty="0">
                <a:latin typeface="微软雅黑" panose="020B0503020204020204" pitchFamily="34" charset="-122"/>
                <a:ea typeface="微软雅黑" panose="020B0503020204020204" pitchFamily="34" charset="-122"/>
                <a:sym typeface="Symbol" panose="05050102010706020507" pitchFamily="18" charset="2"/>
              </a:rPr>
              <a:t> </a:t>
            </a:r>
          </a:p>
          <a:p>
            <a:pPr eaLnBrk="1" hangingPunct="1">
              <a:defRPr/>
            </a:pPr>
            <a:r>
              <a:rPr lang="en-US" altLang="zh-CN" sz="2646" dirty="0">
                <a:latin typeface="微软雅黑" panose="020B0503020204020204" pitchFamily="34" charset="-122"/>
                <a:ea typeface="微软雅黑" panose="020B0503020204020204" pitchFamily="34" charset="-122"/>
                <a:sym typeface="Symbol" panose="05050102010706020507" pitchFamily="18" charset="2"/>
              </a:rPr>
              <a:t>       b...bb</a:t>
            </a:r>
          </a:p>
        </p:txBody>
      </p:sp>
      <p:sp>
        <p:nvSpPr>
          <p:cNvPr id="3" name="Slide Number Placeholder 6">
            <a:extLst>
              <a:ext uri="{FF2B5EF4-FFF2-40B4-BE49-F238E27FC236}">
                <a16:creationId xmlns:a16="http://schemas.microsoft.com/office/drawing/2014/main" id="{F108B835-DF7E-E2AD-48B7-47E0846FA007}"/>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29</a:t>
            </a:fld>
            <a:endParaRPr lang="en-GB" altLang="en-US" sz="1200">
              <a:latin typeface="Comic Sans MS" panose="030F0702030302020204" pitchFamily="66"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52578">
                                            <p:txEl>
                                              <p:pRg st="0" end="0"/>
                                            </p:txEl>
                                          </p:spTgt>
                                        </p:tgtEl>
                                        <p:attrNameLst>
                                          <p:attrName>style.visibility</p:attrName>
                                        </p:attrNameLst>
                                      </p:cBhvr>
                                      <p:to>
                                        <p:strVal val="visible"/>
                                      </p:to>
                                    </p:set>
                                    <p:animEffect transition="in" filter="wipe(left)">
                                      <p:cBhvr>
                                        <p:cTn id="7" dur="500"/>
                                        <p:tgtEl>
                                          <p:spTgt spid="15257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52578">
                                            <p:txEl>
                                              <p:pRg st="1" end="1"/>
                                            </p:txEl>
                                          </p:spTgt>
                                        </p:tgtEl>
                                        <p:attrNameLst>
                                          <p:attrName>style.visibility</p:attrName>
                                        </p:attrNameLst>
                                      </p:cBhvr>
                                      <p:to>
                                        <p:strVal val="visible"/>
                                      </p:to>
                                    </p:set>
                                    <p:animEffect transition="in" filter="wipe(left)">
                                      <p:cBhvr>
                                        <p:cTn id="12" dur="500"/>
                                        <p:tgtEl>
                                          <p:spTgt spid="15257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52578">
                                            <p:txEl>
                                              <p:pRg st="2" end="2"/>
                                            </p:txEl>
                                          </p:spTgt>
                                        </p:tgtEl>
                                        <p:attrNameLst>
                                          <p:attrName>style.visibility</p:attrName>
                                        </p:attrNameLst>
                                      </p:cBhvr>
                                      <p:to>
                                        <p:strVal val="visible"/>
                                      </p:to>
                                    </p:set>
                                    <p:animEffect transition="in" filter="wipe(left)">
                                      <p:cBhvr>
                                        <p:cTn id="17" dur="500"/>
                                        <p:tgtEl>
                                          <p:spTgt spid="15257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52578">
                                            <p:txEl>
                                              <p:pRg st="3" end="3"/>
                                            </p:txEl>
                                          </p:spTgt>
                                        </p:tgtEl>
                                        <p:attrNameLst>
                                          <p:attrName>style.visibility</p:attrName>
                                        </p:attrNameLst>
                                      </p:cBhvr>
                                      <p:to>
                                        <p:strVal val="visible"/>
                                      </p:to>
                                    </p:set>
                                    <p:animEffect transition="in" filter="wipe(left)">
                                      <p:cBhvr>
                                        <p:cTn id="22" dur="500"/>
                                        <p:tgtEl>
                                          <p:spTgt spid="15257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52578">
                                            <p:txEl>
                                              <p:pRg st="4" end="4"/>
                                            </p:txEl>
                                          </p:spTgt>
                                        </p:tgtEl>
                                        <p:attrNameLst>
                                          <p:attrName>style.visibility</p:attrName>
                                        </p:attrNameLst>
                                      </p:cBhvr>
                                      <p:to>
                                        <p:strVal val="visible"/>
                                      </p:to>
                                    </p:set>
                                    <p:animEffect transition="in" filter="wipe(left)">
                                      <p:cBhvr>
                                        <p:cTn id="27" dur="500"/>
                                        <p:tgtEl>
                                          <p:spTgt spid="15257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152580">
                                            <p:bg/>
                                          </p:spTgt>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152580">
                                            <p:txEl>
                                              <p:pRg st="0" end="0"/>
                                            </p:txEl>
                                          </p:spTgt>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152580">
                                            <p:txEl>
                                              <p:pRg st="1" end="1"/>
                                            </p:txEl>
                                          </p:spTgt>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152580">
                                            <p:txEl>
                                              <p:pRg st="2" end="2"/>
                                            </p:txEl>
                                          </p:spTgt>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152580">
                                            <p:txEl>
                                              <p:pRg st="3" end="3"/>
                                            </p:txEl>
                                          </p:spTgt>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152580">
                                            <p:txEl>
                                              <p:pRg st="4" end="4"/>
                                            </p:txEl>
                                          </p:spTgt>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0"/>
                                          </p:stCondLst>
                                        </p:cTn>
                                        <p:tgtEl>
                                          <p:spTgt spid="152580">
                                            <p:txEl>
                                              <p:pRg st="5" end="5"/>
                                            </p:txEl>
                                          </p:spTgt>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0"/>
                                          </p:stCondLst>
                                        </p:cTn>
                                        <p:tgtEl>
                                          <p:spTgt spid="152580">
                                            <p:txEl>
                                              <p:pRg st="6" end="6"/>
                                            </p:txEl>
                                          </p:spTgt>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nodeType="clickEffect">
                                  <p:stCondLst>
                                    <p:cond delay="0"/>
                                  </p:stCondLst>
                                  <p:childTnLst>
                                    <p:set>
                                      <p:cBhvr>
                                        <p:cTn id="63" dur="1" fill="hold">
                                          <p:stCondLst>
                                            <p:cond delay="0"/>
                                          </p:stCondLst>
                                        </p:cTn>
                                        <p:tgtEl>
                                          <p:spTgt spid="152580">
                                            <p:txEl>
                                              <p:pRg st="7" end="7"/>
                                            </p:txEl>
                                          </p:spTgt>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nodeType="clickEffect">
                                  <p:stCondLst>
                                    <p:cond delay="0"/>
                                  </p:stCondLst>
                                  <p:childTnLst>
                                    <p:set>
                                      <p:cBhvr>
                                        <p:cTn id="67" dur="1" fill="hold">
                                          <p:stCondLst>
                                            <p:cond delay="0"/>
                                          </p:stCondLst>
                                        </p:cTn>
                                        <p:tgtEl>
                                          <p:spTgt spid="152580">
                                            <p:txEl>
                                              <p:pRg st="8" end="8"/>
                                            </p:txEl>
                                          </p:spTgt>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0"/>
                                          </p:stCondLst>
                                        </p:cTn>
                                        <p:tgtEl>
                                          <p:spTgt spid="152580">
                                            <p:txEl>
                                              <p:pRg st="9" end="9"/>
                                            </p:txEl>
                                          </p:spTgt>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0"/>
                                          </p:stCondLst>
                                        </p:cTn>
                                        <p:tgtEl>
                                          <p:spTgt spid="152580">
                                            <p:txEl>
                                              <p:pRg st="10" end="10"/>
                                            </p:txEl>
                                          </p:spTgt>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ntr" presetSubtype="0" fill="hold" nodeType="clickEffect">
                                  <p:stCondLst>
                                    <p:cond delay="0"/>
                                  </p:stCondLst>
                                  <p:childTnLst>
                                    <p:set>
                                      <p:cBhvr>
                                        <p:cTn id="79" dur="1" fill="hold">
                                          <p:stCondLst>
                                            <p:cond delay="0"/>
                                          </p:stCondLst>
                                        </p:cTn>
                                        <p:tgtEl>
                                          <p:spTgt spid="152580">
                                            <p:txEl>
                                              <p:pRg st="11" end="11"/>
                                            </p:txEl>
                                          </p:spTgt>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0"/>
                                          </p:stCondLst>
                                        </p:cTn>
                                        <p:tgtEl>
                                          <p:spTgt spid="152580">
                                            <p:txEl>
                                              <p:pRg st="12" end="12"/>
                                            </p:txEl>
                                          </p:spTgt>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nodeType="clickEffect">
                                  <p:stCondLst>
                                    <p:cond delay="0"/>
                                  </p:stCondLst>
                                  <p:childTnLst>
                                    <p:set>
                                      <p:cBhvr>
                                        <p:cTn id="87" dur="1" fill="hold">
                                          <p:stCondLst>
                                            <p:cond delay="0"/>
                                          </p:stCondLst>
                                        </p:cTn>
                                        <p:tgtEl>
                                          <p:spTgt spid="152580">
                                            <p:txEl>
                                              <p:pRg st="13" end="13"/>
                                            </p:txEl>
                                          </p:spTgt>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1" presetClass="entr" presetSubtype="0" fill="hold" nodeType="clickEffect">
                                  <p:stCondLst>
                                    <p:cond delay="0"/>
                                  </p:stCondLst>
                                  <p:childTnLst>
                                    <p:set>
                                      <p:cBhvr>
                                        <p:cTn id="91" dur="1" fill="hold">
                                          <p:stCondLst>
                                            <p:cond delay="0"/>
                                          </p:stCondLst>
                                        </p:cTn>
                                        <p:tgtEl>
                                          <p:spTgt spid="152580">
                                            <p:txEl>
                                              <p:pRg st="14" end="14"/>
                                            </p:txEl>
                                          </p:spTgt>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152578">
                                            <p:txEl>
                                              <p:pRg st="6" end="6"/>
                                            </p:txEl>
                                          </p:spTgt>
                                        </p:tgtEl>
                                        <p:attrNameLst>
                                          <p:attrName>style.visibility</p:attrName>
                                        </p:attrNameLst>
                                      </p:cBhvr>
                                      <p:to>
                                        <p:strVal val="visible"/>
                                      </p:to>
                                    </p:set>
                                    <p:animEffect transition="in" filter="wipe(left)">
                                      <p:cBhvr>
                                        <p:cTn id="96" dur="500"/>
                                        <p:tgtEl>
                                          <p:spTgt spid="15257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8" grpId="0" build="p" autoUpdateAnimBg="0"/>
      <p:bldP spid="152580" grpId="0" build="p"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楷体_GB2312"/>
              </a:rPr>
              <a:t>句型、句子和语言</a:t>
            </a:r>
            <a:endParaRPr lang="zh-CN" altLang="en-US" dirty="0"/>
          </a:p>
        </p:txBody>
      </p:sp>
      <p:sp>
        <p:nvSpPr>
          <p:cNvPr id="4" name="Rectangle 4"/>
          <p:cNvSpPr txBox="1">
            <a:spLocks noChangeArrowheads="1"/>
          </p:cNvSpPr>
          <p:nvPr/>
        </p:nvSpPr>
        <p:spPr>
          <a:xfrm>
            <a:off x="630018" y="1664696"/>
            <a:ext cx="9090606" cy="5175345"/>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1"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请给出产生语言为</a:t>
            </a:r>
            <a:r>
              <a:rPr kumimoji="1"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a:t>
            </a:r>
            <a:r>
              <a:rPr kumimoji="1" lang="en-US" altLang="zh-CN" baseline="30000" dirty="0">
                <a:solidFill>
                  <a:sysClr val="windowText" lastClr="000000">
                    <a:lumMod val="75000"/>
                    <a:lumOff val="25000"/>
                  </a:sysClr>
                </a:solidFill>
              </a:rPr>
              <a:t>m</a:t>
            </a:r>
            <a:r>
              <a:rPr kumimoji="1" lang="en-US" altLang="zh-CN" sz="28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b</a:t>
            </a:r>
            <a:r>
              <a:rPr kumimoji="1" lang="en-US" altLang="zh-CN" sz="2800" b="0" i="0" u="none" strike="noStrike" kern="1200" cap="none" spc="0" normalizeH="0" baseline="3000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n</a:t>
            </a:r>
            <a:r>
              <a:rPr kumimoji="1" lang="en-US" altLang="zh-CN" sz="2800" b="0" i="0" u="none" strike="noStrike" kern="1200" cap="none" spc="0" normalizeH="0" baseline="3000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1"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m, n</a:t>
            </a:r>
            <a:r>
              <a:rPr kumimoji="1"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2</a:t>
            </a:r>
            <a:r>
              <a:rPr kumimoji="1"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r>
              <a:rPr kumimoji="1"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的文法</a:t>
            </a: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panose="05000000000000000000" pitchFamily="2" charset="2"/>
              <a:buNone/>
              <a:tabLst/>
              <a:defRPr/>
            </a:pPr>
            <a:r>
              <a:rPr kumimoji="1" lang="zh-CN" altLang="en-US" sz="2800" b="0" i="0" u="none" strike="noStrike" kern="1200" cap="none" spc="0" normalizeH="0" baseline="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1" lang="en-US" altLang="zh-CN" sz="2800" b="0" i="0" u="none" strike="noStrike" kern="1200" cap="none" spc="0" normalizeH="0" baseline="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G</a:t>
            </a:r>
            <a:r>
              <a:rPr kumimoji="1" lang="en-US" altLang="zh-CN" sz="2800" b="0" i="0" u="none" strike="noStrike" kern="1200" cap="none" spc="0" normalizeH="0" baseline="-2500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3</a:t>
            </a:r>
            <a:r>
              <a:rPr kumimoji="1" lang="en-US" altLang="zh-CN" sz="2800" b="0" i="0" u="none" strike="noStrike" kern="1200" cap="none" spc="0" normalizeH="0" baseline="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(S)</a:t>
            </a:r>
            <a:r>
              <a:rPr kumimoji="1"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panose="05000000000000000000" pitchFamily="2" charset="2"/>
              <a:buNone/>
              <a:tabLst/>
              <a:defRPr/>
            </a:pPr>
            <a:r>
              <a:rPr kumimoji="1"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1"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S </a:t>
            </a:r>
            <a:r>
              <a:rPr kumimoji="1"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a:t>
            </a:r>
            <a:r>
              <a:rPr kumimoji="1" lang="en-US" altLang="zh-CN" sz="28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aS’b</a:t>
            </a:r>
            <a:endParaRPr kumimoji="1"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endParaRPr>
          </a:p>
          <a:p>
            <a:pPr lvl="0" fontAlgn="auto">
              <a:buClr>
                <a:srgbClr val="4F81BD"/>
              </a:buClr>
              <a:buNone/>
            </a:pPr>
            <a:r>
              <a:rPr kumimoji="1" lang="en-US" altLang="zh-CN" dirty="0">
                <a:solidFill>
                  <a:sysClr val="windowText" lastClr="000000">
                    <a:lumMod val="75000"/>
                    <a:lumOff val="25000"/>
                  </a:sysClr>
                </a:solidFill>
                <a:sym typeface="Symbol" panose="05050102010706020507" pitchFamily="18" charset="2"/>
              </a:rPr>
              <a:t>       S’  AB</a:t>
            </a:r>
          </a:p>
          <a:p>
            <a:pPr lvl="0" fontAlgn="auto">
              <a:buClr>
                <a:srgbClr val="4F81BD"/>
              </a:buClr>
              <a:buNone/>
            </a:pPr>
            <a:r>
              <a:rPr kumimoji="1" lang="en-US" altLang="zh-CN" dirty="0">
                <a:solidFill>
                  <a:sysClr val="windowText" lastClr="000000">
                    <a:lumMod val="75000"/>
                    <a:lumOff val="25000"/>
                  </a:sysClr>
                </a:solidFill>
                <a:sym typeface="Symbol" panose="05050102010706020507" pitchFamily="18" charset="2"/>
              </a:rPr>
              <a:t>		  A  </a:t>
            </a:r>
            <a:r>
              <a:rPr kumimoji="1" lang="en-US" altLang="zh-CN" dirty="0" err="1">
                <a:solidFill>
                  <a:sysClr val="windowText" lastClr="000000">
                    <a:lumMod val="75000"/>
                    <a:lumOff val="25000"/>
                  </a:sysClr>
                </a:solidFill>
                <a:sym typeface="Symbol" panose="05050102010706020507" pitchFamily="18" charset="2"/>
              </a:rPr>
              <a:t>aA|a</a:t>
            </a:r>
            <a:endParaRPr kumimoji="1" lang="en-US" altLang="zh-CN" dirty="0">
              <a:solidFill>
                <a:sysClr val="windowText" lastClr="000000">
                  <a:lumMod val="75000"/>
                  <a:lumOff val="25000"/>
                </a:sysClr>
              </a:solidFill>
              <a:sym typeface="Symbol" panose="05050102010706020507" pitchFamily="18" charset="2"/>
            </a:endParaRPr>
          </a:p>
          <a:p>
            <a:pPr lvl="0" fontAlgn="auto">
              <a:buClr>
                <a:srgbClr val="4F81BD"/>
              </a:buClr>
              <a:buNone/>
            </a:pPr>
            <a:r>
              <a:rPr kumimoji="1" lang="en-US" altLang="zh-CN" dirty="0">
                <a:solidFill>
                  <a:sysClr val="windowText" lastClr="000000">
                    <a:lumMod val="75000"/>
                    <a:lumOff val="25000"/>
                  </a:sysClr>
                </a:solidFill>
                <a:sym typeface="Symbol" panose="05050102010706020507" pitchFamily="18" charset="2"/>
              </a:rPr>
              <a:t>		  B  </a:t>
            </a:r>
            <a:r>
              <a:rPr kumimoji="1" lang="en-US" altLang="zh-CN" dirty="0" err="1">
                <a:solidFill>
                  <a:sysClr val="windowText" lastClr="000000">
                    <a:lumMod val="75000"/>
                    <a:lumOff val="25000"/>
                  </a:sysClr>
                </a:solidFill>
                <a:sym typeface="Symbol" panose="05050102010706020507" pitchFamily="18" charset="2"/>
              </a:rPr>
              <a:t>bB|b</a:t>
            </a:r>
            <a:endParaRPr kumimoji="1" lang="en-US" altLang="zh-CN" dirty="0">
              <a:solidFill>
                <a:sysClr val="windowText" lastClr="000000">
                  <a:lumMod val="75000"/>
                  <a:lumOff val="25000"/>
                </a:sysClr>
              </a:solidFill>
              <a:sym typeface="Symbol" panose="05050102010706020507" pitchFamily="18" charset="2"/>
            </a:endParaRPr>
          </a:p>
          <a:p>
            <a:pPr lvl="0" fontAlgn="auto">
              <a:buClr>
                <a:srgbClr val="4F81BD"/>
              </a:buClr>
              <a:buNone/>
            </a:pPr>
            <a:r>
              <a:rPr kumimoji="1" lang="zh-CN" altLang="en-US" dirty="0">
                <a:solidFill>
                  <a:sysClr val="windowText" lastClr="000000">
                    <a:lumMod val="75000"/>
                    <a:lumOff val="25000"/>
                  </a:sysClr>
                </a:solidFill>
                <a:sym typeface="Symbol" panose="05050102010706020507" pitchFamily="18" charset="2"/>
              </a:rPr>
              <a:t>作业：</a:t>
            </a:r>
            <a:r>
              <a:rPr kumimoji="1" lang="en-US" altLang="zh-CN" dirty="0">
                <a:solidFill>
                  <a:sysClr val="windowText" lastClr="000000">
                    <a:lumMod val="75000"/>
                    <a:lumOff val="25000"/>
                  </a:sysClr>
                </a:solidFill>
                <a:sym typeface="Symbol" panose="05050102010706020507" pitchFamily="18" charset="2"/>
              </a:rPr>
              <a:t>610273948@qq.com</a:t>
            </a:r>
          </a:p>
          <a:p>
            <a:pPr lvl="0" fontAlgn="auto">
              <a:buClr>
                <a:srgbClr val="4F81BD"/>
              </a:buClr>
            </a:pPr>
            <a:r>
              <a:rPr kumimoji="1" lang="zh-CN" altLang="en-US" dirty="0">
                <a:solidFill>
                  <a:prstClr val="black">
                    <a:lumMod val="75000"/>
                    <a:lumOff val="25000"/>
                  </a:prstClr>
                </a:solidFill>
              </a:rPr>
              <a:t>请给出产生语言为</a:t>
            </a:r>
            <a:r>
              <a:rPr kumimoji="1" lang="en-US" altLang="zh-CN" dirty="0">
                <a:solidFill>
                  <a:prstClr val="black">
                    <a:lumMod val="75000"/>
                    <a:lumOff val="25000"/>
                  </a:prstClr>
                </a:solidFill>
              </a:rPr>
              <a:t>{a</a:t>
            </a:r>
            <a:r>
              <a:rPr kumimoji="1" lang="en-US" altLang="zh-CN" baseline="30000" dirty="0">
                <a:solidFill>
                  <a:prstClr val="black">
                    <a:lumMod val="75000"/>
                    <a:lumOff val="25000"/>
                  </a:prstClr>
                </a:solidFill>
              </a:rPr>
              <a:t>n</a:t>
            </a:r>
            <a:r>
              <a:rPr kumimoji="1" lang="en-US" altLang="zh-CN" dirty="0">
                <a:solidFill>
                  <a:prstClr val="black">
                    <a:lumMod val="75000"/>
                    <a:lumOff val="25000"/>
                  </a:prstClr>
                </a:solidFill>
              </a:rPr>
              <a:t>b</a:t>
            </a:r>
            <a:r>
              <a:rPr kumimoji="1" lang="en-US" altLang="zh-CN" baseline="30000" dirty="0">
                <a:solidFill>
                  <a:prstClr val="black">
                    <a:lumMod val="75000"/>
                    <a:lumOff val="25000"/>
                  </a:prstClr>
                </a:solidFill>
              </a:rPr>
              <a:t>n</a:t>
            </a:r>
            <a:r>
              <a:rPr kumimoji="1" lang="en-US" altLang="zh-CN" dirty="0">
                <a:solidFill>
                  <a:prstClr val="black">
                    <a:lumMod val="75000"/>
                    <a:lumOff val="25000"/>
                  </a:prstClr>
                </a:solidFill>
              </a:rPr>
              <a:t>|n</a:t>
            </a:r>
            <a:r>
              <a:rPr kumimoji="1" lang="en-US" altLang="zh-CN" dirty="0">
                <a:solidFill>
                  <a:prstClr val="black">
                    <a:lumMod val="75000"/>
                    <a:lumOff val="25000"/>
                  </a:prstClr>
                </a:solidFill>
                <a:sym typeface="Symbol" panose="05050102010706020507" pitchFamily="18" charset="2"/>
              </a:rPr>
              <a:t>1</a:t>
            </a:r>
            <a:r>
              <a:rPr kumimoji="1" lang="en-US" altLang="zh-CN" dirty="0">
                <a:solidFill>
                  <a:prstClr val="black">
                    <a:lumMod val="75000"/>
                    <a:lumOff val="25000"/>
                  </a:prstClr>
                </a:solidFill>
              </a:rPr>
              <a:t>}</a:t>
            </a:r>
            <a:r>
              <a:rPr kumimoji="1" lang="zh-CN" altLang="en-US" dirty="0">
                <a:solidFill>
                  <a:prstClr val="black">
                    <a:lumMod val="75000"/>
                    <a:lumOff val="25000"/>
                  </a:prstClr>
                </a:solidFill>
              </a:rPr>
              <a:t>的文法</a:t>
            </a:r>
            <a:r>
              <a:rPr kumimoji="1" lang="en-US" altLang="zh-CN" noProof="1">
                <a:solidFill>
                  <a:prstClr val="black">
                    <a:lumMod val="75000"/>
                    <a:lumOff val="25000"/>
                  </a:prstClr>
                </a:solidFill>
              </a:rPr>
              <a:t>G</a:t>
            </a:r>
            <a:r>
              <a:rPr kumimoji="1" lang="en-US" altLang="zh-CN" baseline="-25000" noProof="1">
                <a:solidFill>
                  <a:prstClr val="black">
                    <a:lumMod val="75000"/>
                    <a:lumOff val="25000"/>
                  </a:prstClr>
                </a:solidFill>
              </a:rPr>
              <a:t>3</a:t>
            </a:r>
            <a:r>
              <a:rPr kumimoji="1" lang="en-US" altLang="zh-CN" noProof="1">
                <a:solidFill>
                  <a:prstClr val="black">
                    <a:lumMod val="75000"/>
                    <a:lumOff val="25000"/>
                  </a:prstClr>
                </a:solidFill>
              </a:rPr>
              <a:t>(S)</a:t>
            </a:r>
          </a:p>
          <a:p>
            <a:pPr lvl="0" fontAlgn="auto">
              <a:buClr>
                <a:srgbClr val="4F81BD"/>
              </a:buClr>
            </a:pPr>
            <a:r>
              <a:rPr kumimoji="1" lang="zh-CN" altLang="en-US" dirty="0">
                <a:solidFill>
                  <a:prstClr val="black">
                    <a:lumMod val="75000"/>
                    <a:lumOff val="25000"/>
                  </a:prstClr>
                </a:solidFill>
              </a:rPr>
              <a:t>考虑文法</a:t>
            </a:r>
            <a:r>
              <a:rPr kumimoji="1" lang="en-US" altLang="zh-CN" dirty="0">
                <a:solidFill>
                  <a:prstClr val="black">
                    <a:lumMod val="75000"/>
                    <a:lumOff val="25000"/>
                  </a:prstClr>
                </a:solidFill>
              </a:rPr>
              <a:t>G</a:t>
            </a:r>
            <a:r>
              <a:rPr kumimoji="1" lang="en-US" altLang="zh-CN" baseline="-25000" dirty="0">
                <a:solidFill>
                  <a:prstClr val="black">
                    <a:lumMod val="75000"/>
                    <a:lumOff val="25000"/>
                  </a:prstClr>
                </a:solidFill>
              </a:rPr>
              <a:t>4</a:t>
            </a:r>
            <a:r>
              <a:rPr kumimoji="1" lang="zh-CN" altLang="en-US" dirty="0">
                <a:solidFill>
                  <a:prstClr val="black">
                    <a:lumMod val="75000"/>
                    <a:lumOff val="25000"/>
                  </a:prstClr>
                </a:solidFill>
              </a:rPr>
              <a:t>定义的语言：</a:t>
            </a:r>
          </a:p>
          <a:p>
            <a:pPr lvl="0" fontAlgn="auto">
              <a:buClr>
                <a:srgbClr val="4F81BD"/>
              </a:buClr>
              <a:buNone/>
            </a:pPr>
            <a:r>
              <a:rPr kumimoji="1" lang="zh-CN" altLang="en-US" dirty="0">
                <a:solidFill>
                  <a:prstClr val="black">
                    <a:lumMod val="75000"/>
                    <a:lumOff val="25000"/>
                  </a:prstClr>
                </a:solidFill>
              </a:rPr>
              <a:t>    </a:t>
            </a:r>
            <a:r>
              <a:rPr kumimoji="1" lang="en-US" altLang="zh-CN" dirty="0">
                <a:solidFill>
                  <a:prstClr val="black">
                    <a:lumMod val="75000"/>
                    <a:lumOff val="25000"/>
                  </a:prstClr>
                </a:solidFill>
              </a:rPr>
              <a:t>S → </a:t>
            </a:r>
            <a:r>
              <a:rPr kumimoji="1" lang="en-US" altLang="zh-CN" dirty="0" err="1">
                <a:solidFill>
                  <a:prstClr val="black">
                    <a:lumMod val="75000"/>
                    <a:lumOff val="25000"/>
                  </a:prstClr>
                </a:solidFill>
              </a:rPr>
              <a:t>aS</a:t>
            </a:r>
            <a:r>
              <a:rPr kumimoji="1" lang="en-US" altLang="zh-CN" dirty="0">
                <a:solidFill>
                  <a:prstClr val="black">
                    <a:lumMod val="75000"/>
                    <a:lumOff val="25000"/>
                  </a:prstClr>
                </a:solidFill>
              </a:rPr>
              <a:t> | </a:t>
            </a:r>
            <a:r>
              <a:rPr kumimoji="1" lang="en-US" altLang="zh-CN" dirty="0" err="1">
                <a:solidFill>
                  <a:prstClr val="black">
                    <a:lumMod val="75000"/>
                    <a:lumOff val="25000"/>
                  </a:prstClr>
                </a:solidFill>
              </a:rPr>
              <a:t>aP</a:t>
            </a:r>
            <a:endParaRPr kumimoji="1" lang="en-US" altLang="zh-CN" dirty="0">
              <a:solidFill>
                <a:prstClr val="black">
                  <a:lumMod val="75000"/>
                  <a:lumOff val="25000"/>
                </a:prstClr>
              </a:solidFill>
            </a:endParaRPr>
          </a:p>
          <a:p>
            <a:pPr lvl="0" fontAlgn="auto">
              <a:buClr>
                <a:srgbClr val="4F81BD"/>
              </a:buClr>
              <a:buNone/>
            </a:pPr>
            <a:r>
              <a:rPr kumimoji="1" lang="en-US" altLang="zh-CN" dirty="0">
                <a:solidFill>
                  <a:prstClr val="black">
                    <a:lumMod val="75000"/>
                    <a:lumOff val="25000"/>
                  </a:prstClr>
                </a:solidFill>
              </a:rPr>
              <a:t>    P → </a:t>
            </a:r>
            <a:r>
              <a:rPr kumimoji="1" lang="en-US" altLang="zh-CN" dirty="0" err="1">
                <a:solidFill>
                  <a:prstClr val="black">
                    <a:lumMod val="75000"/>
                    <a:lumOff val="25000"/>
                  </a:prstClr>
                </a:solidFill>
              </a:rPr>
              <a:t>bP</a:t>
            </a:r>
            <a:r>
              <a:rPr kumimoji="1" lang="en-US" altLang="zh-CN" dirty="0">
                <a:solidFill>
                  <a:prstClr val="black">
                    <a:lumMod val="75000"/>
                    <a:lumOff val="25000"/>
                  </a:prstClr>
                </a:solidFill>
              </a:rPr>
              <a:t> | </a:t>
            </a:r>
            <a:r>
              <a:rPr kumimoji="1" lang="en-US" altLang="zh-CN" dirty="0" err="1">
                <a:solidFill>
                  <a:prstClr val="black">
                    <a:lumMod val="75000"/>
                    <a:lumOff val="25000"/>
                  </a:prstClr>
                </a:solidFill>
              </a:rPr>
              <a:t>bQ</a:t>
            </a:r>
            <a:endParaRPr kumimoji="1" lang="en-US" altLang="zh-CN" dirty="0">
              <a:solidFill>
                <a:prstClr val="black">
                  <a:lumMod val="75000"/>
                  <a:lumOff val="25000"/>
                </a:prstClr>
              </a:solidFill>
            </a:endParaRPr>
          </a:p>
          <a:p>
            <a:pPr lvl="0" fontAlgn="auto">
              <a:buClr>
                <a:srgbClr val="4F81BD"/>
              </a:buClr>
              <a:buNone/>
            </a:pPr>
            <a:r>
              <a:rPr kumimoji="1" lang="en-US" altLang="zh-CN" dirty="0">
                <a:solidFill>
                  <a:prstClr val="black">
                    <a:lumMod val="75000"/>
                    <a:lumOff val="25000"/>
                  </a:prstClr>
                </a:solidFill>
              </a:rPr>
              <a:t>    Q → </a:t>
            </a:r>
            <a:r>
              <a:rPr kumimoji="1" lang="en-US" altLang="zh-CN" dirty="0" err="1">
                <a:solidFill>
                  <a:prstClr val="black">
                    <a:lumMod val="75000"/>
                    <a:lumOff val="25000"/>
                  </a:prstClr>
                </a:solidFill>
              </a:rPr>
              <a:t>cQ</a:t>
            </a:r>
            <a:r>
              <a:rPr kumimoji="1" lang="en-US" altLang="zh-CN" dirty="0">
                <a:solidFill>
                  <a:prstClr val="black">
                    <a:lumMod val="75000"/>
                    <a:lumOff val="25000"/>
                  </a:prstClr>
                </a:solidFill>
              </a:rPr>
              <a:t> | c</a:t>
            </a:r>
          </a:p>
          <a:p>
            <a:pPr lvl="0" fontAlgn="auto">
              <a:buClr>
                <a:srgbClr val="4F81BD"/>
              </a:buClr>
              <a:buNone/>
            </a:pPr>
            <a:endParaRPr kumimoji="1" lang="zh-CN" altLang="en-US" dirty="0">
              <a:solidFill>
                <a:prstClr val="black">
                  <a:lumMod val="75000"/>
                  <a:lumOff val="25000"/>
                </a:prstClr>
              </a:solidFill>
            </a:endParaRPr>
          </a:p>
          <a:p>
            <a:pPr lvl="0" fontAlgn="auto">
              <a:buClr>
                <a:srgbClr val="4F81BD"/>
              </a:buClr>
              <a:buNone/>
            </a:pPr>
            <a:endParaRPr kumimoji="1" lang="en-US" altLang="zh-CN" dirty="0">
              <a:solidFill>
                <a:sysClr val="windowText" lastClr="000000">
                  <a:lumMod val="75000"/>
                  <a:lumOff val="25000"/>
                </a:sysClr>
              </a:solidFill>
              <a:sym typeface="Symbol" panose="05050102010706020507" pitchFamily="18" charset="2"/>
            </a:endParaRP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panose="05000000000000000000" pitchFamily="2" charset="2"/>
              <a:buNone/>
              <a:tabLst/>
              <a:defRPr/>
            </a:pPr>
            <a:endParaRPr kumimoji="1"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endParaRPr>
          </a:p>
        </p:txBody>
      </p:sp>
      <p:sp>
        <p:nvSpPr>
          <p:cNvPr id="5" name="Slide Number Placeholder 6">
            <a:extLst>
              <a:ext uri="{FF2B5EF4-FFF2-40B4-BE49-F238E27FC236}">
                <a16:creationId xmlns:a16="http://schemas.microsoft.com/office/drawing/2014/main" id="{3BEE5F0B-D539-0FEC-E6BB-B8627A7E1A8E}"/>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30</a:t>
            </a:fld>
            <a:endParaRPr lang="en-GB" altLang="en-US" sz="120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171659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5">
            <a:extLst>
              <a:ext uri="{FF2B5EF4-FFF2-40B4-BE49-F238E27FC236}">
                <a16:creationId xmlns:a16="http://schemas.microsoft.com/office/drawing/2014/main" id="{B709D06A-9FC6-4973-860E-18781D3A5588}"/>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9395" name="Slide Number Placeholder 6">
            <a:extLst>
              <a:ext uri="{FF2B5EF4-FFF2-40B4-BE49-F238E27FC236}">
                <a16:creationId xmlns:a16="http://schemas.microsoft.com/office/drawing/2014/main" id="{ED4503D8-BDFC-2BE4-4AA9-684639C85FBD}"/>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9CD7FA56-76B7-48A9-828C-668E11971B16}"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31</a:t>
            </a:fld>
            <a:endParaRPr lang="en-GB" altLang="en-US" sz="1200">
              <a:latin typeface="Comic Sans MS" panose="030F0702030302020204" pitchFamily="66" charset="0"/>
              <a:ea typeface="宋体" panose="02010600030101010101" pitchFamily="2" charset="-122"/>
            </a:endParaRPr>
          </a:p>
        </p:txBody>
      </p:sp>
      <p:sp>
        <p:nvSpPr>
          <p:cNvPr id="59396" name="Rectangle 2">
            <a:extLst>
              <a:ext uri="{FF2B5EF4-FFF2-40B4-BE49-F238E27FC236}">
                <a16:creationId xmlns:a16="http://schemas.microsoft.com/office/drawing/2014/main" id="{C969F465-FF7F-24E9-988B-07087DF442F8}"/>
              </a:ext>
            </a:extLst>
          </p:cNvPr>
          <p:cNvSpPr>
            <a:spLocks noGrp="1" noChangeArrowheads="1"/>
          </p:cNvSpPr>
          <p:nvPr>
            <p:ph type="title" idx="4294967295"/>
          </p:nvPr>
        </p:nvSpPr>
        <p:spPr/>
        <p:txBody>
          <a:bodyPr/>
          <a:lstStyle/>
          <a:p>
            <a:pPr eaLnBrk="1" hangingPunct="1"/>
            <a:r>
              <a:rPr lang="zh-CN" altLang="en-US" sz="4800">
                <a:ea typeface="楷体_GB2312"/>
              </a:rPr>
              <a:t>推导与归约</a:t>
            </a:r>
          </a:p>
        </p:txBody>
      </p:sp>
      <p:sp>
        <p:nvSpPr>
          <p:cNvPr id="59397" name="日期占位符 7">
            <a:extLst>
              <a:ext uri="{FF2B5EF4-FFF2-40B4-BE49-F238E27FC236}">
                <a16:creationId xmlns:a16="http://schemas.microsoft.com/office/drawing/2014/main" id="{34F93C0A-97BA-492E-A815-2662823AA036}"/>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9398" name="标题 2">
            <a:extLst>
              <a:ext uri="{FF2B5EF4-FFF2-40B4-BE49-F238E27FC236}">
                <a16:creationId xmlns:a16="http://schemas.microsoft.com/office/drawing/2014/main" id="{63195B7A-B712-75CF-9039-C3F177AEAB73}"/>
              </a:ext>
            </a:extLst>
          </p:cNvPr>
          <p:cNvSpPr txBox="1">
            <a:spLocks/>
          </p:cNvSpPr>
          <p:nvPr/>
        </p:nvSpPr>
        <p:spPr bwMode="auto">
          <a:xfrm>
            <a:off x="630238" y="1301750"/>
            <a:ext cx="788670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a:lnSpc>
                <a:spcPct val="110000"/>
              </a:lnSpc>
              <a:spcAft>
                <a:spcPct val="0"/>
              </a:spcAft>
              <a:buFont typeface="Times New Roman" panose="02020603050405020304" pitchFamily="18" charset="0"/>
              <a:buNone/>
            </a:pPr>
            <a:r>
              <a:rPr lang="zh-CN" altLang="en-US" sz="4000"/>
              <a:t>推导（</a:t>
            </a:r>
            <a:r>
              <a:rPr lang="zh-CN" altLang="en-US" sz="3200" b="1">
                <a:latin typeface="宋体" panose="02010600030101010101" pitchFamily="2" charset="-122"/>
              </a:rPr>
              <a:t>从</a:t>
            </a:r>
            <a:r>
              <a:rPr lang="zh-CN" altLang="en-US" sz="3200" b="1">
                <a:solidFill>
                  <a:srgbClr val="FF0000"/>
                </a:solidFill>
                <a:latin typeface="宋体" panose="02010600030101010101" pitchFamily="2" charset="-122"/>
              </a:rPr>
              <a:t>语法规则</a:t>
            </a:r>
            <a:r>
              <a:rPr lang="zh-CN" altLang="en-US" sz="3200" b="1">
                <a:latin typeface="宋体" panose="02010600030101010101" pitchFamily="2" charset="-122"/>
              </a:rPr>
              <a:t>出发检验</a:t>
            </a:r>
            <a:r>
              <a:rPr lang="zh-CN" altLang="zh-CN" sz="3200" b="1">
                <a:latin typeface="宋体" panose="02010600030101010101" pitchFamily="2" charset="-122"/>
              </a:rPr>
              <a:t>while语句</a:t>
            </a:r>
            <a:r>
              <a:rPr lang="zh-CN" altLang="en-US" sz="4000"/>
              <a:t>）</a:t>
            </a:r>
          </a:p>
        </p:txBody>
      </p:sp>
      <p:sp>
        <p:nvSpPr>
          <p:cNvPr id="59399" name="标题 2">
            <a:extLst>
              <a:ext uri="{FF2B5EF4-FFF2-40B4-BE49-F238E27FC236}">
                <a16:creationId xmlns:a16="http://schemas.microsoft.com/office/drawing/2014/main" id="{9639CB0B-618E-E758-36F0-FEB2DFE8A176}"/>
              </a:ext>
            </a:extLst>
          </p:cNvPr>
          <p:cNvSpPr txBox="1">
            <a:spLocks/>
          </p:cNvSpPr>
          <p:nvPr/>
        </p:nvSpPr>
        <p:spPr bwMode="auto">
          <a:xfrm>
            <a:off x="630238" y="2098675"/>
            <a:ext cx="788670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a:lnSpc>
                <a:spcPct val="110000"/>
              </a:lnSpc>
              <a:spcAft>
                <a:spcPct val="0"/>
              </a:spcAft>
              <a:buFont typeface="Times New Roman" panose="02020603050405020304" pitchFamily="18" charset="0"/>
              <a:buNone/>
            </a:pPr>
            <a:r>
              <a:rPr lang="zh-CN" altLang="en-US" sz="2800" b="1" dirty="0">
                <a:solidFill>
                  <a:srgbClr val="404040"/>
                </a:solidFill>
                <a:latin typeface="微软雅黑" panose="020B0503020204020204" pitchFamily="34" charset="-122"/>
                <a:ea typeface="微软雅黑" panose="020B0503020204020204" pitchFamily="34" charset="-122"/>
              </a:rPr>
              <a:t>定义：从文法开始符号出发，不断将</a:t>
            </a:r>
            <a:r>
              <a:rPr lang="zh-CN" altLang="en-US" sz="2800" b="1" dirty="0">
                <a:solidFill>
                  <a:srgbClr val="FF0000"/>
                </a:solidFill>
                <a:latin typeface="微软雅黑" panose="020B0503020204020204" pitchFamily="34" charset="-122"/>
                <a:ea typeface="微软雅黑" panose="020B0503020204020204" pitchFamily="34" charset="-122"/>
              </a:rPr>
              <a:t>非终结符号</a:t>
            </a:r>
            <a:r>
              <a:rPr lang="zh-CN" altLang="en-US" sz="2800" b="1" dirty="0">
                <a:solidFill>
                  <a:srgbClr val="404040"/>
                </a:solidFill>
                <a:latin typeface="微软雅黑" panose="020B0503020204020204" pitchFamily="34" charset="-122"/>
                <a:ea typeface="微软雅黑" panose="020B0503020204020204" pitchFamily="34" charset="-122"/>
              </a:rPr>
              <a:t>替换成该非终结符号的</a:t>
            </a:r>
            <a:r>
              <a:rPr lang="zh-CN" altLang="en-US" sz="2800" b="1" dirty="0">
                <a:solidFill>
                  <a:srgbClr val="FF0000"/>
                </a:solidFill>
                <a:latin typeface="微软雅黑" panose="020B0503020204020204" pitchFamily="34" charset="-122"/>
                <a:ea typeface="微软雅黑" panose="020B0503020204020204" pitchFamily="34" charset="-122"/>
              </a:rPr>
              <a:t>某个产生式的体</a:t>
            </a:r>
            <a:r>
              <a:rPr lang="zh-CN" altLang="en-US" sz="2800" b="1" dirty="0">
                <a:solidFill>
                  <a:srgbClr val="404040"/>
                </a:solidFill>
                <a:latin typeface="微软雅黑" panose="020B0503020204020204" pitchFamily="34" charset="-122"/>
                <a:ea typeface="微软雅黑" panose="020B0503020204020204" pitchFamily="34" charset="-122"/>
              </a:rPr>
              <a:t>。</a:t>
            </a:r>
            <a:endParaRPr lang="en-US" altLang="zh-CN" sz="2800" b="1" dirty="0">
              <a:solidFill>
                <a:srgbClr val="404040"/>
              </a:solidFill>
              <a:latin typeface="微软雅黑" panose="020B0503020204020204" pitchFamily="34" charset="-122"/>
              <a:ea typeface="微软雅黑" panose="020B0503020204020204" pitchFamily="34" charset="-122"/>
            </a:endParaRPr>
          </a:p>
          <a:p>
            <a:pPr>
              <a:lnSpc>
                <a:spcPct val="110000"/>
              </a:lnSpc>
              <a:spcAft>
                <a:spcPct val="0"/>
              </a:spcAft>
              <a:buFont typeface="Times New Roman" panose="02020603050405020304" pitchFamily="18" charset="0"/>
              <a:buNone/>
            </a:pPr>
            <a:r>
              <a:rPr lang="zh-CN" altLang="en-US" sz="2800" b="1" dirty="0">
                <a:solidFill>
                  <a:srgbClr val="404040"/>
                </a:solidFill>
                <a:latin typeface="微软雅黑" panose="020B0503020204020204" pitchFamily="34" charset="-122"/>
                <a:ea typeface="微软雅黑" panose="020B0503020204020204" pitchFamily="34" charset="-122"/>
              </a:rPr>
              <a:t>从开始符号推导得到的所有终结符号串的集合为该文法定义的语言</a:t>
            </a:r>
          </a:p>
        </p:txBody>
      </p:sp>
      <p:sp>
        <p:nvSpPr>
          <p:cNvPr id="59400" name="标题 2">
            <a:extLst>
              <a:ext uri="{FF2B5EF4-FFF2-40B4-BE49-F238E27FC236}">
                <a16:creationId xmlns:a16="http://schemas.microsoft.com/office/drawing/2014/main" id="{9C16410B-F00B-263E-1710-1BF2AAC5555F}"/>
              </a:ext>
            </a:extLst>
          </p:cNvPr>
          <p:cNvSpPr txBox="1">
            <a:spLocks/>
          </p:cNvSpPr>
          <p:nvPr/>
        </p:nvSpPr>
        <p:spPr bwMode="auto">
          <a:xfrm>
            <a:off x="639763" y="4229100"/>
            <a:ext cx="9170987"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a:lnSpc>
                <a:spcPct val="110000"/>
              </a:lnSpc>
              <a:spcAft>
                <a:spcPct val="0"/>
              </a:spcAft>
              <a:buFont typeface="Times New Roman" panose="02020603050405020304" pitchFamily="18" charset="0"/>
              <a:buNone/>
            </a:pPr>
            <a:r>
              <a:rPr lang="zh-CN" altLang="en-US" sz="4000"/>
              <a:t>规约（</a:t>
            </a:r>
            <a:r>
              <a:rPr lang="zh-CN" altLang="en-US" sz="3200" b="1">
                <a:latin typeface="楷体_GB2312"/>
              </a:rPr>
              <a:t>从</a:t>
            </a:r>
            <a:r>
              <a:rPr lang="zh-CN" altLang="en-US" sz="3200" b="1">
                <a:solidFill>
                  <a:srgbClr val="FF0000"/>
                </a:solidFill>
                <a:latin typeface="楷体_GB2312"/>
              </a:rPr>
              <a:t>源程序</a:t>
            </a:r>
            <a:r>
              <a:rPr lang="zh-CN" altLang="en-US" sz="3200" b="1">
                <a:latin typeface="楷体_GB2312"/>
              </a:rPr>
              <a:t>出发检验while语句</a:t>
            </a:r>
            <a:r>
              <a:rPr lang="zh-CN" altLang="en-US" sz="4000"/>
              <a:t>）</a:t>
            </a:r>
          </a:p>
          <a:p>
            <a:pPr>
              <a:lnSpc>
                <a:spcPct val="110000"/>
              </a:lnSpc>
              <a:spcAft>
                <a:spcPct val="0"/>
              </a:spcAft>
              <a:buFont typeface="Times New Roman" panose="02020603050405020304" pitchFamily="18" charset="0"/>
              <a:buNone/>
            </a:pPr>
            <a:endParaRPr lang="zh-CN" altLang="en-US" sz="4000"/>
          </a:p>
        </p:txBody>
      </p:sp>
      <p:sp>
        <p:nvSpPr>
          <p:cNvPr id="59401" name="标题 2">
            <a:extLst>
              <a:ext uri="{FF2B5EF4-FFF2-40B4-BE49-F238E27FC236}">
                <a16:creationId xmlns:a16="http://schemas.microsoft.com/office/drawing/2014/main" id="{F32A73BA-0BB2-526D-50E8-0E774A98790B}"/>
              </a:ext>
            </a:extLst>
          </p:cNvPr>
          <p:cNvSpPr txBox="1">
            <a:spLocks/>
          </p:cNvSpPr>
          <p:nvPr/>
        </p:nvSpPr>
        <p:spPr bwMode="auto">
          <a:xfrm>
            <a:off x="639763" y="5081588"/>
            <a:ext cx="788670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a:lnSpc>
                <a:spcPct val="110000"/>
              </a:lnSpc>
              <a:spcAft>
                <a:spcPct val="0"/>
              </a:spcAft>
              <a:buFont typeface="Times New Roman" panose="02020603050405020304" pitchFamily="18" charset="0"/>
              <a:buNone/>
            </a:pPr>
            <a:r>
              <a:rPr lang="zh-CN" altLang="en-US" sz="2800" b="1" dirty="0">
                <a:solidFill>
                  <a:srgbClr val="404040"/>
                </a:solidFill>
                <a:latin typeface="微软雅黑" panose="020B0503020204020204" pitchFamily="34" charset="-122"/>
                <a:ea typeface="微软雅黑" panose="020B0503020204020204" pitchFamily="34" charset="-122"/>
              </a:rPr>
              <a:t>规约是推导的逆过程</a:t>
            </a:r>
            <a:endParaRPr lang="en-US" altLang="zh-CN" sz="2800" b="1" dirty="0">
              <a:solidFill>
                <a:srgbClr val="404040"/>
              </a:solidFill>
              <a:latin typeface="微软雅黑" panose="020B0503020204020204" pitchFamily="34" charset="-122"/>
              <a:ea typeface="微软雅黑" panose="020B0503020204020204" pitchFamily="34" charset="-122"/>
            </a:endParaRPr>
          </a:p>
          <a:p>
            <a:pPr>
              <a:lnSpc>
                <a:spcPct val="110000"/>
              </a:lnSpc>
              <a:spcAft>
                <a:spcPct val="0"/>
              </a:spcAft>
              <a:buFont typeface="Times New Roman" panose="02020603050405020304" pitchFamily="18" charset="0"/>
              <a:buNone/>
            </a:pPr>
            <a:r>
              <a:rPr lang="zh-CN" altLang="en-US" sz="2800" b="1" dirty="0">
                <a:solidFill>
                  <a:srgbClr val="404040"/>
                </a:solidFill>
                <a:latin typeface="微软雅黑" panose="020B0503020204020204" pitchFamily="34" charset="-122"/>
                <a:ea typeface="微软雅黑" panose="020B0503020204020204" pitchFamily="34" charset="-122"/>
              </a:rPr>
              <a:t>定义：一个与</a:t>
            </a:r>
            <a:r>
              <a:rPr lang="zh-CN" altLang="en-US" sz="2800" b="1" dirty="0">
                <a:solidFill>
                  <a:srgbClr val="FF0000"/>
                </a:solidFill>
                <a:latin typeface="微软雅黑" panose="020B0503020204020204" pitchFamily="34" charset="-122"/>
                <a:ea typeface="微软雅黑" panose="020B0503020204020204" pitchFamily="34" charset="-122"/>
              </a:rPr>
              <a:t>某产生式的体</a:t>
            </a:r>
            <a:r>
              <a:rPr lang="zh-CN" altLang="en-US" sz="2800" b="1" dirty="0">
                <a:solidFill>
                  <a:srgbClr val="404040"/>
                </a:solidFill>
                <a:latin typeface="微软雅黑" panose="020B0503020204020204" pitchFamily="34" charset="-122"/>
                <a:ea typeface="微软雅黑" panose="020B0503020204020204" pitchFamily="34" charset="-122"/>
              </a:rPr>
              <a:t>相匹配的特定子串被替换成该产生式头部的</a:t>
            </a:r>
            <a:r>
              <a:rPr lang="zh-CN" altLang="en-US" sz="2800" b="1" dirty="0">
                <a:solidFill>
                  <a:srgbClr val="FF0000"/>
                </a:solidFill>
                <a:latin typeface="微软雅黑" panose="020B0503020204020204" pitchFamily="34" charset="-122"/>
                <a:ea typeface="微软雅黑" panose="020B0503020204020204" pitchFamily="34" charset="-122"/>
              </a:rPr>
              <a:t>非终结符号</a:t>
            </a:r>
            <a:r>
              <a:rPr lang="zh-CN" altLang="en-US" sz="2800" b="1" dirty="0">
                <a:solidFill>
                  <a:srgbClr val="404040"/>
                </a:solidFill>
                <a:latin typeface="微软雅黑" panose="020B0503020204020204" pitchFamily="34" charset="-122"/>
                <a:ea typeface="微软雅黑" panose="020B0503020204020204" pitchFamily="34" charset="-122"/>
              </a:rPr>
              <a:t>，最终规约得到文法的开始符号。</a:t>
            </a:r>
            <a:endParaRPr lang="en-US" altLang="zh-CN" sz="2800" b="1" dirty="0">
              <a:solidFill>
                <a:srgbClr val="40404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5">
            <a:extLst>
              <a:ext uri="{FF2B5EF4-FFF2-40B4-BE49-F238E27FC236}">
                <a16:creationId xmlns:a16="http://schemas.microsoft.com/office/drawing/2014/main" id="{1F7AB18C-A420-F403-BBC4-17DF09B4DFAB}"/>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8371" name="Slide Number Placeholder 6">
            <a:extLst>
              <a:ext uri="{FF2B5EF4-FFF2-40B4-BE49-F238E27FC236}">
                <a16:creationId xmlns:a16="http://schemas.microsoft.com/office/drawing/2014/main" id="{54A49C24-6A95-4BDE-2396-C94C6E05916C}"/>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B331FB77-C555-483E-B7F2-740FDAEBACBC}"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32</a:t>
            </a:fld>
            <a:endParaRPr lang="en-GB" altLang="en-US" sz="1200">
              <a:latin typeface="Comic Sans MS" panose="030F0702030302020204" pitchFamily="66" charset="0"/>
              <a:ea typeface="宋体" panose="02010600030101010101" pitchFamily="2" charset="-122"/>
            </a:endParaRPr>
          </a:p>
        </p:txBody>
      </p:sp>
      <p:sp>
        <p:nvSpPr>
          <p:cNvPr id="58372" name="Rectangle 2">
            <a:extLst>
              <a:ext uri="{FF2B5EF4-FFF2-40B4-BE49-F238E27FC236}">
                <a16:creationId xmlns:a16="http://schemas.microsoft.com/office/drawing/2014/main" id="{16F465E8-145F-18B5-A090-10D296BFD84B}"/>
              </a:ext>
            </a:extLst>
          </p:cNvPr>
          <p:cNvSpPr>
            <a:spLocks noGrp="1" noChangeArrowheads="1"/>
          </p:cNvSpPr>
          <p:nvPr>
            <p:ph type="title" idx="4294967295"/>
          </p:nvPr>
        </p:nvSpPr>
        <p:spPr/>
        <p:txBody>
          <a:bodyPr/>
          <a:lstStyle/>
          <a:p>
            <a:pPr eaLnBrk="1" hangingPunct="1"/>
            <a:r>
              <a:rPr lang="zh-CN" altLang="en-US" sz="4800" dirty="0">
                <a:solidFill>
                  <a:schemeClr val="tx1"/>
                </a:solidFill>
                <a:ea typeface="楷体_GB2312"/>
              </a:rPr>
              <a:t>推导与归约</a:t>
            </a:r>
          </a:p>
        </p:txBody>
      </p:sp>
      <p:sp>
        <p:nvSpPr>
          <p:cNvPr id="58373" name="日期占位符 7">
            <a:extLst>
              <a:ext uri="{FF2B5EF4-FFF2-40B4-BE49-F238E27FC236}">
                <a16:creationId xmlns:a16="http://schemas.microsoft.com/office/drawing/2014/main" id="{DE2D3D24-3595-A8E2-347A-AEFB127D0CA7}"/>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 name="Rectangle 3">
            <a:extLst>
              <a:ext uri="{FF2B5EF4-FFF2-40B4-BE49-F238E27FC236}">
                <a16:creationId xmlns:a16="http://schemas.microsoft.com/office/drawing/2014/main" id="{D9E016A0-BB96-1203-7AC5-A22A60C82A0D}"/>
              </a:ext>
            </a:extLst>
          </p:cNvPr>
          <p:cNvSpPr txBox="1">
            <a:spLocks noChangeArrowheads="1"/>
          </p:cNvSpPr>
          <p:nvPr/>
        </p:nvSpPr>
        <p:spPr bwMode="auto">
          <a:xfrm>
            <a:off x="2205123" y="2266746"/>
            <a:ext cx="5178425" cy="3421062"/>
          </a:xfrm>
          <a:prstGeom prst="rect">
            <a:avLst/>
          </a:prstGeom>
          <a:gradFill rotWithShape="1">
            <a:gsLst>
              <a:gs pos="0">
                <a:srgbClr val="C5DEE7"/>
              </a:gs>
              <a:gs pos="88000">
                <a:srgbClr val="70B7CD"/>
              </a:gs>
              <a:gs pos="100000">
                <a:srgbClr val="70B7CD"/>
              </a:gs>
            </a:gsLst>
            <a:lin ang="5400000"/>
          </a:gradFill>
          <a:ln w="12700" cap="rnd" algn="ctr">
            <a:solidFill>
              <a:srgbClr val="4BACC6"/>
            </a:solidFill>
            <a:miter lim="800000"/>
            <a:headEnd/>
            <a:tailEnd/>
          </a:ln>
        </p:spPr>
        <p:txBody>
          <a:bodyPr lIns="68580" tIns="34290" rIns="68580" bIns="34290"/>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100000"/>
              </a:lnSpc>
              <a:spcAft>
                <a:spcPct val="0"/>
              </a:spcAft>
              <a:buClr>
                <a:srgbClr val="4F81BD"/>
              </a:buClr>
              <a:buSzPct val="80000"/>
              <a:buFont typeface="Wingdings 3" panose="05040102010807070707" pitchFamily="18" charset="2"/>
              <a:buNone/>
            </a:pPr>
            <a:r>
              <a:rPr lang="en-US" altLang="zh-CN" sz="2000">
                <a:latin typeface="微软雅黑" panose="020B0503020204020204" pitchFamily="34" charset="-122"/>
                <a:ea typeface="微软雅黑" panose="020B0503020204020204" pitchFamily="34" charset="-122"/>
              </a:rPr>
              <a:t>    &lt;</a:t>
            </a:r>
            <a:r>
              <a:rPr lang="zh-CN" altLang="en-US" sz="2000">
                <a:latin typeface="微软雅黑" panose="020B0503020204020204" pitchFamily="34" charset="-122"/>
                <a:ea typeface="微软雅黑" panose="020B0503020204020204" pitchFamily="34" charset="-122"/>
              </a:rPr>
              <a:t>句子</a:t>
            </a:r>
            <a:r>
              <a:rPr lang="en-US" altLang="zh-CN" sz="2000">
                <a:latin typeface="微软雅黑" panose="020B0503020204020204" pitchFamily="34" charset="-122"/>
                <a:ea typeface="微软雅黑" panose="020B0503020204020204" pitchFamily="34" charset="-122"/>
              </a:rPr>
              <a:t>&gt;</a:t>
            </a:r>
          </a:p>
          <a:p>
            <a:pPr eaLnBrk="1" hangingPunct="1">
              <a:lnSpc>
                <a:spcPct val="100000"/>
              </a:lnSpc>
              <a:spcAft>
                <a:spcPct val="0"/>
              </a:spcAft>
              <a:buClr>
                <a:srgbClr val="4F81BD"/>
              </a:buClr>
              <a:buSzPct val="80000"/>
              <a:buFont typeface="Wingdings 3" panose="05040102010807070707" pitchFamily="18" charset="2"/>
              <a:buNone/>
            </a:pPr>
            <a:r>
              <a:rPr lang="en-US" altLang="zh-CN" sz="2000">
                <a:latin typeface="微软雅黑" panose="020B0503020204020204" pitchFamily="34" charset="-122"/>
                <a:ea typeface="微软雅黑" panose="020B0503020204020204" pitchFamily="34" charset="-122"/>
                <a:sym typeface="Symbol" panose="05050102010706020507" pitchFamily="18" charset="2"/>
              </a:rPr>
              <a:t></a:t>
            </a:r>
            <a:r>
              <a:rPr lang="en-US" altLang="zh-CN" sz="2000">
                <a:solidFill>
                  <a:srgbClr val="0000D0"/>
                </a:solidFill>
                <a:latin typeface="微软雅黑" panose="020B0503020204020204" pitchFamily="34" charset="-122"/>
                <a:ea typeface="微软雅黑" panose="020B0503020204020204" pitchFamily="34" charset="-122"/>
              </a:rPr>
              <a:t>&lt;</a:t>
            </a:r>
            <a:r>
              <a:rPr lang="zh-CN" altLang="en-US" sz="2000">
                <a:solidFill>
                  <a:srgbClr val="0000D0"/>
                </a:solidFill>
                <a:latin typeface="微软雅黑" panose="020B0503020204020204" pitchFamily="34" charset="-122"/>
                <a:ea typeface="微软雅黑" panose="020B0503020204020204" pitchFamily="34" charset="-122"/>
              </a:rPr>
              <a:t>主语</a:t>
            </a:r>
            <a:r>
              <a:rPr lang="en-US" altLang="zh-CN" sz="2000">
                <a:solidFill>
                  <a:srgbClr val="0000D0"/>
                </a:solidFill>
                <a:latin typeface="微软雅黑" panose="020B0503020204020204" pitchFamily="34" charset="-122"/>
                <a:ea typeface="微软雅黑" panose="020B0503020204020204" pitchFamily="34" charset="-122"/>
              </a:rPr>
              <a:t>&gt;&lt;</a:t>
            </a:r>
            <a:r>
              <a:rPr lang="zh-CN" altLang="en-US" sz="2000">
                <a:solidFill>
                  <a:srgbClr val="0000D0"/>
                </a:solidFill>
                <a:latin typeface="微软雅黑" panose="020B0503020204020204" pitchFamily="34" charset="-122"/>
                <a:ea typeface="微软雅黑" panose="020B0503020204020204" pitchFamily="34" charset="-122"/>
              </a:rPr>
              <a:t>谓语</a:t>
            </a:r>
            <a:r>
              <a:rPr lang="en-US" altLang="zh-CN" sz="2000">
                <a:solidFill>
                  <a:srgbClr val="0000D0"/>
                </a:solidFill>
                <a:latin typeface="微软雅黑" panose="020B0503020204020204" pitchFamily="34" charset="-122"/>
                <a:ea typeface="微软雅黑" panose="020B0503020204020204" pitchFamily="34" charset="-122"/>
              </a:rPr>
              <a:t>&gt;&lt;</a:t>
            </a:r>
            <a:r>
              <a:rPr lang="zh-CN" altLang="en-US" sz="2000">
                <a:solidFill>
                  <a:srgbClr val="0000D0"/>
                </a:solidFill>
                <a:latin typeface="微软雅黑" panose="020B0503020204020204" pitchFamily="34" charset="-122"/>
                <a:ea typeface="微软雅黑" panose="020B0503020204020204" pitchFamily="34" charset="-122"/>
              </a:rPr>
              <a:t>间接宾语</a:t>
            </a:r>
            <a:r>
              <a:rPr lang="en-US" altLang="zh-CN" sz="2000">
                <a:solidFill>
                  <a:srgbClr val="0000D0"/>
                </a:solidFill>
                <a:latin typeface="微软雅黑" panose="020B0503020204020204" pitchFamily="34" charset="-122"/>
                <a:ea typeface="微软雅黑" panose="020B0503020204020204" pitchFamily="34" charset="-122"/>
              </a:rPr>
              <a:t>&gt;&lt;</a:t>
            </a:r>
            <a:r>
              <a:rPr lang="zh-CN" altLang="en-US" sz="2000">
                <a:solidFill>
                  <a:srgbClr val="0000D0"/>
                </a:solidFill>
                <a:latin typeface="微软雅黑" panose="020B0503020204020204" pitchFamily="34" charset="-122"/>
                <a:ea typeface="微软雅黑" panose="020B0503020204020204" pitchFamily="34" charset="-122"/>
              </a:rPr>
              <a:t>直接宾语</a:t>
            </a:r>
            <a:r>
              <a:rPr lang="en-US" altLang="zh-CN" sz="2000">
                <a:solidFill>
                  <a:srgbClr val="0000D0"/>
                </a:solidFill>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a:latin typeface="微软雅黑" panose="020B0503020204020204" pitchFamily="34" charset="-122"/>
                <a:ea typeface="微软雅黑" panose="020B0503020204020204" pitchFamily="34" charset="-122"/>
                <a:sym typeface="Symbol" panose="05050102010706020507" pitchFamily="18" charset="2"/>
              </a:rPr>
              <a:t></a:t>
            </a:r>
            <a:r>
              <a:rPr lang="en-US" altLang="zh-CN" sz="2000">
                <a:solidFill>
                  <a:srgbClr val="0000D0"/>
                </a:solidFill>
                <a:latin typeface="微软雅黑" panose="020B0503020204020204" pitchFamily="34" charset="-122"/>
                <a:ea typeface="微软雅黑" panose="020B0503020204020204" pitchFamily="34" charset="-122"/>
              </a:rPr>
              <a:t>&lt;</a:t>
            </a:r>
            <a:r>
              <a:rPr lang="zh-CN" altLang="en-US" sz="2000">
                <a:solidFill>
                  <a:srgbClr val="0000D0"/>
                </a:solidFill>
                <a:latin typeface="微软雅黑" panose="020B0503020204020204" pitchFamily="34" charset="-122"/>
                <a:ea typeface="微软雅黑" panose="020B0503020204020204" pitchFamily="34" charset="-122"/>
              </a:rPr>
              <a:t>代词</a:t>
            </a:r>
            <a:r>
              <a:rPr lang="en-US" altLang="zh-CN" sz="2000">
                <a:solidFill>
                  <a:srgbClr val="0000D0"/>
                </a:solidFill>
                <a:latin typeface="微软雅黑" panose="020B0503020204020204" pitchFamily="34" charset="-122"/>
                <a:ea typeface="微软雅黑" panose="020B0503020204020204" pitchFamily="34" charset="-122"/>
              </a:rPr>
              <a:t>&gt;</a:t>
            </a:r>
            <a:r>
              <a:rPr lang="en-US" altLang="zh-CN" sz="2000">
                <a:latin typeface="微软雅黑" panose="020B0503020204020204" pitchFamily="34" charset="-122"/>
                <a:ea typeface="微软雅黑" panose="020B0503020204020204" pitchFamily="34" charset="-122"/>
              </a:rPr>
              <a:t>&lt;</a:t>
            </a:r>
            <a:r>
              <a:rPr lang="zh-CN" altLang="en-US" sz="2000">
                <a:latin typeface="微软雅黑" panose="020B0503020204020204" pitchFamily="34" charset="-122"/>
                <a:ea typeface="微软雅黑" panose="020B0503020204020204" pitchFamily="34" charset="-122"/>
              </a:rPr>
              <a:t>谓语</a:t>
            </a:r>
            <a:r>
              <a:rPr lang="en-US" altLang="zh-CN" sz="2000">
                <a:latin typeface="微软雅黑" panose="020B0503020204020204" pitchFamily="34" charset="-122"/>
                <a:ea typeface="微软雅黑" panose="020B0503020204020204" pitchFamily="34" charset="-122"/>
              </a:rPr>
              <a:t>&gt;&lt;</a:t>
            </a:r>
            <a:r>
              <a:rPr lang="zh-CN" altLang="en-US" sz="2000">
                <a:latin typeface="微软雅黑" panose="020B0503020204020204" pitchFamily="34" charset="-122"/>
                <a:ea typeface="微软雅黑" panose="020B0503020204020204" pitchFamily="34" charset="-122"/>
              </a:rPr>
              <a:t>间接宾语</a:t>
            </a:r>
            <a:r>
              <a:rPr lang="en-US" altLang="zh-CN" sz="2000">
                <a:latin typeface="微软雅黑" panose="020B0503020204020204" pitchFamily="34" charset="-122"/>
                <a:ea typeface="微软雅黑" panose="020B0503020204020204" pitchFamily="34" charset="-122"/>
              </a:rPr>
              <a:t>&gt;&lt;</a:t>
            </a:r>
            <a:r>
              <a:rPr lang="zh-CN" altLang="en-US" sz="2000">
                <a:latin typeface="微软雅黑" panose="020B0503020204020204" pitchFamily="34" charset="-122"/>
                <a:ea typeface="微软雅黑" panose="020B0503020204020204" pitchFamily="34" charset="-122"/>
              </a:rPr>
              <a:t>直接宾语</a:t>
            </a:r>
            <a:r>
              <a:rPr lang="en-US" altLang="zh-CN" sz="200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a:latin typeface="微软雅黑" panose="020B0503020204020204" pitchFamily="34" charset="-122"/>
                <a:ea typeface="微软雅黑" panose="020B0503020204020204" pitchFamily="34" charset="-122"/>
                <a:sym typeface="Symbol" panose="05050102010706020507" pitchFamily="18" charset="2"/>
              </a:rPr>
              <a:t></a:t>
            </a:r>
            <a:r>
              <a:rPr lang="en-US" altLang="zh-CN" sz="2000">
                <a:solidFill>
                  <a:srgbClr val="0000D0"/>
                </a:solidFill>
                <a:latin typeface="微软雅黑" panose="020B0503020204020204" pitchFamily="34" charset="-122"/>
                <a:ea typeface="微软雅黑" panose="020B0503020204020204" pitchFamily="34" charset="-122"/>
              </a:rPr>
              <a:t>He</a:t>
            </a:r>
            <a:r>
              <a:rPr lang="en-US" altLang="zh-CN" sz="2000">
                <a:latin typeface="微软雅黑" panose="020B0503020204020204" pitchFamily="34" charset="-122"/>
                <a:ea typeface="微软雅黑" panose="020B0503020204020204" pitchFamily="34" charset="-122"/>
              </a:rPr>
              <a:t> &lt;</a:t>
            </a:r>
            <a:r>
              <a:rPr lang="zh-CN" altLang="en-US" sz="2000">
                <a:latin typeface="微软雅黑" panose="020B0503020204020204" pitchFamily="34" charset="-122"/>
                <a:ea typeface="微软雅黑" panose="020B0503020204020204" pitchFamily="34" charset="-122"/>
              </a:rPr>
              <a:t>谓语</a:t>
            </a:r>
            <a:r>
              <a:rPr lang="en-US" altLang="zh-CN" sz="2000">
                <a:latin typeface="微软雅黑" panose="020B0503020204020204" pitchFamily="34" charset="-122"/>
                <a:ea typeface="微软雅黑" panose="020B0503020204020204" pitchFamily="34" charset="-122"/>
              </a:rPr>
              <a:t>&gt;&lt;</a:t>
            </a:r>
            <a:r>
              <a:rPr lang="zh-CN" altLang="en-US" sz="2000">
                <a:latin typeface="微软雅黑" panose="020B0503020204020204" pitchFamily="34" charset="-122"/>
                <a:ea typeface="微软雅黑" panose="020B0503020204020204" pitchFamily="34" charset="-122"/>
              </a:rPr>
              <a:t>间接宾语</a:t>
            </a:r>
            <a:r>
              <a:rPr lang="en-US" altLang="zh-CN" sz="2000">
                <a:latin typeface="微软雅黑" panose="020B0503020204020204" pitchFamily="34" charset="-122"/>
                <a:ea typeface="微软雅黑" panose="020B0503020204020204" pitchFamily="34" charset="-122"/>
              </a:rPr>
              <a:t>&gt;&lt;</a:t>
            </a:r>
            <a:r>
              <a:rPr lang="zh-CN" altLang="en-US" sz="2000">
                <a:latin typeface="微软雅黑" panose="020B0503020204020204" pitchFamily="34" charset="-122"/>
                <a:ea typeface="微软雅黑" panose="020B0503020204020204" pitchFamily="34" charset="-122"/>
              </a:rPr>
              <a:t>直接宾语</a:t>
            </a:r>
            <a:r>
              <a:rPr lang="en-US" altLang="zh-CN" sz="200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a:latin typeface="微软雅黑" panose="020B0503020204020204" pitchFamily="34" charset="-122"/>
                <a:ea typeface="微软雅黑" panose="020B0503020204020204" pitchFamily="34" charset="-122"/>
                <a:sym typeface="Symbol" panose="05050102010706020507" pitchFamily="18" charset="2"/>
              </a:rPr>
              <a:t></a:t>
            </a:r>
            <a:r>
              <a:rPr lang="en-US" altLang="zh-CN" sz="2000">
                <a:latin typeface="微软雅黑" panose="020B0503020204020204" pitchFamily="34" charset="-122"/>
                <a:ea typeface="微软雅黑" panose="020B0503020204020204" pitchFamily="34" charset="-122"/>
              </a:rPr>
              <a:t>He </a:t>
            </a:r>
            <a:r>
              <a:rPr lang="en-US" altLang="zh-CN" sz="2000">
                <a:solidFill>
                  <a:srgbClr val="0000D0"/>
                </a:solidFill>
                <a:latin typeface="微软雅黑" panose="020B0503020204020204" pitchFamily="34" charset="-122"/>
                <a:ea typeface="微软雅黑" panose="020B0503020204020204" pitchFamily="34" charset="-122"/>
              </a:rPr>
              <a:t>&lt;</a:t>
            </a:r>
            <a:r>
              <a:rPr lang="zh-CN" altLang="en-US" sz="2000">
                <a:solidFill>
                  <a:srgbClr val="0000D0"/>
                </a:solidFill>
                <a:latin typeface="微软雅黑" panose="020B0503020204020204" pitchFamily="34" charset="-122"/>
                <a:ea typeface="微软雅黑" panose="020B0503020204020204" pitchFamily="34" charset="-122"/>
              </a:rPr>
              <a:t>动词</a:t>
            </a:r>
            <a:r>
              <a:rPr lang="en-US" altLang="zh-CN" sz="2000">
                <a:solidFill>
                  <a:srgbClr val="0000D0"/>
                </a:solidFill>
                <a:latin typeface="微软雅黑" panose="020B0503020204020204" pitchFamily="34" charset="-122"/>
                <a:ea typeface="微软雅黑" panose="020B0503020204020204" pitchFamily="34" charset="-122"/>
              </a:rPr>
              <a:t>&gt;</a:t>
            </a:r>
            <a:r>
              <a:rPr lang="en-US" altLang="zh-CN" sz="2000">
                <a:latin typeface="微软雅黑" panose="020B0503020204020204" pitchFamily="34" charset="-122"/>
                <a:ea typeface="微软雅黑" panose="020B0503020204020204" pitchFamily="34" charset="-122"/>
              </a:rPr>
              <a:t> &lt;</a:t>
            </a:r>
            <a:r>
              <a:rPr lang="zh-CN" altLang="en-US" sz="2000">
                <a:latin typeface="微软雅黑" panose="020B0503020204020204" pitchFamily="34" charset="-122"/>
                <a:ea typeface="微软雅黑" panose="020B0503020204020204" pitchFamily="34" charset="-122"/>
              </a:rPr>
              <a:t>间接宾语</a:t>
            </a:r>
            <a:r>
              <a:rPr lang="en-US" altLang="zh-CN" sz="2000">
                <a:latin typeface="微软雅黑" panose="020B0503020204020204" pitchFamily="34" charset="-122"/>
                <a:ea typeface="微软雅黑" panose="020B0503020204020204" pitchFamily="34" charset="-122"/>
              </a:rPr>
              <a:t>&gt;&lt;</a:t>
            </a:r>
            <a:r>
              <a:rPr lang="zh-CN" altLang="en-US" sz="2000">
                <a:latin typeface="微软雅黑" panose="020B0503020204020204" pitchFamily="34" charset="-122"/>
                <a:ea typeface="微软雅黑" panose="020B0503020204020204" pitchFamily="34" charset="-122"/>
              </a:rPr>
              <a:t>直接宾语</a:t>
            </a:r>
            <a:r>
              <a:rPr lang="en-US" altLang="zh-CN" sz="200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a:latin typeface="微软雅黑" panose="020B0503020204020204" pitchFamily="34" charset="-122"/>
                <a:ea typeface="微软雅黑" panose="020B0503020204020204" pitchFamily="34" charset="-122"/>
                <a:sym typeface="Symbol" panose="05050102010706020507" pitchFamily="18" charset="2"/>
              </a:rPr>
              <a:t></a:t>
            </a:r>
            <a:r>
              <a:rPr lang="en-US" altLang="zh-CN" sz="2000">
                <a:latin typeface="微软雅黑" panose="020B0503020204020204" pitchFamily="34" charset="-122"/>
                <a:ea typeface="微软雅黑" panose="020B0503020204020204" pitchFamily="34" charset="-122"/>
              </a:rPr>
              <a:t>He </a:t>
            </a:r>
            <a:r>
              <a:rPr lang="en-US" altLang="zh-CN" sz="2000">
                <a:solidFill>
                  <a:srgbClr val="0000D0"/>
                </a:solidFill>
                <a:latin typeface="微软雅黑" panose="020B0503020204020204" pitchFamily="34" charset="-122"/>
                <a:ea typeface="微软雅黑" panose="020B0503020204020204" pitchFamily="34" charset="-122"/>
              </a:rPr>
              <a:t>gave</a:t>
            </a:r>
            <a:r>
              <a:rPr lang="en-US" altLang="zh-CN" sz="2000">
                <a:latin typeface="微软雅黑" panose="020B0503020204020204" pitchFamily="34" charset="-122"/>
                <a:ea typeface="微软雅黑" panose="020B0503020204020204" pitchFamily="34" charset="-122"/>
              </a:rPr>
              <a:t> &lt;</a:t>
            </a:r>
            <a:r>
              <a:rPr lang="zh-CN" altLang="en-US" sz="2000">
                <a:latin typeface="微软雅黑" panose="020B0503020204020204" pitchFamily="34" charset="-122"/>
                <a:ea typeface="微软雅黑" panose="020B0503020204020204" pitchFamily="34" charset="-122"/>
              </a:rPr>
              <a:t>间接宾语</a:t>
            </a:r>
            <a:r>
              <a:rPr lang="en-US" altLang="zh-CN" sz="2000">
                <a:latin typeface="微软雅黑" panose="020B0503020204020204" pitchFamily="34" charset="-122"/>
                <a:ea typeface="微软雅黑" panose="020B0503020204020204" pitchFamily="34" charset="-122"/>
              </a:rPr>
              <a:t>&gt;&lt;</a:t>
            </a:r>
            <a:r>
              <a:rPr lang="zh-CN" altLang="en-US" sz="2000">
                <a:latin typeface="微软雅黑" panose="020B0503020204020204" pitchFamily="34" charset="-122"/>
                <a:ea typeface="微软雅黑" panose="020B0503020204020204" pitchFamily="34" charset="-122"/>
              </a:rPr>
              <a:t>直接宾语</a:t>
            </a:r>
            <a:r>
              <a:rPr lang="en-US" altLang="zh-CN" sz="200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a:latin typeface="微软雅黑" panose="020B0503020204020204" pitchFamily="34" charset="-122"/>
                <a:ea typeface="微软雅黑" panose="020B0503020204020204" pitchFamily="34" charset="-122"/>
                <a:sym typeface="Symbol" panose="05050102010706020507" pitchFamily="18" charset="2"/>
              </a:rPr>
              <a:t></a:t>
            </a:r>
            <a:r>
              <a:rPr lang="en-US" altLang="zh-CN" sz="2000">
                <a:latin typeface="微软雅黑" panose="020B0503020204020204" pitchFamily="34" charset="-122"/>
                <a:ea typeface="微软雅黑" panose="020B0503020204020204" pitchFamily="34" charset="-122"/>
              </a:rPr>
              <a:t>He gave </a:t>
            </a:r>
            <a:r>
              <a:rPr lang="en-US" altLang="zh-CN" sz="2000">
                <a:solidFill>
                  <a:srgbClr val="0000D0"/>
                </a:solidFill>
                <a:latin typeface="微软雅黑" panose="020B0503020204020204" pitchFamily="34" charset="-122"/>
                <a:ea typeface="微软雅黑" panose="020B0503020204020204" pitchFamily="34" charset="-122"/>
              </a:rPr>
              <a:t>&lt;</a:t>
            </a:r>
            <a:r>
              <a:rPr lang="zh-CN" altLang="en-US" sz="2000">
                <a:solidFill>
                  <a:srgbClr val="0000D0"/>
                </a:solidFill>
                <a:latin typeface="微软雅黑" panose="020B0503020204020204" pitchFamily="34" charset="-122"/>
                <a:ea typeface="微软雅黑" panose="020B0503020204020204" pitchFamily="34" charset="-122"/>
              </a:rPr>
              <a:t>代词</a:t>
            </a:r>
            <a:r>
              <a:rPr lang="en-US" altLang="zh-CN" sz="2000">
                <a:solidFill>
                  <a:srgbClr val="0000D0"/>
                </a:solidFill>
                <a:latin typeface="微软雅黑" panose="020B0503020204020204" pitchFamily="34" charset="-122"/>
                <a:ea typeface="微软雅黑" panose="020B0503020204020204" pitchFamily="34" charset="-122"/>
              </a:rPr>
              <a:t>&gt;</a:t>
            </a:r>
            <a:r>
              <a:rPr lang="en-US" altLang="zh-CN" sz="2000">
                <a:latin typeface="微软雅黑" panose="020B0503020204020204" pitchFamily="34" charset="-122"/>
                <a:ea typeface="微软雅黑" panose="020B0503020204020204" pitchFamily="34" charset="-122"/>
              </a:rPr>
              <a:t> &lt;</a:t>
            </a:r>
            <a:r>
              <a:rPr lang="zh-CN" altLang="en-US" sz="2000">
                <a:latin typeface="微软雅黑" panose="020B0503020204020204" pitchFamily="34" charset="-122"/>
                <a:ea typeface="微软雅黑" panose="020B0503020204020204" pitchFamily="34" charset="-122"/>
              </a:rPr>
              <a:t>直接宾语</a:t>
            </a:r>
            <a:r>
              <a:rPr lang="en-US" altLang="zh-CN" sz="200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a:latin typeface="微软雅黑" panose="020B0503020204020204" pitchFamily="34" charset="-122"/>
                <a:ea typeface="微软雅黑" panose="020B0503020204020204" pitchFamily="34" charset="-122"/>
                <a:sym typeface="Symbol" panose="05050102010706020507" pitchFamily="18" charset="2"/>
              </a:rPr>
              <a:t></a:t>
            </a:r>
            <a:r>
              <a:rPr lang="en-US" altLang="zh-CN" sz="2000">
                <a:latin typeface="微软雅黑" panose="020B0503020204020204" pitchFamily="34" charset="-122"/>
                <a:ea typeface="微软雅黑" panose="020B0503020204020204" pitchFamily="34" charset="-122"/>
              </a:rPr>
              <a:t>He gave </a:t>
            </a:r>
            <a:r>
              <a:rPr lang="en-US" altLang="zh-CN" sz="2000">
                <a:solidFill>
                  <a:srgbClr val="0000D0"/>
                </a:solidFill>
                <a:latin typeface="微软雅黑" panose="020B0503020204020204" pitchFamily="34" charset="-122"/>
                <a:ea typeface="微软雅黑" panose="020B0503020204020204" pitchFamily="34" charset="-122"/>
              </a:rPr>
              <a:t>me</a:t>
            </a:r>
            <a:r>
              <a:rPr lang="en-US" altLang="zh-CN" sz="2000">
                <a:latin typeface="微软雅黑" panose="020B0503020204020204" pitchFamily="34" charset="-122"/>
                <a:ea typeface="微软雅黑" panose="020B0503020204020204" pitchFamily="34" charset="-122"/>
              </a:rPr>
              <a:t> &lt;</a:t>
            </a:r>
            <a:r>
              <a:rPr lang="zh-CN" altLang="en-US" sz="2000">
                <a:latin typeface="微软雅黑" panose="020B0503020204020204" pitchFamily="34" charset="-122"/>
                <a:ea typeface="微软雅黑" panose="020B0503020204020204" pitchFamily="34" charset="-122"/>
              </a:rPr>
              <a:t>直接宾语</a:t>
            </a:r>
            <a:r>
              <a:rPr lang="en-US" altLang="zh-CN" sz="200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a:latin typeface="微软雅黑" panose="020B0503020204020204" pitchFamily="34" charset="-122"/>
                <a:ea typeface="微软雅黑" panose="020B0503020204020204" pitchFamily="34" charset="-122"/>
                <a:sym typeface="Symbol" panose="05050102010706020507" pitchFamily="18" charset="2"/>
              </a:rPr>
              <a:t></a:t>
            </a:r>
            <a:r>
              <a:rPr lang="en-US" altLang="zh-CN" sz="2000">
                <a:latin typeface="微软雅黑" panose="020B0503020204020204" pitchFamily="34" charset="-122"/>
                <a:ea typeface="微软雅黑" panose="020B0503020204020204" pitchFamily="34" charset="-122"/>
              </a:rPr>
              <a:t>He gave me </a:t>
            </a:r>
            <a:r>
              <a:rPr lang="en-US" altLang="zh-CN" sz="2000">
                <a:solidFill>
                  <a:srgbClr val="0000D0"/>
                </a:solidFill>
                <a:latin typeface="微软雅黑" panose="020B0503020204020204" pitchFamily="34" charset="-122"/>
                <a:ea typeface="微软雅黑" panose="020B0503020204020204" pitchFamily="34" charset="-122"/>
              </a:rPr>
              <a:t>&lt;</a:t>
            </a:r>
            <a:r>
              <a:rPr lang="zh-CN" altLang="en-US" sz="2000">
                <a:solidFill>
                  <a:srgbClr val="0000D0"/>
                </a:solidFill>
                <a:latin typeface="微软雅黑" panose="020B0503020204020204" pitchFamily="34" charset="-122"/>
                <a:ea typeface="微软雅黑" panose="020B0503020204020204" pitchFamily="34" charset="-122"/>
              </a:rPr>
              <a:t>冠词</a:t>
            </a:r>
            <a:r>
              <a:rPr lang="en-US" altLang="zh-CN" sz="2000">
                <a:solidFill>
                  <a:srgbClr val="0000D0"/>
                </a:solidFill>
                <a:latin typeface="微软雅黑" panose="020B0503020204020204" pitchFamily="34" charset="-122"/>
                <a:ea typeface="微软雅黑" panose="020B0503020204020204" pitchFamily="34" charset="-122"/>
              </a:rPr>
              <a:t>&gt;&lt;</a:t>
            </a:r>
            <a:r>
              <a:rPr lang="zh-CN" altLang="en-US" sz="2000">
                <a:solidFill>
                  <a:srgbClr val="0000D0"/>
                </a:solidFill>
                <a:latin typeface="微软雅黑" panose="020B0503020204020204" pitchFamily="34" charset="-122"/>
                <a:ea typeface="微软雅黑" panose="020B0503020204020204" pitchFamily="34" charset="-122"/>
              </a:rPr>
              <a:t>名词</a:t>
            </a:r>
            <a:r>
              <a:rPr lang="en-US" altLang="zh-CN" sz="2000">
                <a:solidFill>
                  <a:srgbClr val="0000D0"/>
                </a:solidFill>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a:latin typeface="微软雅黑" panose="020B0503020204020204" pitchFamily="34" charset="-122"/>
                <a:ea typeface="微软雅黑" panose="020B0503020204020204" pitchFamily="34" charset="-122"/>
                <a:sym typeface="Symbol" panose="05050102010706020507" pitchFamily="18" charset="2"/>
              </a:rPr>
              <a:t></a:t>
            </a:r>
            <a:r>
              <a:rPr lang="en-US" altLang="zh-CN" sz="2000">
                <a:latin typeface="微软雅黑" panose="020B0503020204020204" pitchFamily="34" charset="-122"/>
                <a:ea typeface="微软雅黑" panose="020B0503020204020204" pitchFamily="34" charset="-122"/>
              </a:rPr>
              <a:t>He gave me </a:t>
            </a:r>
            <a:r>
              <a:rPr lang="en-US" altLang="zh-CN" sz="2000">
                <a:solidFill>
                  <a:srgbClr val="0000D0"/>
                </a:solidFill>
                <a:latin typeface="微软雅黑" panose="020B0503020204020204" pitchFamily="34" charset="-122"/>
                <a:ea typeface="微软雅黑" panose="020B0503020204020204" pitchFamily="34" charset="-122"/>
              </a:rPr>
              <a:t>a </a:t>
            </a:r>
            <a:r>
              <a:rPr lang="en-US" altLang="zh-CN" sz="2000">
                <a:latin typeface="微软雅黑" panose="020B0503020204020204" pitchFamily="34" charset="-122"/>
                <a:ea typeface="微软雅黑" panose="020B0503020204020204" pitchFamily="34" charset="-122"/>
              </a:rPr>
              <a:t>&lt;</a:t>
            </a:r>
            <a:r>
              <a:rPr lang="zh-CN" altLang="en-US" sz="2000">
                <a:latin typeface="微软雅黑" panose="020B0503020204020204" pitchFamily="34" charset="-122"/>
                <a:ea typeface="微软雅黑" panose="020B0503020204020204" pitchFamily="34" charset="-122"/>
              </a:rPr>
              <a:t>名词</a:t>
            </a:r>
            <a:r>
              <a:rPr lang="en-US" altLang="zh-CN" sz="200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a:latin typeface="微软雅黑" panose="020B0503020204020204" pitchFamily="34" charset="-122"/>
                <a:ea typeface="微软雅黑" panose="020B0503020204020204" pitchFamily="34" charset="-122"/>
                <a:sym typeface="Symbol" panose="05050102010706020507" pitchFamily="18" charset="2"/>
              </a:rPr>
              <a:t></a:t>
            </a:r>
            <a:r>
              <a:rPr lang="en-US" altLang="zh-CN" sz="2000">
                <a:latin typeface="微软雅黑" panose="020B0503020204020204" pitchFamily="34" charset="-122"/>
                <a:ea typeface="微软雅黑" panose="020B0503020204020204" pitchFamily="34" charset="-122"/>
              </a:rPr>
              <a:t>He gave me a </a:t>
            </a:r>
            <a:r>
              <a:rPr lang="en-US" altLang="zh-CN" sz="2000">
                <a:solidFill>
                  <a:srgbClr val="0000D0"/>
                </a:solidFill>
                <a:latin typeface="微软雅黑" panose="020B0503020204020204" pitchFamily="34" charset="-122"/>
                <a:ea typeface="微软雅黑" panose="020B0503020204020204" pitchFamily="34" charset="-122"/>
              </a:rPr>
              <a:t>book</a:t>
            </a:r>
          </a:p>
        </p:txBody>
      </p:sp>
      <p:grpSp>
        <p:nvGrpSpPr>
          <p:cNvPr id="9" name="组合 8">
            <a:extLst>
              <a:ext uri="{FF2B5EF4-FFF2-40B4-BE49-F238E27FC236}">
                <a16:creationId xmlns:a16="http://schemas.microsoft.com/office/drawing/2014/main" id="{D717CB1C-8A0B-9BCA-5CC4-205A5A52B829}"/>
              </a:ext>
            </a:extLst>
          </p:cNvPr>
          <p:cNvGrpSpPr>
            <a:grpSpLocks/>
          </p:cNvGrpSpPr>
          <p:nvPr/>
        </p:nvGrpSpPr>
        <p:grpSpPr bwMode="auto">
          <a:xfrm>
            <a:off x="803361" y="2596946"/>
            <a:ext cx="1038225" cy="2759075"/>
            <a:chOff x="5607031" y="2699765"/>
            <a:chExt cx="1035069" cy="3195213"/>
          </a:xfrm>
        </p:grpSpPr>
        <p:cxnSp>
          <p:nvCxnSpPr>
            <p:cNvPr id="10" name="直接箭头连接符 9">
              <a:extLst>
                <a:ext uri="{FF2B5EF4-FFF2-40B4-BE49-F238E27FC236}">
                  <a16:creationId xmlns:a16="http://schemas.microsoft.com/office/drawing/2014/main" id="{F3DE0EE6-A4B6-4A63-84F5-763E60E3393C}"/>
                </a:ext>
              </a:extLst>
            </p:cNvPr>
            <p:cNvCxnSpPr/>
            <p:nvPr/>
          </p:nvCxnSpPr>
          <p:spPr>
            <a:xfrm>
              <a:off x="6642100" y="2699765"/>
              <a:ext cx="0" cy="3195213"/>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8381" name="文本框 5">
              <a:extLst>
                <a:ext uri="{FF2B5EF4-FFF2-40B4-BE49-F238E27FC236}">
                  <a16:creationId xmlns:a16="http://schemas.microsoft.com/office/drawing/2014/main" id="{C5ACE11B-0561-53EE-3CEA-560C56BC2F9B}"/>
                </a:ext>
              </a:extLst>
            </p:cNvPr>
            <p:cNvSpPr txBox="1">
              <a:spLocks noChangeArrowheads="1"/>
            </p:cNvSpPr>
            <p:nvPr/>
          </p:nvSpPr>
          <p:spPr bwMode="auto">
            <a:xfrm>
              <a:off x="5607031" y="3917507"/>
              <a:ext cx="10350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t>推导</a:t>
              </a:r>
            </a:p>
          </p:txBody>
        </p:sp>
      </p:grpSp>
      <p:grpSp>
        <p:nvGrpSpPr>
          <p:cNvPr id="12" name="组合 11">
            <a:extLst>
              <a:ext uri="{FF2B5EF4-FFF2-40B4-BE49-F238E27FC236}">
                <a16:creationId xmlns:a16="http://schemas.microsoft.com/office/drawing/2014/main" id="{29EE9CE7-0E4D-2CEA-24A7-5C4E29C85931}"/>
              </a:ext>
            </a:extLst>
          </p:cNvPr>
          <p:cNvGrpSpPr>
            <a:grpSpLocks/>
          </p:cNvGrpSpPr>
          <p:nvPr/>
        </p:nvGrpSpPr>
        <p:grpSpPr bwMode="auto">
          <a:xfrm rot="10800000">
            <a:off x="6635836" y="2747758"/>
            <a:ext cx="1038225" cy="2759075"/>
            <a:chOff x="5680303" y="2730257"/>
            <a:chExt cx="1035069" cy="3195213"/>
          </a:xfrm>
        </p:grpSpPr>
        <p:cxnSp>
          <p:nvCxnSpPr>
            <p:cNvPr id="13" name="直接箭头连接符 12">
              <a:extLst>
                <a:ext uri="{FF2B5EF4-FFF2-40B4-BE49-F238E27FC236}">
                  <a16:creationId xmlns:a16="http://schemas.microsoft.com/office/drawing/2014/main" id="{48D66CD0-4734-F86C-83D1-2CA400F75A59}"/>
                </a:ext>
              </a:extLst>
            </p:cNvPr>
            <p:cNvCxnSpPr/>
            <p:nvPr/>
          </p:nvCxnSpPr>
          <p:spPr>
            <a:xfrm>
              <a:off x="5696130" y="2741288"/>
              <a:ext cx="0" cy="3195213"/>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8379" name="文本框 5">
              <a:extLst>
                <a:ext uri="{FF2B5EF4-FFF2-40B4-BE49-F238E27FC236}">
                  <a16:creationId xmlns:a16="http://schemas.microsoft.com/office/drawing/2014/main" id="{55F3A7FA-A3EB-5248-90F9-4CDDEE25C313}"/>
                </a:ext>
              </a:extLst>
            </p:cNvPr>
            <p:cNvSpPr txBox="1">
              <a:spLocks noChangeArrowheads="1"/>
            </p:cNvSpPr>
            <p:nvPr/>
          </p:nvSpPr>
          <p:spPr bwMode="auto">
            <a:xfrm rot="10800000">
              <a:off x="5680303" y="3978486"/>
              <a:ext cx="1035069" cy="67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t>规约</a:t>
              </a:r>
            </a:p>
          </p:txBody>
        </p:sp>
      </p:grpSp>
    </p:spTree>
    <p:extLst>
      <p:ext uri="{BB962C8B-B14F-4D97-AF65-F5344CB8AC3E}">
        <p14:creationId xmlns:p14="http://schemas.microsoft.com/office/powerpoint/2010/main" val="6749358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6D0A66A-73E6-017A-6F2F-0B18FD522F31}"/>
              </a:ext>
            </a:extLst>
          </p:cNvPr>
          <p:cNvSpPr>
            <a:spLocks noGrp="1" noChangeArrowheads="1"/>
          </p:cNvSpPr>
          <p:nvPr>
            <p:ph type="body" idx="4294967295"/>
          </p:nvPr>
        </p:nvSpPr>
        <p:spPr>
          <a:xfrm>
            <a:off x="503238" y="1349375"/>
            <a:ext cx="9069387" cy="5265738"/>
          </a:xfrm>
        </p:spPr>
        <p:txBody>
          <a:bodyPr/>
          <a:lstStyle/>
          <a:p>
            <a:pPr marL="0" lvl="1" indent="0" algn="just" eaLnBrk="1" hangingPunct="1">
              <a:buFont typeface="Times New Roman" panose="02020603050405020304" pitchFamily="18" charset="0"/>
              <a:buNone/>
            </a:pPr>
            <a:r>
              <a:rPr lang="zh-CN" altLang="en-US" sz="3600" b="1">
                <a:latin typeface="楷体_GB2312"/>
                <a:ea typeface="楷体_GB2312"/>
              </a:rPr>
              <a:t>由</a:t>
            </a:r>
            <a:r>
              <a:rPr lang="zh-CN" altLang="en-US" sz="3600" b="1">
                <a:solidFill>
                  <a:srgbClr val="FF0000"/>
                </a:solidFill>
                <a:latin typeface="楷体_GB2312"/>
                <a:ea typeface="楷体_GB2312"/>
              </a:rPr>
              <a:t>句型</a:t>
            </a:r>
            <a:r>
              <a:rPr lang="zh-CN" altLang="en-US" sz="3600" b="1">
                <a:latin typeface="楷体_GB2312"/>
                <a:ea typeface="楷体_GB2312"/>
              </a:rPr>
              <a:t>到</a:t>
            </a:r>
            <a:r>
              <a:rPr lang="zh-CN" altLang="en-US" sz="3600" b="1">
                <a:solidFill>
                  <a:srgbClr val="FF0000"/>
                </a:solidFill>
                <a:latin typeface="楷体_GB2312"/>
                <a:ea typeface="楷体_GB2312"/>
              </a:rPr>
              <a:t>句子</a:t>
            </a:r>
            <a:endParaRPr lang="en-US" altLang="zh-CN" sz="3600" b="1">
              <a:solidFill>
                <a:srgbClr val="FF0000"/>
              </a:solidFill>
              <a:latin typeface="楷体_GB2312"/>
              <a:ea typeface="楷体_GB2312"/>
            </a:endParaRPr>
          </a:p>
          <a:p>
            <a:pPr marL="0" lvl="1" indent="0" algn="just" eaLnBrk="1" hangingPunct="1">
              <a:buFont typeface="Times New Roman" panose="02020603050405020304" pitchFamily="18" charset="0"/>
              <a:buNone/>
            </a:pPr>
            <a:r>
              <a:rPr lang="en-US" altLang="zh-CN" sz="3600" b="1">
                <a:latin typeface="楷体_GB2312"/>
                <a:ea typeface="楷体_GB2312"/>
              </a:rPr>
              <a:t>   </a:t>
            </a:r>
            <a:r>
              <a:rPr lang="zh-CN" altLang="en-US" sz="3600" b="1">
                <a:latin typeface="楷体_GB2312"/>
                <a:ea typeface="楷体_GB2312"/>
              </a:rPr>
              <a:t>把 产生式</a:t>
            </a:r>
            <a:r>
              <a:rPr lang="zh-CN" altLang="en-US" sz="3600" b="1">
                <a:solidFill>
                  <a:srgbClr val="FF0000"/>
                </a:solidFill>
                <a:latin typeface="楷体_GB2312"/>
                <a:ea typeface="楷体_GB2312"/>
              </a:rPr>
              <a:t>左边 </a:t>
            </a:r>
            <a:r>
              <a:rPr lang="zh-CN" altLang="en-US" sz="3600" b="1">
                <a:latin typeface="楷体_GB2312"/>
                <a:ea typeface="楷体_GB2312"/>
              </a:rPr>
              <a:t>替换为 </a:t>
            </a:r>
            <a:r>
              <a:rPr lang="zh-CN" altLang="en-US" sz="3600" b="1">
                <a:solidFill>
                  <a:srgbClr val="FF0000"/>
                </a:solidFill>
                <a:latin typeface="楷体_GB2312"/>
                <a:ea typeface="楷体_GB2312"/>
              </a:rPr>
              <a:t>右边</a:t>
            </a:r>
            <a:endParaRPr lang="en-US" altLang="zh-CN" sz="3600" b="1">
              <a:solidFill>
                <a:srgbClr val="FF0000"/>
              </a:solidFill>
              <a:latin typeface="楷体_GB2312"/>
              <a:ea typeface="楷体_GB2312"/>
            </a:endParaRPr>
          </a:p>
          <a:p>
            <a:pPr marL="0" lvl="1" indent="0" algn="just" eaLnBrk="1" hangingPunct="1">
              <a:buFont typeface="Times New Roman" panose="02020603050405020304" pitchFamily="18" charset="0"/>
              <a:buNone/>
            </a:pPr>
            <a:r>
              <a:rPr lang="en-US" altLang="zh-CN" sz="3600" b="1">
                <a:latin typeface="楷体_GB2312"/>
                <a:ea typeface="楷体_GB2312"/>
              </a:rPr>
              <a:t>   </a:t>
            </a:r>
            <a:r>
              <a:rPr lang="zh-CN" altLang="en-US" sz="3600" b="1">
                <a:latin typeface="楷体_GB2312"/>
                <a:ea typeface="楷体_GB2312"/>
              </a:rPr>
              <a:t>推导，由抽象到具体</a:t>
            </a:r>
            <a:endParaRPr lang="en-US" altLang="zh-CN" sz="3600" b="1">
              <a:latin typeface="楷体_GB2312"/>
              <a:ea typeface="楷体_GB2312"/>
            </a:endParaRPr>
          </a:p>
          <a:p>
            <a:pPr marL="0" lvl="1" indent="0" algn="just" eaLnBrk="1" hangingPunct="1">
              <a:buFont typeface="Times New Roman" panose="02020603050405020304" pitchFamily="18" charset="0"/>
              <a:buNone/>
            </a:pPr>
            <a:endParaRPr lang="en-US" altLang="zh-CN" sz="3600" b="1">
              <a:latin typeface="楷体_GB2312"/>
              <a:ea typeface="楷体_GB2312"/>
            </a:endParaRPr>
          </a:p>
          <a:p>
            <a:pPr marL="0" lvl="1" indent="0" algn="just" eaLnBrk="1" hangingPunct="1">
              <a:buFont typeface="Times New Roman" panose="02020603050405020304" pitchFamily="18" charset="0"/>
              <a:buNone/>
            </a:pPr>
            <a:r>
              <a:rPr lang="zh-CN" altLang="en-US" sz="3600" b="1">
                <a:latin typeface="楷体_GB2312"/>
                <a:ea typeface="楷体_GB2312"/>
              </a:rPr>
              <a:t>由</a:t>
            </a:r>
            <a:r>
              <a:rPr lang="zh-CN" altLang="en-US" sz="3600" b="1">
                <a:solidFill>
                  <a:srgbClr val="FF0000"/>
                </a:solidFill>
                <a:latin typeface="楷体_GB2312"/>
                <a:ea typeface="楷体_GB2312"/>
              </a:rPr>
              <a:t>句子</a:t>
            </a:r>
            <a:r>
              <a:rPr lang="zh-CN" altLang="en-US" sz="3600" b="1">
                <a:latin typeface="楷体_GB2312"/>
                <a:ea typeface="楷体_GB2312"/>
              </a:rPr>
              <a:t>到</a:t>
            </a:r>
            <a:r>
              <a:rPr lang="zh-CN" altLang="en-US" sz="3600" b="1">
                <a:solidFill>
                  <a:srgbClr val="FF0000"/>
                </a:solidFill>
                <a:latin typeface="楷体_GB2312"/>
                <a:ea typeface="楷体_GB2312"/>
              </a:rPr>
              <a:t>句型</a:t>
            </a:r>
            <a:endParaRPr lang="en-US" altLang="zh-CN" sz="3600" b="1">
              <a:solidFill>
                <a:srgbClr val="FF0000"/>
              </a:solidFill>
              <a:latin typeface="楷体_GB2312"/>
              <a:ea typeface="楷体_GB2312"/>
            </a:endParaRPr>
          </a:p>
          <a:p>
            <a:pPr marL="0" lvl="1" indent="0" algn="just" eaLnBrk="1" hangingPunct="1">
              <a:buFont typeface="Times New Roman" panose="02020603050405020304" pitchFamily="18" charset="0"/>
              <a:buNone/>
            </a:pPr>
            <a:r>
              <a:rPr lang="zh-CN" altLang="en-US" sz="3600" b="1">
                <a:latin typeface="楷体_GB2312"/>
                <a:ea typeface="楷体_GB2312"/>
              </a:rPr>
              <a:t>   把 产生式</a:t>
            </a:r>
            <a:r>
              <a:rPr lang="zh-CN" altLang="en-US" sz="3600" b="1">
                <a:solidFill>
                  <a:srgbClr val="FF0000"/>
                </a:solidFill>
                <a:latin typeface="楷体_GB2312"/>
                <a:ea typeface="楷体_GB2312"/>
              </a:rPr>
              <a:t>右边 </a:t>
            </a:r>
            <a:r>
              <a:rPr lang="zh-CN" altLang="en-US" sz="3600" b="1">
                <a:latin typeface="楷体_GB2312"/>
                <a:ea typeface="楷体_GB2312"/>
              </a:rPr>
              <a:t>替换为 左</a:t>
            </a:r>
            <a:r>
              <a:rPr lang="zh-CN" altLang="en-US" sz="3600" b="1">
                <a:solidFill>
                  <a:srgbClr val="FF0000"/>
                </a:solidFill>
                <a:latin typeface="楷体_GB2312"/>
                <a:ea typeface="楷体_GB2312"/>
              </a:rPr>
              <a:t>边</a:t>
            </a:r>
            <a:endParaRPr lang="en-US" altLang="zh-CN" sz="3600" b="1">
              <a:solidFill>
                <a:srgbClr val="FF0000"/>
              </a:solidFill>
              <a:latin typeface="楷体_GB2312"/>
              <a:ea typeface="楷体_GB2312"/>
            </a:endParaRPr>
          </a:p>
          <a:p>
            <a:pPr marL="0" lvl="1" indent="0" algn="just" eaLnBrk="1" hangingPunct="1">
              <a:buFont typeface="Times New Roman" panose="02020603050405020304" pitchFamily="18" charset="0"/>
              <a:buNone/>
            </a:pPr>
            <a:r>
              <a:rPr lang="en-US" altLang="zh-CN" sz="3600" b="1">
                <a:latin typeface="楷体_GB2312"/>
                <a:ea typeface="楷体_GB2312"/>
              </a:rPr>
              <a:t>   </a:t>
            </a:r>
            <a:r>
              <a:rPr lang="zh-CN" altLang="en-US" sz="3600" b="1">
                <a:latin typeface="楷体_GB2312"/>
                <a:ea typeface="楷体_GB2312"/>
              </a:rPr>
              <a:t>归约，由具体到抽象</a:t>
            </a:r>
            <a:endParaRPr lang="en-US" altLang="zh-CN" sz="3600" b="1">
              <a:latin typeface="楷体_GB2312"/>
              <a:ea typeface="楷体_GB2312"/>
            </a:endParaRPr>
          </a:p>
        </p:txBody>
      </p:sp>
      <p:sp>
        <p:nvSpPr>
          <p:cNvPr id="60419" name="Footer Placeholder 5">
            <a:extLst>
              <a:ext uri="{FF2B5EF4-FFF2-40B4-BE49-F238E27FC236}">
                <a16:creationId xmlns:a16="http://schemas.microsoft.com/office/drawing/2014/main" id="{0013372D-D69A-708A-4B6A-3D00A70643B0}"/>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0420" name="Slide Number Placeholder 6">
            <a:extLst>
              <a:ext uri="{FF2B5EF4-FFF2-40B4-BE49-F238E27FC236}">
                <a16:creationId xmlns:a16="http://schemas.microsoft.com/office/drawing/2014/main" id="{199E081A-0742-0053-E802-AD21B84B0B4B}"/>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DF257A2F-8AE2-48DF-9D1C-5ACB7C1F3F85}"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33</a:t>
            </a:fld>
            <a:endParaRPr lang="en-GB" altLang="en-US" sz="1200">
              <a:latin typeface="Comic Sans MS" panose="030F0702030302020204" pitchFamily="66" charset="0"/>
              <a:ea typeface="宋体" panose="02010600030101010101" pitchFamily="2" charset="-122"/>
            </a:endParaRPr>
          </a:p>
        </p:txBody>
      </p:sp>
      <p:sp>
        <p:nvSpPr>
          <p:cNvPr id="60421" name="Rectangle 2">
            <a:extLst>
              <a:ext uri="{FF2B5EF4-FFF2-40B4-BE49-F238E27FC236}">
                <a16:creationId xmlns:a16="http://schemas.microsoft.com/office/drawing/2014/main" id="{A727269F-63BC-7E0C-A176-30EB3561CFAA}"/>
              </a:ext>
            </a:extLst>
          </p:cNvPr>
          <p:cNvSpPr>
            <a:spLocks noGrp="1" noChangeArrowheads="1"/>
          </p:cNvSpPr>
          <p:nvPr>
            <p:ph type="title" idx="4294967295"/>
          </p:nvPr>
        </p:nvSpPr>
        <p:spPr/>
        <p:txBody>
          <a:bodyPr/>
          <a:lstStyle/>
          <a:p>
            <a:pPr eaLnBrk="1" hangingPunct="1"/>
            <a:r>
              <a:rPr lang="zh-CN" altLang="en-US" sz="4800">
                <a:ea typeface="楷体_GB2312"/>
              </a:rPr>
              <a:t>推导与归约</a:t>
            </a:r>
          </a:p>
        </p:txBody>
      </p:sp>
      <p:sp>
        <p:nvSpPr>
          <p:cNvPr id="60422" name="日期占位符 7">
            <a:extLst>
              <a:ext uri="{FF2B5EF4-FFF2-40B4-BE49-F238E27FC236}">
                <a16:creationId xmlns:a16="http://schemas.microsoft.com/office/drawing/2014/main" id="{F4E46E49-9226-A89B-B9A5-4722F23F8CB3}"/>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1746">
                                            <p:txEl>
                                              <p:pRg st="4" end="4"/>
                                            </p:txEl>
                                          </p:spTgt>
                                        </p:tgtEl>
                                        <p:attrNameLst>
                                          <p:attrName>style.visibility</p:attrName>
                                        </p:attrNameLst>
                                      </p:cBhvr>
                                      <p:to>
                                        <p:strVal val="visible"/>
                                      </p:to>
                                    </p:set>
                                    <p:animEffect transition="in" filter="blinds(horizontal)">
                                      <p:cBhvr>
                                        <p:cTn id="7" dur="500"/>
                                        <p:tgtEl>
                                          <p:spTgt spid="31746">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1746">
                                            <p:txEl>
                                              <p:pRg st="5" end="5"/>
                                            </p:txEl>
                                          </p:spTgt>
                                        </p:tgtEl>
                                        <p:attrNameLst>
                                          <p:attrName>style.visibility</p:attrName>
                                        </p:attrNameLst>
                                      </p:cBhvr>
                                      <p:to>
                                        <p:strVal val="visible"/>
                                      </p:to>
                                    </p:set>
                                    <p:animEffect transition="in" filter="blinds(horizontal)">
                                      <p:cBhvr>
                                        <p:cTn id="10" dur="500"/>
                                        <p:tgtEl>
                                          <p:spTgt spid="31746">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1746">
                                            <p:txEl>
                                              <p:pRg st="6" end="6"/>
                                            </p:txEl>
                                          </p:spTgt>
                                        </p:tgtEl>
                                        <p:attrNameLst>
                                          <p:attrName>style.visibility</p:attrName>
                                        </p:attrNameLst>
                                      </p:cBhvr>
                                      <p:to>
                                        <p:strVal val="visible"/>
                                      </p:to>
                                    </p:set>
                                    <p:animEffect transition="in" filter="blinds(horizontal)">
                                      <p:cBhvr>
                                        <p:cTn id="13" dur="500"/>
                                        <p:tgtEl>
                                          <p:spTgt spid="317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38E09A56-684F-D63A-1297-5B61945CE2E8}"/>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110000"/>
              </a:lnSpc>
              <a:spcAft>
                <a:spcPct val="0"/>
              </a:spcAft>
              <a:buFont typeface="Times New Roman" panose="02020603050405020304" pitchFamily="18" charset="0"/>
              <a:buNone/>
            </a:pPr>
            <a:r>
              <a:rPr lang="zh-CN" altLang="en-US" sz="4800"/>
              <a:t>推导与归约</a:t>
            </a:r>
          </a:p>
        </p:txBody>
      </p:sp>
      <p:sp>
        <p:nvSpPr>
          <p:cNvPr id="4" name="Rectangle 2">
            <a:extLst>
              <a:ext uri="{FF2B5EF4-FFF2-40B4-BE49-F238E27FC236}">
                <a16:creationId xmlns:a16="http://schemas.microsoft.com/office/drawing/2014/main" id="{1262A926-196F-1747-52C3-C251DE729F31}"/>
              </a:ext>
            </a:extLst>
          </p:cNvPr>
          <p:cNvSpPr txBox="1">
            <a:spLocks noChangeArrowheads="1"/>
          </p:cNvSpPr>
          <p:nvPr/>
        </p:nvSpPr>
        <p:spPr bwMode="auto">
          <a:xfrm>
            <a:off x="900113" y="1844675"/>
            <a:ext cx="7888287"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100000"/>
              </a:lnSpc>
              <a:spcBef>
                <a:spcPct val="50000"/>
              </a:spcBef>
              <a:spcAft>
                <a:spcPct val="0"/>
              </a:spcAft>
              <a:buClr>
                <a:srgbClr val="4F81BD"/>
              </a:buClr>
              <a:buSzPct val="80000"/>
              <a:buFont typeface="Wingdings 3" panose="05040102010807070707" pitchFamily="18" charset="2"/>
              <a:buChar char=""/>
            </a:pPr>
            <a:r>
              <a:rPr lang="zh-CN" altLang="en-US" sz="2800">
                <a:solidFill>
                  <a:srgbClr val="404040"/>
                </a:solidFill>
                <a:latin typeface="微软雅黑" panose="020B0503020204020204" pitchFamily="34" charset="-122"/>
                <a:ea typeface="微软雅黑" panose="020B0503020204020204" pitchFamily="34" charset="-122"/>
                <a:cs typeface="Droid Sans Fallback"/>
              </a:rPr>
              <a:t>从一个句型到另一个句型的推导往往不唯一</a:t>
            </a:r>
          </a:p>
          <a:p>
            <a:pPr algn="ctr" eaLnBrk="1" hangingPunct="1">
              <a:lnSpc>
                <a:spcPct val="100000"/>
              </a:lnSpc>
              <a:spcBef>
                <a:spcPts val="1000"/>
              </a:spcBef>
              <a:spcAft>
                <a:spcPct val="0"/>
              </a:spcAft>
              <a:buClr>
                <a:srgbClr val="4F81BD"/>
              </a:buClr>
              <a:buSzPct val="80000"/>
              <a:buFont typeface="Wingdings" panose="05000000000000000000" pitchFamily="2" charset="2"/>
              <a:buNone/>
            </a:pPr>
            <a:r>
              <a:rPr lang="zh-CN" altLang="en-US" sz="2800">
                <a:solidFill>
                  <a:srgbClr val="404040"/>
                </a:solidFill>
                <a:latin typeface="微软雅黑" panose="020B0503020204020204" pitchFamily="34" charset="-122"/>
                <a:ea typeface="微软雅黑" panose="020B0503020204020204" pitchFamily="34" charset="-122"/>
                <a:cs typeface="Droid Sans Fallback"/>
              </a:rPr>
              <a:t>  </a:t>
            </a:r>
            <a:r>
              <a:rPr lang="en-US" altLang="zh-CN" sz="2800">
                <a:solidFill>
                  <a:srgbClr val="404040"/>
                </a:solidFill>
                <a:latin typeface="微软雅黑" panose="020B0503020204020204" pitchFamily="34" charset="-122"/>
                <a:ea typeface="微软雅黑" panose="020B0503020204020204" pitchFamily="34" charset="-122"/>
                <a:cs typeface="Droid Sans Fallback"/>
              </a:rPr>
              <a:t>E+E</a:t>
            </a:r>
            <a:r>
              <a:rPr lang="en-US" altLang="zh-CN" sz="28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800">
                <a:solidFill>
                  <a:srgbClr val="404040"/>
                </a:solidFill>
                <a:latin typeface="微软雅黑" panose="020B0503020204020204" pitchFamily="34" charset="-122"/>
                <a:ea typeface="微软雅黑" panose="020B0503020204020204" pitchFamily="34" charset="-122"/>
                <a:cs typeface="Droid Sans Fallback"/>
              </a:rPr>
              <a:t>i+E</a:t>
            </a:r>
            <a:r>
              <a:rPr lang="en-US" altLang="zh-CN" sz="28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i</a:t>
            </a:r>
            <a:r>
              <a:rPr lang="en-US" altLang="zh-CN" sz="2800">
                <a:solidFill>
                  <a:srgbClr val="404040"/>
                </a:solidFill>
                <a:latin typeface="微软雅黑" panose="020B0503020204020204" pitchFamily="34" charset="-122"/>
                <a:ea typeface="微软雅黑" panose="020B0503020204020204" pitchFamily="34" charset="-122"/>
                <a:cs typeface="Droid Sans Fallback"/>
              </a:rPr>
              <a:t>+i</a:t>
            </a:r>
          </a:p>
          <a:p>
            <a:pPr algn="ctr" eaLnBrk="1" hangingPunct="1">
              <a:lnSpc>
                <a:spcPct val="100000"/>
              </a:lnSpc>
              <a:spcBef>
                <a:spcPts val="1000"/>
              </a:spcBef>
              <a:spcAft>
                <a:spcPct val="0"/>
              </a:spcAft>
              <a:buClr>
                <a:srgbClr val="4F81BD"/>
              </a:buClr>
              <a:buSzPct val="80000"/>
              <a:buFont typeface="Wingdings" panose="05000000000000000000" pitchFamily="2" charset="2"/>
              <a:buNone/>
            </a:pPr>
            <a:r>
              <a:rPr lang="en-US" altLang="zh-CN" sz="2800">
                <a:solidFill>
                  <a:srgbClr val="404040"/>
                </a:solidFill>
                <a:latin typeface="微软雅黑" panose="020B0503020204020204" pitchFamily="34" charset="-122"/>
                <a:ea typeface="微软雅黑" panose="020B0503020204020204" pitchFamily="34" charset="-122"/>
                <a:cs typeface="Droid Sans Fallback"/>
              </a:rPr>
              <a:t>  E+E</a:t>
            </a:r>
            <a:r>
              <a:rPr lang="en-US" altLang="zh-CN" sz="28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800">
                <a:solidFill>
                  <a:srgbClr val="404040"/>
                </a:solidFill>
                <a:latin typeface="微软雅黑" panose="020B0503020204020204" pitchFamily="34" charset="-122"/>
                <a:ea typeface="微软雅黑" panose="020B0503020204020204" pitchFamily="34" charset="-122"/>
                <a:cs typeface="Droid Sans Fallback"/>
              </a:rPr>
              <a:t>E+i</a:t>
            </a:r>
            <a:r>
              <a:rPr lang="en-US" altLang="zh-CN" sz="28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i</a:t>
            </a:r>
            <a:r>
              <a:rPr lang="en-US" altLang="zh-CN" sz="2800">
                <a:solidFill>
                  <a:srgbClr val="404040"/>
                </a:solidFill>
                <a:latin typeface="微软雅黑" panose="020B0503020204020204" pitchFamily="34" charset="-122"/>
                <a:ea typeface="微软雅黑" panose="020B0503020204020204" pitchFamily="34" charset="-122"/>
                <a:cs typeface="Droid Sans Fallback"/>
              </a:rPr>
              <a:t>+i</a:t>
            </a:r>
          </a:p>
          <a:p>
            <a:pPr eaLnBrk="1" hangingPunct="1">
              <a:lnSpc>
                <a:spcPct val="100000"/>
              </a:lnSpc>
              <a:spcBef>
                <a:spcPct val="80000"/>
              </a:spcBef>
              <a:spcAft>
                <a:spcPct val="0"/>
              </a:spcAft>
              <a:buClr>
                <a:srgbClr val="4F81BD"/>
              </a:buClr>
              <a:buSzPct val="80000"/>
              <a:buFont typeface="Wingdings 3" panose="05040102010807070707" pitchFamily="18" charset="2"/>
              <a:buChar char=""/>
            </a:pPr>
            <a:r>
              <a:rPr lang="zh-CN" altLang="en-US" sz="2800">
                <a:solidFill>
                  <a:srgbClr val="CC0000"/>
                </a:solidFill>
                <a:latin typeface="微软雅黑" panose="020B0503020204020204" pitchFamily="34" charset="-122"/>
                <a:ea typeface="微软雅黑" panose="020B0503020204020204" pitchFamily="34" charset="-122"/>
                <a:cs typeface="Droid Sans Fallback"/>
              </a:rPr>
              <a:t>最左推导</a:t>
            </a:r>
            <a:r>
              <a:rPr lang="zh-CN" altLang="en-US" sz="2800">
                <a:solidFill>
                  <a:srgbClr val="404040"/>
                </a:solidFill>
                <a:latin typeface="微软雅黑" panose="020B0503020204020204" pitchFamily="34" charset="-122"/>
                <a:ea typeface="微软雅黑" panose="020B0503020204020204" pitchFamily="34" charset="-122"/>
                <a:cs typeface="Droid Sans Fallback"/>
              </a:rPr>
              <a:t>：任何一步</a:t>
            </a:r>
            <a:r>
              <a:rPr lang="zh-CN" altLang="en-US" sz="28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 </a:t>
            </a:r>
            <a:r>
              <a:rPr lang="zh-CN" altLang="en-US" sz="2800">
                <a:solidFill>
                  <a:srgbClr val="404040"/>
                </a:solidFill>
                <a:latin typeface="微软雅黑" panose="020B0503020204020204" pitchFamily="34" charset="-122"/>
                <a:ea typeface="微软雅黑" panose="020B0503020204020204" pitchFamily="34" charset="-122"/>
                <a:cs typeface="Droid Sans Fallback"/>
              </a:rPr>
              <a:t>都是对</a:t>
            </a:r>
            <a:r>
              <a:rPr lang="zh-CN" altLang="en-US" sz="28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zh-CN" altLang="en-US" sz="2800">
                <a:solidFill>
                  <a:srgbClr val="404040"/>
                </a:solidFill>
                <a:latin typeface="微软雅黑" panose="020B0503020204020204" pitchFamily="34" charset="-122"/>
                <a:ea typeface="微软雅黑" panose="020B0503020204020204" pitchFamily="34" charset="-122"/>
                <a:cs typeface="Droid Sans Fallback"/>
              </a:rPr>
              <a:t>中的最左非终结符进行替换</a:t>
            </a:r>
          </a:p>
          <a:p>
            <a:pPr eaLnBrk="1" hangingPunct="1">
              <a:lnSpc>
                <a:spcPct val="100000"/>
              </a:lnSpc>
              <a:spcBef>
                <a:spcPct val="80000"/>
              </a:spcBef>
              <a:spcAft>
                <a:spcPct val="0"/>
              </a:spcAft>
              <a:buClr>
                <a:srgbClr val="4F81BD"/>
              </a:buClr>
              <a:buSzPct val="80000"/>
              <a:buFont typeface="Wingdings 3" panose="05040102010807070707" pitchFamily="18" charset="2"/>
              <a:buChar char=""/>
            </a:pPr>
            <a:r>
              <a:rPr lang="zh-CN" altLang="en-US" sz="2800">
                <a:solidFill>
                  <a:srgbClr val="CC0000"/>
                </a:solidFill>
                <a:latin typeface="微软雅黑" panose="020B0503020204020204" pitchFamily="34" charset="-122"/>
                <a:ea typeface="微软雅黑" panose="020B0503020204020204" pitchFamily="34" charset="-122"/>
                <a:cs typeface="Droid Sans Fallback"/>
              </a:rPr>
              <a:t>最右推导</a:t>
            </a:r>
            <a:r>
              <a:rPr lang="zh-CN" altLang="en-US" sz="2800">
                <a:solidFill>
                  <a:srgbClr val="404040"/>
                </a:solidFill>
                <a:latin typeface="微软雅黑" panose="020B0503020204020204" pitchFamily="34" charset="-122"/>
                <a:ea typeface="微软雅黑" panose="020B0503020204020204" pitchFamily="34" charset="-122"/>
                <a:cs typeface="Droid Sans Fallback"/>
              </a:rPr>
              <a:t>：任何一步</a:t>
            </a:r>
            <a:r>
              <a:rPr lang="zh-CN" altLang="en-US" sz="28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  </a:t>
            </a:r>
            <a:r>
              <a:rPr lang="zh-CN" altLang="en-US" sz="2800">
                <a:solidFill>
                  <a:srgbClr val="404040"/>
                </a:solidFill>
                <a:latin typeface="微软雅黑" panose="020B0503020204020204" pitchFamily="34" charset="-122"/>
                <a:ea typeface="微软雅黑" panose="020B0503020204020204" pitchFamily="34" charset="-122"/>
                <a:cs typeface="Droid Sans Fallback"/>
              </a:rPr>
              <a:t>都是对</a:t>
            </a:r>
            <a:r>
              <a:rPr lang="zh-CN" altLang="en-US" sz="280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zh-CN" altLang="en-US" sz="2800">
                <a:solidFill>
                  <a:srgbClr val="404040"/>
                </a:solidFill>
                <a:latin typeface="微软雅黑" panose="020B0503020204020204" pitchFamily="34" charset="-122"/>
                <a:ea typeface="微软雅黑" panose="020B0503020204020204" pitchFamily="34" charset="-122"/>
                <a:cs typeface="Droid Sans Fallback"/>
              </a:rPr>
              <a:t>中的最右非终结符进行替换</a:t>
            </a:r>
          </a:p>
        </p:txBody>
      </p:sp>
      <p:sp>
        <p:nvSpPr>
          <p:cNvPr id="3" name="Slide Number Placeholder 6">
            <a:extLst>
              <a:ext uri="{FF2B5EF4-FFF2-40B4-BE49-F238E27FC236}">
                <a16:creationId xmlns:a16="http://schemas.microsoft.com/office/drawing/2014/main" id="{58261BD5-BC5B-502C-5FB4-28C2F815B93B}"/>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34</a:t>
            </a:fld>
            <a:endParaRPr lang="en-GB" altLang="en-US" sz="120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up)">
                                      <p:cBhvr>
                                        <p:cTn id="22" dur="500"/>
                                        <p:tgtEl>
                                          <p:spTgt spid="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up)">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62300886-2857-E094-4D60-C3635C0188E1}"/>
              </a:ext>
            </a:extLst>
          </p:cNvPr>
          <p:cNvSpPr>
            <a:spLocks noGrp="1" noChangeArrowheads="1"/>
          </p:cNvSpPr>
          <p:nvPr>
            <p:ph type="body" idx="4294967295"/>
          </p:nvPr>
        </p:nvSpPr>
        <p:spPr>
          <a:xfrm>
            <a:off x="630238" y="1709738"/>
            <a:ext cx="9069387" cy="4697412"/>
          </a:xfrm>
        </p:spPr>
        <p:txBody>
          <a:bodyPr/>
          <a:lstStyle/>
          <a:p>
            <a:pPr eaLnBrk="1" hangingPunct="1">
              <a:lnSpc>
                <a:spcPct val="110000"/>
              </a:lnSpc>
              <a:buFont typeface="Wingdings" panose="05000000000000000000" pitchFamily="2" charset="2"/>
              <a:buNone/>
            </a:pPr>
            <a:r>
              <a:rPr lang="en-US" altLang="zh-CN" b="1" dirty="0">
                <a:latin typeface="Times New Roman" panose="02020603050405020304" pitchFamily="18" charset="0"/>
                <a:ea typeface="楷体_GB2312"/>
              </a:rPr>
              <a:t>E</a:t>
            </a:r>
            <a:r>
              <a:rPr lang="en-US" altLang="zh-CN"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楷体_GB2312"/>
              </a:rPr>
              <a:t>E+E </a:t>
            </a:r>
            <a:r>
              <a:rPr lang="en-US" altLang="zh-CN" b="1" dirty="0">
                <a:solidFill>
                  <a:schemeClr val="accent2"/>
                </a:solidFill>
                <a:latin typeface="Times New Roman" panose="02020603050405020304" pitchFamily="18" charset="0"/>
                <a:ea typeface="楷体_GB2312"/>
              </a:rPr>
              <a:t>│</a:t>
            </a:r>
            <a:r>
              <a:rPr lang="en-US" altLang="zh-CN" b="1" dirty="0">
                <a:latin typeface="Times New Roman" panose="02020603050405020304" pitchFamily="18" charset="0"/>
                <a:ea typeface="楷体_GB2312"/>
              </a:rPr>
              <a:t> E*E </a:t>
            </a:r>
            <a:r>
              <a:rPr lang="en-US" altLang="zh-CN" b="1" dirty="0">
                <a:solidFill>
                  <a:schemeClr val="accent2"/>
                </a:solidFill>
                <a:latin typeface="Times New Roman" panose="02020603050405020304" pitchFamily="18" charset="0"/>
                <a:ea typeface="楷体_GB2312"/>
              </a:rPr>
              <a:t>│</a:t>
            </a:r>
            <a:r>
              <a:rPr lang="en-US" altLang="zh-CN" b="1" dirty="0">
                <a:latin typeface="Times New Roman" panose="02020603050405020304" pitchFamily="18" charset="0"/>
                <a:ea typeface="楷体_GB2312"/>
              </a:rPr>
              <a:t>(E) </a:t>
            </a:r>
            <a:r>
              <a:rPr lang="en-US" altLang="zh-CN" b="1" dirty="0">
                <a:solidFill>
                  <a:schemeClr val="accent2"/>
                </a:solidFill>
                <a:latin typeface="Times New Roman" panose="02020603050405020304" pitchFamily="18" charset="0"/>
                <a:ea typeface="楷体_GB2312"/>
              </a:rPr>
              <a:t>│</a:t>
            </a:r>
            <a:r>
              <a:rPr lang="en-US" altLang="zh-CN" b="1" dirty="0">
                <a:latin typeface="Times New Roman" panose="02020603050405020304" pitchFamily="18" charset="0"/>
                <a:ea typeface="楷体_GB2312"/>
              </a:rPr>
              <a:t> </a:t>
            </a:r>
            <a:r>
              <a:rPr lang="en-US" altLang="zh-CN" b="1" dirty="0" err="1">
                <a:latin typeface="Times New Roman" panose="02020603050405020304" pitchFamily="18" charset="0"/>
                <a:ea typeface="楷体_GB2312"/>
              </a:rPr>
              <a:t>i</a:t>
            </a:r>
            <a:r>
              <a:rPr lang="en-US" altLang="zh-CN" dirty="0">
                <a:latin typeface="Times New Roman" panose="02020603050405020304" pitchFamily="18" charset="0"/>
                <a:ea typeface="楷体_GB2312"/>
              </a:rPr>
              <a:t> </a:t>
            </a:r>
          </a:p>
          <a:p>
            <a:pPr eaLnBrk="1" hangingPunct="1">
              <a:lnSpc>
                <a:spcPct val="110000"/>
              </a:lnSpc>
              <a:buFont typeface="Wingdings" panose="05000000000000000000" pitchFamily="2" charset="2"/>
              <a:buNone/>
            </a:pPr>
            <a:r>
              <a:rPr lang="zh-CN" altLang="en-US" sz="4000" b="1" dirty="0">
                <a:latin typeface="楷体_GB2312"/>
                <a:ea typeface="楷体_GB2312"/>
              </a:rPr>
              <a:t>求</a:t>
            </a:r>
            <a:r>
              <a:rPr lang="en-US" altLang="zh-CN" sz="4000" b="1" dirty="0" err="1">
                <a:latin typeface="Times New Roman" panose="02020603050405020304" pitchFamily="18" charset="0"/>
                <a:ea typeface="楷体_GB2312"/>
              </a:rPr>
              <a:t>i+i</a:t>
            </a:r>
            <a:r>
              <a:rPr lang="en-US" altLang="zh-CN" sz="4000" b="1" dirty="0">
                <a:latin typeface="Times New Roman" panose="02020603050405020304" pitchFamily="18" charset="0"/>
                <a:ea typeface="楷体_GB2312"/>
              </a:rPr>
              <a:t>*</a:t>
            </a:r>
            <a:r>
              <a:rPr lang="en-US" altLang="zh-CN" sz="4000" b="1" dirty="0" err="1">
                <a:latin typeface="Times New Roman" panose="02020603050405020304" pitchFamily="18" charset="0"/>
                <a:ea typeface="楷体_GB2312"/>
              </a:rPr>
              <a:t>i</a:t>
            </a:r>
            <a:r>
              <a:rPr lang="en-US" altLang="zh-CN" sz="4000" b="1" dirty="0">
                <a:latin typeface="楷体_GB2312"/>
                <a:ea typeface="楷体_GB2312"/>
              </a:rPr>
              <a:t> </a:t>
            </a:r>
            <a:r>
              <a:rPr lang="zh-CN" altLang="en-US" sz="4000" b="1" dirty="0">
                <a:latin typeface="楷体_GB2312"/>
                <a:ea typeface="楷体_GB2312"/>
              </a:rPr>
              <a:t>的</a:t>
            </a:r>
            <a:r>
              <a:rPr lang="zh-CN" altLang="en-US" sz="4000" b="1" dirty="0">
                <a:solidFill>
                  <a:srgbClr val="FF0000"/>
                </a:solidFill>
                <a:latin typeface="楷体_GB2312"/>
                <a:ea typeface="楷体_GB2312"/>
                <a:sym typeface="Symbol" panose="05050102010706020507" pitchFamily="18" charset="2"/>
              </a:rPr>
              <a:t>最左推导</a:t>
            </a:r>
            <a:endParaRPr lang="en-US" altLang="zh-CN" sz="4000" b="1" dirty="0">
              <a:solidFill>
                <a:srgbClr val="FF0000"/>
              </a:solidFill>
              <a:latin typeface="楷体_GB2312"/>
              <a:ea typeface="楷体_GB2312"/>
              <a:sym typeface="Symbol" panose="05050102010706020507" pitchFamily="18" charset="2"/>
            </a:endParaRPr>
          </a:p>
        </p:txBody>
      </p:sp>
      <p:sp>
        <p:nvSpPr>
          <p:cNvPr id="62467" name="Footer Placeholder 16">
            <a:extLst>
              <a:ext uri="{FF2B5EF4-FFF2-40B4-BE49-F238E27FC236}">
                <a16:creationId xmlns:a16="http://schemas.microsoft.com/office/drawing/2014/main" id="{30E9CC3E-5BEE-2F4C-B033-84C667FA8ABA}"/>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2468" name="Slide Number Placeholder 17">
            <a:extLst>
              <a:ext uri="{FF2B5EF4-FFF2-40B4-BE49-F238E27FC236}">
                <a16:creationId xmlns:a16="http://schemas.microsoft.com/office/drawing/2014/main" id="{9A4B86D5-A5AD-7A1F-A437-676EEE6D7A62}"/>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E5B7E9C1-EE45-4D14-9175-120F720A41CB}"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35</a:t>
            </a:fld>
            <a:endParaRPr lang="en-GB" altLang="en-US" sz="1200">
              <a:latin typeface="Comic Sans MS" panose="030F0702030302020204" pitchFamily="66" charset="0"/>
              <a:ea typeface="宋体" panose="02010600030101010101" pitchFamily="2" charset="-122"/>
            </a:endParaRPr>
          </a:p>
        </p:txBody>
      </p:sp>
      <p:sp>
        <p:nvSpPr>
          <p:cNvPr id="62469" name="Rectangle 2">
            <a:extLst>
              <a:ext uri="{FF2B5EF4-FFF2-40B4-BE49-F238E27FC236}">
                <a16:creationId xmlns:a16="http://schemas.microsoft.com/office/drawing/2014/main" id="{036B6E6C-FA57-8C34-6AF4-CFF90DF95C6E}"/>
              </a:ext>
            </a:extLst>
          </p:cNvPr>
          <p:cNvSpPr>
            <a:spLocks noGrp="1" noChangeArrowheads="1"/>
          </p:cNvSpPr>
          <p:nvPr>
            <p:ph type="title" idx="4294967295"/>
          </p:nvPr>
        </p:nvSpPr>
        <p:spPr/>
        <p:txBody>
          <a:bodyPr/>
          <a:lstStyle/>
          <a:p>
            <a:pPr eaLnBrk="1" hangingPunct="1"/>
            <a:r>
              <a:rPr lang="zh-CN" altLang="en-US" sz="4800">
                <a:ea typeface="楷体_GB2312"/>
              </a:rPr>
              <a:t>实例</a:t>
            </a:r>
          </a:p>
        </p:txBody>
      </p:sp>
      <p:sp>
        <p:nvSpPr>
          <p:cNvPr id="33798" name="Rectangle 4">
            <a:extLst>
              <a:ext uri="{FF2B5EF4-FFF2-40B4-BE49-F238E27FC236}">
                <a16:creationId xmlns:a16="http://schemas.microsoft.com/office/drawing/2014/main" id="{C45904E1-0100-76AF-52B0-B1D78EBC9054}"/>
              </a:ext>
            </a:extLst>
          </p:cNvPr>
          <p:cNvSpPr>
            <a:spLocks noChangeArrowheads="1"/>
          </p:cNvSpPr>
          <p:nvPr/>
        </p:nvSpPr>
        <p:spPr bwMode="auto">
          <a:xfrm>
            <a:off x="1241425" y="3824288"/>
            <a:ext cx="5762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nchor="ctr"/>
          <a:lstStyle>
            <a:lvl1pPr marL="228600" indent="-228600">
              <a:defRPr>
                <a:solidFill>
                  <a:srgbClr val="000000"/>
                </a:solidFill>
                <a:latin typeface="Arial" panose="020B0604020202020204" pitchFamily="34" charset="0"/>
                <a:ea typeface="Droid Sans Fallback"/>
                <a:cs typeface="Droid Sans Fallback"/>
              </a:defRPr>
            </a:lvl1pPr>
            <a:lvl2pPr>
              <a:defRPr>
                <a:solidFill>
                  <a:srgbClr val="000000"/>
                </a:solidFill>
                <a:latin typeface="Arial" panose="020B0604020202020204" pitchFamily="34" charset="0"/>
                <a:ea typeface="Droid Sans Fallback"/>
                <a:cs typeface="Droid Sans Fallback"/>
              </a:defRPr>
            </a:lvl2pPr>
            <a:lvl3pPr>
              <a:defRPr>
                <a:solidFill>
                  <a:srgbClr val="000000"/>
                </a:solidFill>
                <a:latin typeface="Arial" panose="020B0604020202020204" pitchFamily="34" charset="0"/>
                <a:ea typeface="Droid Sans Fallback"/>
                <a:cs typeface="Droid Sans Fallback"/>
              </a:defRPr>
            </a:lvl3pPr>
            <a:lvl4pPr>
              <a:defRPr>
                <a:solidFill>
                  <a:srgbClr val="000000"/>
                </a:solidFill>
                <a:latin typeface="Arial" panose="020B0604020202020204" pitchFamily="34" charset="0"/>
                <a:ea typeface="Droid Sans Fallback"/>
                <a:cs typeface="Droid Sans Fallback"/>
              </a:defRPr>
            </a:lvl4pPr>
            <a:lvl5pPr>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9pPr>
          </a:lstStyle>
          <a:p>
            <a:pPr algn="ctr" eaLnBrk="1" fontAlgn="t" hangingPunct="1">
              <a:spcBef>
                <a:spcPct val="20000"/>
              </a:spcBef>
              <a:buClr>
                <a:schemeClr val="tx1"/>
              </a:buClr>
              <a:buSzPct val="75000"/>
              <a:buFont typeface="Wingdings" panose="05000000000000000000" pitchFamily="2" charset="2"/>
              <a:buNone/>
            </a:pPr>
            <a:r>
              <a:rPr lang="en-US" altLang="zh-CN" sz="3600" b="1">
                <a:latin typeface="宋体" panose="02010600030101010101" pitchFamily="2" charset="-122"/>
                <a:ea typeface="宋体" panose="02010600030101010101" pitchFamily="2" charset="-122"/>
                <a:sym typeface="Symbol" panose="05050102010706020507" pitchFamily="18" charset="2"/>
              </a:rPr>
              <a:t></a:t>
            </a:r>
          </a:p>
        </p:txBody>
      </p:sp>
      <p:sp>
        <p:nvSpPr>
          <p:cNvPr id="33799" name="Rectangle 5">
            <a:extLst>
              <a:ext uri="{FF2B5EF4-FFF2-40B4-BE49-F238E27FC236}">
                <a16:creationId xmlns:a16="http://schemas.microsoft.com/office/drawing/2014/main" id="{954FA47C-5C57-081A-A95E-C3FD7C7CD86B}"/>
              </a:ext>
            </a:extLst>
          </p:cNvPr>
          <p:cNvSpPr>
            <a:spLocks noChangeArrowheads="1"/>
          </p:cNvSpPr>
          <p:nvPr/>
        </p:nvSpPr>
        <p:spPr bwMode="auto">
          <a:xfrm>
            <a:off x="809625" y="3932238"/>
            <a:ext cx="5762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nchor="ctr"/>
          <a:lstStyle>
            <a:lvl1pPr marL="228600" indent="-228600">
              <a:defRPr>
                <a:solidFill>
                  <a:srgbClr val="000000"/>
                </a:solidFill>
                <a:latin typeface="Arial" panose="020B0604020202020204" pitchFamily="34" charset="0"/>
                <a:ea typeface="Droid Sans Fallback"/>
                <a:cs typeface="Droid Sans Fallback"/>
              </a:defRPr>
            </a:lvl1pPr>
            <a:lvl2pPr>
              <a:defRPr>
                <a:solidFill>
                  <a:srgbClr val="000000"/>
                </a:solidFill>
                <a:latin typeface="Arial" panose="020B0604020202020204" pitchFamily="34" charset="0"/>
                <a:ea typeface="Droid Sans Fallback"/>
                <a:cs typeface="Droid Sans Fallback"/>
              </a:defRPr>
            </a:lvl2pPr>
            <a:lvl3pPr>
              <a:defRPr>
                <a:solidFill>
                  <a:srgbClr val="000000"/>
                </a:solidFill>
                <a:latin typeface="Arial" panose="020B0604020202020204" pitchFamily="34" charset="0"/>
                <a:ea typeface="Droid Sans Fallback"/>
                <a:cs typeface="Droid Sans Fallback"/>
              </a:defRPr>
            </a:lvl3pPr>
            <a:lvl4pPr>
              <a:defRPr>
                <a:solidFill>
                  <a:srgbClr val="000000"/>
                </a:solidFill>
                <a:latin typeface="Arial" panose="020B0604020202020204" pitchFamily="34" charset="0"/>
                <a:ea typeface="Droid Sans Fallback"/>
                <a:cs typeface="Droid Sans Fallback"/>
              </a:defRPr>
            </a:lvl4pPr>
            <a:lvl5pPr>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9pPr>
          </a:lstStyle>
          <a:p>
            <a:pPr algn="ctr" eaLnBrk="1" fontAlgn="t" hangingPunct="1">
              <a:spcBef>
                <a:spcPct val="20000"/>
              </a:spcBef>
              <a:buClr>
                <a:schemeClr val="tx1"/>
              </a:buClr>
              <a:buSzPct val="75000"/>
              <a:buFont typeface="Wingdings" panose="05000000000000000000" pitchFamily="2" charset="2"/>
              <a:buNone/>
            </a:pPr>
            <a:r>
              <a:rPr lang="en-GB" altLang="en-US" sz="3600" b="1">
                <a:latin typeface="Times New Roman" panose="02020603050405020304" pitchFamily="18" charset="0"/>
                <a:ea typeface="宋体" panose="02010600030101010101" pitchFamily="2" charset="-122"/>
              </a:rPr>
              <a:t>E</a:t>
            </a:r>
          </a:p>
        </p:txBody>
      </p:sp>
      <p:sp>
        <p:nvSpPr>
          <p:cNvPr id="33800" name="Rectangle 6">
            <a:extLst>
              <a:ext uri="{FF2B5EF4-FFF2-40B4-BE49-F238E27FC236}">
                <a16:creationId xmlns:a16="http://schemas.microsoft.com/office/drawing/2014/main" id="{8684B619-0438-DB4C-12D1-58CFAE324533}"/>
              </a:ext>
            </a:extLst>
          </p:cNvPr>
          <p:cNvSpPr>
            <a:spLocks noChangeArrowheads="1"/>
          </p:cNvSpPr>
          <p:nvPr/>
        </p:nvSpPr>
        <p:spPr bwMode="auto">
          <a:xfrm>
            <a:off x="1935163" y="3970338"/>
            <a:ext cx="117475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marL="228600" indent="-228600">
              <a:defRPr>
                <a:solidFill>
                  <a:srgbClr val="000000"/>
                </a:solidFill>
                <a:latin typeface="Arial" panose="020B0604020202020204" pitchFamily="34" charset="0"/>
                <a:ea typeface="Droid Sans Fallback"/>
                <a:cs typeface="Droid Sans Fallback"/>
              </a:defRPr>
            </a:lvl1pPr>
            <a:lvl2pPr>
              <a:defRPr>
                <a:solidFill>
                  <a:srgbClr val="000000"/>
                </a:solidFill>
                <a:latin typeface="Arial" panose="020B0604020202020204" pitchFamily="34" charset="0"/>
                <a:ea typeface="Droid Sans Fallback"/>
                <a:cs typeface="Droid Sans Fallback"/>
              </a:defRPr>
            </a:lvl2pPr>
            <a:lvl3pPr>
              <a:defRPr>
                <a:solidFill>
                  <a:srgbClr val="000000"/>
                </a:solidFill>
                <a:latin typeface="Arial" panose="020B0604020202020204" pitchFamily="34" charset="0"/>
                <a:ea typeface="Droid Sans Fallback"/>
                <a:cs typeface="Droid Sans Fallback"/>
              </a:defRPr>
            </a:lvl3pPr>
            <a:lvl4pPr>
              <a:defRPr>
                <a:solidFill>
                  <a:srgbClr val="000000"/>
                </a:solidFill>
                <a:latin typeface="Arial" panose="020B0604020202020204" pitchFamily="34" charset="0"/>
                <a:ea typeface="Droid Sans Fallback"/>
                <a:cs typeface="Droid Sans Fallback"/>
              </a:defRPr>
            </a:lvl4pPr>
            <a:lvl5pPr>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9pPr>
          </a:lstStyle>
          <a:p>
            <a:pPr algn="ctr" eaLnBrk="1" fontAlgn="t" hangingPunct="1">
              <a:spcBef>
                <a:spcPct val="20000"/>
              </a:spcBef>
              <a:buClr>
                <a:schemeClr val="tx1"/>
              </a:buClr>
              <a:buSzPct val="75000"/>
              <a:buFont typeface="Wingdings" panose="05000000000000000000" pitchFamily="2" charset="2"/>
              <a:buNone/>
            </a:pPr>
            <a:r>
              <a:rPr lang="en-US" altLang="zh-CN" sz="3600" b="1">
                <a:latin typeface="Times New Roman" panose="02020603050405020304" pitchFamily="18" charset="0"/>
                <a:ea typeface="宋体" panose="02010600030101010101" pitchFamily="2" charset="-122"/>
                <a:sym typeface="Symbol" panose="05050102010706020507" pitchFamily="18" charset="2"/>
              </a:rPr>
              <a:t>E+E</a:t>
            </a:r>
          </a:p>
        </p:txBody>
      </p:sp>
      <p:sp>
        <p:nvSpPr>
          <p:cNvPr id="33801" name="Rectangle 7">
            <a:extLst>
              <a:ext uri="{FF2B5EF4-FFF2-40B4-BE49-F238E27FC236}">
                <a16:creationId xmlns:a16="http://schemas.microsoft.com/office/drawing/2014/main" id="{FCCCFF26-82CD-3623-86AE-A5E9EB57767B}"/>
              </a:ext>
            </a:extLst>
          </p:cNvPr>
          <p:cNvSpPr>
            <a:spLocks noChangeArrowheads="1"/>
          </p:cNvSpPr>
          <p:nvPr/>
        </p:nvSpPr>
        <p:spPr bwMode="auto">
          <a:xfrm>
            <a:off x="3365500" y="3824288"/>
            <a:ext cx="5762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nchor="ctr"/>
          <a:lstStyle>
            <a:lvl1pPr marL="228600" indent="-228600">
              <a:defRPr>
                <a:solidFill>
                  <a:srgbClr val="000000"/>
                </a:solidFill>
                <a:latin typeface="Arial" panose="020B0604020202020204" pitchFamily="34" charset="0"/>
                <a:ea typeface="Droid Sans Fallback"/>
                <a:cs typeface="Droid Sans Fallback"/>
              </a:defRPr>
            </a:lvl1pPr>
            <a:lvl2pPr>
              <a:defRPr>
                <a:solidFill>
                  <a:srgbClr val="000000"/>
                </a:solidFill>
                <a:latin typeface="Arial" panose="020B0604020202020204" pitchFamily="34" charset="0"/>
                <a:ea typeface="Droid Sans Fallback"/>
                <a:cs typeface="Droid Sans Fallback"/>
              </a:defRPr>
            </a:lvl2pPr>
            <a:lvl3pPr>
              <a:defRPr>
                <a:solidFill>
                  <a:srgbClr val="000000"/>
                </a:solidFill>
                <a:latin typeface="Arial" panose="020B0604020202020204" pitchFamily="34" charset="0"/>
                <a:ea typeface="Droid Sans Fallback"/>
                <a:cs typeface="Droid Sans Fallback"/>
              </a:defRPr>
            </a:lvl3pPr>
            <a:lvl4pPr>
              <a:defRPr>
                <a:solidFill>
                  <a:srgbClr val="000000"/>
                </a:solidFill>
                <a:latin typeface="Arial" panose="020B0604020202020204" pitchFamily="34" charset="0"/>
                <a:ea typeface="Droid Sans Fallback"/>
                <a:cs typeface="Droid Sans Fallback"/>
              </a:defRPr>
            </a:lvl4pPr>
            <a:lvl5pPr>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9pPr>
          </a:lstStyle>
          <a:p>
            <a:pPr algn="ctr" eaLnBrk="1" fontAlgn="t" hangingPunct="1">
              <a:spcBef>
                <a:spcPct val="20000"/>
              </a:spcBef>
              <a:buClr>
                <a:schemeClr val="tx1"/>
              </a:buClr>
              <a:buSzPct val="75000"/>
              <a:buFont typeface="Wingdings" panose="05000000000000000000" pitchFamily="2" charset="2"/>
              <a:buNone/>
            </a:pPr>
            <a:r>
              <a:rPr lang="en-US" altLang="zh-CN" sz="3600" b="1">
                <a:latin typeface="宋体" panose="02010600030101010101" pitchFamily="2" charset="-122"/>
                <a:ea typeface="宋体" panose="02010600030101010101" pitchFamily="2" charset="-122"/>
                <a:sym typeface="Symbol" panose="05050102010706020507" pitchFamily="18" charset="2"/>
              </a:rPr>
              <a:t></a:t>
            </a:r>
          </a:p>
        </p:txBody>
      </p:sp>
      <p:sp>
        <p:nvSpPr>
          <p:cNvPr id="33802" name="Rectangle 8">
            <a:extLst>
              <a:ext uri="{FF2B5EF4-FFF2-40B4-BE49-F238E27FC236}">
                <a16:creationId xmlns:a16="http://schemas.microsoft.com/office/drawing/2014/main" id="{3DAED046-1AB8-B86D-48C3-F851798A9E39}"/>
              </a:ext>
            </a:extLst>
          </p:cNvPr>
          <p:cNvSpPr>
            <a:spLocks noChangeArrowheads="1"/>
          </p:cNvSpPr>
          <p:nvPr/>
        </p:nvSpPr>
        <p:spPr bwMode="auto">
          <a:xfrm>
            <a:off x="3365500" y="4616450"/>
            <a:ext cx="5762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nchor="ctr"/>
          <a:lstStyle>
            <a:lvl1pPr marL="228600" indent="-228600">
              <a:defRPr>
                <a:solidFill>
                  <a:srgbClr val="000000"/>
                </a:solidFill>
                <a:latin typeface="Arial" panose="020B0604020202020204" pitchFamily="34" charset="0"/>
                <a:ea typeface="Droid Sans Fallback"/>
                <a:cs typeface="Droid Sans Fallback"/>
              </a:defRPr>
            </a:lvl1pPr>
            <a:lvl2pPr>
              <a:defRPr>
                <a:solidFill>
                  <a:srgbClr val="000000"/>
                </a:solidFill>
                <a:latin typeface="Arial" panose="020B0604020202020204" pitchFamily="34" charset="0"/>
                <a:ea typeface="Droid Sans Fallback"/>
                <a:cs typeface="Droid Sans Fallback"/>
              </a:defRPr>
            </a:lvl2pPr>
            <a:lvl3pPr>
              <a:defRPr>
                <a:solidFill>
                  <a:srgbClr val="000000"/>
                </a:solidFill>
                <a:latin typeface="Arial" panose="020B0604020202020204" pitchFamily="34" charset="0"/>
                <a:ea typeface="Droid Sans Fallback"/>
                <a:cs typeface="Droid Sans Fallback"/>
              </a:defRPr>
            </a:lvl3pPr>
            <a:lvl4pPr>
              <a:defRPr>
                <a:solidFill>
                  <a:srgbClr val="000000"/>
                </a:solidFill>
                <a:latin typeface="Arial" panose="020B0604020202020204" pitchFamily="34" charset="0"/>
                <a:ea typeface="Droid Sans Fallback"/>
                <a:cs typeface="Droid Sans Fallback"/>
              </a:defRPr>
            </a:lvl4pPr>
            <a:lvl5pPr>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9pPr>
          </a:lstStyle>
          <a:p>
            <a:pPr algn="ctr" eaLnBrk="1" fontAlgn="t" hangingPunct="1">
              <a:spcBef>
                <a:spcPct val="20000"/>
              </a:spcBef>
              <a:buClr>
                <a:schemeClr val="tx1"/>
              </a:buClr>
              <a:buSzPct val="75000"/>
              <a:buFont typeface="Wingdings" panose="05000000000000000000" pitchFamily="2" charset="2"/>
              <a:buNone/>
            </a:pPr>
            <a:r>
              <a:rPr lang="en-US" altLang="zh-CN" sz="3600" b="1">
                <a:latin typeface="宋体" panose="02010600030101010101" pitchFamily="2" charset="-122"/>
                <a:ea typeface="宋体" panose="02010600030101010101" pitchFamily="2" charset="-122"/>
                <a:sym typeface="Symbol" panose="05050102010706020507" pitchFamily="18" charset="2"/>
              </a:rPr>
              <a:t></a:t>
            </a:r>
          </a:p>
        </p:txBody>
      </p:sp>
      <p:sp>
        <p:nvSpPr>
          <p:cNvPr id="33803" name="Rectangle 9">
            <a:extLst>
              <a:ext uri="{FF2B5EF4-FFF2-40B4-BE49-F238E27FC236}">
                <a16:creationId xmlns:a16="http://schemas.microsoft.com/office/drawing/2014/main" id="{67179AE8-489E-D4E4-5F9F-F3B06B8634A2}"/>
              </a:ext>
            </a:extLst>
          </p:cNvPr>
          <p:cNvSpPr>
            <a:spLocks noChangeArrowheads="1"/>
          </p:cNvSpPr>
          <p:nvPr/>
        </p:nvSpPr>
        <p:spPr bwMode="auto">
          <a:xfrm>
            <a:off x="5380038" y="3824288"/>
            <a:ext cx="57626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nchor="ctr"/>
          <a:lstStyle>
            <a:lvl1pPr marL="228600" indent="-228600">
              <a:defRPr>
                <a:solidFill>
                  <a:srgbClr val="000000"/>
                </a:solidFill>
                <a:latin typeface="Arial" panose="020B0604020202020204" pitchFamily="34" charset="0"/>
                <a:ea typeface="Droid Sans Fallback"/>
                <a:cs typeface="Droid Sans Fallback"/>
              </a:defRPr>
            </a:lvl1pPr>
            <a:lvl2pPr>
              <a:defRPr>
                <a:solidFill>
                  <a:srgbClr val="000000"/>
                </a:solidFill>
                <a:latin typeface="Arial" panose="020B0604020202020204" pitchFamily="34" charset="0"/>
                <a:ea typeface="Droid Sans Fallback"/>
                <a:cs typeface="Droid Sans Fallback"/>
              </a:defRPr>
            </a:lvl2pPr>
            <a:lvl3pPr>
              <a:defRPr>
                <a:solidFill>
                  <a:srgbClr val="000000"/>
                </a:solidFill>
                <a:latin typeface="Arial" panose="020B0604020202020204" pitchFamily="34" charset="0"/>
                <a:ea typeface="Droid Sans Fallback"/>
                <a:cs typeface="Droid Sans Fallback"/>
              </a:defRPr>
            </a:lvl3pPr>
            <a:lvl4pPr>
              <a:defRPr>
                <a:solidFill>
                  <a:srgbClr val="000000"/>
                </a:solidFill>
                <a:latin typeface="Arial" panose="020B0604020202020204" pitchFamily="34" charset="0"/>
                <a:ea typeface="Droid Sans Fallback"/>
                <a:cs typeface="Droid Sans Fallback"/>
              </a:defRPr>
            </a:lvl4pPr>
            <a:lvl5pPr>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9pPr>
          </a:lstStyle>
          <a:p>
            <a:pPr algn="ctr" eaLnBrk="1" fontAlgn="t" hangingPunct="1">
              <a:spcBef>
                <a:spcPct val="20000"/>
              </a:spcBef>
              <a:buClr>
                <a:schemeClr val="tx1"/>
              </a:buClr>
              <a:buSzPct val="75000"/>
              <a:buFont typeface="Wingdings" panose="05000000000000000000" pitchFamily="2" charset="2"/>
              <a:buNone/>
            </a:pPr>
            <a:r>
              <a:rPr lang="en-US" altLang="zh-CN" sz="3600" b="1">
                <a:latin typeface="宋体" panose="02010600030101010101" pitchFamily="2" charset="-122"/>
                <a:ea typeface="宋体" panose="02010600030101010101" pitchFamily="2" charset="-122"/>
                <a:sym typeface="Symbol" panose="05050102010706020507" pitchFamily="18" charset="2"/>
              </a:rPr>
              <a:t></a:t>
            </a:r>
          </a:p>
        </p:txBody>
      </p:sp>
      <p:sp>
        <p:nvSpPr>
          <p:cNvPr id="33804" name="Rectangle 10">
            <a:extLst>
              <a:ext uri="{FF2B5EF4-FFF2-40B4-BE49-F238E27FC236}">
                <a16:creationId xmlns:a16="http://schemas.microsoft.com/office/drawing/2014/main" id="{F59DC30E-599E-640E-86C5-80DF100AFB9E}"/>
              </a:ext>
            </a:extLst>
          </p:cNvPr>
          <p:cNvSpPr>
            <a:spLocks noChangeArrowheads="1"/>
          </p:cNvSpPr>
          <p:nvPr/>
        </p:nvSpPr>
        <p:spPr bwMode="auto">
          <a:xfrm>
            <a:off x="1241425" y="4616450"/>
            <a:ext cx="5762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nchor="ctr"/>
          <a:lstStyle>
            <a:lvl1pPr marL="228600" indent="-228600">
              <a:defRPr>
                <a:solidFill>
                  <a:srgbClr val="000000"/>
                </a:solidFill>
                <a:latin typeface="Arial" panose="020B0604020202020204" pitchFamily="34" charset="0"/>
                <a:ea typeface="Droid Sans Fallback"/>
                <a:cs typeface="Droid Sans Fallback"/>
              </a:defRPr>
            </a:lvl1pPr>
            <a:lvl2pPr>
              <a:defRPr>
                <a:solidFill>
                  <a:srgbClr val="000000"/>
                </a:solidFill>
                <a:latin typeface="Arial" panose="020B0604020202020204" pitchFamily="34" charset="0"/>
                <a:ea typeface="Droid Sans Fallback"/>
                <a:cs typeface="Droid Sans Fallback"/>
              </a:defRPr>
            </a:lvl2pPr>
            <a:lvl3pPr>
              <a:defRPr>
                <a:solidFill>
                  <a:srgbClr val="000000"/>
                </a:solidFill>
                <a:latin typeface="Arial" panose="020B0604020202020204" pitchFamily="34" charset="0"/>
                <a:ea typeface="Droid Sans Fallback"/>
                <a:cs typeface="Droid Sans Fallback"/>
              </a:defRPr>
            </a:lvl3pPr>
            <a:lvl4pPr>
              <a:defRPr>
                <a:solidFill>
                  <a:srgbClr val="000000"/>
                </a:solidFill>
                <a:latin typeface="Arial" panose="020B0604020202020204" pitchFamily="34" charset="0"/>
                <a:ea typeface="Droid Sans Fallback"/>
                <a:cs typeface="Droid Sans Fallback"/>
              </a:defRPr>
            </a:lvl4pPr>
            <a:lvl5pPr>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9pPr>
          </a:lstStyle>
          <a:p>
            <a:pPr algn="ctr" eaLnBrk="1" fontAlgn="t" hangingPunct="1">
              <a:spcBef>
                <a:spcPct val="20000"/>
              </a:spcBef>
              <a:buClr>
                <a:schemeClr val="tx1"/>
              </a:buClr>
              <a:buSzPct val="75000"/>
              <a:buFont typeface="Wingdings" panose="05000000000000000000" pitchFamily="2" charset="2"/>
              <a:buNone/>
            </a:pPr>
            <a:r>
              <a:rPr lang="en-US" altLang="zh-CN" sz="3600" b="1">
                <a:latin typeface="宋体" panose="02010600030101010101" pitchFamily="2" charset="-122"/>
                <a:ea typeface="宋体" panose="02010600030101010101" pitchFamily="2" charset="-122"/>
                <a:sym typeface="Symbol" panose="05050102010706020507" pitchFamily="18" charset="2"/>
              </a:rPr>
              <a:t></a:t>
            </a:r>
          </a:p>
        </p:txBody>
      </p:sp>
      <p:sp>
        <p:nvSpPr>
          <p:cNvPr id="33805" name="Rectangle 11">
            <a:extLst>
              <a:ext uri="{FF2B5EF4-FFF2-40B4-BE49-F238E27FC236}">
                <a16:creationId xmlns:a16="http://schemas.microsoft.com/office/drawing/2014/main" id="{F4AE5C9F-D713-84C7-EF82-1B91CD674424}"/>
              </a:ext>
            </a:extLst>
          </p:cNvPr>
          <p:cNvSpPr>
            <a:spLocks noChangeArrowheads="1"/>
          </p:cNvSpPr>
          <p:nvPr/>
        </p:nvSpPr>
        <p:spPr bwMode="auto">
          <a:xfrm>
            <a:off x="4095750" y="3981450"/>
            <a:ext cx="1139825"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marL="228600" indent="-228600">
              <a:defRPr>
                <a:solidFill>
                  <a:srgbClr val="000000"/>
                </a:solidFill>
                <a:latin typeface="Arial" panose="020B0604020202020204" pitchFamily="34" charset="0"/>
                <a:ea typeface="Droid Sans Fallback"/>
                <a:cs typeface="Droid Sans Fallback"/>
              </a:defRPr>
            </a:lvl1pPr>
            <a:lvl2pPr>
              <a:defRPr>
                <a:solidFill>
                  <a:srgbClr val="000000"/>
                </a:solidFill>
                <a:latin typeface="Arial" panose="020B0604020202020204" pitchFamily="34" charset="0"/>
                <a:ea typeface="Droid Sans Fallback"/>
                <a:cs typeface="Droid Sans Fallback"/>
              </a:defRPr>
            </a:lvl2pPr>
            <a:lvl3pPr>
              <a:defRPr>
                <a:solidFill>
                  <a:srgbClr val="000000"/>
                </a:solidFill>
                <a:latin typeface="Arial" panose="020B0604020202020204" pitchFamily="34" charset="0"/>
                <a:ea typeface="Droid Sans Fallback"/>
                <a:cs typeface="Droid Sans Fallback"/>
              </a:defRPr>
            </a:lvl3pPr>
            <a:lvl4pPr>
              <a:defRPr>
                <a:solidFill>
                  <a:srgbClr val="000000"/>
                </a:solidFill>
                <a:latin typeface="Arial" panose="020B0604020202020204" pitchFamily="34" charset="0"/>
                <a:ea typeface="Droid Sans Fallback"/>
                <a:cs typeface="Droid Sans Fallback"/>
              </a:defRPr>
            </a:lvl4pPr>
            <a:lvl5pPr>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9pPr>
          </a:lstStyle>
          <a:p>
            <a:pPr algn="ctr" eaLnBrk="1" fontAlgn="t" hangingPunct="1">
              <a:spcBef>
                <a:spcPct val="20000"/>
              </a:spcBef>
              <a:buClr>
                <a:schemeClr val="tx1"/>
              </a:buClr>
              <a:buSzPct val="75000"/>
              <a:buFont typeface="Wingdings" panose="05000000000000000000" pitchFamily="2" charset="2"/>
              <a:buNone/>
            </a:pPr>
            <a:r>
              <a:rPr lang="en-GB" altLang="en-US" sz="3600" b="1">
                <a:latin typeface="Times New Roman" panose="02020603050405020304" pitchFamily="18" charset="0"/>
                <a:ea typeface="宋体" panose="02010600030101010101" pitchFamily="2" charset="-122"/>
                <a:sym typeface="Symbol" panose="05050102010706020507" pitchFamily="18" charset="2"/>
              </a:rPr>
              <a:t>i</a:t>
            </a:r>
            <a:r>
              <a:rPr lang="en-US" altLang="zh-CN" sz="3600" b="1">
                <a:latin typeface="Times New Roman" panose="02020603050405020304" pitchFamily="18" charset="0"/>
                <a:ea typeface="宋体" panose="02010600030101010101" pitchFamily="2" charset="-122"/>
                <a:sym typeface="Symbol" panose="05050102010706020507" pitchFamily="18" charset="2"/>
              </a:rPr>
              <a:t>+E</a:t>
            </a:r>
          </a:p>
        </p:txBody>
      </p:sp>
      <p:sp>
        <p:nvSpPr>
          <p:cNvPr id="33806" name="Rectangle 12">
            <a:extLst>
              <a:ext uri="{FF2B5EF4-FFF2-40B4-BE49-F238E27FC236}">
                <a16:creationId xmlns:a16="http://schemas.microsoft.com/office/drawing/2014/main" id="{0C34BDBB-FD97-F265-084A-DF9DAE676A06}"/>
              </a:ext>
            </a:extLst>
          </p:cNvPr>
          <p:cNvSpPr>
            <a:spLocks noChangeArrowheads="1"/>
          </p:cNvSpPr>
          <p:nvPr/>
        </p:nvSpPr>
        <p:spPr bwMode="auto">
          <a:xfrm>
            <a:off x="5891213" y="3981450"/>
            <a:ext cx="1792287"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marL="228600" indent="-228600">
              <a:defRPr>
                <a:solidFill>
                  <a:srgbClr val="000000"/>
                </a:solidFill>
                <a:latin typeface="Arial" panose="020B0604020202020204" pitchFamily="34" charset="0"/>
                <a:ea typeface="Droid Sans Fallback"/>
                <a:cs typeface="Droid Sans Fallback"/>
              </a:defRPr>
            </a:lvl1pPr>
            <a:lvl2pPr>
              <a:defRPr>
                <a:solidFill>
                  <a:srgbClr val="000000"/>
                </a:solidFill>
                <a:latin typeface="Arial" panose="020B0604020202020204" pitchFamily="34" charset="0"/>
                <a:ea typeface="Droid Sans Fallback"/>
                <a:cs typeface="Droid Sans Fallback"/>
              </a:defRPr>
            </a:lvl2pPr>
            <a:lvl3pPr>
              <a:defRPr>
                <a:solidFill>
                  <a:srgbClr val="000000"/>
                </a:solidFill>
                <a:latin typeface="Arial" panose="020B0604020202020204" pitchFamily="34" charset="0"/>
                <a:ea typeface="Droid Sans Fallback"/>
                <a:cs typeface="Droid Sans Fallback"/>
              </a:defRPr>
            </a:lvl3pPr>
            <a:lvl4pPr>
              <a:defRPr>
                <a:solidFill>
                  <a:srgbClr val="000000"/>
                </a:solidFill>
                <a:latin typeface="Arial" panose="020B0604020202020204" pitchFamily="34" charset="0"/>
                <a:ea typeface="Droid Sans Fallback"/>
                <a:cs typeface="Droid Sans Fallback"/>
              </a:defRPr>
            </a:lvl4pPr>
            <a:lvl5pPr>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9pPr>
          </a:lstStyle>
          <a:p>
            <a:pPr algn="ctr" eaLnBrk="1" fontAlgn="t" hangingPunct="1">
              <a:spcBef>
                <a:spcPct val="20000"/>
              </a:spcBef>
              <a:buClr>
                <a:schemeClr val="tx1"/>
              </a:buClr>
              <a:buSzPct val="75000"/>
              <a:buFont typeface="Wingdings" panose="05000000000000000000" pitchFamily="2" charset="2"/>
              <a:buNone/>
            </a:pPr>
            <a:r>
              <a:rPr lang="en-US" altLang="zh-CN" sz="3600" b="1">
                <a:latin typeface="Times New Roman" panose="02020603050405020304" pitchFamily="18" charset="0"/>
                <a:ea typeface="宋体" panose="02010600030101010101" pitchFamily="2" charset="-122"/>
                <a:sym typeface="Symbol" panose="05050102010706020507" pitchFamily="18" charset="2"/>
              </a:rPr>
              <a:t>i+E*E</a:t>
            </a:r>
          </a:p>
        </p:txBody>
      </p:sp>
      <p:sp>
        <p:nvSpPr>
          <p:cNvPr id="33807" name="Rectangle 13">
            <a:extLst>
              <a:ext uri="{FF2B5EF4-FFF2-40B4-BE49-F238E27FC236}">
                <a16:creationId xmlns:a16="http://schemas.microsoft.com/office/drawing/2014/main" id="{10860AA6-2E3F-9568-A236-79D305CF16FC}"/>
              </a:ext>
            </a:extLst>
          </p:cNvPr>
          <p:cNvSpPr>
            <a:spLocks noChangeArrowheads="1"/>
          </p:cNvSpPr>
          <p:nvPr/>
        </p:nvSpPr>
        <p:spPr bwMode="auto">
          <a:xfrm>
            <a:off x="1860550" y="4772025"/>
            <a:ext cx="150495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marL="228600" indent="-228600">
              <a:defRPr>
                <a:solidFill>
                  <a:srgbClr val="000000"/>
                </a:solidFill>
                <a:latin typeface="Arial" panose="020B0604020202020204" pitchFamily="34" charset="0"/>
                <a:ea typeface="Droid Sans Fallback"/>
                <a:cs typeface="Droid Sans Fallback"/>
              </a:defRPr>
            </a:lvl1pPr>
            <a:lvl2pPr>
              <a:defRPr>
                <a:solidFill>
                  <a:srgbClr val="000000"/>
                </a:solidFill>
                <a:latin typeface="Arial" panose="020B0604020202020204" pitchFamily="34" charset="0"/>
                <a:ea typeface="Droid Sans Fallback"/>
                <a:cs typeface="Droid Sans Fallback"/>
              </a:defRPr>
            </a:lvl2pPr>
            <a:lvl3pPr>
              <a:defRPr>
                <a:solidFill>
                  <a:srgbClr val="000000"/>
                </a:solidFill>
                <a:latin typeface="Arial" panose="020B0604020202020204" pitchFamily="34" charset="0"/>
                <a:ea typeface="Droid Sans Fallback"/>
                <a:cs typeface="Droid Sans Fallback"/>
              </a:defRPr>
            </a:lvl3pPr>
            <a:lvl4pPr>
              <a:defRPr>
                <a:solidFill>
                  <a:srgbClr val="000000"/>
                </a:solidFill>
                <a:latin typeface="Arial" panose="020B0604020202020204" pitchFamily="34" charset="0"/>
                <a:ea typeface="Droid Sans Fallback"/>
                <a:cs typeface="Droid Sans Fallback"/>
              </a:defRPr>
            </a:lvl4pPr>
            <a:lvl5pPr>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9pPr>
          </a:lstStyle>
          <a:p>
            <a:pPr algn="ctr" eaLnBrk="1" fontAlgn="t" hangingPunct="1">
              <a:spcBef>
                <a:spcPct val="20000"/>
              </a:spcBef>
              <a:buClr>
                <a:schemeClr val="tx1"/>
              </a:buClr>
              <a:buSzPct val="75000"/>
              <a:buFont typeface="Wingdings" panose="05000000000000000000" pitchFamily="2" charset="2"/>
              <a:buNone/>
            </a:pPr>
            <a:r>
              <a:rPr lang="en-US" altLang="zh-CN" sz="3600" b="1">
                <a:latin typeface="Times New Roman" panose="02020603050405020304" pitchFamily="18" charset="0"/>
                <a:ea typeface="宋体" panose="02010600030101010101" pitchFamily="2" charset="-122"/>
                <a:sym typeface="Symbol" panose="05050102010706020507" pitchFamily="18" charset="2"/>
              </a:rPr>
              <a:t>i+i*E</a:t>
            </a:r>
          </a:p>
        </p:txBody>
      </p:sp>
      <p:sp>
        <p:nvSpPr>
          <p:cNvPr id="33808" name="Rectangle 14">
            <a:extLst>
              <a:ext uri="{FF2B5EF4-FFF2-40B4-BE49-F238E27FC236}">
                <a16:creationId xmlns:a16="http://schemas.microsoft.com/office/drawing/2014/main" id="{9069C062-6B52-A189-E733-9DE1DD42FE20}"/>
              </a:ext>
            </a:extLst>
          </p:cNvPr>
          <p:cNvSpPr>
            <a:spLocks noChangeArrowheads="1"/>
          </p:cNvSpPr>
          <p:nvPr/>
        </p:nvSpPr>
        <p:spPr bwMode="auto">
          <a:xfrm>
            <a:off x="3994150" y="4772025"/>
            <a:ext cx="1566863"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marL="228600" indent="-228600">
              <a:defRPr>
                <a:solidFill>
                  <a:srgbClr val="000000"/>
                </a:solidFill>
                <a:latin typeface="Arial" panose="020B0604020202020204" pitchFamily="34" charset="0"/>
                <a:ea typeface="Droid Sans Fallback"/>
                <a:cs typeface="Droid Sans Fallback"/>
              </a:defRPr>
            </a:lvl1pPr>
            <a:lvl2pPr>
              <a:defRPr>
                <a:solidFill>
                  <a:srgbClr val="000000"/>
                </a:solidFill>
                <a:latin typeface="Arial" panose="020B0604020202020204" pitchFamily="34" charset="0"/>
                <a:ea typeface="Droid Sans Fallback"/>
                <a:cs typeface="Droid Sans Fallback"/>
              </a:defRPr>
            </a:lvl2pPr>
            <a:lvl3pPr>
              <a:defRPr>
                <a:solidFill>
                  <a:srgbClr val="000000"/>
                </a:solidFill>
                <a:latin typeface="Arial" panose="020B0604020202020204" pitchFamily="34" charset="0"/>
                <a:ea typeface="Droid Sans Fallback"/>
                <a:cs typeface="Droid Sans Fallback"/>
              </a:defRPr>
            </a:lvl3pPr>
            <a:lvl4pPr>
              <a:defRPr>
                <a:solidFill>
                  <a:srgbClr val="000000"/>
                </a:solidFill>
                <a:latin typeface="Arial" panose="020B0604020202020204" pitchFamily="34" charset="0"/>
                <a:ea typeface="Droid Sans Fallback"/>
                <a:cs typeface="Droid Sans Fallback"/>
              </a:defRPr>
            </a:lvl4pPr>
            <a:lvl5pPr>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a:cs typeface="Droid Sans Fallback"/>
              </a:defRPr>
            </a:lvl9pPr>
          </a:lstStyle>
          <a:p>
            <a:pPr algn="ctr" eaLnBrk="1" fontAlgn="t" hangingPunct="1">
              <a:spcBef>
                <a:spcPct val="20000"/>
              </a:spcBef>
              <a:buClr>
                <a:schemeClr val="tx1"/>
              </a:buClr>
              <a:buSzPct val="75000"/>
              <a:buFont typeface="Wingdings" panose="05000000000000000000" pitchFamily="2" charset="2"/>
              <a:buNone/>
            </a:pPr>
            <a:r>
              <a:rPr lang="en-US" altLang="zh-CN" sz="3600" b="1">
                <a:latin typeface="Times New Roman" panose="02020603050405020304" pitchFamily="18" charset="0"/>
                <a:ea typeface="宋体" panose="02010600030101010101" pitchFamily="2" charset="-122"/>
                <a:sym typeface="Symbol" panose="05050102010706020507" pitchFamily="18" charset="2"/>
              </a:rPr>
              <a:t>i+i*i</a:t>
            </a:r>
          </a:p>
        </p:txBody>
      </p:sp>
      <p:sp>
        <p:nvSpPr>
          <p:cNvPr id="62481" name="日期占位符 29">
            <a:extLst>
              <a:ext uri="{FF2B5EF4-FFF2-40B4-BE49-F238E27FC236}">
                <a16:creationId xmlns:a16="http://schemas.microsoft.com/office/drawing/2014/main" id="{92138A49-A1FD-4AC1-9B64-E76D292E6D16}"/>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2" name="文本框 1">
            <a:extLst>
              <a:ext uri="{FF2B5EF4-FFF2-40B4-BE49-F238E27FC236}">
                <a16:creationId xmlns:a16="http://schemas.microsoft.com/office/drawing/2014/main" id="{A47A5C76-9101-904B-D6F5-A6170D5B8437}"/>
              </a:ext>
            </a:extLst>
          </p:cNvPr>
          <p:cNvSpPr txBox="1">
            <a:spLocks noChangeArrowheads="1"/>
          </p:cNvSpPr>
          <p:nvPr/>
        </p:nvSpPr>
        <p:spPr bwMode="auto">
          <a:xfrm>
            <a:off x="144463" y="5816600"/>
            <a:ext cx="99361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4000" b="1" dirty="0">
                <a:latin typeface="楷体_GB2312"/>
                <a:ea typeface="楷体_GB2312"/>
                <a:cs typeface="楷体_GB2312"/>
              </a:rPr>
              <a:t>最左推导的逆过程为</a:t>
            </a:r>
            <a:r>
              <a:rPr lang="zh-CN" altLang="en-US" sz="4000" b="1" dirty="0">
                <a:solidFill>
                  <a:srgbClr val="FF0000"/>
                </a:solidFill>
                <a:latin typeface="楷体_GB2312"/>
                <a:ea typeface="楷体_GB2312"/>
                <a:cs typeface="楷体_GB2312"/>
              </a:rPr>
              <a:t>最右规约</a:t>
            </a:r>
            <a:endParaRPr lang="zh-CN" altLang="en-US" sz="4000" b="1" dirty="0">
              <a:latin typeface="楷体_GB2312"/>
              <a:ea typeface="楷体_GB2312"/>
              <a:cs typeface="楷体_GB2312"/>
            </a:endParaRPr>
          </a:p>
        </p:txBody>
      </p:sp>
      <p:sp>
        <p:nvSpPr>
          <p:cNvPr id="3" name="文本框 2"/>
          <p:cNvSpPr txBox="1"/>
          <p:nvPr/>
        </p:nvSpPr>
        <p:spPr>
          <a:xfrm>
            <a:off x="6120384" y="1844708"/>
            <a:ext cx="3645243" cy="1569660"/>
          </a:xfrm>
          <a:prstGeom prst="rect">
            <a:avLst/>
          </a:prstGeom>
          <a:noFill/>
        </p:spPr>
        <p:txBody>
          <a:bodyPr wrap="square" rtlCol="0">
            <a:spAutoFit/>
          </a:bodyPr>
          <a:lstStyle/>
          <a:p>
            <a:r>
              <a:rPr lang="zh-CN" altLang="en-US" sz="2400" b="1" dirty="0">
                <a:solidFill>
                  <a:srgbClr val="FF0000"/>
                </a:solidFill>
              </a:rPr>
              <a:t>最右规约</a:t>
            </a:r>
            <a:r>
              <a:rPr lang="zh-CN" altLang="en-US" sz="2400" b="1" dirty="0"/>
              <a:t>：任何一步都是对句型中的最右边的终结符用产生式左边的非终结符进行替换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3799"/>
                                        </p:tgtEl>
                                        <p:attrNameLst>
                                          <p:attrName>style.visibility</p:attrName>
                                        </p:attrNameLst>
                                      </p:cBhvr>
                                      <p:to>
                                        <p:strVal val="visible"/>
                                      </p:to>
                                    </p:set>
                                    <p:animEffect transition="in" filter="blinds(horizontal)">
                                      <p:cBhvr>
                                        <p:cTn id="7" dur="500"/>
                                        <p:tgtEl>
                                          <p:spTgt spid="337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3798"/>
                                        </p:tgtEl>
                                        <p:attrNameLst>
                                          <p:attrName>style.visibility</p:attrName>
                                        </p:attrNameLst>
                                      </p:cBhvr>
                                      <p:to>
                                        <p:strVal val="visible"/>
                                      </p:to>
                                    </p:set>
                                    <p:animEffect transition="in" filter="blinds(horizontal)">
                                      <p:cBhvr>
                                        <p:cTn id="12" dur="500"/>
                                        <p:tgtEl>
                                          <p:spTgt spid="337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3800"/>
                                        </p:tgtEl>
                                        <p:attrNameLst>
                                          <p:attrName>style.visibility</p:attrName>
                                        </p:attrNameLst>
                                      </p:cBhvr>
                                      <p:to>
                                        <p:strVal val="visible"/>
                                      </p:to>
                                    </p:set>
                                    <p:animEffect transition="in" filter="blinds(horizontal)">
                                      <p:cBhvr>
                                        <p:cTn id="17" dur="500"/>
                                        <p:tgtEl>
                                          <p:spTgt spid="338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3801"/>
                                        </p:tgtEl>
                                        <p:attrNameLst>
                                          <p:attrName>style.visibility</p:attrName>
                                        </p:attrNameLst>
                                      </p:cBhvr>
                                      <p:to>
                                        <p:strVal val="visible"/>
                                      </p:to>
                                    </p:set>
                                    <p:animEffect transition="in" filter="blinds(horizontal)">
                                      <p:cBhvr>
                                        <p:cTn id="22" dur="500"/>
                                        <p:tgtEl>
                                          <p:spTgt spid="338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3805"/>
                                        </p:tgtEl>
                                        <p:attrNameLst>
                                          <p:attrName>style.visibility</p:attrName>
                                        </p:attrNameLst>
                                      </p:cBhvr>
                                      <p:to>
                                        <p:strVal val="visible"/>
                                      </p:to>
                                    </p:set>
                                    <p:animEffect transition="in" filter="blinds(horizontal)">
                                      <p:cBhvr>
                                        <p:cTn id="27" dur="500"/>
                                        <p:tgtEl>
                                          <p:spTgt spid="3380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3803"/>
                                        </p:tgtEl>
                                        <p:attrNameLst>
                                          <p:attrName>style.visibility</p:attrName>
                                        </p:attrNameLst>
                                      </p:cBhvr>
                                      <p:to>
                                        <p:strVal val="visible"/>
                                      </p:to>
                                    </p:set>
                                    <p:animEffect transition="in" filter="blinds(horizontal)">
                                      <p:cBhvr>
                                        <p:cTn id="32" dur="500"/>
                                        <p:tgtEl>
                                          <p:spTgt spid="3380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3806"/>
                                        </p:tgtEl>
                                        <p:attrNameLst>
                                          <p:attrName>style.visibility</p:attrName>
                                        </p:attrNameLst>
                                      </p:cBhvr>
                                      <p:to>
                                        <p:strVal val="visible"/>
                                      </p:to>
                                    </p:set>
                                    <p:animEffect transition="in" filter="blinds(horizontal)">
                                      <p:cBhvr>
                                        <p:cTn id="37" dur="500"/>
                                        <p:tgtEl>
                                          <p:spTgt spid="3380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3804"/>
                                        </p:tgtEl>
                                        <p:attrNameLst>
                                          <p:attrName>style.visibility</p:attrName>
                                        </p:attrNameLst>
                                      </p:cBhvr>
                                      <p:to>
                                        <p:strVal val="visible"/>
                                      </p:to>
                                    </p:set>
                                    <p:animEffect transition="in" filter="blinds(horizontal)">
                                      <p:cBhvr>
                                        <p:cTn id="42" dur="500"/>
                                        <p:tgtEl>
                                          <p:spTgt spid="3380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3807"/>
                                        </p:tgtEl>
                                        <p:attrNameLst>
                                          <p:attrName>style.visibility</p:attrName>
                                        </p:attrNameLst>
                                      </p:cBhvr>
                                      <p:to>
                                        <p:strVal val="visible"/>
                                      </p:to>
                                    </p:set>
                                    <p:animEffect transition="in" filter="blinds(horizontal)">
                                      <p:cBhvr>
                                        <p:cTn id="47" dur="500"/>
                                        <p:tgtEl>
                                          <p:spTgt spid="3380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33802"/>
                                        </p:tgtEl>
                                        <p:attrNameLst>
                                          <p:attrName>style.visibility</p:attrName>
                                        </p:attrNameLst>
                                      </p:cBhvr>
                                      <p:to>
                                        <p:strVal val="visible"/>
                                      </p:to>
                                    </p:set>
                                    <p:animEffect transition="in" filter="blinds(horizontal)">
                                      <p:cBhvr>
                                        <p:cTn id="52" dur="500"/>
                                        <p:tgtEl>
                                          <p:spTgt spid="3380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33808"/>
                                        </p:tgtEl>
                                        <p:attrNameLst>
                                          <p:attrName>style.visibility</p:attrName>
                                        </p:attrNameLst>
                                      </p:cBhvr>
                                      <p:to>
                                        <p:strVal val="visible"/>
                                      </p:to>
                                    </p:set>
                                    <p:animEffect transition="in" filter="blinds(horizontal)">
                                      <p:cBhvr>
                                        <p:cTn id="57" dur="500"/>
                                        <p:tgtEl>
                                          <p:spTgt spid="3380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2">
                                            <p:txEl>
                                              <p:pRg st="0" end="0"/>
                                            </p:txEl>
                                          </p:spTgt>
                                        </p:tgtEl>
                                        <p:attrNameLst>
                                          <p:attrName>style.visibility</p:attrName>
                                        </p:attrNameLst>
                                      </p:cBhvr>
                                      <p:to>
                                        <p:strVal val="visible"/>
                                      </p:to>
                                    </p:set>
                                    <p:animEffect transition="in" filter="wipe(down)">
                                      <p:cBhvr>
                                        <p:cTn id="62" dur="500"/>
                                        <p:tgtEl>
                                          <p:spTgt spid="2">
                                            <p:txEl>
                                              <p:pRg st="0" end="0"/>
                                            </p:txEl>
                                          </p:spTgt>
                                        </p:tgtEl>
                                      </p:cBhvr>
                                    </p:animEffect>
                                  </p:childTnLst>
                                </p:cTn>
                              </p:par>
                              <p:par>
                                <p:cTn id="63" presetID="22" presetClass="entr" presetSubtype="4" fill="hold" nodeType="withEffect">
                                  <p:stCondLst>
                                    <p:cond delay="0"/>
                                  </p:stCondLst>
                                  <p:childTnLst>
                                    <p:set>
                                      <p:cBhvr>
                                        <p:cTn id="64" dur="1" fill="hold">
                                          <p:stCondLst>
                                            <p:cond delay="0"/>
                                          </p:stCondLst>
                                        </p:cTn>
                                        <p:tgtEl>
                                          <p:spTgt spid="2">
                                            <p:txEl>
                                              <p:pRg st="0" end="0"/>
                                            </p:txEl>
                                          </p:spTgt>
                                        </p:tgtEl>
                                        <p:attrNameLst>
                                          <p:attrName>style.visibility</p:attrName>
                                        </p:attrNameLst>
                                      </p:cBhvr>
                                      <p:to>
                                        <p:strVal val="visible"/>
                                      </p:to>
                                    </p:set>
                                    <p:animEffect transition="in" filter="wipe(down)">
                                      <p:cBhvr>
                                        <p:cTn id="65" dur="500"/>
                                        <p:tgtEl>
                                          <p:spTgt spid="2">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
                                        </p:tgtEl>
                                        <p:attrNameLst>
                                          <p:attrName>style.visibility</p:attrName>
                                        </p:attrNameLst>
                                      </p:cBhvr>
                                      <p:to>
                                        <p:strVal val="visible"/>
                                      </p:to>
                                    </p:set>
                                    <p:animEffect transition="in" filter="fade">
                                      <p:cBhvr>
                                        <p:cTn id="7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p:bldP spid="33799" grpId="0"/>
      <p:bldP spid="33800" grpId="0"/>
      <p:bldP spid="33801" grpId="0"/>
      <p:bldP spid="33802" grpId="0"/>
      <p:bldP spid="33803" grpId="0"/>
      <p:bldP spid="33804" grpId="0"/>
      <p:bldP spid="33805" grpId="0"/>
      <p:bldP spid="33806" grpId="0"/>
      <p:bldP spid="33807" grpId="0"/>
      <p:bldP spid="33808"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6CF5E181-3C69-B26B-26D7-A5347E6BFE44}"/>
              </a:ext>
            </a:extLst>
          </p:cNvPr>
          <p:cNvSpPr>
            <a:spLocks noGrp="1" noChangeArrowheads="1"/>
          </p:cNvSpPr>
          <p:nvPr>
            <p:ph type="body" idx="4294967295"/>
          </p:nvPr>
        </p:nvSpPr>
        <p:spPr>
          <a:xfrm>
            <a:off x="503238" y="1574800"/>
            <a:ext cx="9069387" cy="5175250"/>
          </a:xfrm>
        </p:spPr>
        <p:txBody>
          <a:bodyPr/>
          <a:lstStyle/>
          <a:p>
            <a:pPr marL="0" indent="0" eaLnBrk="1" hangingPunct="1">
              <a:lnSpc>
                <a:spcPct val="100000"/>
              </a:lnSpc>
              <a:buFont typeface="Wingdings" panose="05000000000000000000" pitchFamily="2" charset="2"/>
              <a:buNone/>
            </a:pPr>
            <a:r>
              <a:rPr lang="zh-CN" altLang="en-US" sz="4000" b="1" dirty="0">
                <a:ea typeface="楷体_GB2312"/>
                <a:sym typeface="Symbol" panose="05050102010706020507" pitchFamily="18" charset="2"/>
              </a:rPr>
              <a:t>最右推导（</a:t>
            </a:r>
            <a:r>
              <a:rPr lang="zh-CN" altLang="en-US" sz="4000" b="1" dirty="0">
                <a:solidFill>
                  <a:schemeClr val="accent2"/>
                </a:solidFill>
                <a:ea typeface="楷体_GB2312"/>
                <a:sym typeface="Symbol" panose="05050102010706020507" pitchFamily="18" charset="2"/>
              </a:rPr>
              <a:t>规范推导</a:t>
            </a:r>
            <a:r>
              <a:rPr lang="zh-CN" altLang="en-US" sz="4000" b="1" dirty="0">
                <a:ea typeface="楷体_GB2312"/>
                <a:sym typeface="Symbol" panose="05050102010706020507" pitchFamily="18" charset="2"/>
              </a:rPr>
              <a:t>）</a:t>
            </a:r>
            <a:endParaRPr lang="en-US" altLang="zh-CN" sz="4000" b="1" dirty="0">
              <a:ea typeface="楷体_GB2312"/>
            </a:endParaRPr>
          </a:p>
          <a:p>
            <a:pPr marL="0" indent="0" eaLnBrk="1" hangingPunct="1">
              <a:lnSpc>
                <a:spcPct val="150000"/>
              </a:lnSpc>
              <a:buFont typeface="Wingdings" panose="05000000000000000000" pitchFamily="2" charset="2"/>
              <a:buNone/>
            </a:pPr>
            <a:r>
              <a:rPr lang="en-US" altLang="zh-CN" sz="3500" b="1" dirty="0">
                <a:latin typeface="Times New Roman" panose="02020603050405020304" pitchFamily="18" charset="0"/>
                <a:ea typeface="楷体_GB2312"/>
              </a:rPr>
              <a:t>E</a:t>
            </a:r>
            <a:r>
              <a:rPr lang="en-US" altLang="zh-CN" sz="3500" b="1" dirty="0">
                <a:latin typeface="Times New Roman" panose="02020603050405020304" pitchFamily="18" charset="0"/>
                <a:ea typeface="仿宋_GB2312"/>
                <a:cs typeface="仿宋_GB2312"/>
                <a:sym typeface="Symbol" panose="05050102010706020507" pitchFamily="18" charset="2"/>
              </a:rPr>
              <a:t>E+E E+E*E</a:t>
            </a:r>
          </a:p>
          <a:p>
            <a:pPr marL="0" indent="0" eaLnBrk="1" hangingPunct="1">
              <a:lnSpc>
                <a:spcPct val="150000"/>
              </a:lnSpc>
              <a:buFont typeface="Wingdings" panose="05000000000000000000" pitchFamily="2" charset="2"/>
              <a:buNone/>
            </a:pPr>
            <a:r>
              <a:rPr lang="en-US" altLang="zh-CN" sz="3500" b="1" dirty="0">
                <a:latin typeface="Times New Roman" panose="02020603050405020304" pitchFamily="18" charset="0"/>
                <a:ea typeface="仿宋_GB2312"/>
                <a:cs typeface="仿宋_GB2312"/>
                <a:sym typeface="Symbol" panose="05050102010706020507" pitchFamily="18" charset="2"/>
              </a:rPr>
              <a:t>       E+E*</a:t>
            </a:r>
            <a:r>
              <a:rPr lang="en-US" altLang="zh-CN" sz="3500" b="1" dirty="0" err="1">
                <a:latin typeface="Times New Roman" panose="02020603050405020304" pitchFamily="18" charset="0"/>
                <a:ea typeface="仿宋_GB2312"/>
                <a:cs typeface="仿宋_GB2312"/>
                <a:sym typeface="Symbol" panose="05050102010706020507" pitchFamily="18" charset="2"/>
              </a:rPr>
              <a:t>i</a:t>
            </a:r>
            <a:r>
              <a:rPr lang="en-US" altLang="zh-CN" sz="3500" b="1" dirty="0">
                <a:latin typeface="Times New Roman" panose="02020603050405020304" pitchFamily="18" charset="0"/>
                <a:ea typeface="仿宋_GB2312"/>
                <a:cs typeface="仿宋_GB2312"/>
                <a:sym typeface="Symbol" panose="05050102010706020507" pitchFamily="18" charset="2"/>
              </a:rPr>
              <a:t> </a:t>
            </a:r>
          </a:p>
          <a:p>
            <a:pPr marL="0" indent="0" eaLnBrk="1" hangingPunct="1">
              <a:lnSpc>
                <a:spcPct val="150000"/>
              </a:lnSpc>
              <a:buFont typeface="Wingdings" panose="05000000000000000000" pitchFamily="2" charset="2"/>
              <a:buNone/>
            </a:pPr>
            <a:r>
              <a:rPr lang="en-US" altLang="zh-CN" sz="3500" b="1" dirty="0">
                <a:latin typeface="Times New Roman" panose="02020603050405020304" pitchFamily="18" charset="0"/>
                <a:ea typeface="仿宋_GB2312"/>
                <a:cs typeface="仿宋_GB2312"/>
                <a:sym typeface="Symbol" panose="05050102010706020507" pitchFamily="18" charset="2"/>
              </a:rPr>
              <a:t>       </a:t>
            </a:r>
            <a:r>
              <a:rPr lang="en-US" altLang="zh-CN" sz="3500" b="1" dirty="0" err="1">
                <a:latin typeface="Times New Roman" panose="02020603050405020304" pitchFamily="18" charset="0"/>
                <a:ea typeface="仿宋_GB2312"/>
                <a:cs typeface="仿宋_GB2312"/>
                <a:sym typeface="Symbol" panose="05050102010706020507" pitchFamily="18" charset="2"/>
              </a:rPr>
              <a:t>E+i</a:t>
            </a:r>
            <a:r>
              <a:rPr lang="en-US" altLang="zh-CN" sz="3500" b="1" dirty="0">
                <a:latin typeface="Times New Roman" panose="02020603050405020304" pitchFamily="18" charset="0"/>
                <a:ea typeface="仿宋_GB2312"/>
                <a:cs typeface="仿宋_GB2312"/>
                <a:sym typeface="Symbol" panose="05050102010706020507" pitchFamily="18" charset="2"/>
              </a:rPr>
              <a:t>*</a:t>
            </a:r>
            <a:r>
              <a:rPr lang="en-US" altLang="zh-CN" sz="3500" b="1" dirty="0" err="1">
                <a:latin typeface="Times New Roman" panose="02020603050405020304" pitchFamily="18" charset="0"/>
                <a:ea typeface="仿宋_GB2312"/>
                <a:cs typeface="仿宋_GB2312"/>
                <a:sym typeface="Symbol" panose="05050102010706020507" pitchFamily="18" charset="2"/>
              </a:rPr>
              <a:t>i</a:t>
            </a:r>
            <a:r>
              <a:rPr lang="en-US" altLang="zh-CN" sz="3500" b="1" dirty="0">
                <a:latin typeface="Times New Roman" panose="02020603050405020304" pitchFamily="18" charset="0"/>
                <a:ea typeface="仿宋_GB2312"/>
                <a:cs typeface="仿宋_GB2312"/>
                <a:sym typeface="Symbol" panose="05050102010706020507" pitchFamily="18" charset="2"/>
              </a:rPr>
              <a:t> </a:t>
            </a:r>
            <a:r>
              <a:rPr lang="en-US" altLang="zh-CN" sz="3500" b="1" dirty="0" err="1">
                <a:latin typeface="Times New Roman" panose="02020603050405020304" pitchFamily="18" charset="0"/>
                <a:ea typeface="仿宋_GB2312"/>
                <a:cs typeface="仿宋_GB2312"/>
                <a:sym typeface="Symbol" panose="05050102010706020507" pitchFamily="18" charset="2"/>
              </a:rPr>
              <a:t>i+i</a:t>
            </a:r>
            <a:r>
              <a:rPr lang="en-US" altLang="zh-CN" sz="3500" b="1" dirty="0">
                <a:latin typeface="Times New Roman" panose="02020603050405020304" pitchFamily="18" charset="0"/>
                <a:ea typeface="仿宋_GB2312"/>
                <a:cs typeface="仿宋_GB2312"/>
                <a:sym typeface="Symbol" panose="05050102010706020507" pitchFamily="18" charset="2"/>
              </a:rPr>
              <a:t>*</a:t>
            </a:r>
            <a:r>
              <a:rPr lang="en-US" altLang="zh-CN" sz="3500" b="1" dirty="0" err="1">
                <a:latin typeface="Times New Roman" panose="02020603050405020304" pitchFamily="18" charset="0"/>
                <a:ea typeface="仿宋_GB2312"/>
                <a:cs typeface="仿宋_GB2312"/>
                <a:sym typeface="Symbol" panose="05050102010706020507" pitchFamily="18" charset="2"/>
              </a:rPr>
              <a:t>i</a:t>
            </a:r>
            <a:r>
              <a:rPr lang="en-US" altLang="zh-CN" sz="4000" b="1" dirty="0">
                <a:latin typeface="Times New Roman" panose="02020603050405020304" pitchFamily="18" charset="0"/>
                <a:ea typeface="仿宋_GB2312"/>
                <a:cs typeface="仿宋_GB2312"/>
                <a:sym typeface="Symbol" panose="05050102010706020507" pitchFamily="18" charset="2"/>
              </a:rPr>
              <a:t> </a:t>
            </a:r>
          </a:p>
          <a:p>
            <a:pPr marL="0" indent="0" eaLnBrk="1" hangingPunct="1">
              <a:lnSpc>
                <a:spcPct val="150000"/>
              </a:lnSpc>
              <a:buFont typeface="Wingdings" panose="05000000000000000000" pitchFamily="2" charset="2"/>
              <a:buNone/>
            </a:pPr>
            <a:r>
              <a:rPr lang="en-US" altLang="zh-CN" sz="3500" b="1" dirty="0">
                <a:latin typeface="Times New Roman" panose="02020603050405020304" pitchFamily="18" charset="0"/>
                <a:ea typeface="仿宋_GB2312"/>
                <a:cs typeface="仿宋_GB2312"/>
                <a:sym typeface="Symbol" panose="05050102010706020507" pitchFamily="18" charset="2"/>
              </a:rPr>
              <a:t>E  E*</a:t>
            </a:r>
            <a:r>
              <a:rPr lang="en-US" altLang="zh-CN" sz="3500" b="1" dirty="0">
                <a:solidFill>
                  <a:schemeClr val="accent2"/>
                </a:solidFill>
                <a:latin typeface="Times New Roman" panose="02020603050405020304" pitchFamily="18" charset="0"/>
                <a:ea typeface="仿宋_GB2312"/>
                <a:cs typeface="仿宋_GB2312"/>
                <a:sym typeface="Symbol" panose="05050102010706020507" pitchFamily="18" charset="2"/>
              </a:rPr>
              <a:t>E</a:t>
            </a:r>
            <a:r>
              <a:rPr lang="en-US" altLang="zh-CN" sz="3500" b="1" dirty="0">
                <a:latin typeface="Times New Roman" panose="02020603050405020304" pitchFamily="18" charset="0"/>
                <a:ea typeface="仿宋_GB2312"/>
                <a:cs typeface="仿宋_GB2312"/>
                <a:sym typeface="Symbol" panose="05050102010706020507" pitchFamily="18" charset="2"/>
              </a:rPr>
              <a:t>   E*</a:t>
            </a:r>
            <a:r>
              <a:rPr lang="en-US" altLang="zh-CN" sz="3500" b="1" dirty="0" err="1">
                <a:latin typeface="Times New Roman" panose="02020603050405020304" pitchFamily="18" charset="0"/>
                <a:ea typeface="仿宋_GB2312"/>
                <a:cs typeface="仿宋_GB2312"/>
                <a:sym typeface="Symbol" panose="05050102010706020507" pitchFamily="18" charset="2"/>
              </a:rPr>
              <a:t>i</a:t>
            </a:r>
            <a:r>
              <a:rPr lang="en-US" altLang="zh-CN" sz="3500" b="1" dirty="0">
                <a:latin typeface="Times New Roman" panose="02020603050405020304" pitchFamily="18" charset="0"/>
                <a:ea typeface="仿宋_GB2312"/>
                <a:cs typeface="仿宋_GB2312"/>
                <a:sym typeface="Symbol" panose="05050102010706020507" pitchFamily="18" charset="2"/>
              </a:rPr>
              <a:t>   E+</a:t>
            </a:r>
            <a:r>
              <a:rPr lang="en-US" altLang="zh-CN" sz="3500" b="1" dirty="0">
                <a:solidFill>
                  <a:schemeClr val="accent2"/>
                </a:solidFill>
                <a:latin typeface="Times New Roman" panose="02020603050405020304" pitchFamily="18" charset="0"/>
                <a:ea typeface="仿宋_GB2312"/>
                <a:cs typeface="仿宋_GB2312"/>
                <a:sym typeface="Symbol" panose="05050102010706020507" pitchFamily="18" charset="2"/>
              </a:rPr>
              <a:t>E</a:t>
            </a:r>
            <a:r>
              <a:rPr lang="en-US" altLang="zh-CN" sz="3500" b="1" dirty="0">
                <a:latin typeface="Times New Roman" panose="02020603050405020304" pitchFamily="18" charset="0"/>
                <a:ea typeface="仿宋_GB2312"/>
                <a:cs typeface="仿宋_GB2312"/>
                <a:sym typeface="Symbol" panose="05050102010706020507" pitchFamily="18" charset="2"/>
              </a:rPr>
              <a:t>*</a:t>
            </a:r>
            <a:r>
              <a:rPr lang="en-US" altLang="zh-CN" sz="3500" b="1" dirty="0" err="1">
                <a:latin typeface="Times New Roman" panose="02020603050405020304" pitchFamily="18" charset="0"/>
                <a:ea typeface="仿宋_GB2312"/>
                <a:cs typeface="仿宋_GB2312"/>
                <a:sym typeface="Symbol" panose="05050102010706020507" pitchFamily="18" charset="2"/>
              </a:rPr>
              <a:t>i</a:t>
            </a:r>
            <a:r>
              <a:rPr lang="en-US" altLang="zh-CN" sz="3500" b="1" dirty="0">
                <a:latin typeface="Times New Roman" panose="02020603050405020304" pitchFamily="18" charset="0"/>
                <a:ea typeface="仿宋_GB2312"/>
                <a:cs typeface="仿宋_GB2312"/>
                <a:sym typeface="Symbol" panose="05050102010706020507" pitchFamily="18" charset="2"/>
              </a:rPr>
              <a:t>   </a:t>
            </a:r>
            <a:r>
              <a:rPr lang="en-US" altLang="zh-CN" sz="3500" b="1" dirty="0" err="1">
                <a:solidFill>
                  <a:schemeClr val="accent2"/>
                </a:solidFill>
                <a:latin typeface="Times New Roman" panose="02020603050405020304" pitchFamily="18" charset="0"/>
                <a:ea typeface="仿宋_GB2312"/>
                <a:cs typeface="仿宋_GB2312"/>
                <a:sym typeface="Symbol" panose="05050102010706020507" pitchFamily="18" charset="2"/>
              </a:rPr>
              <a:t>E</a:t>
            </a:r>
            <a:r>
              <a:rPr lang="en-US" altLang="zh-CN" sz="3500" b="1" dirty="0" err="1">
                <a:latin typeface="Times New Roman" panose="02020603050405020304" pitchFamily="18" charset="0"/>
                <a:ea typeface="仿宋_GB2312"/>
                <a:cs typeface="仿宋_GB2312"/>
                <a:sym typeface="Symbol" panose="05050102010706020507" pitchFamily="18" charset="2"/>
              </a:rPr>
              <a:t>+i</a:t>
            </a:r>
            <a:r>
              <a:rPr lang="en-US" altLang="zh-CN" sz="3500" b="1" dirty="0">
                <a:latin typeface="Times New Roman" panose="02020603050405020304" pitchFamily="18" charset="0"/>
                <a:ea typeface="仿宋_GB2312"/>
                <a:cs typeface="仿宋_GB2312"/>
                <a:sym typeface="Symbol" panose="05050102010706020507" pitchFamily="18" charset="2"/>
              </a:rPr>
              <a:t>*</a:t>
            </a:r>
            <a:r>
              <a:rPr lang="en-US" altLang="zh-CN" sz="3500" b="1" dirty="0" err="1">
                <a:latin typeface="Times New Roman" panose="02020603050405020304" pitchFamily="18" charset="0"/>
                <a:ea typeface="仿宋_GB2312"/>
                <a:cs typeface="仿宋_GB2312"/>
                <a:sym typeface="Symbol" panose="05050102010706020507" pitchFamily="18" charset="2"/>
              </a:rPr>
              <a:t>i</a:t>
            </a:r>
            <a:r>
              <a:rPr lang="en-US" altLang="zh-CN" sz="3500" b="1" dirty="0">
                <a:latin typeface="Times New Roman" panose="02020603050405020304" pitchFamily="18" charset="0"/>
                <a:ea typeface="仿宋_GB2312"/>
                <a:cs typeface="仿宋_GB2312"/>
                <a:sym typeface="Symbol" panose="05050102010706020507" pitchFamily="18" charset="2"/>
              </a:rPr>
              <a:t>   </a:t>
            </a:r>
            <a:r>
              <a:rPr lang="en-US" altLang="zh-CN" sz="3500" b="1" dirty="0" err="1">
                <a:latin typeface="Times New Roman" panose="02020603050405020304" pitchFamily="18" charset="0"/>
                <a:ea typeface="仿宋_GB2312"/>
                <a:cs typeface="仿宋_GB2312"/>
                <a:sym typeface="Symbol" panose="05050102010706020507" pitchFamily="18" charset="2"/>
              </a:rPr>
              <a:t>i+i</a:t>
            </a:r>
            <a:r>
              <a:rPr lang="en-US" altLang="zh-CN" sz="3500" b="1" dirty="0">
                <a:latin typeface="Times New Roman" panose="02020603050405020304" pitchFamily="18" charset="0"/>
                <a:ea typeface="仿宋_GB2312"/>
                <a:cs typeface="仿宋_GB2312"/>
                <a:sym typeface="Symbol" panose="05050102010706020507" pitchFamily="18" charset="2"/>
              </a:rPr>
              <a:t>*</a:t>
            </a:r>
            <a:r>
              <a:rPr lang="en-US" altLang="zh-CN" sz="3500" b="1" dirty="0" err="1">
                <a:latin typeface="Times New Roman" panose="02020603050405020304" pitchFamily="18" charset="0"/>
                <a:ea typeface="仿宋_GB2312"/>
                <a:cs typeface="仿宋_GB2312"/>
                <a:sym typeface="Symbol" panose="05050102010706020507" pitchFamily="18" charset="2"/>
              </a:rPr>
              <a:t>i</a:t>
            </a:r>
            <a:endParaRPr lang="zh-CN" altLang="en-US" sz="3500" b="1" dirty="0">
              <a:latin typeface="Times New Roman" panose="02020603050405020304" pitchFamily="18" charset="0"/>
              <a:ea typeface="仿宋_GB2312"/>
              <a:cs typeface="仿宋_GB2312"/>
              <a:sym typeface="Symbol" panose="05050102010706020507" pitchFamily="18" charset="2"/>
            </a:endParaRPr>
          </a:p>
        </p:txBody>
      </p:sp>
      <p:sp>
        <p:nvSpPr>
          <p:cNvPr id="63491" name="Footer Placeholder 5">
            <a:extLst>
              <a:ext uri="{FF2B5EF4-FFF2-40B4-BE49-F238E27FC236}">
                <a16:creationId xmlns:a16="http://schemas.microsoft.com/office/drawing/2014/main" id="{9FA15AB3-D116-E69B-41FA-77CECDE25971}"/>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3492" name="Slide Number Placeholder 6">
            <a:extLst>
              <a:ext uri="{FF2B5EF4-FFF2-40B4-BE49-F238E27FC236}">
                <a16:creationId xmlns:a16="http://schemas.microsoft.com/office/drawing/2014/main" id="{4E5E2635-1399-4A0A-2860-F58E0C638025}"/>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08A478B8-8917-445F-A7A1-67A04199CD36}"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36</a:t>
            </a:fld>
            <a:endParaRPr lang="en-GB" altLang="en-US" sz="1200">
              <a:latin typeface="Comic Sans MS" panose="030F0702030302020204" pitchFamily="66" charset="0"/>
              <a:ea typeface="宋体" panose="02010600030101010101" pitchFamily="2" charset="-122"/>
            </a:endParaRPr>
          </a:p>
        </p:txBody>
      </p:sp>
      <p:sp>
        <p:nvSpPr>
          <p:cNvPr id="63493" name="Rectangle 2">
            <a:extLst>
              <a:ext uri="{FF2B5EF4-FFF2-40B4-BE49-F238E27FC236}">
                <a16:creationId xmlns:a16="http://schemas.microsoft.com/office/drawing/2014/main" id="{50C019CF-AEF1-C4FB-690F-1129776E8E39}"/>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eaLnBrk="1" hangingPunct="1">
              <a:lnSpc>
                <a:spcPct val="110000"/>
              </a:lnSpc>
              <a:buFont typeface="Times New Roman" panose="02020603050405020304" pitchFamily="18" charset="0"/>
              <a:buNone/>
            </a:pPr>
            <a:r>
              <a:rPr lang="zh-CN" altLang="en-US" sz="4800">
                <a:latin typeface="微软雅黑" panose="020B0503020204020204" pitchFamily="34" charset="-122"/>
                <a:ea typeface="微软雅黑" panose="020B0503020204020204" pitchFamily="34" charset="-122"/>
              </a:rPr>
              <a:t>实例</a:t>
            </a:r>
          </a:p>
        </p:txBody>
      </p:sp>
      <p:sp>
        <p:nvSpPr>
          <p:cNvPr id="63494" name="日期占位符 8">
            <a:extLst>
              <a:ext uri="{FF2B5EF4-FFF2-40B4-BE49-F238E27FC236}">
                <a16:creationId xmlns:a16="http://schemas.microsoft.com/office/drawing/2014/main" id="{4628431C-B1CE-E89A-C996-E1C111178736}"/>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 name="文本框 6">
            <a:extLst>
              <a:ext uri="{FF2B5EF4-FFF2-40B4-BE49-F238E27FC236}">
                <a16:creationId xmlns:a16="http://schemas.microsoft.com/office/drawing/2014/main" id="{0F36CC7B-877A-0D8A-B2B3-98DCC31EBA0B}"/>
              </a:ext>
            </a:extLst>
          </p:cNvPr>
          <p:cNvSpPr txBox="1">
            <a:spLocks noChangeArrowheads="1"/>
          </p:cNvSpPr>
          <p:nvPr/>
        </p:nvSpPr>
        <p:spPr bwMode="auto">
          <a:xfrm>
            <a:off x="159406" y="6156593"/>
            <a:ext cx="993616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4000" b="1" dirty="0">
                <a:latin typeface="楷体_GB2312"/>
                <a:ea typeface="楷体_GB2312"/>
                <a:cs typeface="楷体_GB2312"/>
              </a:rPr>
              <a:t>最右推导（规范推导）的逆过程为</a:t>
            </a:r>
            <a:r>
              <a:rPr lang="zh-CN" altLang="en-US" sz="4000" b="1" dirty="0">
                <a:solidFill>
                  <a:srgbClr val="FF0000"/>
                </a:solidFill>
                <a:latin typeface="楷体_GB2312"/>
                <a:ea typeface="楷体_GB2312"/>
                <a:cs typeface="楷体_GB2312"/>
              </a:rPr>
              <a:t>最左规约（规范规约）</a:t>
            </a:r>
            <a:endParaRPr lang="zh-CN" altLang="en-US" sz="4000" b="1" dirty="0">
              <a:latin typeface="楷体_GB2312"/>
              <a:ea typeface="楷体_GB2312"/>
              <a:cs typeface="楷体_GB2312"/>
            </a:endParaRPr>
          </a:p>
        </p:txBody>
      </p:sp>
      <p:sp>
        <p:nvSpPr>
          <p:cNvPr id="8" name="文本框 7"/>
          <p:cNvSpPr txBox="1"/>
          <p:nvPr/>
        </p:nvSpPr>
        <p:spPr>
          <a:xfrm>
            <a:off x="6120384" y="1844708"/>
            <a:ext cx="3645243" cy="1569660"/>
          </a:xfrm>
          <a:prstGeom prst="rect">
            <a:avLst/>
          </a:prstGeom>
          <a:noFill/>
        </p:spPr>
        <p:txBody>
          <a:bodyPr wrap="square" rtlCol="0">
            <a:spAutoFit/>
          </a:bodyPr>
          <a:lstStyle/>
          <a:p>
            <a:r>
              <a:rPr lang="zh-CN" altLang="en-US" sz="2400" b="1" dirty="0">
                <a:solidFill>
                  <a:srgbClr val="FF0000"/>
                </a:solidFill>
              </a:rPr>
              <a:t>最左规约（规范规约）</a:t>
            </a:r>
            <a:r>
              <a:rPr lang="zh-CN" altLang="en-US" sz="2400" b="1" dirty="0"/>
              <a:t>：任何一步都是对句型中的最左边的终结符用产生式左边的非终结符进行替换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4818">
                                            <p:txEl>
                                              <p:pRg st="1" end="1"/>
                                            </p:txEl>
                                          </p:spTgt>
                                        </p:tgtEl>
                                        <p:attrNameLst>
                                          <p:attrName>style.visibility</p:attrName>
                                        </p:attrNameLst>
                                      </p:cBhvr>
                                      <p:to>
                                        <p:strVal val="visible"/>
                                      </p:to>
                                    </p:set>
                                    <p:animEffect transition="in" filter="blinds(horizontal)">
                                      <p:cBhvr>
                                        <p:cTn id="7" dur="500"/>
                                        <p:tgtEl>
                                          <p:spTgt spid="3481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4818">
                                            <p:txEl>
                                              <p:pRg st="2" end="2"/>
                                            </p:txEl>
                                          </p:spTgt>
                                        </p:tgtEl>
                                        <p:attrNameLst>
                                          <p:attrName>style.visibility</p:attrName>
                                        </p:attrNameLst>
                                      </p:cBhvr>
                                      <p:to>
                                        <p:strVal val="visible"/>
                                      </p:to>
                                    </p:set>
                                    <p:animEffect transition="in" filter="blinds(horizontal)">
                                      <p:cBhvr>
                                        <p:cTn id="12" dur="500"/>
                                        <p:tgtEl>
                                          <p:spTgt spid="3481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4818">
                                            <p:txEl>
                                              <p:pRg st="3" end="3"/>
                                            </p:txEl>
                                          </p:spTgt>
                                        </p:tgtEl>
                                        <p:attrNameLst>
                                          <p:attrName>style.visibility</p:attrName>
                                        </p:attrNameLst>
                                      </p:cBhvr>
                                      <p:to>
                                        <p:strVal val="visible"/>
                                      </p:to>
                                    </p:set>
                                    <p:animEffect transition="in" filter="blinds(horizontal)">
                                      <p:cBhvr>
                                        <p:cTn id="17" dur="500"/>
                                        <p:tgtEl>
                                          <p:spTgt spid="34818">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4818">
                                            <p:txEl>
                                              <p:pRg st="4" end="4"/>
                                            </p:txEl>
                                          </p:spTgt>
                                        </p:tgtEl>
                                        <p:attrNameLst>
                                          <p:attrName>style.visibility</p:attrName>
                                        </p:attrNameLst>
                                      </p:cBhvr>
                                      <p:to>
                                        <p:strVal val="visible"/>
                                      </p:to>
                                    </p:set>
                                    <p:animEffect transition="in" filter="blinds(horizontal)">
                                      <p:cBhvr>
                                        <p:cTn id="22" dur="500"/>
                                        <p:tgtEl>
                                          <p:spTgt spid="34818">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down)">
                                      <p:cBhvr>
                                        <p:cTn id="27" dur="500"/>
                                        <p:tgtEl>
                                          <p:spTgt spid="7">
                                            <p:txEl>
                                              <p:pRg st="0" end="0"/>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7">
                                            <p:txEl>
                                              <p:pRg st="0" end="0"/>
                                            </p:txEl>
                                          </p:spTgt>
                                        </p:tgtEl>
                                        <p:attrNameLst>
                                          <p:attrName>style.visibility</p:attrName>
                                        </p:attrNameLst>
                                      </p:cBhvr>
                                      <p:to>
                                        <p:strVal val="visible"/>
                                      </p:to>
                                    </p:set>
                                    <p:animEffect transition="in" filter="wipe(down)">
                                      <p:cBhvr>
                                        <p:cTn id="30" dur="500"/>
                                        <p:tgtEl>
                                          <p:spTgt spid="7">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uild="p"/>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B7C20D7-C3A0-CECD-0677-4D1E045BAB11}"/>
              </a:ext>
            </a:extLst>
          </p:cNvPr>
          <p:cNvSpPr>
            <a:spLocks noGrp="1" noChangeArrowheads="1"/>
          </p:cNvSpPr>
          <p:nvPr>
            <p:ph type="body" idx="4294967295"/>
          </p:nvPr>
        </p:nvSpPr>
        <p:spPr>
          <a:xfrm>
            <a:off x="495300" y="1439863"/>
            <a:ext cx="9070975" cy="4905375"/>
          </a:xfrm>
        </p:spPr>
        <p:txBody>
          <a:bodyPr/>
          <a:lstStyle/>
          <a:p>
            <a:pPr algn="just" eaLnBrk="1" hangingPunct="1">
              <a:lnSpc>
                <a:spcPct val="120000"/>
              </a:lnSpc>
              <a:buFont typeface="Wingdings" panose="05000000000000000000" pitchFamily="2" charset="2"/>
              <a:buNone/>
            </a:pPr>
            <a:r>
              <a:rPr lang="zh-CN" altLang="en-US" b="1">
                <a:latin typeface="楷体_GB2312"/>
                <a:ea typeface="楷体_GB2312"/>
              </a:rPr>
              <a:t>文法的重要性</a:t>
            </a:r>
            <a:endParaRPr lang="zh-CN" altLang="en-US" sz="3200" b="1">
              <a:latin typeface="楷体_GB2312"/>
              <a:ea typeface="楷体_GB2312"/>
            </a:endParaRPr>
          </a:p>
          <a:p>
            <a:pPr algn="just" eaLnBrk="1" hangingPunct="1">
              <a:lnSpc>
                <a:spcPct val="120000"/>
              </a:lnSpc>
              <a:buFont typeface="Times New Roman" panose="02020603050405020304" pitchFamily="18" charset="0"/>
              <a:buNone/>
            </a:pPr>
            <a:r>
              <a:rPr lang="zh-CN" altLang="en-US" b="1">
                <a:latin typeface="楷体_GB2312"/>
                <a:ea typeface="楷体_GB2312"/>
              </a:rPr>
              <a:t>    </a:t>
            </a:r>
            <a:r>
              <a:rPr lang="zh-CN" altLang="en-US" b="1">
                <a:solidFill>
                  <a:srgbClr val="FF0000"/>
                </a:solidFill>
                <a:latin typeface="楷体_GB2312"/>
                <a:ea typeface="楷体_GB2312"/>
              </a:rPr>
              <a:t>有限</a:t>
            </a:r>
            <a:r>
              <a:rPr lang="zh-CN" altLang="en-US" b="1">
                <a:latin typeface="楷体_GB2312"/>
                <a:ea typeface="楷体_GB2312"/>
              </a:rPr>
              <a:t>规则描述</a:t>
            </a:r>
            <a:r>
              <a:rPr lang="zh-CN" altLang="en-US" b="1">
                <a:solidFill>
                  <a:srgbClr val="FF0000"/>
                </a:solidFill>
                <a:latin typeface="楷体_GB2312"/>
                <a:ea typeface="楷体_GB2312"/>
              </a:rPr>
              <a:t>无穷</a:t>
            </a:r>
            <a:r>
              <a:rPr lang="zh-CN" altLang="en-US" b="1">
                <a:latin typeface="楷体_GB2312"/>
                <a:ea typeface="楷体_GB2312"/>
              </a:rPr>
              <a:t>语言</a:t>
            </a:r>
            <a:endParaRPr lang="zh-CN" altLang="en-US" sz="3200" b="1">
              <a:latin typeface="楷体_GB2312"/>
              <a:ea typeface="楷体_GB2312"/>
            </a:endParaRPr>
          </a:p>
          <a:p>
            <a:pPr algn="just" eaLnBrk="1" hangingPunct="1">
              <a:lnSpc>
                <a:spcPct val="120000"/>
              </a:lnSpc>
              <a:buFont typeface="Times New Roman" panose="02020603050405020304" pitchFamily="18" charset="0"/>
              <a:buNone/>
            </a:pPr>
            <a:r>
              <a:rPr lang="zh-CN" altLang="en-US" b="1">
                <a:latin typeface="楷体_GB2312"/>
                <a:ea typeface="楷体_GB2312"/>
              </a:rPr>
              <a:t>文法等价</a:t>
            </a:r>
            <a:endParaRPr lang="zh-CN" altLang="en-US" sz="3200" b="1">
              <a:latin typeface="楷体_GB2312"/>
              <a:ea typeface="楷体_GB2312"/>
            </a:endParaRPr>
          </a:p>
          <a:p>
            <a:pPr algn="just" eaLnBrk="1" hangingPunct="1">
              <a:lnSpc>
                <a:spcPct val="120000"/>
              </a:lnSpc>
              <a:buFont typeface="Times New Roman" panose="02020603050405020304" pitchFamily="18" charset="0"/>
              <a:buNone/>
            </a:pPr>
            <a:r>
              <a:rPr lang="en-US" altLang="zh-CN" b="1">
                <a:latin typeface="楷体_GB2312"/>
                <a:ea typeface="楷体_GB2312"/>
              </a:rPr>
              <a:t>   </a:t>
            </a:r>
            <a:r>
              <a:rPr lang="zh-CN" altLang="en-US" b="1">
                <a:latin typeface="楷体_GB2312"/>
                <a:ea typeface="楷体_GB2312"/>
              </a:rPr>
              <a:t>两个文法</a:t>
            </a:r>
            <a:r>
              <a:rPr lang="en-US" altLang="zh-CN" b="1">
                <a:latin typeface="楷体_GB2312"/>
                <a:ea typeface="楷体_GB2312"/>
              </a:rPr>
              <a:t>G</a:t>
            </a:r>
            <a:r>
              <a:rPr lang="zh-CN" altLang="en-US" b="1">
                <a:latin typeface="楷体_GB2312"/>
                <a:ea typeface="楷体_GB2312"/>
              </a:rPr>
              <a:t>和</a:t>
            </a:r>
            <a:r>
              <a:rPr lang="en-US" altLang="zh-CN" b="1">
                <a:latin typeface="楷体_GB2312"/>
                <a:ea typeface="楷体_GB2312"/>
              </a:rPr>
              <a:t>G’,</a:t>
            </a:r>
            <a:r>
              <a:rPr lang="zh-CN" altLang="en-US" b="1">
                <a:latin typeface="楷体_GB2312"/>
                <a:ea typeface="楷体_GB2312"/>
              </a:rPr>
              <a:t>如果有</a:t>
            </a:r>
            <a:r>
              <a:rPr lang="en-US" altLang="zh-CN" b="1">
                <a:solidFill>
                  <a:srgbClr val="FF0000"/>
                </a:solidFill>
                <a:latin typeface="Times New Roman" panose="02020603050405020304" pitchFamily="18" charset="0"/>
                <a:ea typeface="楷体_GB2312"/>
              </a:rPr>
              <a:t>L(G)=L(G’)</a:t>
            </a:r>
            <a:endParaRPr lang="en-US" altLang="zh-CN" sz="3200" b="1">
              <a:solidFill>
                <a:srgbClr val="FF0000"/>
              </a:solidFill>
              <a:latin typeface="Times New Roman" panose="02020603050405020304" pitchFamily="18" charset="0"/>
              <a:ea typeface="楷体_GB2312"/>
            </a:endParaRPr>
          </a:p>
          <a:p>
            <a:pPr algn="just" eaLnBrk="1" hangingPunct="1">
              <a:lnSpc>
                <a:spcPct val="120000"/>
              </a:lnSpc>
              <a:buFont typeface="Times New Roman" panose="02020603050405020304" pitchFamily="18" charset="0"/>
              <a:buNone/>
            </a:pPr>
            <a:r>
              <a:rPr lang="en-US" altLang="zh-CN" b="1">
                <a:latin typeface="楷体_GB2312"/>
                <a:ea typeface="楷体_GB2312"/>
              </a:rPr>
              <a:t>   </a:t>
            </a:r>
            <a:r>
              <a:rPr lang="zh-CN" altLang="en-US" b="1">
                <a:latin typeface="楷体_GB2312"/>
                <a:ea typeface="楷体_GB2312"/>
              </a:rPr>
              <a:t>则称</a:t>
            </a:r>
            <a:r>
              <a:rPr lang="en-US" altLang="zh-CN" b="1">
                <a:latin typeface="楷体_GB2312"/>
                <a:ea typeface="楷体_GB2312"/>
              </a:rPr>
              <a:t>G</a:t>
            </a:r>
            <a:r>
              <a:rPr lang="zh-CN" altLang="en-US" b="1">
                <a:latin typeface="楷体_GB2312"/>
                <a:ea typeface="楷体_GB2312"/>
              </a:rPr>
              <a:t>和</a:t>
            </a:r>
            <a:r>
              <a:rPr lang="en-US" altLang="zh-CN" b="1">
                <a:latin typeface="楷体_GB2312"/>
                <a:ea typeface="楷体_GB2312"/>
              </a:rPr>
              <a:t>G’</a:t>
            </a:r>
            <a:r>
              <a:rPr lang="zh-CN" altLang="en-US" b="1">
                <a:latin typeface="楷体_GB2312"/>
                <a:ea typeface="楷体_GB2312"/>
              </a:rPr>
              <a:t>等价</a:t>
            </a:r>
            <a:endParaRPr lang="zh-CN" altLang="en-US" sz="4000" b="1">
              <a:latin typeface="宋体" panose="02010600030101010101" pitchFamily="2" charset="-122"/>
              <a:ea typeface="楷体_GB2312"/>
            </a:endParaRPr>
          </a:p>
        </p:txBody>
      </p:sp>
      <p:sp>
        <p:nvSpPr>
          <p:cNvPr id="67587" name="Footer Placeholder 5">
            <a:extLst>
              <a:ext uri="{FF2B5EF4-FFF2-40B4-BE49-F238E27FC236}">
                <a16:creationId xmlns:a16="http://schemas.microsoft.com/office/drawing/2014/main" id="{4572B065-480F-0FFA-EDFF-6190525B7B97}"/>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7588" name="Slide Number Placeholder 6">
            <a:extLst>
              <a:ext uri="{FF2B5EF4-FFF2-40B4-BE49-F238E27FC236}">
                <a16:creationId xmlns:a16="http://schemas.microsoft.com/office/drawing/2014/main" id="{547DB868-1DEC-E88E-FD87-EA63774D8040}"/>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950BE72-DBF9-41EB-A7C0-C7B1293F1683}"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37</a:t>
            </a:fld>
            <a:endParaRPr lang="en-GB" altLang="en-US" sz="1200">
              <a:latin typeface="Comic Sans MS" panose="030F0702030302020204" pitchFamily="66" charset="0"/>
              <a:ea typeface="宋体" panose="02010600030101010101" pitchFamily="2" charset="-122"/>
            </a:endParaRPr>
          </a:p>
        </p:txBody>
      </p:sp>
      <p:sp>
        <p:nvSpPr>
          <p:cNvPr id="67589" name="Rectangle 2">
            <a:extLst>
              <a:ext uri="{FF2B5EF4-FFF2-40B4-BE49-F238E27FC236}">
                <a16:creationId xmlns:a16="http://schemas.microsoft.com/office/drawing/2014/main" id="{25B62AF4-D93E-3844-FD51-B003F237E510}"/>
              </a:ext>
            </a:extLst>
          </p:cNvPr>
          <p:cNvSpPr>
            <a:spLocks noGrp="1" noChangeArrowheads="1"/>
          </p:cNvSpPr>
          <p:nvPr>
            <p:ph type="title" idx="4294967295"/>
          </p:nvPr>
        </p:nvSpPr>
        <p:spPr/>
        <p:txBody>
          <a:bodyPr/>
          <a:lstStyle/>
          <a:p>
            <a:pPr eaLnBrk="1" hangingPunct="1"/>
            <a:r>
              <a:rPr lang="zh-CN" altLang="en-US" sz="4800">
                <a:ea typeface="楷体_GB2312"/>
              </a:rPr>
              <a:t>文法实例小结</a:t>
            </a:r>
          </a:p>
        </p:txBody>
      </p:sp>
      <p:sp>
        <p:nvSpPr>
          <p:cNvPr id="67590" name="日期占位符 7">
            <a:extLst>
              <a:ext uri="{FF2B5EF4-FFF2-40B4-BE49-F238E27FC236}">
                <a16:creationId xmlns:a16="http://schemas.microsoft.com/office/drawing/2014/main" id="{E7BA4196-2A44-E601-8E5F-8B21EC86287C}"/>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6082">
                                            <p:txEl>
                                              <p:pRg st="2" end="2"/>
                                            </p:txEl>
                                          </p:spTgt>
                                        </p:tgtEl>
                                        <p:attrNameLst>
                                          <p:attrName>style.visibility</p:attrName>
                                        </p:attrNameLst>
                                      </p:cBhvr>
                                      <p:to>
                                        <p:strVal val="visible"/>
                                      </p:to>
                                    </p:set>
                                    <p:animEffect transition="in" filter="blinds(horizontal)">
                                      <p:cBhvr>
                                        <p:cTn id="7" dur="500"/>
                                        <p:tgtEl>
                                          <p:spTgt spid="46082">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6082">
                                            <p:txEl>
                                              <p:pRg st="3" end="3"/>
                                            </p:txEl>
                                          </p:spTgt>
                                        </p:tgtEl>
                                        <p:attrNameLst>
                                          <p:attrName>style.visibility</p:attrName>
                                        </p:attrNameLst>
                                      </p:cBhvr>
                                      <p:to>
                                        <p:strVal val="visible"/>
                                      </p:to>
                                    </p:set>
                                    <p:animEffect transition="in" filter="blinds(horizontal)">
                                      <p:cBhvr>
                                        <p:cTn id="10" dur="500"/>
                                        <p:tgtEl>
                                          <p:spTgt spid="46082">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6082">
                                            <p:txEl>
                                              <p:pRg st="4" end="4"/>
                                            </p:txEl>
                                          </p:spTgt>
                                        </p:tgtEl>
                                        <p:attrNameLst>
                                          <p:attrName>style.visibility</p:attrName>
                                        </p:attrNameLst>
                                      </p:cBhvr>
                                      <p:to>
                                        <p:strVal val="visible"/>
                                      </p:to>
                                    </p:set>
                                    <p:animEffect transition="in" filter="blinds(horizontal)">
                                      <p:cBhvr>
                                        <p:cTn id="13" dur="500"/>
                                        <p:tgtEl>
                                          <p:spTgt spid="4608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DCF90A2D-9D63-42BA-C4D7-4DB307526863}"/>
              </a:ext>
            </a:extLst>
          </p:cNvPr>
          <p:cNvSpPr>
            <a:spLocks noGrp="1" noChangeArrowheads="1"/>
          </p:cNvSpPr>
          <p:nvPr>
            <p:ph type="body" idx="4294967295"/>
          </p:nvPr>
        </p:nvSpPr>
        <p:spPr>
          <a:xfrm>
            <a:off x="495300" y="1530350"/>
            <a:ext cx="9069388" cy="4383088"/>
          </a:xfrm>
        </p:spPr>
        <p:txBody>
          <a:bodyPr/>
          <a:lstStyle/>
          <a:p>
            <a:pPr algn="just" eaLnBrk="1" hangingPunct="1">
              <a:lnSpc>
                <a:spcPct val="120000"/>
              </a:lnSpc>
              <a:buFont typeface="Wingdings" panose="05000000000000000000" pitchFamily="2" charset="2"/>
              <a:buNone/>
            </a:pPr>
            <a:r>
              <a:rPr lang="zh-CN" altLang="en-US" sz="4000" b="1">
                <a:latin typeface="楷体_GB2312"/>
                <a:ea typeface="楷体_GB2312"/>
              </a:rPr>
              <a:t>一棵</a:t>
            </a:r>
            <a:r>
              <a:rPr lang="zh-CN" altLang="en-US" sz="4000" b="1">
                <a:solidFill>
                  <a:srgbClr val="FF0000"/>
                </a:solidFill>
                <a:latin typeface="楷体_GB2312"/>
                <a:ea typeface="楷体_GB2312"/>
              </a:rPr>
              <a:t>有序</a:t>
            </a:r>
            <a:r>
              <a:rPr lang="zh-CN" altLang="en-US" sz="4000" b="1">
                <a:latin typeface="楷体_GB2312"/>
                <a:ea typeface="楷体_GB2312"/>
              </a:rPr>
              <a:t>的标记树</a:t>
            </a:r>
            <a:endParaRPr lang="en-US" altLang="zh-CN" sz="4000" b="1">
              <a:latin typeface="楷体_GB2312"/>
              <a:ea typeface="楷体_GB2312"/>
            </a:endParaRPr>
          </a:p>
          <a:p>
            <a:pPr algn="just" eaLnBrk="1" hangingPunct="1">
              <a:lnSpc>
                <a:spcPct val="120000"/>
              </a:lnSpc>
              <a:buFont typeface="Wingdings" panose="05000000000000000000" pitchFamily="2" charset="2"/>
              <a:buNone/>
            </a:pPr>
            <a:r>
              <a:rPr lang="zh-CN" altLang="en-US" sz="4000" b="1">
                <a:latin typeface="楷体_GB2312"/>
                <a:ea typeface="楷体_GB2312"/>
              </a:rPr>
              <a:t>结点是文法的</a:t>
            </a:r>
            <a:r>
              <a:rPr lang="zh-CN" altLang="en-US" sz="4000" b="1">
                <a:solidFill>
                  <a:srgbClr val="FF0000"/>
                </a:solidFill>
                <a:latin typeface="楷体_GB2312"/>
                <a:ea typeface="楷体_GB2312"/>
              </a:rPr>
              <a:t>非终结</a:t>
            </a:r>
            <a:r>
              <a:rPr lang="zh-CN" altLang="en-US" sz="4000" b="1">
                <a:latin typeface="楷体_GB2312"/>
                <a:ea typeface="楷体_GB2312"/>
              </a:rPr>
              <a:t>符或</a:t>
            </a:r>
            <a:r>
              <a:rPr lang="zh-CN" altLang="en-US" sz="4000" b="1">
                <a:solidFill>
                  <a:srgbClr val="FF0000"/>
                </a:solidFill>
                <a:latin typeface="楷体_GB2312"/>
                <a:ea typeface="楷体_GB2312"/>
              </a:rPr>
              <a:t>终结</a:t>
            </a:r>
            <a:r>
              <a:rPr lang="zh-CN" altLang="en-US" sz="4000" b="1">
                <a:latin typeface="楷体_GB2312"/>
                <a:ea typeface="楷体_GB2312"/>
              </a:rPr>
              <a:t>符</a:t>
            </a:r>
            <a:endParaRPr lang="en-US" altLang="zh-CN" sz="4000" b="1">
              <a:latin typeface="楷体_GB2312"/>
              <a:ea typeface="楷体_GB2312"/>
            </a:endParaRPr>
          </a:p>
          <a:p>
            <a:pPr algn="just" eaLnBrk="1" hangingPunct="1">
              <a:lnSpc>
                <a:spcPct val="100000"/>
              </a:lnSpc>
              <a:buFont typeface="Wingdings" panose="05000000000000000000" pitchFamily="2" charset="2"/>
              <a:buNone/>
            </a:pPr>
            <a:r>
              <a:rPr lang="zh-CN" altLang="en-US" sz="4000" b="1">
                <a:latin typeface="楷体_GB2312"/>
                <a:ea typeface="楷体_GB2312"/>
              </a:rPr>
              <a:t>当</a:t>
            </a:r>
            <a:r>
              <a:rPr lang="zh-CN" altLang="en-US" sz="4000" b="1">
                <a:solidFill>
                  <a:srgbClr val="FF0000"/>
                </a:solidFill>
                <a:latin typeface="楷体_GB2312"/>
                <a:ea typeface="楷体_GB2312"/>
              </a:rPr>
              <a:t>非终结符</a:t>
            </a:r>
            <a:r>
              <a:rPr lang="zh-CN" altLang="en-US" sz="4000" b="1">
                <a:latin typeface="楷体_GB2312"/>
                <a:ea typeface="楷体_GB2312"/>
              </a:rPr>
              <a:t> 被 其</a:t>
            </a:r>
            <a:r>
              <a:rPr lang="zh-CN" altLang="en-US" sz="4000" b="1">
                <a:solidFill>
                  <a:srgbClr val="FF0000"/>
                </a:solidFill>
                <a:latin typeface="楷体_GB2312"/>
                <a:ea typeface="楷体_GB2312"/>
              </a:rPr>
              <a:t>候选式</a:t>
            </a:r>
            <a:r>
              <a:rPr lang="zh-CN" altLang="en-US" sz="4000" b="1">
                <a:latin typeface="楷体_GB2312"/>
                <a:ea typeface="楷体_GB2312"/>
              </a:rPr>
              <a:t>替代</a:t>
            </a:r>
            <a:endParaRPr lang="en-US" altLang="zh-CN" sz="4000" b="1">
              <a:latin typeface="楷体_GB2312"/>
              <a:ea typeface="楷体_GB2312"/>
            </a:endParaRPr>
          </a:p>
          <a:p>
            <a:pPr algn="just" eaLnBrk="1" hangingPunct="1">
              <a:lnSpc>
                <a:spcPct val="100000"/>
              </a:lnSpc>
              <a:buFont typeface="Wingdings" panose="05000000000000000000" pitchFamily="2" charset="2"/>
              <a:buNone/>
            </a:pPr>
            <a:r>
              <a:rPr lang="en-US" altLang="zh-CN" sz="4000" b="1">
                <a:latin typeface="楷体_GB2312"/>
                <a:ea typeface="楷体_GB2312"/>
              </a:rPr>
              <a:t>     </a:t>
            </a:r>
            <a:r>
              <a:rPr lang="zh-CN" altLang="en-US" sz="4000" b="1">
                <a:latin typeface="楷体_GB2312"/>
                <a:ea typeface="楷体_GB2312"/>
              </a:rPr>
              <a:t>该非终结符产生下一代枝叶</a:t>
            </a:r>
            <a:endParaRPr lang="en-US" altLang="zh-CN" sz="4000" b="1">
              <a:latin typeface="楷体_GB2312"/>
              <a:ea typeface="楷体_GB2312"/>
            </a:endParaRPr>
          </a:p>
          <a:p>
            <a:pPr eaLnBrk="1" hangingPunct="1">
              <a:lnSpc>
                <a:spcPct val="120000"/>
              </a:lnSpc>
              <a:buFont typeface="Wingdings" panose="05000000000000000000" pitchFamily="2" charset="2"/>
              <a:buNone/>
            </a:pPr>
            <a:r>
              <a:rPr lang="zh-CN" altLang="en-US" sz="4000" b="1">
                <a:latin typeface="楷体_GB2312"/>
                <a:ea typeface="楷体_GB2312"/>
              </a:rPr>
              <a:t>结点</a:t>
            </a:r>
            <a:r>
              <a:rPr lang="en-US" altLang="zh-CN" sz="4000" b="1">
                <a:latin typeface="楷体_GB2312"/>
                <a:ea typeface="楷体_GB2312"/>
              </a:rPr>
              <a:t>A</a:t>
            </a:r>
            <a:r>
              <a:rPr lang="zh-CN" altLang="en-US" sz="4000" b="1">
                <a:latin typeface="楷体_GB2312"/>
                <a:ea typeface="楷体_GB2312"/>
              </a:rPr>
              <a:t>从左到右有子结点</a:t>
            </a:r>
            <a:r>
              <a:rPr lang="en-US" altLang="zh-CN" b="1">
                <a:latin typeface="楷体_GB2312"/>
                <a:ea typeface="楷体_GB2312"/>
              </a:rPr>
              <a:t>X</a:t>
            </a:r>
            <a:r>
              <a:rPr lang="en-US" altLang="zh-CN" b="1" baseline="-25000">
                <a:latin typeface="楷体_GB2312"/>
                <a:ea typeface="楷体_GB2312"/>
              </a:rPr>
              <a:t>1</a:t>
            </a:r>
            <a:r>
              <a:rPr lang="zh-CN" altLang="en-US" b="1">
                <a:latin typeface="楷体_GB2312"/>
                <a:ea typeface="楷体_GB2312"/>
              </a:rPr>
              <a:t>，</a:t>
            </a:r>
            <a:r>
              <a:rPr lang="en-US" altLang="zh-CN" b="1">
                <a:latin typeface="楷体_GB2312"/>
                <a:ea typeface="楷体_GB2312"/>
              </a:rPr>
              <a:t>X</a:t>
            </a:r>
            <a:r>
              <a:rPr lang="en-US" altLang="zh-CN" b="1" baseline="-25000">
                <a:latin typeface="楷体_GB2312"/>
                <a:ea typeface="楷体_GB2312"/>
              </a:rPr>
              <a:t>2</a:t>
            </a:r>
            <a:r>
              <a:rPr lang="zh-CN" altLang="en-US" b="1">
                <a:latin typeface="楷体_GB2312"/>
                <a:ea typeface="楷体_GB2312"/>
              </a:rPr>
              <a:t>，</a:t>
            </a:r>
            <a:r>
              <a:rPr lang="en-US" altLang="zh-CN" b="1">
                <a:latin typeface="楷体_GB2312"/>
                <a:ea typeface="楷体_GB2312"/>
              </a:rPr>
              <a:t>…, X</a:t>
            </a:r>
            <a:r>
              <a:rPr lang="en-US" altLang="zh-CN" b="1" baseline="-25000">
                <a:latin typeface="楷体_GB2312"/>
                <a:ea typeface="楷体_GB2312"/>
              </a:rPr>
              <a:t>n</a:t>
            </a:r>
            <a:r>
              <a:rPr lang="en-US" altLang="zh-CN" sz="4000" b="1">
                <a:latin typeface="楷体_GB2312"/>
                <a:ea typeface="楷体_GB2312"/>
              </a:rPr>
              <a:t>,</a:t>
            </a:r>
            <a:r>
              <a:rPr lang="zh-CN" altLang="en-US" sz="4000" b="1">
                <a:latin typeface="楷体_GB2312"/>
                <a:ea typeface="楷体_GB2312"/>
              </a:rPr>
              <a:t>则</a:t>
            </a:r>
            <a:r>
              <a:rPr lang="en-US" altLang="zh-CN" b="1">
                <a:latin typeface="楷体_GB2312"/>
                <a:ea typeface="楷体_GB2312"/>
              </a:rPr>
              <a:t>A→X</a:t>
            </a:r>
            <a:r>
              <a:rPr lang="en-US" altLang="zh-CN" b="1" baseline="-25000">
                <a:latin typeface="楷体_GB2312"/>
                <a:ea typeface="楷体_GB2312"/>
              </a:rPr>
              <a:t>1</a:t>
            </a:r>
            <a:r>
              <a:rPr lang="en-US" altLang="zh-CN" b="1">
                <a:latin typeface="楷体_GB2312"/>
                <a:ea typeface="楷体_GB2312"/>
              </a:rPr>
              <a:t>…X</a:t>
            </a:r>
            <a:r>
              <a:rPr lang="en-US" altLang="zh-CN" b="1" baseline="-25000">
                <a:latin typeface="楷体_GB2312"/>
                <a:ea typeface="楷体_GB2312"/>
              </a:rPr>
              <a:t>n</a:t>
            </a:r>
            <a:r>
              <a:rPr lang="zh-CN" altLang="en-US" sz="4000" b="1">
                <a:latin typeface="楷体_GB2312"/>
                <a:ea typeface="楷体_GB2312"/>
              </a:rPr>
              <a:t>是一个产生式</a:t>
            </a:r>
            <a:r>
              <a:rPr lang="en-US" altLang="zh-CN" sz="4000" b="1">
                <a:latin typeface="楷体_GB2312"/>
                <a:ea typeface="楷体_GB2312"/>
              </a:rPr>
              <a:t>;</a:t>
            </a:r>
            <a:endParaRPr lang="zh-CN" altLang="en-US" sz="4000">
              <a:latin typeface="楷体_GB2312"/>
              <a:ea typeface="楷体_GB2312"/>
            </a:endParaRPr>
          </a:p>
        </p:txBody>
      </p:sp>
      <p:sp>
        <p:nvSpPr>
          <p:cNvPr id="69635" name="Footer Placeholder 5">
            <a:extLst>
              <a:ext uri="{FF2B5EF4-FFF2-40B4-BE49-F238E27FC236}">
                <a16:creationId xmlns:a16="http://schemas.microsoft.com/office/drawing/2014/main" id="{AC4FCAB2-60DC-5B22-71DF-6D1EEC5B253B}"/>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9636" name="Slide Number Placeholder 6">
            <a:extLst>
              <a:ext uri="{FF2B5EF4-FFF2-40B4-BE49-F238E27FC236}">
                <a16:creationId xmlns:a16="http://schemas.microsoft.com/office/drawing/2014/main" id="{AB1A5839-C03C-36D8-102D-D2FF6AD3FE66}"/>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C6788EAA-468C-4B39-8A56-CF4A5376BC5C}"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38</a:t>
            </a:fld>
            <a:endParaRPr lang="en-GB" altLang="en-US" sz="1200">
              <a:latin typeface="Comic Sans MS" panose="030F0702030302020204" pitchFamily="66" charset="0"/>
              <a:ea typeface="宋体" panose="02010600030101010101" pitchFamily="2" charset="-122"/>
            </a:endParaRPr>
          </a:p>
        </p:txBody>
      </p:sp>
      <p:sp>
        <p:nvSpPr>
          <p:cNvPr id="69637" name="Rectangle 2">
            <a:extLst>
              <a:ext uri="{FF2B5EF4-FFF2-40B4-BE49-F238E27FC236}">
                <a16:creationId xmlns:a16="http://schemas.microsoft.com/office/drawing/2014/main" id="{1E7CD74D-7F87-199E-CA86-A31601D4F37E}"/>
              </a:ext>
            </a:extLst>
          </p:cNvPr>
          <p:cNvSpPr>
            <a:spLocks noGrp="1" noChangeArrowheads="1"/>
          </p:cNvSpPr>
          <p:nvPr>
            <p:ph type="title" idx="4294967295"/>
          </p:nvPr>
        </p:nvSpPr>
        <p:spPr/>
        <p:txBody>
          <a:bodyPr/>
          <a:lstStyle/>
          <a:p>
            <a:pPr eaLnBrk="1" hangingPunct="1"/>
            <a:r>
              <a:rPr lang="zh-CN" altLang="en-US" sz="4800">
                <a:ea typeface="楷体_GB2312"/>
              </a:rPr>
              <a:t>语法树</a:t>
            </a:r>
          </a:p>
        </p:txBody>
      </p:sp>
      <p:sp>
        <p:nvSpPr>
          <p:cNvPr id="69638" name="日期占位符 7">
            <a:extLst>
              <a:ext uri="{FF2B5EF4-FFF2-40B4-BE49-F238E27FC236}">
                <a16:creationId xmlns:a16="http://schemas.microsoft.com/office/drawing/2014/main" id="{61D741E3-757D-745F-43B1-7C08185851E7}"/>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9154">
                                            <p:txEl>
                                              <p:pRg st="0" end="0"/>
                                            </p:txEl>
                                          </p:spTgt>
                                        </p:tgtEl>
                                        <p:attrNameLst>
                                          <p:attrName>style.visibility</p:attrName>
                                        </p:attrNameLst>
                                      </p:cBhvr>
                                      <p:to>
                                        <p:strVal val="visible"/>
                                      </p:to>
                                    </p:set>
                                    <p:animEffect transition="in" filter="blinds(horizontal)">
                                      <p:cBhvr>
                                        <p:cTn id="7" dur="500"/>
                                        <p:tgtEl>
                                          <p:spTgt spid="4915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9154">
                                            <p:txEl>
                                              <p:pRg st="1" end="1"/>
                                            </p:txEl>
                                          </p:spTgt>
                                        </p:tgtEl>
                                        <p:attrNameLst>
                                          <p:attrName>style.visibility</p:attrName>
                                        </p:attrNameLst>
                                      </p:cBhvr>
                                      <p:to>
                                        <p:strVal val="visible"/>
                                      </p:to>
                                    </p:set>
                                    <p:animEffect transition="in" filter="blinds(horizontal)">
                                      <p:cBhvr>
                                        <p:cTn id="12" dur="500"/>
                                        <p:tgtEl>
                                          <p:spTgt spid="4915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9154">
                                            <p:txEl>
                                              <p:pRg st="2" end="2"/>
                                            </p:txEl>
                                          </p:spTgt>
                                        </p:tgtEl>
                                        <p:attrNameLst>
                                          <p:attrName>style.visibility</p:attrName>
                                        </p:attrNameLst>
                                      </p:cBhvr>
                                      <p:to>
                                        <p:strVal val="visible"/>
                                      </p:to>
                                    </p:set>
                                    <p:animEffect transition="in" filter="blinds(horizontal)">
                                      <p:cBhvr>
                                        <p:cTn id="17" dur="500"/>
                                        <p:tgtEl>
                                          <p:spTgt spid="49154">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49154">
                                            <p:txEl>
                                              <p:pRg st="3" end="3"/>
                                            </p:txEl>
                                          </p:spTgt>
                                        </p:tgtEl>
                                        <p:attrNameLst>
                                          <p:attrName>style.visibility</p:attrName>
                                        </p:attrNameLst>
                                      </p:cBhvr>
                                      <p:to>
                                        <p:strVal val="visible"/>
                                      </p:to>
                                    </p:set>
                                    <p:animEffect transition="in" filter="blinds(horizontal)">
                                      <p:cBhvr>
                                        <p:cTn id="20" dur="500"/>
                                        <p:tgtEl>
                                          <p:spTgt spid="49154">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49154">
                                            <p:txEl>
                                              <p:pRg st="4" end="4"/>
                                            </p:txEl>
                                          </p:spTgt>
                                        </p:tgtEl>
                                        <p:attrNameLst>
                                          <p:attrName>style.visibility</p:attrName>
                                        </p:attrNameLst>
                                      </p:cBhvr>
                                      <p:to>
                                        <p:strVal val="visible"/>
                                      </p:to>
                                    </p:set>
                                    <p:animEffect transition="in" filter="blinds(horizontal)">
                                      <p:cBhvr>
                                        <p:cTn id="25" dur="500"/>
                                        <p:tgtEl>
                                          <p:spTgt spid="4915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5">
            <a:extLst>
              <a:ext uri="{FF2B5EF4-FFF2-40B4-BE49-F238E27FC236}">
                <a16:creationId xmlns:a16="http://schemas.microsoft.com/office/drawing/2014/main" id="{CEC1C614-0BB6-B2C3-13C5-710A5BBB1159}"/>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8611" name="Slide Number Placeholder 6">
            <a:extLst>
              <a:ext uri="{FF2B5EF4-FFF2-40B4-BE49-F238E27FC236}">
                <a16:creationId xmlns:a16="http://schemas.microsoft.com/office/drawing/2014/main" id="{4F4B9B18-3592-B350-55E6-ED6877E0846D}"/>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8724DDB2-834F-437E-9CF4-94741E9EED0C}"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39</a:t>
            </a:fld>
            <a:endParaRPr lang="en-GB" altLang="en-US" sz="1200">
              <a:latin typeface="Comic Sans MS" panose="030F0702030302020204" pitchFamily="66" charset="0"/>
              <a:ea typeface="宋体" panose="02010600030101010101" pitchFamily="2" charset="-122"/>
            </a:endParaRPr>
          </a:p>
        </p:txBody>
      </p:sp>
      <p:sp>
        <p:nvSpPr>
          <p:cNvPr id="68612" name="Rectangle 2">
            <a:extLst>
              <a:ext uri="{FF2B5EF4-FFF2-40B4-BE49-F238E27FC236}">
                <a16:creationId xmlns:a16="http://schemas.microsoft.com/office/drawing/2014/main" id="{D4AC68AC-4AD2-B561-C71C-87127642E494}"/>
              </a:ext>
            </a:extLst>
          </p:cNvPr>
          <p:cNvSpPr>
            <a:spLocks noGrp="1" noChangeArrowheads="1"/>
          </p:cNvSpPr>
          <p:nvPr>
            <p:ph type="title" idx="4294967295"/>
          </p:nvPr>
        </p:nvSpPr>
        <p:spPr/>
        <p:txBody>
          <a:bodyPr/>
          <a:lstStyle/>
          <a:p>
            <a:pPr eaLnBrk="1" hangingPunct="1"/>
            <a:r>
              <a:rPr lang="zh-CN" altLang="en-US" sz="4800">
                <a:ea typeface="楷体_GB2312"/>
              </a:rPr>
              <a:t>语法树</a:t>
            </a:r>
          </a:p>
        </p:txBody>
      </p:sp>
      <p:sp>
        <p:nvSpPr>
          <p:cNvPr id="68613" name="日期占位符 7">
            <a:extLst>
              <a:ext uri="{FF2B5EF4-FFF2-40B4-BE49-F238E27FC236}">
                <a16:creationId xmlns:a16="http://schemas.microsoft.com/office/drawing/2014/main" id="{B180285C-C9B0-B81B-36FF-73B7FBF7628C}"/>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 name="Rectangle 3">
            <a:extLst>
              <a:ext uri="{FF2B5EF4-FFF2-40B4-BE49-F238E27FC236}">
                <a16:creationId xmlns:a16="http://schemas.microsoft.com/office/drawing/2014/main" id="{377661A6-EA1C-D631-BFDE-A90342145735}"/>
              </a:ext>
            </a:extLst>
          </p:cNvPr>
          <p:cNvSpPr txBox="1">
            <a:spLocks noChangeArrowheads="1"/>
          </p:cNvSpPr>
          <p:nvPr/>
        </p:nvSpPr>
        <p:spPr bwMode="auto">
          <a:xfrm>
            <a:off x="990600" y="1789113"/>
            <a:ext cx="78867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90000"/>
              </a:lnSpc>
              <a:spcBef>
                <a:spcPts val="1000"/>
              </a:spcBef>
              <a:spcAft>
                <a:spcPct val="0"/>
              </a:spcAft>
              <a:buClr>
                <a:srgbClr val="4F81BD"/>
              </a:buClr>
              <a:buSzPct val="80000"/>
              <a:buFont typeface="Wingdings 3" panose="05040102010807070707" pitchFamily="18" charset="2"/>
              <a:buChar char=""/>
            </a:pPr>
            <a:r>
              <a:rPr lang="zh-CN" altLang="en-US" sz="2800">
                <a:solidFill>
                  <a:srgbClr val="404040"/>
                </a:solidFill>
                <a:latin typeface="微软雅黑" panose="020B0503020204020204" pitchFamily="34" charset="-122"/>
                <a:ea typeface="微软雅黑" panose="020B0503020204020204" pitchFamily="34" charset="-122"/>
                <a:cs typeface="Droid Sans Fallback"/>
              </a:rPr>
              <a:t>用一张图表示一个句型的推导</a:t>
            </a:r>
            <a:r>
              <a:rPr lang="en-US" altLang="zh-CN" sz="2800">
                <a:solidFill>
                  <a:srgbClr val="404040"/>
                </a:solidFill>
                <a:latin typeface="微软雅黑" panose="020B0503020204020204" pitchFamily="34" charset="-122"/>
                <a:ea typeface="微软雅黑" panose="020B0503020204020204" pitchFamily="34" charset="-122"/>
                <a:cs typeface="Droid Sans Fallback"/>
              </a:rPr>
              <a:t>,</a:t>
            </a:r>
            <a:r>
              <a:rPr lang="zh-CN" altLang="en-US" sz="2800">
                <a:solidFill>
                  <a:srgbClr val="404040"/>
                </a:solidFill>
                <a:latin typeface="微软雅黑" panose="020B0503020204020204" pitchFamily="34" charset="-122"/>
                <a:ea typeface="微软雅黑" panose="020B0503020204020204" pitchFamily="34" charset="-122"/>
                <a:cs typeface="Droid Sans Fallback"/>
              </a:rPr>
              <a:t>称为</a:t>
            </a:r>
            <a:r>
              <a:rPr lang="zh-CN" altLang="en-US" sz="2800">
                <a:solidFill>
                  <a:srgbClr val="CC0000"/>
                </a:solidFill>
                <a:latin typeface="微软雅黑" panose="020B0503020204020204" pitchFamily="34" charset="-122"/>
                <a:ea typeface="微软雅黑" panose="020B0503020204020204" pitchFamily="34" charset="-122"/>
                <a:cs typeface="Droid Sans Fallback"/>
              </a:rPr>
              <a:t>语法树</a:t>
            </a:r>
            <a:endParaRPr lang="en-US" altLang="zh-CN" sz="2800">
              <a:solidFill>
                <a:srgbClr val="CC0000"/>
              </a:solidFill>
              <a:latin typeface="微软雅黑" panose="020B0503020204020204" pitchFamily="34" charset="-122"/>
              <a:ea typeface="微软雅黑" panose="020B0503020204020204" pitchFamily="34" charset="-122"/>
              <a:cs typeface="Droid Sans Fallback"/>
            </a:endParaRPr>
          </a:p>
          <a:p>
            <a:pPr eaLnBrk="1" hangingPunct="1">
              <a:lnSpc>
                <a:spcPct val="90000"/>
              </a:lnSpc>
              <a:spcBef>
                <a:spcPts val="1000"/>
              </a:spcBef>
              <a:spcAft>
                <a:spcPct val="0"/>
              </a:spcAft>
              <a:buClr>
                <a:srgbClr val="4F81BD"/>
              </a:buClr>
              <a:buSzPct val="80000"/>
              <a:buFont typeface="Wingdings 3" panose="05040102010807070707" pitchFamily="18" charset="2"/>
              <a:buChar char=""/>
            </a:pPr>
            <a:r>
              <a:rPr lang="zh-CN" altLang="en-US" sz="2800">
                <a:solidFill>
                  <a:srgbClr val="CC0000"/>
                </a:solidFill>
                <a:latin typeface="微软雅黑" panose="020B0503020204020204" pitchFamily="34" charset="-122"/>
                <a:ea typeface="微软雅黑" panose="020B0503020204020204" pitchFamily="34" charset="-122"/>
                <a:cs typeface="Droid Sans Fallback"/>
              </a:rPr>
              <a:t>一棵语法树是不同推导过程的共性抽象</a:t>
            </a:r>
          </a:p>
        </p:txBody>
      </p:sp>
      <p:graphicFrame>
        <p:nvGraphicFramePr>
          <p:cNvPr id="8" name="Object 4">
            <a:extLst>
              <a:ext uri="{FF2B5EF4-FFF2-40B4-BE49-F238E27FC236}">
                <a16:creationId xmlns:a16="http://schemas.microsoft.com/office/drawing/2014/main" id="{E31D1907-3E09-C773-ECEA-315871602CB5}"/>
              </a:ext>
            </a:extLst>
          </p:cNvPr>
          <p:cNvGraphicFramePr>
            <a:graphicFrameLocks noChangeAspect="1"/>
          </p:cNvGraphicFramePr>
          <p:nvPr/>
        </p:nvGraphicFramePr>
        <p:xfrm>
          <a:off x="906463" y="3405188"/>
          <a:ext cx="2100262" cy="2457450"/>
        </p:xfrm>
        <a:graphic>
          <a:graphicData uri="http://schemas.openxmlformats.org/presentationml/2006/ole">
            <mc:AlternateContent xmlns:mc="http://schemas.openxmlformats.org/markup-compatibility/2006">
              <mc:Choice xmlns:v="urn:schemas-microsoft-com:vml" Requires="v">
                <p:oleObj name="Picture" r:id="rId3" imgW="1904760" imgH="2236680" progId="Word.Picture.8">
                  <p:embed/>
                </p:oleObj>
              </mc:Choice>
              <mc:Fallback>
                <p:oleObj name="Picture" r:id="rId3" imgW="1904760" imgH="2236680" progId="Word.Picture.8">
                  <p:embed/>
                  <p:pic>
                    <p:nvPicPr>
                      <p:cNvPr id="0" name="Object 4"/>
                      <p:cNvPicPr>
                        <a:picLocks noChangeAspect="1" noChangeArrowheads="1"/>
                      </p:cNvPicPr>
                      <p:nvPr/>
                    </p:nvPicPr>
                    <p:blipFill>
                      <a:blip r:embed="rId4">
                        <a:lum contrast="100000"/>
                        <a:extLst>
                          <a:ext uri="{28A0092B-C50C-407E-A947-70E740481C1C}">
                            <a14:useLocalDpi xmlns:a14="http://schemas.microsoft.com/office/drawing/2010/main" val="0"/>
                          </a:ext>
                        </a:extLst>
                      </a:blip>
                      <a:srcRect/>
                      <a:stretch>
                        <a:fillRect/>
                      </a:stretch>
                    </p:blipFill>
                    <p:spPr bwMode="auto">
                      <a:xfrm>
                        <a:off x="906463" y="3405188"/>
                        <a:ext cx="2100262"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Rectangle 5">
            <a:extLst>
              <a:ext uri="{FF2B5EF4-FFF2-40B4-BE49-F238E27FC236}">
                <a16:creationId xmlns:a16="http://schemas.microsoft.com/office/drawing/2014/main" id="{CCA350A1-7732-AD08-FA27-5C5B22BB5586}"/>
              </a:ext>
            </a:extLst>
          </p:cNvPr>
          <p:cNvSpPr>
            <a:spLocks noChangeArrowheads="1"/>
          </p:cNvSpPr>
          <p:nvPr/>
        </p:nvSpPr>
        <p:spPr bwMode="auto">
          <a:xfrm>
            <a:off x="3692525" y="3992563"/>
            <a:ext cx="20002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spcBef>
                <a:spcPts val="0"/>
              </a:spcBef>
              <a:spcAft>
                <a:spcPts val="0"/>
              </a:spcAft>
              <a:buFont typeface="Wingdings" panose="05000000000000000000" pitchFamily="2" charset="2"/>
              <a:buNone/>
              <a:defRPr/>
            </a:pPr>
            <a:r>
              <a:rPr kumimoji="1" lang="en-US" altLang="zh-CN" sz="2400" dirty="0">
                <a:solidFill>
                  <a:prstClr val="black"/>
                </a:solidFill>
                <a:latin typeface="微软雅黑" panose="020B0503020204020204" pitchFamily="34" charset="-122"/>
                <a:ea typeface="微软雅黑" panose="020B0503020204020204" pitchFamily="34" charset="-122"/>
                <a:cs typeface="+mn-cs"/>
              </a:rPr>
              <a:t>E </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(E)</a:t>
            </a:r>
          </a:p>
          <a:p>
            <a:pPr defTabSz="457200" fontAlgn="auto">
              <a:spcBef>
                <a:spcPts val="0"/>
              </a:spcBef>
              <a:spcAft>
                <a:spcPts val="0"/>
              </a:spcAft>
              <a:buFont typeface="Wingdings" panose="05000000000000000000" pitchFamily="2" charset="2"/>
              <a:buNone/>
              <a:defRPr/>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E+E</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a:p>
            <a:pPr defTabSz="457200" fontAlgn="auto">
              <a:spcBef>
                <a:spcPts val="0"/>
              </a:spcBef>
              <a:spcAft>
                <a:spcPts val="0"/>
              </a:spcAft>
              <a:buFont typeface="Wingdings" panose="05000000000000000000" pitchFamily="2" charset="2"/>
              <a:buNone/>
              <a:defRPr/>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E*E+E</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a:p>
            <a:pPr defTabSz="457200" fontAlgn="auto">
              <a:spcBef>
                <a:spcPts val="0"/>
              </a:spcBef>
              <a:spcAft>
                <a:spcPts val="0"/>
              </a:spcAft>
              <a:buFont typeface="Wingdings" panose="05000000000000000000" pitchFamily="2" charset="2"/>
              <a:buNone/>
              <a:defRPr/>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i</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E+E</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a:p>
            <a:pPr defTabSz="457200" fontAlgn="auto">
              <a:spcBef>
                <a:spcPts val="0"/>
              </a:spcBef>
              <a:spcAft>
                <a:spcPts val="0"/>
              </a:spcAft>
              <a:buFont typeface="Wingdings" panose="05000000000000000000" pitchFamily="2" charset="2"/>
              <a:buNone/>
              <a:defRPr/>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i</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rPr>
              <a:t>i+E</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a:p>
            <a:pPr defTabSz="457200" fontAlgn="auto">
              <a:spcBef>
                <a:spcPts val="0"/>
              </a:spcBef>
              <a:spcAft>
                <a:spcPts val="0"/>
              </a:spcAft>
              <a:buFont typeface="Wingdings" panose="05000000000000000000" pitchFamily="2" charset="2"/>
              <a:buNone/>
              <a:defRPr/>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i</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rPr>
              <a:t>i+i</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a:p>
            <a:pPr defTabSz="457200" fontAlgn="auto">
              <a:spcBef>
                <a:spcPts val="0"/>
              </a:spcBef>
              <a:spcAft>
                <a:spcPts val="0"/>
              </a:spcAft>
              <a:buFont typeface="Wingdings" panose="05000000000000000000" pitchFamily="2" charset="2"/>
              <a:buNone/>
              <a:defRPr/>
            </a:pPr>
            <a:endPar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endParaRPr>
          </a:p>
        </p:txBody>
      </p:sp>
      <p:sp>
        <p:nvSpPr>
          <p:cNvPr id="10" name="Text Box 6">
            <a:extLst>
              <a:ext uri="{FF2B5EF4-FFF2-40B4-BE49-F238E27FC236}">
                <a16:creationId xmlns:a16="http://schemas.microsoft.com/office/drawing/2014/main" id="{2B4F2586-2C00-5B12-1EAD-77C9C356E197}"/>
              </a:ext>
            </a:extLst>
          </p:cNvPr>
          <p:cNvSpPr txBox="1">
            <a:spLocks noChangeArrowheads="1"/>
          </p:cNvSpPr>
          <p:nvPr/>
        </p:nvSpPr>
        <p:spPr bwMode="auto">
          <a:xfrm>
            <a:off x="5692775" y="4011613"/>
            <a:ext cx="14827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eaLnBrk="1" fontAlgn="auto" hangingPunct="1">
              <a:spcBef>
                <a:spcPts val="0"/>
              </a:spcBef>
              <a:spcAft>
                <a:spcPts val="0"/>
              </a:spcAft>
              <a:defRPr/>
            </a:pPr>
            <a:r>
              <a:rPr kumimoji="1" lang="en-US" altLang="zh-CN" sz="2400" dirty="0">
                <a:solidFill>
                  <a:prstClr val="black"/>
                </a:solidFill>
                <a:latin typeface="微软雅黑" panose="020B0503020204020204" pitchFamily="34" charset="-122"/>
                <a:ea typeface="微软雅黑" panose="020B0503020204020204" pitchFamily="34" charset="-122"/>
                <a:cs typeface="+mn-cs"/>
              </a:rPr>
              <a:t>E </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(E)</a:t>
            </a:r>
          </a:p>
          <a:p>
            <a:pPr defTabSz="457200" eaLnBrk="1" fontAlgn="auto" hangingPunct="1">
              <a:spcBef>
                <a:spcPts val="0"/>
              </a:spcBef>
              <a:spcAft>
                <a:spcPts val="0"/>
              </a:spcAft>
              <a:defRPr/>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E+E</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a:p>
            <a:pPr defTabSz="457200" eaLnBrk="1" fontAlgn="auto" hangingPunct="1">
              <a:spcBef>
                <a:spcPts val="0"/>
              </a:spcBef>
              <a:spcAft>
                <a:spcPts val="0"/>
              </a:spcAft>
              <a:defRPr/>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rPr>
              <a:t>E+i</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a:p>
            <a:pPr defTabSz="457200" eaLnBrk="1" fontAlgn="auto" hangingPunct="1">
              <a:spcBef>
                <a:spcPts val="0"/>
              </a:spcBef>
              <a:spcAft>
                <a:spcPts val="0"/>
              </a:spcAft>
              <a:defRPr/>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(E*</a:t>
            </a:r>
            <a:r>
              <a:rPr kumimoji="1" lang="en-US" altLang="zh-CN" sz="2400" dirty="0" err="1">
                <a:solidFill>
                  <a:prstClr val="black"/>
                </a:solidFill>
                <a:latin typeface="微软雅黑" panose="020B0503020204020204" pitchFamily="34" charset="-122"/>
                <a:ea typeface="微软雅黑" panose="020B0503020204020204" pitchFamily="34" charset="-122"/>
                <a:cs typeface="+mn-cs"/>
              </a:rPr>
              <a:t>E+i</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a:p>
            <a:pPr defTabSz="457200" eaLnBrk="1" fontAlgn="auto" hangingPunct="1">
              <a:spcBef>
                <a:spcPts val="0"/>
              </a:spcBef>
              <a:spcAft>
                <a:spcPts val="0"/>
              </a:spcAft>
              <a:defRPr/>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(E*</a:t>
            </a:r>
            <a:r>
              <a:rPr kumimoji="1" lang="en-US" altLang="zh-CN" sz="2400" dirty="0" err="1">
                <a:solidFill>
                  <a:prstClr val="black"/>
                </a:solidFill>
                <a:latin typeface="微软雅黑" panose="020B0503020204020204" pitchFamily="34" charset="-122"/>
                <a:ea typeface="微软雅黑" panose="020B0503020204020204" pitchFamily="34" charset="-122"/>
                <a:cs typeface="+mn-cs"/>
              </a:rPr>
              <a:t>i+i</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a:p>
            <a:pPr defTabSz="457200" eaLnBrk="1" fontAlgn="auto" hangingPunct="1">
              <a:spcBef>
                <a:spcPts val="0"/>
              </a:spcBef>
              <a:spcAft>
                <a:spcPts val="0"/>
              </a:spcAft>
              <a:defRPr/>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i</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rPr>
              <a:t>i+i</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p:txBody>
      </p:sp>
      <p:sp>
        <p:nvSpPr>
          <p:cNvPr id="11" name="Rectangle 8">
            <a:extLst>
              <a:ext uri="{FF2B5EF4-FFF2-40B4-BE49-F238E27FC236}">
                <a16:creationId xmlns:a16="http://schemas.microsoft.com/office/drawing/2014/main" id="{8713B180-6905-A009-BE10-323D88728D19}"/>
              </a:ext>
            </a:extLst>
          </p:cNvPr>
          <p:cNvSpPr>
            <a:spLocks noChangeArrowheads="1"/>
          </p:cNvSpPr>
          <p:nvPr/>
        </p:nvSpPr>
        <p:spPr bwMode="auto">
          <a:xfrm>
            <a:off x="3692525" y="2959100"/>
            <a:ext cx="4224338" cy="890588"/>
          </a:xfrm>
          <a:prstGeom prst="rect">
            <a:avLst/>
          </a:prstGeom>
          <a:solidFill>
            <a:srgbClr val="4F81BD"/>
          </a:solidFill>
          <a:ln w="25400" cap="rnd" cmpd="sng" algn="ctr">
            <a:solidFill>
              <a:sysClr val="window" lastClr="FFFFFF"/>
            </a:solidFill>
            <a:prstDash val="solid"/>
            <a:headEnd/>
            <a:tailEnd/>
          </a:ln>
          <a:effec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eaLnBrk="1" fontAlgn="auto" hangingPunct="1">
              <a:spcBef>
                <a:spcPts val="0"/>
              </a:spcBef>
              <a:spcAft>
                <a:spcPts val="0"/>
              </a:spcAft>
              <a:defRPr/>
            </a:pPr>
            <a:r>
              <a:rPr lang="en-US" altLang="zh-CN" sz="2400" kern="0" dirty="0">
                <a:solidFill>
                  <a:prstClr val="white"/>
                </a:solidFill>
                <a:latin typeface="微软雅黑" panose="020B0503020204020204" pitchFamily="34" charset="-122"/>
                <a:ea typeface="微软雅黑" panose="020B0503020204020204" pitchFamily="34" charset="-122"/>
                <a:cs typeface="+mn-cs"/>
              </a:rPr>
              <a:t>G(E)</a:t>
            </a:r>
            <a:r>
              <a:rPr lang="zh-CN" altLang="en-US" sz="2400" kern="0" dirty="0">
                <a:solidFill>
                  <a:prstClr val="white"/>
                </a:solidFill>
                <a:latin typeface="微软雅黑" panose="020B0503020204020204" pitchFamily="34" charset="-122"/>
                <a:ea typeface="微软雅黑" panose="020B0503020204020204" pitchFamily="34" charset="-122"/>
                <a:cs typeface="+mn-cs"/>
              </a:rPr>
              <a:t>： </a:t>
            </a:r>
            <a:r>
              <a:rPr lang="en-US" altLang="zh-CN" sz="2400" kern="0" dirty="0">
                <a:solidFill>
                  <a:prstClr val="white"/>
                </a:solidFill>
                <a:latin typeface="微软雅黑" panose="020B0503020204020204" pitchFamily="34" charset="-122"/>
                <a:ea typeface="微软雅黑" panose="020B0503020204020204" pitchFamily="34" charset="-122"/>
                <a:cs typeface="+mn-cs"/>
              </a:rPr>
              <a:t>E </a:t>
            </a:r>
            <a:r>
              <a:rPr lang="en-US" altLang="zh-CN" sz="24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微软雅黑" panose="020B0503020204020204" pitchFamily="34" charset="-122"/>
                <a:ea typeface="微软雅黑" panose="020B0503020204020204" pitchFamily="34" charset="-122"/>
                <a:cs typeface="+mn-cs"/>
              </a:rPr>
              <a:t> </a:t>
            </a:r>
            <a:r>
              <a:rPr lang="en-US" altLang="zh-CN" sz="2400" kern="0" dirty="0" err="1">
                <a:solidFill>
                  <a:prstClr val="white"/>
                </a:solidFill>
                <a:latin typeface="微软雅黑" panose="020B0503020204020204" pitchFamily="34" charset="-122"/>
                <a:ea typeface="微软雅黑" panose="020B0503020204020204" pitchFamily="34" charset="-122"/>
                <a:cs typeface="+mn-cs"/>
              </a:rPr>
              <a:t>i</a:t>
            </a:r>
            <a:r>
              <a:rPr lang="en-US" altLang="zh-CN" sz="2400" kern="0" dirty="0">
                <a:solidFill>
                  <a:prstClr val="white"/>
                </a:solidFill>
                <a:latin typeface="微软雅黑" panose="020B0503020204020204" pitchFamily="34" charset="-122"/>
                <a:ea typeface="微软雅黑" panose="020B0503020204020204" pitchFamily="34" charset="-122"/>
                <a:cs typeface="+mn-cs"/>
              </a:rPr>
              <a:t> | E+E | E*E | (E)</a:t>
            </a:r>
          </a:p>
          <a:p>
            <a:pPr defTabSz="457200" eaLnBrk="1" fontAlgn="auto" hangingPunct="1">
              <a:spcBef>
                <a:spcPts val="0"/>
              </a:spcBef>
              <a:spcAft>
                <a:spcPts val="0"/>
              </a:spcAft>
              <a:defRPr/>
            </a:pPr>
            <a:r>
              <a:rPr lang="en-US" altLang="zh-CN" sz="2400" kern="0" dirty="0">
                <a:solidFill>
                  <a:prstClr val="white"/>
                </a:solidFill>
                <a:latin typeface="微软雅黑" panose="020B0503020204020204" pitchFamily="34" charset="-122"/>
                <a:ea typeface="微软雅黑" panose="020B0503020204020204" pitchFamily="34" charset="-122"/>
                <a:cs typeface="+mn-cs"/>
              </a:rPr>
              <a:t>(</a:t>
            </a:r>
            <a:r>
              <a:rPr lang="en-US" altLang="zh-CN" sz="2400" kern="0" dirty="0" err="1">
                <a:solidFill>
                  <a:prstClr val="white"/>
                </a:solidFill>
                <a:latin typeface="微软雅黑" panose="020B0503020204020204" pitchFamily="34" charset="-122"/>
                <a:ea typeface="微软雅黑" panose="020B0503020204020204" pitchFamily="34" charset="-122"/>
                <a:cs typeface="+mn-cs"/>
              </a:rPr>
              <a:t>i</a:t>
            </a:r>
            <a:r>
              <a:rPr lang="en-US" altLang="zh-CN" sz="2400" kern="0" dirty="0">
                <a:solidFill>
                  <a:prstClr val="white"/>
                </a:solidFill>
                <a:latin typeface="微软雅黑" panose="020B0503020204020204" pitchFamily="34" charset="-122"/>
                <a:ea typeface="微软雅黑" panose="020B0503020204020204" pitchFamily="34" charset="-122"/>
                <a:cs typeface="+mn-cs"/>
              </a:rPr>
              <a:t>*</a:t>
            </a:r>
            <a:r>
              <a:rPr lang="en-US" altLang="zh-CN" sz="2400" kern="0" dirty="0" err="1">
                <a:solidFill>
                  <a:prstClr val="white"/>
                </a:solidFill>
                <a:latin typeface="微软雅黑" panose="020B0503020204020204" pitchFamily="34" charset="-122"/>
                <a:ea typeface="微软雅黑" panose="020B0503020204020204" pitchFamily="34" charset="-122"/>
                <a:cs typeface="+mn-cs"/>
              </a:rPr>
              <a:t>i+i</a:t>
            </a:r>
            <a:r>
              <a:rPr lang="en-US" altLang="zh-CN" sz="2400" kern="0" dirty="0">
                <a:solidFill>
                  <a:prstClr val="white"/>
                </a:solidFill>
                <a:latin typeface="微软雅黑" panose="020B0503020204020204" pitchFamily="34" charset="-122"/>
                <a:ea typeface="微软雅黑" panose="020B0503020204020204" pitchFamily="34" charset="-122"/>
                <a:cs typeface="+mn-cs"/>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animEffect transition="in" filter="strips(downRight)">
                                      <p:cBhvr>
                                        <p:cTn id="21" dur="500"/>
                                        <p:tgtEl>
                                          <p:spTgt spid="9">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6" fill="hold" nodeType="clickEffect">
                                  <p:stCondLst>
                                    <p:cond delay="0"/>
                                  </p:stCondLst>
                                  <p:childTnLst>
                                    <p:set>
                                      <p:cBhvr>
                                        <p:cTn id="25" dur="1" fill="hold">
                                          <p:stCondLst>
                                            <p:cond delay="0"/>
                                          </p:stCondLst>
                                        </p:cTn>
                                        <p:tgtEl>
                                          <p:spTgt spid="9">
                                            <p:txEl>
                                              <p:pRg st="1" end="1"/>
                                            </p:txEl>
                                          </p:spTgt>
                                        </p:tgtEl>
                                        <p:attrNameLst>
                                          <p:attrName>style.visibility</p:attrName>
                                        </p:attrNameLst>
                                      </p:cBhvr>
                                      <p:to>
                                        <p:strVal val="visible"/>
                                      </p:to>
                                    </p:set>
                                    <p:animEffect transition="in" filter="strips(downRight)">
                                      <p:cBhvr>
                                        <p:cTn id="26" dur="500"/>
                                        <p:tgtEl>
                                          <p:spTgt spid="9">
                                            <p:txEl>
                                              <p:pRg st="1" end="1"/>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8" presetClass="entr" presetSubtype="6" fill="hold" nodeType="click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animEffect transition="in" filter="strips(downRight)">
                                      <p:cBhvr>
                                        <p:cTn id="31" dur="500"/>
                                        <p:tgtEl>
                                          <p:spTgt spid="9">
                                            <p:txEl>
                                              <p:pRg st="2" end="2"/>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6" fill="hold" nodeType="clickEffect">
                                  <p:stCondLst>
                                    <p:cond delay="0"/>
                                  </p:stCondLst>
                                  <p:childTnLst>
                                    <p:set>
                                      <p:cBhvr>
                                        <p:cTn id="35" dur="1" fill="hold">
                                          <p:stCondLst>
                                            <p:cond delay="0"/>
                                          </p:stCondLst>
                                        </p:cTn>
                                        <p:tgtEl>
                                          <p:spTgt spid="9">
                                            <p:txEl>
                                              <p:pRg st="3" end="3"/>
                                            </p:txEl>
                                          </p:spTgt>
                                        </p:tgtEl>
                                        <p:attrNameLst>
                                          <p:attrName>style.visibility</p:attrName>
                                        </p:attrNameLst>
                                      </p:cBhvr>
                                      <p:to>
                                        <p:strVal val="visible"/>
                                      </p:to>
                                    </p:set>
                                    <p:animEffect transition="in" filter="strips(downRight)">
                                      <p:cBhvr>
                                        <p:cTn id="36" dur="500"/>
                                        <p:tgtEl>
                                          <p:spTgt spid="9">
                                            <p:txEl>
                                              <p:pRg st="3" end="3"/>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8" presetClass="entr" presetSubtype="6" fill="hold" nodeType="clickEffect">
                                  <p:stCondLst>
                                    <p:cond delay="0"/>
                                  </p:stCondLst>
                                  <p:childTnLst>
                                    <p:set>
                                      <p:cBhvr>
                                        <p:cTn id="40" dur="1" fill="hold">
                                          <p:stCondLst>
                                            <p:cond delay="0"/>
                                          </p:stCondLst>
                                        </p:cTn>
                                        <p:tgtEl>
                                          <p:spTgt spid="9">
                                            <p:txEl>
                                              <p:pRg st="4" end="4"/>
                                            </p:txEl>
                                          </p:spTgt>
                                        </p:tgtEl>
                                        <p:attrNameLst>
                                          <p:attrName>style.visibility</p:attrName>
                                        </p:attrNameLst>
                                      </p:cBhvr>
                                      <p:to>
                                        <p:strVal val="visible"/>
                                      </p:to>
                                    </p:set>
                                    <p:animEffect transition="in" filter="strips(downRight)">
                                      <p:cBhvr>
                                        <p:cTn id="41" dur="500"/>
                                        <p:tgtEl>
                                          <p:spTgt spid="9">
                                            <p:txEl>
                                              <p:pRg st="4" end="4"/>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8" presetClass="entr" presetSubtype="6" fill="hold" nodeType="clickEffect">
                                  <p:stCondLst>
                                    <p:cond delay="0"/>
                                  </p:stCondLst>
                                  <p:childTnLst>
                                    <p:set>
                                      <p:cBhvr>
                                        <p:cTn id="45" dur="1" fill="hold">
                                          <p:stCondLst>
                                            <p:cond delay="0"/>
                                          </p:stCondLst>
                                        </p:cTn>
                                        <p:tgtEl>
                                          <p:spTgt spid="9">
                                            <p:txEl>
                                              <p:pRg st="5" end="5"/>
                                            </p:txEl>
                                          </p:spTgt>
                                        </p:tgtEl>
                                        <p:attrNameLst>
                                          <p:attrName>style.visibility</p:attrName>
                                        </p:attrNameLst>
                                      </p:cBhvr>
                                      <p:to>
                                        <p:strVal val="visible"/>
                                      </p:to>
                                    </p:set>
                                    <p:animEffect transition="in" filter="strips(downRight)">
                                      <p:cBhvr>
                                        <p:cTn id="46" dur="500"/>
                                        <p:tgtEl>
                                          <p:spTgt spid="9">
                                            <p:txEl>
                                              <p:pRg st="5" end="5"/>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8" presetClass="entr" presetSubtype="6" fill="hold" nodeType="clickEffect">
                                  <p:stCondLst>
                                    <p:cond delay="0"/>
                                  </p:stCondLst>
                                  <p:childTnLst>
                                    <p:set>
                                      <p:cBhvr>
                                        <p:cTn id="50" dur="1" fill="hold">
                                          <p:stCondLst>
                                            <p:cond delay="0"/>
                                          </p:stCondLst>
                                        </p:cTn>
                                        <p:tgtEl>
                                          <p:spTgt spid="10">
                                            <p:txEl>
                                              <p:pRg st="0" end="0"/>
                                            </p:txEl>
                                          </p:spTgt>
                                        </p:tgtEl>
                                        <p:attrNameLst>
                                          <p:attrName>style.visibility</p:attrName>
                                        </p:attrNameLst>
                                      </p:cBhvr>
                                      <p:to>
                                        <p:strVal val="visible"/>
                                      </p:to>
                                    </p:set>
                                    <p:animEffect transition="in" filter="strips(downRight)">
                                      <p:cBhvr>
                                        <p:cTn id="51" dur="500"/>
                                        <p:tgtEl>
                                          <p:spTgt spid="10">
                                            <p:txEl>
                                              <p:pRg st="0" end="0"/>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8" presetClass="entr" presetSubtype="6" fill="hold" nodeType="clickEffect">
                                  <p:stCondLst>
                                    <p:cond delay="0"/>
                                  </p:stCondLst>
                                  <p:childTnLst>
                                    <p:set>
                                      <p:cBhvr>
                                        <p:cTn id="55" dur="1" fill="hold">
                                          <p:stCondLst>
                                            <p:cond delay="0"/>
                                          </p:stCondLst>
                                        </p:cTn>
                                        <p:tgtEl>
                                          <p:spTgt spid="10">
                                            <p:txEl>
                                              <p:pRg st="1" end="1"/>
                                            </p:txEl>
                                          </p:spTgt>
                                        </p:tgtEl>
                                        <p:attrNameLst>
                                          <p:attrName>style.visibility</p:attrName>
                                        </p:attrNameLst>
                                      </p:cBhvr>
                                      <p:to>
                                        <p:strVal val="visible"/>
                                      </p:to>
                                    </p:set>
                                    <p:animEffect transition="in" filter="strips(downRight)">
                                      <p:cBhvr>
                                        <p:cTn id="56" dur="500"/>
                                        <p:tgtEl>
                                          <p:spTgt spid="10">
                                            <p:txEl>
                                              <p:pRg st="1" end="1"/>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8" presetClass="entr" presetSubtype="6" fill="hold" nodeType="clickEffect">
                                  <p:stCondLst>
                                    <p:cond delay="0"/>
                                  </p:stCondLst>
                                  <p:childTnLst>
                                    <p:set>
                                      <p:cBhvr>
                                        <p:cTn id="60" dur="1" fill="hold">
                                          <p:stCondLst>
                                            <p:cond delay="0"/>
                                          </p:stCondLst>
                                        </p:cTn>
                                        <p:tgtEl>
                                          <p:spTgt spid="10">
                                            <p:txEl>
                                              <p:pRg st="2" end="2"/>
                                            </p:txEl>
                                          </p:spTgt>
                                        </p:tgtEl>
                                        <p:attrNameLst>
                                          <p:attrName>style.visibility</p:attrName>
                                        </p:attrNameLst>
                                      </p:cBhvr>
                                      <p:to>
                                        <p:strVal val="visible"/>
                                      </p:to>
                                    </p:set>
                                    <p:animEffect transition="in" filter="strips(downRight)">
                                      <p:cBhvr>
                                        <p:cTn id="61" dur="500"/>
                                        <p:tgtEl>
                                          <p:spTgt spid="10">
                                            <p:txEl>
                                              <p:pRg st="2" end="2"/>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8" presetClass="entr" presetSubtype="6" fill="hold" nodeType="clickEffect">
                                  <p:stCondLst>
                                    <p:cond delay="0"/>
                                  </p:stCondLst>
                                  <p:childTnLst>
                                    <p:set>
                                      <p:cBhvr>
                                        <p:cTn id="65" dur="1" fill="hold">
                                          <p:stCondLst>
                                            <p:cond delay="0"/>
                                          </p:stCondLst>
                                        </p:cTn>
                                        <p:tgtEl>
                                          <p:spTgt spid="10">
                                            <p:txEl>
                                              <p:pRg st="3" end="3"/>
                                            </p:txEl>
                                          </p:spTgt>
                                        </p:tgtEl>
                                        <p:attrNameLst>
                                          <p:attrName>style.visibility</p:attrName>
                                        </p:attrNameLst>
                                      </p:cBhvr>
                                      <p:to>
                                        <p:strVal val="visible"/>
                                      </p:to>
                                    </p:set>
                                    <p:animEffect transition="in" filter="strips(downRight)">
                                      <p:cBhvr>
                                        <p:cTn id="66" dur="500"/>
                                        <p:tgtEl>
                                          <p:spTgt spid="10">
                                            <p:txEl>
                                              <p:pRg st="3" end="3"/>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8" presetClass="entr" presetSubtype="6" fill="hold" nodeType="clickEffect">
                                  <p:stCondLst>
                                    <p:cond delay="0"/>
                                  </p:stCondLst>
                                  <p:childTnLst>
                                    <p:set>
                                      <p:cBhvr>
                                        <p:cTn id="70" dur="1" fill="hold">
                                          <p:stCondLst>
                                            <p:cond delay="0"/>
                                          </p:stCondLst>
                                        </p:cTn>
                                        <p:tgtEl>
                                          <p:spTgt spid="10">
                                            <p:txEl>
                                              <p:pRg st="4" end="4"/>
                                            </p:txEl>
                                          </p:spTgt>
                                        </p:tgtEl>
                                        <p:attrNameLst>
                                          <p:attrName>style.visibility</p:attrName>
                                        </p:attrNameLst>
                                      </p:cBhvr>
                                      <p:to>
                                        <p:strVal val="visible"/>
                                      </p:to>
                                    </p:set>
                                    <p:animEffect transition="in" filter="strips(downRight)">
                                      <p:cBhvr>
                                        <p:cTn id="71" dur="500"/>
                                        <p:tgtEl>
                                          <p:spTgt spid="10">
                                            <p:txEl>
                                              <p:pRg st="4" end="4"/>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8" presetClass="entr" presetSubtype="6" fill="hold" nodeType="clickEffect">
                                  <p:stCondLst>
                                    <p:cond delay="0"/>
                                  </p:stCondLst>
                                  <p:childTnLst>
                                    <p:set>
                                      <p:cBhvr>
                                        <p:cTn id="75" dur="1" fill="hold">
                                          <p:stCondLst>
                                            <p:cond delay="0"/>
                                          </p:stCondLst>
                                        </p:cTn>
                                        <p:tgtEl>
                                          <p:spTgt spid="10">
                                            <p:txEl>
                                              <p:pRg st="5" end="5"/>
                                            </p:txEl>
                                          </p:spTgt>
                                        </p:tgtEl>
                                        <p:attrNameLst>
                                          <p:attrName>style.visibility</p:attrName>
                                        </p:attrNameLst>
                                      </p:cBhvr>
                                      <p:to>
                                        <p:strVal val="visible"/>
                                      </p:to>
                                    </p:set>
                                    <p:animEffect transition="in" filter="strips(downRight)">
                                      <p:cBhvr>
                                        <p:cTn id="76" dur="500"/>
                                        <p:tgtEl>
                                          <p:spTgt spid="10">
                                            <p:txEl>
                                              <p:pRg st="5" end="5"/>
                                            </p:txEl>
                                          </p:spTgt>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1" fill="hold" nodeType="click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wipe(up)">
                                      <p:cBhvr>
                                        <p:cTn id="8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9" grpId="0" build="p" autoUpdateAnimBg="0"/>
      <p:bldP spid="10" grpId="0" build="p" autoUpdateAnimBg="0"/>
      <p:bldP spid="1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a:extLst>
              <a:ext uri="{FF2B5EF4-FFF2-40B4-BE49-F238E27FC236}">
                <a16:creationId xmlns:a16="http://schemas.microsoft.com/office/drawing/2014/main" id="{A0925DA1-43A7-88CD-2182-C4BDA71D2FC9}"/>
              </a:ext>
            </a:extLst>
          </p:cNvPr>
          <p:cNvSpPr>
            <a:spLocks noGrp="1" noChangeArrowheads="1"/>
          </p:cNvSpPr>
          <p:nvPr>
            <p:ph type="body" idx="4294967295"/>
          </p:nvPr>
        </p:nvSpPr>
        <p:spPr>
          <a:xfrm>
            <a:off x="450006" y="1484684"/>
            <a:ext cx="9069387" cy="4383088"/>
          </a:xfrm>
        </p:spPr>
        <p:txBody>
          <a:bodyPr/>
          <a:lstStyle/>
          <a:p>
            <a:pPr eaLnBrk="1" hangingPunct="1">
              <a:buFont typeface="Times New Roman" panose="02020603050405020304" pitchFamily="18" charset="0"/>
              <a:buNone/>
            </a:pPr>
            <a:r>
              <a:rPr lang="zh-CN" altLang="en-US" sz="4000" b="1" dirty="0">
                <a:ea typeface="楷体_GB2312"/>
              </a:rPr>
              <a:t>对于文法</a:t>
            </a:r>
            <a:r>
              <a:rPr lang="en-US" altLang="zh-CN" sz="4000" b="1" dirty="0">
                <a:ea typeface="楷体_GB2312"/>
              </a:rPr>
              <a:t>  </a:t>
            </a:r>
            <a:r>
              <a:rPr lang="en-US" altLang="zh-CN" b="1" dirty="0">
                <a:latin typeface="Times New Roman" panose="02020603050405020304" pitchFamily="18" charset="0"/>
                <a:ea typeface="楷体_GB2312"/>
              </a:rPr>
              <a:t>E → E+E│E*E│(E)│</a:t>
            </a:r>
            <a:r>
              <a:rPr lang="en-US" altLang="zh-CN" b="1" dirty="0" err="1">
                <a:latin typeface="Times New Roman" panose="02020603050405020304" pitchFamily="18" charset="0"/>
                <a:ea typeface="楷体_GB2312"/>
              </a:rPr>
              <a:t>i</a:t>
            </a:r>
            <a:endParaRPr lang="en-US" altLang="zh-CN" sz="4000" b="1" dirty="0">
              <a:latin typeface="Times New Roman" panose="02020603050405020304" pitchFamily="18" charset="0"/>
              <a:ea typeface="楷体_GB2312"/>
            </a:endParaRPr>
          </a:p>
          <a:p>
            <a:pPr eaLnBrk="1" hangingPunct="1">
              <a:buFont typeface="Wingdings" panose="05000000000000000000" pitchFamily="2" charset="2"/>
              <a:buNone/>
            </a:pPr>
            <a:r>
              <a:rPr lang="zh-CN" altLang="en-US" sz="4000" b="1" dirty="0">
                <a:ea typeface="楷体_GB2312"/>
              </a:rPr>
              <a:t>    句子</a:t>
            </a:r>
            <a:r>
              <a:rPr lang="en-US" altLang="zh-CN" sz="4000" b="1" dirty="0">
                <a:ea typeface="楷体_GB2312"/>
              </a:rPr>
              <a:t>   </a:t>
            </a:r>
            <a:r>
              <a:rPr lang="en-US" altLang="zh-CN" sz="4000" b="1" dirty="0">
                <a:latin typeface="Times New Roman" panose="02020603050405020304" pitchFamily="18" charset="0"/>
                <a:ea typeface="楷体_GB2312"/>
              </a:rPr>
              <a:t>(</a:t>
            </a:r>
            <a:r>
              <a:rPr lang="en-US" altLang="zh-CN" sz="4000" b="1" dirty="0" err="1">
                <a:latin typeface="Times New Roman" panose="02020603050405020304" pitchFamily="18" charset="0"/>
                <a:ea typeface="楷体_GB2312"/>
              </a:rPr>
              <a:t>i</a:t>
            </a:r>
            <a:r>
              <a:rPr lang="en-US" altLang="zh-CN" sz="4000" b="1" dirty="0">
                <a:latin typeface="Times New Roman" panose="02020603050405020304" pitchFamily="18" charset="0"/>
                <a:ea typeface="楷体_GB2312"/>
              </a:rPr>
              <a:t>*</a:t>
            </a:r>
            <a:r>
              <a:rPr lang="en-US" altLang="zh-CN" sz="4000" b="1" dirty="0" err="1">
                <a:latin typeface="Times New Roman" panose="02020603050405020304" pitchFamily="18" charset="0"/>
                <a:ea typeface="楷体_GB2312"/>
              </a:rPr>
              <a:t>i+i</a:t>
            </a:r>
            <a:r>
              <a:rPr lang="en-US" altLang="zh-CN" sz="4000" b="1" dirty="0">
                <a:latin typeface="Times New Roman" panose="02020603050405020304" pitchFamily="18" charset="0"/>
                <a:ea typeface="楷体_GB2312"/>
              </a:rPr>
              <a:t>) </a:t>
            </a:r>
            <a:r>
              <a:rPr lang="zh-CN" altLang="en-US" sz="4000" b="1" dirty="0">
                <a:ea typeface="楷体_GB2312"/>
              </a:rPr>
              <a:t>的推导树</a:t>
            </a:r>
            <a:endParaRPr lang="zh-CN" altLang="en-US" sz="4000" b="1" dirty="0">
              <a:ea typeface="楷体_GB2312"/>
              <a:cs typeface="Times New Roman" panose="02020603050405020304" pitchFamily="18" charset="0"/>
            </a:endParaRPr>
          </a:p>
        </p:txBody>
      </p:sp>
      <p:sp>
        <p:nvSpPr>
          <p:cNvPr id="70659" name="Footer Placeholder 5">
            <a:extLst>
              <a:ext uri="{FF2B5EF4-FFF2-40B4-BE49-F238E27FC236}">
                <a16:creationId xmlns:a16="http://schemas.microsoft.com/office/drawing/2014/main" id="{45764F11-F6FA-8D16-39B6-589CAE6526DF}"/>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0660" name="Slide Number Placeholder 6">
            <a:extLst>
              <a:ext uri="{FF2B5EF4-FFF2-40B4-BE49-F238E27FC236}">
                <a16:creationId xmlns:a16="http://schemas.microsoft.com/office/drawing/2014/main" id="{4E282390-CAEF-E94B-E06A-6609C7BA7BF7}"/>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FBAB0999-8F28-4A08-A4A5-D28C70194E2B}"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40</a:t>
            </a:fld>
            <a:endParaRPr lang="en-GB" altLang="en-US" sz="1200">
              <a:latin typeface="Comic Sans MS" panose="030F0702030302020204" pitchFamily="66" charset="0"/>
              <a:ea typeface="宋体" panose="02010600030101010101" pitchFamily="2" charset="-122"/>
            </a:endParaRPr>
          </a:p>
        </p:txBody>
      </p:sp>
      <p:sp>
        <p:nvSpPr>
          <p:cNvPr id="70661" name="Rectangle 2">
            <a:extLst>
              <a:ext uri="{FF2B5EF4-FFF2-40B4-BE49-F238E27FC236}">
                <a16:creationId xmlns:a16="http://schemas.microsoft.com/office/drawing/2014/main" id="{B9033829-4F31-564A-CC1D-568F6A1637DF}"/>
              </a:ext>
            </a:extLst>
          </p:cNvPr>
          <p:cNvSpPr>
            <a:spLocks noGrp="1" noChangeArrowheads="1"/>
          </p:cNvSpPr>
          <p:nvPr>
            <p:ph type="title" idx="4294967295"/>
          </p:nvPr>
        </p:nvSpPr>
        <p:spPr>
          <a:xfrm>
            <a:off x="503238" y="301625"/>
            <a:ext cx="8767356" cy="920750"/>
          </a:xfrm>
        </p:spPr>
        <p:txBody>
          <a:bodyPr/>
          <a:lstStyle/>
          <a:p>
            <a:pPr eaLnBrk="1" hangingPunct="1"/>
            <a:r>
              <a:rPr lang="zh-CN" altLang="en-US" sz="2800" b="1" dirty="0">
                <a:ea typeface="楷体_GB2312"/>
              </a:rPr>
              <a:t>提问：一个句型（句子）是否只对应唯一一课语法树？</a:t>
            </a:r>
          </a:p>
        </p:txBody>
      </p:sp>
      <p:sp>
        <p:nvSpPr>
          <p:cNvPr id="48134" name="Line 4">
            <a:extLst>
              <a:ext uri="{FF2B5EF4-FFF2-40B4-BE49-F238E27FC236}">
                <a16:creationId xmlns:a16="http://schemas.microsoft.com/office/drawing/2014/main" id="{4EB7D5E2-F833-CD28-BC4E-9F1D70C2CE4E}"/>
              </a:ext>
            </a:extLst>
          </p:cNvPr>
          <p:cNvSpPr>
            <a:spLocks noChangeShapeType="1"/>
          </p:cNvSpPr>
          <p:nvPr/>
        </p:nvSpPr>
        <p:spPr bwMode="auto">
          <a:xfrm flipH="1">
            <a:off x="1847850" y="3314700"/>
            <a:ext cx="923925" cy="5334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5" name="Text Box 5">
            <a:extLst>
              <a:ext uri="{FF2B5EF4-FFF2-40B4-BE49-F238E27FC236}">
                <a16:creationId xmlns:a16="http://schemas.microsoft.com/office/drawing/2014/main" id="{3C25E1E2-9FD2-5D95-E7D8-198CBFD096C8}"/>
              </a:ext>
            </a:extLst>
          </p:cNvPr>
          <p:cNvSpPr txBox="1">
            <a:spLocks noChangeArrowheads="1"/>
          </p:cNvSpPr>
          <p:nvPr/>
        </p:nvSpPr>
        <p:spPr bwMode="auto">
          <a:xfrm>
            <a:off x="2838450" y="2940050"/>
            <a:ext cx="47783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48136" name="Line 6">
            <a:extLst>
              <a:ext uri="{FF2B5EF4-FFF2-40B4-BE49-F238E27FC236}">
                <a16:creationId xmlns:a16="http://schemas.microsoft.com/office/drawing/2014/main" id="{DD6E0962-7213-BD3D-4C74-10C6D0355FAE}"/>
              </a:ext>
            </a:extLst>
          </p:cNvPr>
          <p:cNvSpPr>
            <a:spLocks noChangeShapeType="1"/>
          </p:cNvSpPr>
          <p:nvPr/>
        </p:nvSpPr>
        <p:spPr bwMode="auto">
          <a:xfrm>
            <a:off x="3024188" y="3382963"/>
            <a:ext cx="0"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7" name="Line 7">
            <a:extLst>
              <a:ext uri="{FF2B5EF4-FFF2-40B4-BE49-F238E27FC236}">
                <a16:creationId xmlns:a16="http://schemas.microsoft.com/office/drawing/2014/main" id="{E8832B67-8BD1-AB29-BF36-6D6396118751}"/>
              </a:ext>
            </a:extLst>
          </p:cNvPr>
          <p:cNvSpPr>
            <a:spLocks noChangeShapeType="1"/>
          </p:cNvSpPr>
          <p:nvPr/>
        </p:nvSpPr>
        <p:spPr bwMode="auto">
          <a:xfrm>
            <a:off x="3276600" y="3314700"/>
            <a:ext cx="755650" cy="436563"/>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8" name="Text Box 8">
            <a:extLst>
              <a:ext uri="{FF2B5EF4-FFF2-40B4-BE49-F238E27FC236}">
                <a16:creationId xmlns:a16="http://schemas.microsoft.com/office/drawing/2014/main" id="{A81D7A84-B217-571D-A444-8B455F115E88}"/>
              </a:ext>
            </a:extLst>
          </p:cNvPr>
          <p:cNvSpPr txBox="1">
            <a:spLocks noChangeArrowheads="1"/>
          </p:cNvSpPr>
          <p:nvPr/>
        </p:nvSpPr>
        <p:spPr bwMode="auto">
          <a:xfrm>
            <a:off x="1387475" y="3733800"/>
            <a:ext cx="61436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zh-CN" altLang="en-US" sz="3200">
                <a:latin typeface="Times New Roman" panose="02020603050405020304" pitchFamily="18" charset="0"/>
                <a:ea typeface="宋体" panose="02010600030101010101" pitchFamily="2" charset="-122"/>
              </a:rPr>
              <a:t>（</a:t>
            </a:r>
          </a:p>
        </p:txBody>
      </p:sp>
      <p:sp>
        <p:nvSpPr>
          <p:cNvPr id="48139" name="Text Box 9">
            <a:extLst>
              <a:ext uri="{FF2B5EF4-FFF2-40B4-BE49-F238E27FC236}">
                <a16:creationId xmlns:a16="http://schemas.microsoft.com/office/drawing/2014/main" id="{1016320E-5B67-A05A-DA53-557C5E03DEE0}"/>
              </a:ext>
            </a:extLst>
          </p:cNvPr>
          <p:cNvSpPr txBox="1">
            <a:spLocks noChangeArrowheads="1"/>
          </p:cNvSpPr>
          <p:nvPr/>
        </p:nvSpPr>
        <p:spPr bwMode="auto">
          <a:xfrm>
            <a:off x="2838450" y="3779838"/>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48140" name="Text Box 10">
            <a:extLst>
              <a:ext uri="{FF2B5EF4-FFF2-40B4-BE49-F238E27FC236}">
                <a16:creationId xmlns:a16="http://schemas.microsoft.com/office/drawing/2014/main" id="{77378449-D048-0C53-33D8-C58D9BEF6543}"/>
              </a:ext>
            </a:extLst>
          </p:cNvPr>
          <p:cNvSpPr txBox="1">
            <a:spLocks noChangeArrowheads="1"/>
          </p:cNvSpPr>
          <p:nvPr/>
        </p:nvSpPr>
        <p:spPr bwMode="auto">
          <a:xfrm>
            <a:off x="3943350" y="3673475"/>
            <a:ext cx="61436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zh-CN" altLang="en-US" sz="3200">
                <a:latin typeface="Times New Roman" panose="02020603050405020304" pitchFamily="18" charset="0"/>
                <a:ea typeface="宋体" panose="02010600030101010101" pitchFamily="2" charset="-122"/>
              </a:rPr>
              <a:t>）</a:t>
            </a:r>
          </a:p>
        </p:txBody>
      </p:sp>
      <p:sp>
        <p:nvSpPr>
          <p:cNvPr id="48141" name="Line 11">
            <a:extLst>
              <a:ext uri="{FF2B5EF4-FFF2-40B4-BE49-F238E27FC236}">
                <a16:creationId xmlns:a16="http://schemas.microsoft.com/office/drawing/2014/main" id="{23BA501B-25BD-E7B0-C4E1-24CE46D1DA59}"/>
              </a:ext>
            </a:extLst>
          </p:cNvPr>
          <p:cNvSpPr>
            <a:spLocks noChangeShapeType="1"/>
          </p:cNvSpPr>
          <p:nvPr/>
        </p:nvSpPr>
        <p:spPr bwMode="auto">
          <a:xfrm flipH="1">
            <a:off x="2100263" y="4154488"/>
            <a:ext cx="755650"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2" name="Line 12">
            <a:extLst>
              <a:ext uri="{FF2B5EF4-FFF2-40B4-BE49-F238E27FC236}">
                <a16:creationId xmlns:a16="http://schemas.microsoft.com/office/drawing/2014/main" id="{D0981DE9-5B49-D8FE-5CE9-1FABC55E5326}"/>
              </a:ext>
            </a:extLst>
          </p:cNvPr>
          <p:cNvSpPr>
            <a:spLocks noChangeShapeType="1"/>
          </p:cNvSpPr>
          <p:nvPr/>
        </p:nvSpPr>
        <p:spPr bwMode="auto">
          <a:xfrm>
            <a:off x="3192463" y="4154488"/>
            <a:ext cx="755650" cy="503237"/>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3" name="Line 13">
            <a:extLst>
              <a:ext uri="{FF2B5EF4-FFF2-40B4-BE49-F238E27FC236}">
                <a16:creationId xmlns:a16="http://schemas.microsoft.com/office/drawing/2014/main" id="{18D779B4-4B13-3E63-A53D-1536D976D5C4}"/>
              </a:ext>
            </a:extLst>
          </p:cNvPr>
          <p:cNvSpPr>
            <a:spLocks noChangeShapeType="1"/>
          </p:cNvSpPr>
          <p:nvPr/>
        </p:nvSpPr>
        <p:spPr bwMode="auto">
          <a:xfrm>
            <a:off x="3024188" y="4238625"/>
            <a:ext cx="0"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4" name="Text Box 14">
            <a:extLst>
              <a:ext uri="{FF2B5EF4-FFF2-40B4-BE49-F238E27FC236}">
                <a16:creationId xmlns:a16="http://schemas.microsoft.com/office/drawing/2014/main" id="{DBCFFAE0-E7ED-AB9B-D0F6-83F781085AFA}"/>
              </a:ext>
            </a:extLst>
          </p:cNvPr>
          <p:cNvSpPr txBox="1">
            <a:spLocks noChangeArrowheads="1"/>
          </p:cNvSpPr>
          <p:nvPr/>
        </p:nvSpPr>
        <p:spPr bwMode="auto">
          <a:xfrm>
            <a:off x="1847850" y="4546600"/>
            <a:ext cx="47783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48145" name="Text Box 15">
            <a:extLst>
              <a:ext uri="{FF2B5EF4-FFF2-40B4-BE49-F238E27FC236}">
                <a16:creationId xmlns:a16="http://schemas.microsoft.com/office/drawing/2014/main" id="{2B905DA8-C53F-E167-EAD8-EB3CCE963CAC}"/>
              </a:ext>
            </a:extLst>
          </p:cNvPr>
          <p:cNvSpPr txBox="1">
            <a:spLocks noChangeArrowheads="1"/>
          </p:cNvSpPr>
          <p:nvPr/>
        </p:nvSpPr>
        <p:spPr bwMode="auto">
          <a:xfrm>
            <a:off x="3695700" y="4546600"/>
            <a:ext cx="47783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48146" name="Text Box 16">
            <a:extLst>
              <a:ext uri="{FF2B5EF4-FFF2-40B4-BE49-F238E27FC236}">
                <a16:creationId xmlns:a16="http://schemas.microsoft.com/office/drawing/2014/main" id="{9911E69C-8322-731F-9E64-931781DBE6CF}"/>
              </a:ext>
            </a:extLst>
          </p:cNvPr>
          <p:cNvSpPr txBox="1">
            <a:spLocks noChangeArrowheads="1"/>
          </p:cNvSpPr>
          <p:nvPr/>
        </p:nvSpPr>
        <p:spPr bwMode="auto">
          <a:xfrm>
            <a:off x="2838450" y="4535488"/>
            <a:ext cx="437595" cy="559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dirty="0">
                <a:latin typeface="Times New Roman" panose="02020603050405020304" pitchFamily="18" charset="0"/>
                <a:ea typeface="宋体" panose="02010600030101010101" pitchFamily="2" charset="-122"/>
              </a:rPr>
              <a:t>+</a:t>
            </a:r>
            <a:endParaRPr lang="zh-CN" altLang="en-US" sz="3200" b="1" dirty="0">
              <a:latin typeface="Times New Roman" panose="02020603050405020304" pitchFamily="18" charset="0"/>
              <a:ea typeface="宋体" panose="02010600030101010101" pitchFamily="2" charset="-122"/>
            </a:endParaRPr>
          </a:p>
        </p:txBody>
      </p:sp>
      <p:sp>
        <p:nvSpPr>
          <p:cNvPr id="48147" name="Line 17">
            <a:extLst>
              <a:ext uri="{FF2B5EF4-FFF2-40B4-BE49-F238E27FC236}">
                <a16:creationId xmlns:a16="http://schemas.microsoft.com/office/drawing/2014/main" id="{F5D7D61F-EE4F-94C4-3A8E-FC771D8D4FA3}"/>
              </a:ext>
            </a:extLst>
          </p:cNvPr>
          <p:cNvSpPr>
            <a:spLocks noChangeShapeType="1"/>
          </p:cNvSpPr>
          <p:nvPr/>
        </p:nvSpPr>
        <p:spPr bwMode="auto">
          <a:xfrm flipH="1">
            <a:off x="1176338" y="4910138"/>
            <a:ext cx="671512" cy="420687"/>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8" name="Line 18">
            <a:extLst>
              <a:ext uri="{FF2B5EF4-FFF2-40B4-BE49-F238E27FC236}">
                <a16:creationId xmlns:a16="http://schemas.microsoft.com/office/drawing/2014/main" id="{8F483C61-2078-90D2-71BA-396398534402}"/>
              </a:ext>
            </a:extLst>
          </p:cNvPr>
          <p:cNvSpPr>
            <a:spLocks noChangeShapeType="1"/>
          </p:cNvSpPr>
          <p:nvPr/>
        </p:nvSpPr>
        <p:spPr bwMode="auto">
          <a:xfrm>
            <a:off x="2184400" y="4910138"/>
            <a:ext cx="587375" cy="420687"/>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9" name="Line 19">
            <a:extLst>
              <a:ext uri="{FF2B5EF4-FFF2-40B4-BE49-F238E27FC236}">
                <a16:creationId xmlns:a16="http://schemas.microsoft.com/office/drawing/2014/main" id="{11B469DB-D006-9C89-D6B4-FD38BD022A59}"/>
              </a:ext>
            </a:extLst>
          </p:cNvPr>
          <p:cNvSpPr>
            <a:spLocks noChangeShapeType="1"/>
          </p:cNvSpPr>
          <p:nvPr/>
        </p:nvSpPr>
        <p:spPr bwMode="auto">
          <a:xfrm>
            <a:off x="2016125" y="4910138"/>
            <a:ext cx="0" cy="504825"/>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0" name="Text Box 20">
            <a:extLst>
              <a:ext uri="{FF2B5EF4-FFF2-40B4-BE49-F238E27FC236}">
                <a16:creationId xmlns:a16="http://schemas.microsoft.com/office/drawing/2014/main" id="{653BA5F8-D77D-7143-067D-441E70B0334B}"/>
              </a:ext>
            </a:extLst>
          </p:cNvPr>
          <p:cNvSpPr txBox="1">
            <a:spLocks noChangeArrowheads="1"/>
          </p:cNvSpPr>
          <p:nvPr/>
        </p:nvSpPr>
        <p:spPr bwMode="auto">
          <a:xfrm>
            <a:off x="923925" y="5246688"/>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48151" name="Text Box 21">
            <a:extLst>
              <a:ext uri="{FF2B5EF4-FFF2-40B4-BE49-F238E27FC236}">
                <a16:creationId xmlns:a16="http://schemas.microsoft.com/office/drawing/2014/main" id="{79A12E3F-4DE5-DE9B-7F74-832EB30AD626}"/>
              </a:ext>
            </a:extLst>
          </p:cNvPr>
          <p:cNvSpPr txBox="1">
            <a:spLocks noChangeArrowheads="1"/>
          </p:cNvSpPr>
          <p:nvPr/>
        </p:nvSpPr>
        <p:spPr bwMode="auto">
          <a:xfrm>
            <a:off x="2603500" y="5246688"/>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48152" name="Text Box 22">
            <a:extLst>
              <a:ext uri="{FF2B5EF4-FFF2-40B4-BE49-F238E27FC236}">
                <a16:creationId xmlns:a16="http://schemas.microsoft.com/office/drawing/2014/main" id="{DF895D1B-61B8-FEBA-3C0D-02A695266885}"/>
              </a:ext>
            </a:extLst>
          </p:cNvPr>
          <p:cNvSpPr txBox="1">
            <a:spLocks noChangeArrowheads="1"/>
          </p:cNvSpPr>
          <p:nvPr/>
        </p:nvSpPr>
        <p:spPr bwMode="auto">
          <a:xfrm>
            <a:off x="1830388" y="5291138"/>
            <a:ext cx="408741" cy="559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dirty="0">
                <a:latin typeface="Times New Roman" panose="02020603050405020304" pitchFamily="18" charset="0"/>
                <a:ea typeface="宋体" panose="02010600030101010101" pitchFamily="2" charset="-122"/>
              </a:rPr>
              <a:t>*</a:t>
            </a:r>
          </a:p>
        </p:txBody>
      </p:sp>
      <p:sp>
        <p:nvSpPr>
          <p:cNvPr id="48153" name="Line 23">
            <a:extLst>
              <a:ext uri="{FF2B5EF4-FFF2-40B4-BE49-F238E27FC236}">
                <a16:creationId xmlns:a16="http://schemas.microsoft.com/office/drawing/2014/main" id="{B2B3C6F9-47F7-E366-F459-0D9823F6FE6D}"/>
              </a:ext>
            </a:extLst>
          </p:cNvPr>
          <p:cNvSpPr>
            <a:spLocks noChangeShapeType="1"/>
          </p:cNvSpPr>
          <p:nvPr/>
        </p:nvSpPr>
        <p:spPr bwMode="auto">
          <a:xfrm>
            <a:off x="1092200" y="5749925"/>
            <a:ext cx="0" cy="588963"/>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4" name="Line 24">
            <a:extLst>
              <a:ext uri="{FF2B5EF4-FFF2-40B4-BE49-F238E27FC236}">
                <a16:creationId xmlns:a16="http://schemas.microsoft.com/office/drawing/2014/main" id="{D20A4359-7799-17EA-9152-306E4FA47BA5}"/>
              </a:ext>
            </a:extLst>
          </p:cNvPr>
          <p:cNvSpPr>
            <a:spLocks noChangeShapeType="1"/>
          </p:cNvSpPr>
          <p:nvPr/>
        </p:nvSpPr>
        <p:spPr bwMode="auto">
          <a:xfrm>
            <a:off x="2771775" y="5749925"/>
            <a:ext cx="0" cy="588963"/>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5" name="Text Box 25">
            <a:extLst>
              <a:ext uri="{FF2B5EF4-FFF2-40B4-BE49-F238E27FC236}">
                <a16:creationId xmlns:a16="http://schemas.microsoft.com/office/drawing/2014/main" id="{D2774F29-612A-74CA-C09B-AC1378ED3305}"/>
              </a:ext>
            </a:extLst>
          </p:cNvPr>
          <p:cNvSpPr txBox="1">
            <a:spLocks noChangeArrowheads="1"/>
          </p:cNvSpPr>
          <p:nvPr/>
        </p:nvSpPr>
        <p:spPr bwMode="auto">
          <a:xfrm>
            <a:off x="923925" y="6254750"/>
            <a:ext cx="3175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i</a:t>
            </a:r>
          </a:p>
        </p:txBody>
      </p:sp>
      <p:sp>
        <p:nvSpPr>
          <p:cNvPr id="48156" name="Text Box 26">
            <a:extLst>
              <a:ext uri="{FF2B5EF4-FFF2-40B4-BE49-F238E27FC236}">
                <a16:creationId xmlns:a16="http://schemas.microsoft.com/office/drawing/2014/main" id="{219A8214-F8BB-9B24-88F7-18B4186AFAC2}"/>
              </a:ext>
            </a:extLst>
          </p:cNvPr>
          <p:cNvSpPr txBox="1">
            <a:spLocks noChangeArrowheads="1"/>
          </p:cNvSpPr>
          <p:nvPr/>
        </p:nvSpPr>
        <p:spPr bwMode="auto">
          <a:xfrm>
            <a:off x="2659063" y="6254750"/>
            <a:ext cx="3175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i</a:t>
            </a:r>
          </a:p>
        </p:txBody>
      </p:sp>
      <p:sp>
        <p:nvSpPr>
          <p:cNvPr id="48157" name="Line 27">
            <a:extLst>
              <a:ext uri="{FF2B5EF4-FFF2-40B4-BE49-F238E27FC236}">
                <a16:creationId xmlns:a16="http://schemas.microsoft.com/office/drawing/2014/main" id="{D66CB5CF-A694-E1A5-6D83-C02547E4CEE8}"/>
              </a:ext>
            </a:extLst>
          </p:cNvPr>
          <p:cNvSpPr>
            <a:spLocks noChangeShapeType="1"/>
          </p:cNvSpPr>
          <p:nvPr/>
        </p:nvSpPr>
        <p:spPr bwMode="auto">
          <a:xfrm>
            <a:off x="3863975" y="4994275"/>
            <a:ext cx="0" cy="587375"/>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8" name="Text Box 28">
            <a:extLst>
              <a:ext uri="{FF2B5EF4-FFF2-40B4-BE49-F238E27FC236}">
                <a16:creationId xmlns:a16="http://schemas.microsoft.com/office/drawing/2014/main" id="{43C5325C-A6F3-234B-F514-B72E50462023}"/>
              </a:ext>
            </a:extLst>
          </p:cNvPr>
          <p:cNvSpPr txBox="1">
            <a:spLocks noChangeArrowheads="1"/>
          </p:cNvSpPr>
          <p:nvPr/>
        </p:nvSpPr>
        <p:spPr bwMode="auto">
          <a:xfrm>
            <a:off x="3695700" y="5581650"/>
            <a:ext cx="3175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i</a:t>
            </a:r>
          </a:p>
        </p:txBody>
      </p:sp>
      <p:sp>
        <p:nvSpPr>
          <p:cNvPr id="48159" name="Line 29">
            <a:extLst>
              <a:ext uri="{FF2B5EF4-FFF2-40B4-BE49-F238E27FC236}">
                <a16:creationId xmlns:a16="http://schemas.microsoft.com/office/drawing/2014/main" id="{C6EC5598-C085-C876-4764-3AE8B6953D99}"/>
              </a:ext>
            </a:extLst>
          </p:cNvPr>
          <p:cNvSpPr>
            <a:spLocks noChangeShapeType="1"/>
          </p:cNvSpPr>
          <p:nvPr/>
        </p:nvSpPr>
        <p:spPr bwMode="auto">
          <a:xfrm flipH="1">
            <a:off x="6216650" y="3314700"/>
            <a:ext cx="923925" cy="5334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0" name="Text Box 30">
            <a:extLst>
              <a:ext uri="{FF2B5EF4-FFF2-40B4-BE49-F238E27FC236}">
                <a16:creationId xmlns:a16="http://schemas.microsoft.com/office/drawing/2014/main" id="{DBF04B83-9B3E-A6E2-7EB2-7A1C1AE9C2A9}"/>
              </a:ext>
            </a:extLst>
          </p:cNvPr>
          <p:cNvSpPr txBox="1">
            <a:spLocks noChangeArrowheads="1"/>
          </p:cNvSpPr>
          <p:nvPr/>
        </p:nvSpPr>
        <p:spPr bwMode="auto">
          <a:xfrm>
            <a:off x="7207250" y="2940050"/>
            <a:ext cx="47783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48161" name="Line 31">
            <a:extLst>
              <a:ext uri="{FF2B5EF4-FFF2-40B4-BE49-F238E27FC236}">
                <a16:creationId xmlns:a16="http://schemas.microsoft.com/office/drawing/2014/main" id="{3B3B7F14-186E-CA45-B7EE-056225428D5D}"/>
              </a:ext>
            </a:extLst>
          </p:cNvPr>
          <p:cNvSpPr>
            <a:spLocks noChangeShapeType="1"/>
          </p:cNvSpPr>
          <p:nvPr/>
        </p:nvSpPr>
        <p:spPr bwMode="auto">
          <a:xfrm>
            <a:off x="7392988" y="3482975"/>
            <a:ext cx="0" cy="4191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2" name="Line 32">
            <a:extLst>
              <a:ext uri="{FF2B5EF4-FFF2-40B4-BE49-F238E27FC236}">
                <a16:creationId xmlns:a16="http://schemas.microsoft.com/office/drawing/2014/main" id="{8EBB311A-108B-1DF4-96AA-EAC846834BEE}"/>
              </a:ext>
            </a:extLst>
          </p:cNvPr>
          <p:cNvSpPr>
            <a:spLocks noChangeShapeType="1"/>
          </p:cNvSpPr>
          <p:nvPr/>
        </p:nvSpPr>
        <p:spPr bwMode="auto">
          <a:xfrm>
            <a:off x="7643813" y="3314700"/>
            <a:ext cx="757237" cy="436563"/>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3" name="Text Box 33">
            <a:extLst>
              <a:ext uri="{FF2B5EF4-FFF2-40B4-BE49-F238E27FC236}">
                <a16:creationId xmlns:a16="http://schemas.microsoft.com/office/drawing/2014/main" id="{AC2AAEA9-00B2-95B4-5517-43A87CEEEB0D}"/>
              </a:ext>
            </a:extLst>
          </p:cNvPr>
          <p:cNvSpPr txBox="1">
            <a:spLocks noChangeArrowheads="1"/>
          </p:cNvSpPr>
          <p:nvPr/>
        </p:nvSpPr>
        <p:spPr bwMode="auto">
          <a:xfrm>
            <a:off x="5756275" y="3733800"/>
            <a:ext cx="61436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zh-CN" altLang="en-US" sz="3200" b="1">
                <a:latin typeface="Times New Roman" panose="02020603050405020304" pitchFamily="18" charset="0"/>
                <a:ea typeface="宋体" panose="02010600030101010101" pitchFamily="2" charset="-122"/>
              </a:rPr>
              <a:t>（</a:t>
            </a:r>
          </a:p>
        </p:txBody>
      </p:sp>
      <p:sp>
        <p:nvSpPr>
          <p:cNvPr id="48164" name="Text Box 34">
            <a:extLst>
              <a:ext uri="{FF2B5EF4-FFF2-40B4-BE49-F238E27FC236}">
                <a16:creationId xmlns:a16="http://schemas.microsoft.com/office/drawing/2014/main" id="{439BE693-8776-3C6E-7476-545F1909EF61}"/>
              </a:ext>
            </a:extLst>
          </p:cNvPr>
          <p:cNvSpPr txBox="1">
            <a:spLocks noChangeArrowheads="1"/>
          </p:cNvSpPr>
          <p:nvPr/>
        </p:nvSpPr>
        <p:spPr bwMode="auto">
          <a:xfrm>
            <a:off x="7207250" y="3779838"/>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48165" name="Text Box 35">
            <a:extLst>
              <a:ext uri="{FF2B5EF4-FFF2-40B4-BE49-F238E27FC236}">
                <a16:creationId xmlns:a16="http://schemas.microsoft.com/office/drawing/2014/main" id="{8B0E931E-6C3E-7A76-9AD6-7A033D6293D7}"/>
              </a:ext>
            </a:extLst>
          </p:cNvPr>
          <p:cNvSpPr txBox="1">
            <a:spLocks noChangeArrowheads="1"/>
          </p:cNvSpPr>
          <p:nvPr/>
        </p:nvSpPr>
        <p:spPr bwMode="auto">
          <a:xfrm>
            <a:off x="8391525" y="3673475"/>
            <a:ext cx="61436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zh-CN" altLang="en-US" sz="3200" b="1">
                <a:latin typeface="Times New Roman" panose="02020603050405020304" pitchFamily="18" charset="0"/>
                <a:ea typeface="宋体" panose="02010600030101010101" pitchFamily="2" charset="-122"/>
              </a:rPr>
              <a:t>）</a:t>
            </a:r>
          </a:p>
        </p:txBody>
      </p:sp>
      <p:sp>
        <p:nvSpPr>
          <p:cNvPr id="48166" name="Line 36">
            <a:extLst>
              <a:ext uri="{FF2B5EF4-FFF2-40B4-BE49-F238E27FC236}">
                <a16:creationId xmlns:a16="http://schemas.microsoft.com/office/drawing/2014/main" id="{35298822-86BA-9346-F131-57B2E007515C}"/>
              </a:ext>
            </a:extLst>
          </p:cNvPr>
          <p:cNvSpPr>
            <a:spLocks noChangeShapeType="1"/>
          </p:cNvSpPr>
          <p:nvPr/>
        </p:nvSpPr>
        <p:spPr bwMode="auto">
          <a:xfrm flipH="1">
            <a:off x="6469063" y="4154488"/>
            <a:ext cx="755650"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7" name="Line 37">
            <a:extLst>
              <a:ext uri="{FF2B5EF4-FFF2-40B4-BE49-F238E27FC236}">
                <a16:creationId xmlns:a16="http://schemas.microsoft.com/office/drawing/2014/main" id="{05F311BA-7495-6BF5-0A4F-CBFA025FBE7B}"/>
              </a:ext>
            </a:extLst>
          </p:cNvPr>
          <p:cNvSpPr>
            <a:spLocks noChangeShapeType="1"/>
          </p:cNvSpPr>
          <p:nvPr/>
        </p:nvSpPr>
        <p:spPr bwMode="auto">
          <a:xfrm>
            <a:off x="7561263" y="4154488"/>
            <a:ext cx="755650" cy="503237"/>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8" name="Line 38">
            <a:extLst>
              <a:ext uri="{FF2B5EF4-FFF2-40B4-BE49-F238E27FC236}">
                <a16:creationId xmlns:a16="http://schemas.microsoft.com/office/drawing/2014/main" id="{F18BF752-80A8-8CBB-4D60-24E5B4C463C2}"/>
              </a:ext>
            </a:extLst>
          </p:cNvPr>
          <p:cNvSpPr>
            <a:spLocks noChangeShapeType="1"/>
          </p:cNvSpPr>
          <p:nvPr/>
        </p:nvSpPr>
        <p:spPr bwMode="auto">
          <a:xfrm>
            <a:off x="7392988" y="4238625"/>
            <a:ext cx="0"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9" name="Text Box 39">
            <a:extLst>
              <a:ext uri="{FF2B5EF4-FFF2-40B4-BE49-F238E27FC236}">
                <a16:creationId xmlns:a16="http://schemas.microsoft.com/office/drawing/2014/main" id="{1BA4F6E3-9700-5F94-7D7E-EE8CB7733AC3}"/>
              </a:ext>
            </a:extLst>
          </p:cNvPr>
          <p:cNvSpPr txBox="1">
            <a:spLocks noChangeArrowheads="1"/>
          </p:cNvSpPr>
          <p:nvPr/>
        </p:nvSpPr>
        <p:spPr bwMode="auto">
          <a:xfrm>
            <a:off x="6216650" y="4546600"/>
            <a:ext cx="47783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48170" name="Text Box 40">
            <a:extLst>
              <a:ext uri="{FF2B5EF4-FFF2-40B4-BE49-F238E27FC236}">
                <a16:creationId xmlns:a16="http://schemas.microsoft.com/office/drawing/2014/main" id="{11DC2170-65AE-CD3F-F84D-F862C6C65E82}"/>
              </a:ext>
            </a:extLst>
          </p:cNvPr>
          <p:cNvSpPr txBox="1">
            <a:spLocks noChangeArrowheads="1"/>
          </p:cNvSpPr>
          <p:nvPr/>
        </p:nvSpPr>
        <p:spPr bwMode="auto">
          <a:xfrm>
            <a:off x="8064500" y="4573588"/>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48171" name="Text Box 41">
            <a:extLst>
              <a:ext uri="{FF2B5EF4-FFF2-40B4-BE49-F238E27FC236}">
                <a16:creationId xmlns:a16="http://schemas.microsoft.com/office/drawing/2014/main" id="{2F3D4C4A-5FB2-043D-CE74-C15B6042B038}"/>
              </a:ext>
            </a:extLst>
          </p:cNvPr>
          <p:cNvSpPr txBox="1">
            <a:spLocks noChangeArrowheads="1"/>
          </p:cNvSpPr>
          <p:nvPr/>
        </p:nvSpPr>
        <p:spPr bwMode="auto">
          <a:xfrm>
            <a:off x="7207250" y="4535488"/>
            <a:ext cx="408741" cy="559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dirty="0">
                <a:latin typeface="Times New Roman" panose="02020603050405020304" pitchFamily="18" charset="0"/>
                <a:ea typeface="宋体" panose="02010600030101010101" pitchFamily="2" charset="-122"/>
              </a:rPr>
              <a:t>*</a:t>
            </a:r>
          </a:p>
        </p:txBody>
      </p:sp>
      <p:sp>
        <p:nvSpPr>
          <p:cNvPr id="48172" name="Line 42">
            <a:extLst>
              <a:ext uri="{FF2B5EF4-FFF2-40B4-BE49-F238E27FC236}">
                <a16:creationId xmlns:a16="http://schemas.microsoft.com/office/drawing/2014/main" id="{8845046F-DFF7-2D00-5A4A-AD51BBBF3F2B}"/>
              </a:ext>
            </a:extLst>
          </p:cNvPr>
          <p:cNvSpPr>
            <a:spLocks noChangeShapeType="1"/>
          </p:cNvSpPr>
          <p:nvPr/>
        </p:nvSpPr>
        <p:spPr bwMode="auto">
          <a:xfrm flipH="1">
            <a:off x="7392988" y="4956175"/>
            <a:ext cx="671512"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3" name="Line 43">
            <a:extLst>
              <a:ext uri="{FF2B5EF4-FFF2-40B4-BE49-F238E27FC236}">
                <a16:creationId xmlns:a16="http://schemas.microsoft.com/office/drawing/2014/main" id="{383CD0BC-0683-BD89-F1E3-7FA9FEFAA12D}"/>
              </a:ext>
            </a:extLst>
          </p:cNvPr>
          <p:cNvSpPr>
            <a:spLocks noChangeShapeType="1"/>
          </p:cNvSpPr>
          <p:nvPr/>
        </p:nvSpPr>
        <p:spPr bwMode="auto">
          <a:xfrm>
            <a:off x="8567738" y="4956175"/>
            <a:ext cx="588962"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4" name="Line 44">
            <a:extLst>
              <a:ext uri="{FF2B5EF4-FFF2-40B4-BE49-F238E27FC236}">
                <a16:creationId xmlns:a16="http://schemas.microsoft.com/office/drawing/2014/main" id="{1C1F300A-4E1D-1166-AA40-0595356B8E03}"/>
              </a:ext>
            </a:extLst>
          </p:cNvPr>
          <p:cNvSpPr>
            <a:spLocks noChangeShapeType="1"/>
          </p:cNvSpPr>
          <p:nvPr/>
        </p:nvSpPr>
        <p:spPr bwMode="auto">
          <a:xfrm>
            <a:off x="8232775" y="5040313"/>
            <a:ext cx="0" cy="503237"/>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5" name="Text Box 45">
            <a:extLst>
              <a:ext uri="{FF2B5EF4-FFF2-40B4-BE49-F238E27FC236}">
                <a16:creationId xmlns:a16="http://schemas.microsoft.com/office/drawing/2014/main" id="{E37C5A26-1E32-DCC6-2B7D-8D1B0F39F98D}"/>
              </a:ext>
            </a:extLst>
          </p:cNvPr>
          <p:cNvSpPr txBox="1">
            <a:spLocks noChangeArrowheads="1"/>
          </p:cNvSpPr>
          <p:nvPr/>
        </p:nvSpPr>
        <p:spPr bwMode="auto">
          <a:xfrm>
            <a:off x="8988425" y="5291138"/>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48176" name="Text Box 46">
            <a:extLst>
              <a:ext uri="{FF2B5EF4-FFF2-40B4-BE49-F238E27FC236}">
                <a16:creationId xmlns:a16="http://schemas.microsoft.com/office/drawing/2014/main" id="{981C7C4D-EF5F-2DCF-B68A-16FFB6E353BA}"/>
              </a:ext>
            </a:extLst>
          </p:cNvPr>
          <p:cNvSpPr txBox="1">
            <a:spLocks noChangeArrowheads="1"/>
          </p:cNvSpPr>
          <p:nvPr/>
        </p:nvSpPr>
        <p:spPr bwMode="auto">
          <a:xfrm>
            <a:off x="6972300" y="5246688"/>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48177" name="Text Box 47">
            <a:extLst>
              <a:ext uri="{FF2B5EF4-FFF2-40B4-BE49-F238E27FC236}">
                <a16:creationId xmlns:a16="http://schemas.microsoft.com/office/drawing/2014/main" id="{C8589775-8D1B-1948-7F9F-A456DE3E581A}"/>
              </a:ext>
            </a:extLst>
          </p:cNvPr>
          <p:cNvSpPr txBox="1">
            <a:spLocks noChangeArrowheads="1"/>
          </p:cNvSpPr>
          <p:nvPr/>
        </p:nvSpPr>
        <p:spPr bwMode="auto">
          <a:xfrm>
            <a:off x="6216650" y="5459413"/>
            <a:ext cx="3175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i</a:t>
            </a:r>
          </a:p>
        </p:txBody>
      </p:sp>
      <p:sp>
        <p:nvSpPr>
          <p:cNvPr id="48178" name="Line 48">
            <a:extLst>
              <a:ext uri="{FF2B5EF4-FFF2-40B4-BE49-F238E27FC236}">
                <a16:creationId xmlns:a16="http://schemas.microsoft.com/office/drawing/2014/main" id="{85619848-9EAD-8642-522A-CF5B30A81D86}"/>
              </a:ext>
            </a:extLst>
          </p:cNvPr>
          <p:cNvSpPr>
            <a:spLocks noChangeShapeType="1"/>
          </p:cNvSpPr>
          <p:nvPr/>
        </p:nvSpPr>
        <p:spPr bwMode="auto">
          <a:xfrm>
            <a:off x="9156700" y="5711825"/>
            <a:ext cx="0" cy="587375"/>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9" name="Line 49">
            <a:extLst>
              <a:ext uri="{FF2B5EF4-FFF2-40B4-BE49-F238E27FC236}">
                <a16:creationId xmlns:a16="http://schemas.microsoft.com/office/drawing/2014/main" id="{D83126E7-E216-D720-19A2-7B2F17E957BF}"/>
              </a:ext>
            </a:extLst>
          </p:cNvPr>
          <p:cNvSpPr>
            <a:spLocks noChangeShapeType="1"/>
          </p:cNvSpPr>
          <p:nvPr/>
        </p:nvSpPr>
        <p:spPr bwMode="auto">
          <a:xfrm>
            <a:off x="7140575" y="5749925"/>
            <a:ext cx="0" cy="588963"/>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0" name="Text Box 50">
            <a:extLst>
              <a:ext uri="{FF2B5EF4-FFF2-40B4-BE49-F238E27FC236}">
                <a16:creationId xmlns:a16="http://schemas.microsoft.com/office/drawing/2014/main" id="{9D8FB08C-DA57-FFE1-C3E7-1E9A1929D534}"/>
              </a:ext>
            </a:extLst>
          </p:cNvPr>
          <p:cNvSpPr txBox="1">
            <a:spLocks noChangeArrowheads="1"/>
          </p:cNvSpPr>
          <p:nvPr/>
        </p:nvSpPr>
        <p:spPr bwMode="auto">
          <a:xfrm>
            <a:off x="8988425" y="6299200"/>
            <a:ext cx="3175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i</a:t>
            </a:r>
          </a:p>
        </p:txBody>
      </p:sp>
      <p:sp>
        <p:nvSpPr>
          <p:cNvPr id="48181" name="Text Box 51">
            <a:extLst>
              <a:ext uri="{FF2B5EF4-FFF2-40B4-BE49-F238E27FC236}">
                <a16:creationId xmlns:a16="http://schemas.microsoft.com/office/drawing/2014/main" id="{96222C8F-5EA1-89E6-7A54-3C179B19CED9}"/>
              </a:ext>
            </a:extLst>
          </p:cNvPr>
          <p:cNvSpPr txBox="1">
            <a:spLocks noChangeArrowheads="1"/>
          </p:cNvSpPr>
          <p:nvPr/>
        </p:nvSpPr>
        <p:spPr bwMode="auto">
          <a:xfrm>
            <a:off x="6972300" y="6254750"/>
            <a:ext cx="3175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i</a:t>
            </a:r>
          </a:p>
        </p:txBody>
      </p:sp>
      <p:sp>
        <p:nvSpPr>
          <p:cNvPr id="48182" name="Line 52">
            <a:extLst>
              <a:ext uri="{FF2B5EF4-FFF2-40B4-BE49-F238E27FC236}">
                <a16:creationId xmlns:a16="http://schemas.microsoft.com/office/drawing/2014/main" id="{6FF7B9E7-3E40-141D-7550-F8465405F196}"/>
              </a:ext>
            </a:extLst>
          </p:cNvPr>
          <p:cNvSpPr>
            <a:spLocks noChangeShapeType="1"/>
          </p:cNvSpPr>
          <p:nvPr/>
        </p:nvSpPr>
        <p:spPr bwMode="auto">
          <a:xfrm>
            <a:off x="6384925" y="4956175"/>
            <a:ext cx="0" cy="587375"/>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3" name="Text Box 53">
            <a:extLst>
              <a:ext uri="{FF2B5EF4-FFF2-40B4-BE49-F238E27FC236}">
                <a16:creationId xmlns:a16="http://schemas.microsoft.com/office/drawing/2014/main" id="{84AC7280-835A-C7B3-E55B-5BEF240DC11F}"/>
              </a:ext>
            </a:extLst>
          </p:cNvPr>
          <p:cNvSpPr txBox="1">
            <a:spLocks noChangeArrowheads="1"/>
          </p:cNvSpPr>
          <p:nvPr/>
        </p:nvSpPr>
        <p:spPr bwMode="auto">
          <a:xfrm>
            <a:off x="8064500" y="5581650"/>
            <a:ext cx="437595" cy="559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dirty="0">
                <a:latin typeface="Times New Roman" panose="02020603050405020304" pitchFamily="18" charset="0"/>
                <a:ea typeface="宋体" panose="02010600030101010101" pitchFamily="2" charset="-122"/>
              </a:rPr>
              <a:t>+</a:t>
            </a:r>
            <a:endParaRPr lang="zh-CN" altLang="en-US" sz="3200" b="1" dirty="0">
              <a:latin typeface="Times New Roman" panose="02020603050405020304" pitchFamily="18" charset="0"/>
              <a:ea typeface="宋体" panose="02010600030101010101" pitchFamily="2" charset="-122"/>
            </a:endParaRPr>
          </a:p>
        </p:txBody>
      </p:sp>
      <p:sp>
        <p:nvSpPr>
          <p:cNvPr id="70712" name="日期占位符 58">
            <a:extLst>
              <a:ext uri="{FF2B5EF4-FFF2-40B4-BE49-F238E27FC236}">
                <a16:creationId xmlns:a16="http://schemas.microsoft.com/office/drawing/2014/main" id="{CF81BFA7-F398-48FA-0564-D55FF397E986}"/>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8135"/>
                                        </p:tgtEl>
                                        <p:attrNameLst>
                                          <p:attrName>style.visibility</p:attrName>
                                        </p:attrNameLst>
                                      </p:cBhvr>
                                      <p:to>
                                        <p:strVal val="visible"/>
                                      </p:to>
                                    </p:set>
                                    <p:animEffect transition="in" filter="blinds(horizontal)">
                                      <p:cBhvr>
                                        <p:cTn id="7" dur="500"/>
                                        <p:tgtEl>
                                          <p:spTgt spid="481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8134"/>
                                        </p:tgtEl>
                                        <p:attrNameLst>
                                          <p:attrName>style.visibility</p:attrName>
                                        </p:attrNameLst>
                                      </p:cBhvr>
                                      <p:to>
                                        <p:strVal val="visible"/>
                                      </p:to>
                                    </p:set>
                                    <p:animEffect transition="in" filter="blinds(horizontal)">
                                      <p:cBhvr>
                                        <p:cTn id="12" dur="500"/>
                                        <p:tgtEl>
                                          <p:spTgt spid="48134"/>
                                        </p:tgtEl>
                                      </p:cBhvr>
                                    </p:animEffect>
                                  </p:childTnLst>
                                </p:cTn>
                              </p:par>
                              <p:par>
                                <p:cTn id="13" presetID="3" presetClass="entr" presetSubtype="10" fill="hold" nodeType="withEffect">
                                  <p:stCondLst>
                                    <p:cond delay="0"/>
                                  </p:stCondLst>
                                  <p:childTnLst>
                                    <p:set>
                                      <p:cBhvr>
                                        <p:cTn id="14" dur="1" fill="hold">
                                          <p:stCondLst>
                                            <p:cond delay="0"/>
                                          </p:stCondLst>
                                        </p:cTn>
                                        <p:tgtEl>
                                          <p:spTgt spid="48138"/>
                                        </p:tgtEl>
                                        <p:attrNameLst>
                                          <p:attrName>style.visibility</p:attrName>
                                        </p:attrNameLst>
                                      </p:cBhvr>
                                      <p:to>
                                        <p:strVal val="visible"/>
                                      </p:to>
                                    </p:set>
                                    <p:animEffect transition="in" filter="blinds(horizontal)">
                                      <p:cBhvr>
                                        <p:cTn id="15" dur="500"/>
                                        <p:tgtEl>
                                          <p:spTgt spid="4813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48136"/>
                                        </p:tgtEl>
                                        <p:attrNameLst>
                                          <p:attrName>style.visibility</p:attrName>
                                        </p:attrNameLst>
                                      </p:cBhvr>
                                      <p:to>
                                        <p:strVal val="visible"/>
                                      </p:to>
                                    </p:set>
                                    <p:animEffect transition="in" filter="blinds(horizontal)">
                                      <p:cBhvr>
                                        <p:cTn id="20" dur="500"/>
                                        <p:tgtEl>
                                          <p:spTgt spid="48136"/>
                                        </p:tgtEl>
                                      </p:cBhvr>
                                    </p:animEffect>
                                  </p:childTnLst>
                                </p:cTn>
                              </p:par>
                              <p:par>
                                <p:cTn id="21" presetID="3" presetClass="entr" presetSubtype="10" fill="hold" nodeType="withEffect">
                                  <p:stCondLst>
                                    <p:cond delay="0"/>
                                  </p:stCondLst>
                                  <p:childTnLst>
                                    <p:set>
                                      <p:cBhvr>
                                        <p:cTn id="22" dur="1" fill="hold">
                                          <p:stCondLst>
                                            <p:cond delay="0"/>
                                          </p:stCondLst>
                                        </p:cTn>
                                        <p:tgtEl>
                                          <p:spTgt spid="48139"/>
                                        </p:tgtEl>
                                        <p:attrNameLst>
                                          <p:attrName>style.visibility</p:attrName>
                                        </p:attrNameLst>
                                      </p:cBhvr>
                                      <p:to>
                                        <p:strVal val="visible"/>
                                      </p:to>
                                    </p:set>
                                    <p:animEffect transition="in" filter="blinds(horizontal)">
                                      <p:cBhvr>
                                        <p:cTn id="23" dur="500"/>
                                        <p:tgtEl>
                                          <p:spTgt spid="4813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48137"/>
                                        </p:tgtEl>
                                        <p:attrNameLst>
                                          <p:attrName>style.visibility</p:attrName>
                                        </p:attrNameLst>
                                      </p:cBhvr>
                                      <p:to>
                                        <p:strVal val="visible"/>
                                      </p:to>
                                    </p:set>
                                    <p:animEffect transition="in" filter="blinds(horizontal)">
                                      <p:cBhvr>
                                        <p:cTn id="28" dur="500"/>
                                        <p:tgtEl>
                                          <p:spTgt spid="48137"/>
                                        </p:tgtEl>
                                      </p:cBhvr>
                                    </p:animEffect>
                                  </p:childTnLst>
                                </p:cTn>
                              </p:par>
                              <p:par>
                                <p:cTn id="29" presetID="3" presetClass="entr" presetSubtype="10" fill="hold" nodeType="withEffect">
                                  <p:stCondLst>
                                    <p:cond delay="0"/>
                                  </p:stCondLst>
                                  <p:childTnLst>
                                    <p:set>
                                      <p:cBhvr>
                                        <p:cTn id="30" dur="1" fill="hold">
                                          <p:stCondLst>
                                            <p:cond delay="0"/>
                                          </p:stCondLst>
                                        </p:cTn>
                                        <p:tgtEl>
                                          <p:spTgt spid="48140"/>
                                        </p:tgtEl>
                                        <p:attrNameLst>
                                          <p:attrName>style.visibility</p:attrName>
                                        </p:attrNameLst>
                                      </p:cBhvr>
                                      <p:to>
                                        <p:strVal val="visible"/>
                                      </p:to>
                                    </p:set>
                                    <p:animEffect transition="in" filter="blinds(horizontal)">
                                      <p:cBhvr>
                                        <p:cTn id="31" dur="500"/>
                                        <p:tgtEl>
                                          <p:spTgt spid="4814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48141"/>
                                        </p:tgtEl>
                                        <p:attrNameLst>
                                          <p:attrName>style.visibility</p:attrName>
                                        </p:attrNameLst>
                                      </p:cBhvr>
                                      <p:to>
                                        <p:strVal val="visible"/>
                                      </p:to>
                                    </p:set>
                                    <p:animEffect transition="in" filter="blinds(horizontal)">
                                      <p:cBhvr>
                                        <p:cTn id="36" dur="500"/>
                                        <p:tgtEl>
                                          <p:spTgt spid="48141"/>
                                        </p:tgtEl>
                                      </p:cBhvr>
                                    </p:animEffect>
                                  </p:childTnLst>
                                </p:cTn>
                              </p:par>
                              <p:par>
                                <p:cTn id="37" presetID="3" presetClass="entr" presetSubtype="10" fill="hold" nodeType="withEffect">
                                  <p:stCondLst>
                                    <p:cond delay="0"/>
                                  </p:stCondLst>
                                  <p:childTnLst>
                                    <p:set>
                                      <p:cBhvr>
                                        <p:cTn id="38" dur="1" fill="hold">
                                          <p:stCondLst>
                                            <p:cond delay="0"/>
                                          </p:stCondLst>
                                        </p:cTn>
                                        <p:tgtEl>
                                          <p:spTgt spid="48144"/>
                                        </p:tgtEl>
                                        <p:attrNameLst>
                                          <p:attrName>style.visibility</p:attrName>
                                        </p:attrNameLst>
                                      </p:cBhvr>
                                      <p:to>
                                        <p:strVal val="visible"/>
                                      </p:to>
                                    </p:set>
                                    <p:animEffect transition="in" filter="blinds(horizontal)">
                                      <p:cBhvr>
                                        <p:cTn id="39" dur="500"/>
                                        <p:tgtEl>
                                          <p:spTgt spid="4814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48143"/>
                                        </p:tgtEl>
                                        <p:attrNameLst>
                                          <p:attrName>style.visibility</p:attrName>
                                        </p:attrNameLst>
                                      </p:cBhvr>
                                      <p:to>
                                        <p:strVal val="visible"/>
                                      </p:to>
                                    </p:set>
                                    <p:animEffect transition="in" filter="blinds(horizontal)">
                                      <p:cBhvr>
                                        <p:cTn id="44" dur="500"/>
                                        <p:tgtEl>
                                          <p:spTgt spid="48143"/>
                                        </p:tgtEl>
                                      </p:cBhvr>
                                    </p:animEffect>
                                  </p:childTnLst>
                                </p:cTn>
                              </p:par>
                              <p:par>
                                <p:cTn id="45" presetID="3" presetClass="entr" presetSubtype="10" fill="hold" nodeType="withEffect">
                                  <p:stCondLst>
                                    <p:cond delay="0"/>
                                  </p:stCondLst>
                                  <p:childTnLst>
                                    <p:set>
                                      <p:cBhvr>
                                        <p:cTn id="46" dur="1" fill="hold">
                                          <p:stCondLst>
                                            <p:cond delay="0"/>
                                          </p:stCondLst>
                                        </p:cTn>
                                        <p:tgtEl>
                                          <p:spTgt spid="48146"/>
                                        </p:tgtEl>
                                        <p:attrNameLst>
                                          <p:attrName>style.visibility</p:attrName>
                                        </p:attrNameLst>
                                      </p:cBhvr>
                                      <p:to>
                                        <p:strVal val="visible"/>
                                      </p:to>
                                    </p:set>
                                    <p:animEffect transition="in" filter="blinds(horizontal)">
                                      <p:cBhvr>
                                        <p:cTn id="47" dur="500"/>
                                        <p:tgtEl>
                                          <p:spTgt spid="4814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48142"/>
                                        </p:tgtEl>
                                        <p:attrNameLst>
                                          <p:attrName>style.visibility</p:attrName>
                                        </p:attrNameLst>
                                      </p:cBhvr>
                                      <p:to>
                                        <p:strVal val="visible"/>
                                      </p:to>
                                    </p:set>
                                    <p:animEffect transition="in" filter="blinds(horizontal)">
                                      <p:cBhvr>
                                        <p:cTn id="52" dur="500"/>
                                        <p:tgtEl>
                                          <p:spTgt spid="48142"/>
                                        </p:tgtEl>
                                      </p:cBhvr>
                                    </p:animEffect>
                                  </p:childTnLst>
                                </p:cTn>
                              </p:par>
                              <p:par>
                                <p:cTn id="53" presetID="3" presetClass="entr" presetSubtype="10" fill="hold" nodeType="withEffect">
                                  <p:stCondLst>
                                    <p:cond delay="0"/>
                                  </p:stCondLst>
                                  <p:childTnLst>
                                    <p:set>
                                      <p:cBhvr>
                                        <p:cTn id="54" dur="1" fill="hold">
                                          <p:stCondLst>
                                            <p:cond delay="0"/>
                                          </p:stCondLst>
                                        </p:cTn>
                                        <p:tgtEl>
                                          <p:spTgt spid="48145"/>
                                        </p:tgtEl>
                                        <p:attrNameLst>
                                          <p:attrName>style.visibility</p:attrName>
                                        </p:attrNameLst>
                                      </p:cBhvr>
                                      <p:to>
                                        <p:strVal val="visible"/>
                                      </p:to>
                                    </p:set>
                                    <p:animEffect transition="in" filter="blinds(horizontal)">
                                      <p:cBhvr>
                                        <p:cTn id="55" dur="500"/>
                                        <p:tgtEl>
                                          <p:spTgt spid="4814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nodeType="clickEffect">
                                  <p:stCondLst>
                                    <p:cond delay="0"/>
                                  </p:stCondLst>
                                  <p:childTnLst>
                                    <p:set>
                                      <p:cBhvr>
                                        <p:cTn id="59" dur="1" fill="hold">
                                          <p:stCondLst>
                                            <p:cond delay="0"/>
                                          </p:stCondLst>
                                        </p:cTn>
                                        <p:tgtEl>
                                          <p:spTgt spid="48147"/>
                                        </p:tgtEl>
                                        <p:attrNameLst>
                                          <p:attrName>style.visibility</p:attrName>
                                        </p:attrNameLst>
                                      </p:cBhvr>
                                      <p:to>
                                        <p:strVal val="visible"/>
                                      </p:to>
                                    </p:set>
                                    <p:animEffect transition="in" filter="blinds(horizontal)">
                                      <p:cBhvr>
                                        <p:cTn id="60" dur="500"/>
                                        <p:tgtEl>
                                          <p:spTgt spid="48147"/>
                                        </p:tgtEl>
                                      </p:cBhvr>
                                    </p:animEffect>
                                  </p:childTnLst>
                                </p:cTn>
                              </p:par>
                              <p:par>
                                <p:cTn id="61" presetID="3" presetClass="entr" presetSubtype="10" fill="hold" nodeType="withEffect">
                                  <p:stCondLst>
                                    <p:cond delay="0"/>
                                  </p:stCondLst>
                                  <p:childTnLst>
                                    <p:set>
                                      <p:cBhvr>
                                        <p:cTn id="62" dur="1" fill="hold">
                                          <p:stCondLst>
                                            <p:cond delay="0"/>
                                          </p:stCondLst>
                                        </p:cTn>
                                        <p:tgtEl>
                                          <p:spTgt spid="48150"/>
                                        </p:tgtEl>
                                        <p:attrNameLst>
                                          <p:attrName>style.visibility</p:attrName>
                                        </p:attrNameLst>
                                      </p:cBhvr>
                                      <p:to>
                                        <p:strVal val="visible"/>
                                      </p:to>
                                    </p:set>
                                    <p:animEffect transition="in" filter="blinds(horizontal)">
                                      <p:cBhvr>
                                        <p:cTn id="63" dur="500"/>
                                        <p:tgtEl>
                                          <p:spTgt spid="4815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nodeType="clickEffect">
                                  <p:stCondLst>
                                    <p:cond delay="0"/>
                                  </p:stCondLst>
                                  <p:childTnLst>
                                    <p:set>
                                      <p:cBhvr>
                                        <p:cTn id="67" dur="1" fill="hold">
                                          <p:stCondLst>
                                            <p:cond delay="0"/>
                                          </p:stCondLst>
                                        </p:cTn>
                                        <p:tgtEl>
                                          <p:spTgt spid="48153"/>
                                        </p:tgtEl>
                                        <p:attrNameLst>
                                          <p:attrName>style.visibility</p:attrName>
                                        </p:attrNameLst>
                                      </p:cBhvr>
                                      <p:to>
                                        <p:strVal val="visible"/>
                                      </p:to>
                                    </p:set>
                                    <p:animEffect transition="in" filter="blinds(horizontal)">
                                      <p:cBhvr>
                                        <p:cTn id="68" dur="500"/>
                                        <p:tgtEl>
                                          <p:spTgt spid="48153"/>
                                        </p:tgtEl>
                                      </p:cBhvr>
                                    </p:animEffect>
                                  </p:childTnLst>
                                </p:cTn>
                              </p:par>
                              <p:par>
                                <p:cTn id="69" presetID="3" presetClass="entr" presetSubtype="10" fill="hold" nodeType="withEffect">
                                  <p:stCondLst>
                                    <p:cond delay="0"/>
                                  </p:stCondLst>
                                  <p:childTnLst>
                                    <p:set>
                                      <p:cBhvr>
                                        <p:cTn id="70" dur="1" fill="hold">
                                          <p:stCondLst>
                                            <p:cond delay="0"/>
                                          </p:stCondLst>
                                        </p:cTn>
                                        <p:tgtEl>
                                          <p:spTgt spid="48155"/>
                                        </p:tgtEl>
                                        <p:attrNameLst>
                                          <p:attrName>style.visibility</p:attrName>
                                        </p:attrNameLst>
                                      </p:cBhvr>
                                      <p:to>
                                        <p:strVal val="visible"/>
                                      </p:to>
                                    </p:set>
                                    <p:animEffect transition="in" filter="blinds(horizontal)">
                                      <p:cBhvr>
                                        <p:cTn id="71" dur="500"/>
                                        <p:tgtEl>
                                          <p:spTgt spid="4815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nodeType="clickEffect">
                                  <p:stCondLst>
                                    <p:cond delay="0"/>
                                  </p:stCondLst>
                                  <p:childTnLst>
                                    <p:set>
                                      <p:cBhvr>
                                        <p:cTn id="75" dur="1" fill="hold">
                                          <p:stCondLst>
                                            <p:cond delay="0"/>
                                          </p:stCondLst>
                                        </p:cTn>
                                        <p:tgtEl>
                                          <p:spTgt spid="48149"/>
                                        </p:tgtEl>
                                        <p:attrNameLst>
                                          <p:attrName>style.visibility</p:attrName>
                                        </p:attrNameLst>
                                      </p:cBhvr>
                                      <p:to>
                                        <p:strVal val="visible"/>
                                      </p:to>
                                    </p:set>
                                    <p:animEffect transition="in" filter="blinds(horizontal)">
                                      <p:cBhvr>
                                        <p:cTn id="76" dur="500"/>
                                        <p:tgtEl>
                                          <p:spTgt spid="48149"/>
                                        </p:tgtEl>
                                      </p:cBhvr>
                                    </p:animEffect>
                                  </p:childTnLst>
                                </p:cTn>
                              </p:par>
                              <p:par>
                                <p:cTn id="77" presetID="3" presetClass="entr" presetSubtype="10" fill="hold" nodeType="withEffect">
                                  <p:stCondLst>
                                    <p:cond delay="0"/>
                                  </p:stCondLst>
                                  <p:childTnLst>
                                    <p:set>
                                      <p:cBhvr>
                                        <p:cTn id="78" dur="1" fill="hold">
                                          <p:stCondLst>
                                            <p:cond delay="0"/>
                                          </p:stCondLst>
                                        </p:cTn>
                                        <p:tgtEl>
                                          <p:spTgt spid="48152"/>
                                        </p:tgtEl>
                                        <p:attrNameLst>
                                          <p:attrName>style.visibility</p:attrName>
                                        </p:attrNameLst>
                                      </p:cBhvr>
                                      <p:to>
                                        <p:strVal val="visible"/>
                                      </p:to>
                                    </p:set>
                                    <p:animEffect transition="in" filter="blinds(horizontal)">
                                      <p:cBhvr>
                                        <p:cTn id="79" dur="500"/>
                                        <p:tgtEl>
                                          <p:spTgt spid="48152"/>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3" presetClass="entr" presetSubtype="10" fill="hold" nodeType="clickEffect">
                                  <p:stCondLst>
                                    <p:cond delay="0"/>
                                  </p:stCondLst>
                                  <p:childTnLst>
                                    <p:set>
                                      <p:cBhvr>
                                        <p:cTn id="83" dur="1" fill="hold">
                                          <p:stCondLst>
                                            <p:cond delay="0"/>
                                          </p:stCondLst>
                                        </p:cTn>
                                        <p:tgtEl>
                                          <p:spTgt spid="48148"/>
                                        </p:tgtEl>
                                        <p:attrNameLst>
                                          <p:attrName>style.visibility</p:attrName>
                                        </p:attrNameLst>
                                      </p:cBhvr>
                                      <p:to>
                                        <p:strVal val="visible"/>
                                      </p:to>
                                    </p:set>
                                    <p:animEffect transition="in" filter="blinds(horizontal)">
                                      <p:cBhvr>
                                        <p:cTn id="84" dur="500"/>
                                        <p:tgtEl>
                                          <p:spTgt spid="48148"/>
                                        </p:tgtEl>
                                      </p:cBhvr>
                                    </p:animEffect>
                                  </p:childTnLst>
                                </p:cTn>
                              </p:par>
                              <p:par>
                                <p:cTn id="85" presetID="3" presetClass="entr" presetSubtype="10" fill="hold" nodeType="withEffect">
                                  <p:stCondLst>
                                    <p:cond delay="0"/>
                                  </p:stCondLst>
                                  <p:childTnLst>
                                    <p:set>
                                      <p:cBhvr>
                                        <p:cTn id="86" dur="1" fill="hold">
                                          <p:stCondLst>
                                            <p:cond delay="0"/>
                                          </p:stCondLst>
                                        </p:cTn>
                                        <p:tgtEl>
                                          <p:spTgt spid="48151"/>
                                        </p:tgtEl>
                                        <p:attrNameLst>
                                          <p:attrName>style.visibility</p:attrName>
                                        </p:attrNameLst>
                                      </p:cBhvr>
                                      <p:to>
                                        <p:strVal val="visible"/>
                                      </p:to>
                                    </p:set>
                                    <p:animEffect transition="in" filter="blinds(horizontal)">
                                      <p:cBhvr>
                                        <p:cTn id="87" dur="500"/>
                                        <p:tgtEl>
                                          <p:spTgt spid="4815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nodeType="clickEffect">
                                  <p:stCondLst>
                                    <p:cond delay="0"/>
                                  </p:stCondLst>
                                  <p:childTnLst>
                                    <p:set>
                                      <p:cBhvr>
                                        <p:cTn id="91" dur="1" fill="hold">
                                          <p:stCondLst>
                                            <p:cond delay="0"/>
                                          </p:stCondLst>
                                        </p:cTn>
                                        <p:tgtEl>
                                          <p:spTgt spid="48154"/>
                                        </p:tgtEl>
                                        <p:attrNameLst>
                                          <p:attrName>style.visibility</p:attrName>
                                        </p:attrNameLst>
                                      </p:cBhvr>
                                      <p:to>
                                        <p:strVal val="visible"/>
                                      </p:to>
                                    </p:set>
                                    <p:animEffect transition="in" filter="blinds(horizontal)">
                                      <p:cBhvr>
                                        <p:cTn id="92" dur="500"/>
                                        <p:tgtEl>
                                          <p:spTgt spid="48154"/>
                                        </p:tgtEl>
                                      </p:cBhvr>
                                    </p:animEffect>
                                  </p:childTnLst>
                                </p:cTn>
                              </p:par>
                              <p:par>
                                <p:cTn id="93" presetID="3" presetClass="entr" presetSubtype="10" fill="hold" nodeType="withEffect">
                                  <p:stCondLst>
                                    <p:cond delay="0"/>
                                  </p:stCondLst>
                                  <p:childTnLst>
                                    <p:set>
                                      <p:cBhvr>
                                        <p:cTn id="94" dur="1" fill="hold">
                                          <p:stCondLst>
                                            <p:cond delay="0"/>
                                          </p:stCondLst>
                                        </p:cTn>
                                        <p:tgtEl>
                                          <p:spTgt spid="48156"/>
                                        </p:tgtEl>
                                        <p:attrNameLst>
                                          <p:attrName>style.visibility</p:attrName>
                                        </p:attrNameLst>
                                      </p:cBhvr>
                                      <p:to>
                                        <p:strVal val="visible"/>
                                      </p:to>
                                    </p:set>
                                    <p:animEffect transition="in" filter="blinds(horizontal)">
                                      <p:cBhvr>
                                        <p:cTn id="95" dur="500"/>
                                        <p:tgtEl>
                                          <p:spTgt spid="48156"/>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3" presetClass="entr" presetSubtype="10" fill="hold" nodeType="clickEffect">
                                  <p:stCondLst>
                                    <p:cond delay="0"/>
                                  </p:stCondLst>
                                  <p:childTnLst>
                                    <p:set>
                                      <p:cBhvr>
                                        <p:cTn id="99" dur="1" fill="hold">
                                          <p:stCondLst>
                                            <p:cond delay="0"/>
                                          </p:stCondLst>
                                        </p:cTn>
                                        <p:tgtEl>
                                          <p:spTgt spid="48157"/>
                                        </p:tgtEl>
                                        <p:attrNameLst>
                                          <p:attrName>style.visibility</p:attrName>
                                        </p:attrNameLst>
                                      </p:cBhvr>
                                      <p:to>
                                        <p:strVal val="visible"/>
                                      </p:to>
                                    </p:set>
                                    <p:animEffect transition="in" filter="blinds(horizontal)">
                                      <p:cBhvr>
                                        <p:cTn id="100" dur="500"/>
                                        <p:tgtEl>
                                          <p:spTgt spid="48157"/>
                                        </p:tgtEl>
                                      </p:cBhvr>
                                    </p:animEffect>
                                  </p:childTnLst>
                                </p:cTn>
                              </p:par>
                              <p:par>
                                <p:cTn id="101" presetID="3" presetClass="entr" presetSubtype="10" fill="hold" nodeType="withEffect">
                                  <p:stCondLst>
                                    <p:cond delay="0"/>
                                  </p:stCondLst>
                                  <p:childTnLst>
                                    <p:set>
                                      <p:cBhvr>
                                        <p:cTn id="102" dur="1" fill="hold">
                                          <p:stCondLst>
                                            <p:cond delay="0"/>
                                          </p:stCondLst>
                                        </p:cTn>
                                        <p:tgtEl>
                                          <p:spTgt spid="48158"/>
                                        </p:tgtEl>
                                        <p:attrNameLst>
                                          <p:attrName>style.visibility</p:attrName>
                                        </p:attrNameLst>
                                      </p:cBhvr>
                                      <p:to>
                                        <p:strVal val="visible"/>
                                      </p:to>
                                    </p:set>
                                    <p:animEffect transition="in" filter="blinds(horizontal)">
                                      <p:cBhvr>
                                        <p:cTn id="103" dur="500"/>
                                        <p:tgtEl>
                                          <p:spTgt spid="48158"/>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3" presetClass="entr" presetSubtype="10" fill="hold" nodeType="clickEffect">
                                  <p:stCondLst>
                                    <p:cond delay="0"/>
                                  </p:stCondLst>
                                  <p:childTnLst>
                                    <p:set>
                                      <p:cBhvr>
                                        <p:cTn id="107" dur="1" fill="hold">
                                          <p:stCondLst>
                                            <p:cond delay="0"/>
                                          </p:stCondLst>
                                        </p:cTn>
                                        <p:tgtEl>
                                          <p:spTgt spid="48160"/>
                                        </p:tgtEl>
                                        <p:attrNameLst>
                                          <p:attrName>style.visibility</p:attrName>
                                        </p:attrNameLst>
                                      </p:cBhvr>
                                      <p:to>
                                        <p:strVal val="visible"/>
                                      </p:to>
                                    </p:set>
                                    <p:animEffect transition="in" filter="blinds(horizontal)">
                                      <p:cBhvr>
                                        <p:cTn id="108" dur="500"/>
                                        <p:tgtEl>
                                          <p:spTgt spid="48160"/>
                                        </p:tgtEl>
                                      </p:cBhvr>
                                    </p:animEffect>
                                  </p:childTnLst>
                                </p:cTn>
                              </p:par>
                              <p:par>
                                <p:cTn id="109" presetID="3" presetClass="entr" presetSubtype="10" fill="hold" nodeType="withEffect">
                                  <p:stCondLst>
                                    <p:cond delay="0"/>
                                  </p:stCondLst>
                                  <p:childTnLst>
                                    <p:set>
                                      <p:cBhvr>
                                        <p:cTn id="110" dur="1" fill="hold">
                                          <p:stCondLst>
                                            <p:cond delay="0"/>
                                          </p:stCondLst>
                                        </p:cTn>
                                        <p:tgtEl>
                                          <p:spTgt spid="48159"/>
                                        </p:tgtEl>
                                        <p:attrNameLst>
                                          <p:attrName>style.visibility</p:attrName>
                                        </p:attrNameLst>
                                      </p:cBhvr>
                                      <p:to>
                                        <p:strVal val="visible"/>
                                      </p:to>
                                    </p:set>
                                    <p:animEffect transition="in" filter="blinds(horizontal)">
                                      <p:cBhvr>
                                        <p:cTn id="111" dur="500"/>
                                        <p:tgtEl>
                                          <p:spTgt spid="48159"/>
                                        </p:tgtEl>
                                      </p:cBhvr>
                                    </p:animEffect>
                                  </p:childTnLst>
                                </p:cTn>
                              </p:par>
                              <p:par>
                                <p:cTn id="112" presetID="3" presetClass="entr" presetSubtype="10" fill="hold" nodeType="withEffect">
                                  <p:stCondLst>
                                    <p:cond delay="0"/>
                                  </p:stCondLst>
                                  <p:childTnLst>
                                    <p:set>
                                      <p:cBhvr>
                                        <p:cTn id="113" dur="1" fill="hold">
                                          <p:stCondLst>
                                            <p:cond delay="0"/>
                                          </p:stCondLst>
                                        </p:cTn>
                                        <p:tgtEl>
                                          <p:spTgt spid="48163"/>
                                        </p:tgtEl>
                                        <p:attrNameLst>
                                          <p:attrName>style.visibility</p:attrName>
                                        </p:attrNameLst>
                                      </p:cBhvr>
                                      <p:to>
                                        <p:strVal val="visible"/>
                                      </p:to>
                                    </p:set>
                                    <p:animEffect transition="in" filter="blinds(horizontal)">
                                      <p:cBhvr>
                                        <p:cTn id="114" dur="500"/>
                                        <p:tgtEl>
                                          <p:spTgt spid="48163"/>
                                        </p:tgtEl>
                                      </p:cBhvr>
                                    </p:animEffect>
                                  </p:childTnLst>
                                </p:cTn>
                              </p:par>
                              <p:par>
                                <p:cTn id="115" presetID="3" presetClass="entr" presetSubtype="10" fill="hold" nodeType="withEffect">
                                  <p:stCondLst>
                                    <p:cond delay="0"/>
                                  </p:stCondLst>
                                  <p:childTnLst>
                                    <p:set>
                                      <p:cBhvr>
                                        <p:cTn id="116" dur="1" fill="hold">
                                          <p:stCondLst>
                                            <p:cond delay="0"/>
                                          </p:stCondLst>
                                        </p:cTn>
                                        <p:tgtEl>
                                          <p:spTgt spid="48161"/>
                                        </p:tgtEl>
                                        <p:attrNameLst>
                                          <p:attrName>style.visibility</p:attrName>
                                        </p:attrNameLst>
                                      </p:cBhvr>
                                      <p:to>
                                        <p:strVal val="visible"/>
                                      </p:to>
                                    </p:set>
                                    <p:animEffect transition="in" filter="blinds(horizontal)">
                                      <p:cBhvr>
                                        <p:cTn id="117" dur="500"/>
                                        <p:tgtEl>
                                          <p:spTgt spid="48161"/>
                                        </p:tgtEl>
                                      </p:cBhvr>
                                    </p:animEffect>
                                  </p:childTnLst>
                                </p:cTn>
                              </p:par>
                              <p:par>
                                <p:cTn id="118" presetID="3" presetClass="entr" presetSubtype="10" fill="hold" nodeType="withEffect">
                                  <p:stCondLst>
                                    <p:cond delay="0"/>
                                  </p:stCondLst>
                                  <p:childTnLst>
                                    <p:set>
                                      <p:cBhvr>
                                        <p:cTn id="119" dur="1" fill="hold">
                                          <p:stCondLst>
                                            <p:cond delay="0"/>
                                          </p:stCondLst>
                                        </p:cTn>
                                        <p:tgtEl>
                                          <p:spTgt spid="48164"/>
                                        </p:tgtEl>
                                        <p:attrNameLst>
                                          <p:attrName>style.visibility</p:attrName>
                                        </p:attrNameLst>
                                      </p:cBhvr>
                                      <p:to>
                                        <p:strVal val="visible"/>
                                      </p:to>
                                    </p:set>
                                    <p:animEffect transition="in" filter="blinds(horizontal)">
                                      <p:cBhvr>
                                        <p:cTn id="120" dur="500"/>
                                        <p:tgtEl>
                                          <p:spTgt spid="48164"/>
                                        </p:tgtEl>
                                      </p:cBhvr>
                                    </p:animEffect>
                                  </p:childTnLst>
                                </p:cTn>
                              </p:par>
                              <p:par>
                                <p:cTn id="121" presetID="3" presetClass="entr" presetSubtype="10" fill="hold" nodeType="withEffect">
                                  <p:stCondLst>
                                    <p:cond delay="0"/>
                                  </p:stCondLst>
                                  <p:childTnLst>
                                    <p:set>
                                      <p:cBhvr>
                                        <p:cTn id="122" dur="1" fill="hold">
                                          <p:stCondLst>
                                            <p:cond delay="0"/>
                                          </p:stCondLst>
                                        </p:cTn>
                                        <p:tgtEl>
                                          <p:spTgt spid="48162"/>
                                        </p:tgtEl>
                                        <p:attrNameLst>
                                          <p:attrName>style.visibility</p:attrName>
                                        </p:attrNameLst>
                                      </p:cBhvr>
                                      <p:to>
                                        <p:strVal val="visible"/>
                                      </p:to>
                                    </p:set>
                                    <p:animEffect transition="in" filter="blinds(horizontal)">
                                      <p:cBhvr>
                                        <p:cTn id="123" dur="500"/>
                                        <p:tgtEl>
                                          <p:spTgt spid="48162"/>
                                        </p:tgtEl>
                                      </p:cBhvr>
                                    </p:animEffect>
                                  </p:childTnLst>
                                </p:cTn>
                              </p:par>
                              <p:par>
                                <p:cTn id="124" presetID="3" presetClass="entr" presetSubtype="10" fill="hold" nodeType="withEffect">
                                  <p:stCondLst>
                                    <p:cond delay="0"/>
                                  </p:stCondLst>
                                  <p:childTnLst>
                                    <p:set>
                                      <p:cBhvr>
                                        <p:cTn id="125" dur="1" fill="hold">
                                          <p:stCondLst>
                                            <p:cond delay="0"/>
                                          </p:stCondLst>
                                        </p:cTn>
                                        <p:tgtEl>
                                          <p:spTgt spid="48165"/>
                                        </p:tgtEl>
                                        <p:attrNameLst>
                                          <p:attrName>style.visibility</p:attrName>
                                        </p:attrNameLst>
                                      </p:cBhvr>
                                      <p:to>
                                        <p:strVal val="visible"/>
                                      </p:to>
                                    </p:set>
                                    <p:animEffect transition="in" filter="blinds(horizontal)">
                                      <p:cBhvr>
                                        <p:cTn id="126" dur="500"/>
                                        <p:tgtEl>
                                          <p:spTgt spid="48165"/>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3" presetClass="entr" presetSubtype="10" fill="hold" nodeType="clickEffect">
                                  <p:stCondLst>
                                    <p:cond delay="0"/>
                                  </p:stCondLst>
                                  <p:childTnLst>
                                    <p:set>
                                      <p:cBhvr>
                                        <p:cTn id="130" dur="1" fill="hold">
                                          <p:stCondLst>
                                            <p:cond delay="0"/>
                                          </p:stCondLst>
                                        </p:cTn>
                                        <p:tgtEl>
                                          <p:spTgt spid="48166"/>
                                        </p:tgtEl>
                                        <p:attrNameLst>
                                          <p:attrName>style.visibility</p:attrName>
                                        </p:attrNameLst>
                                      </p:cBhvr>
                                      <p:to>
                                        <p:strVal val="visible"/>
                                      </p:to>
                                    </p:set>
                                    <p:animEffect transition="in" filter="blinds(horizontal)">
                                      <p:cBhvr>
                                        <p:cTn id="131" dur="500"/>
                                        <p:tgtEl>
                                          <p:spTgt spid="48166"/>
                                        </p:tgtEl>
                                      </p:cBhvr>
                                    </p:animEffect>
                                  </p:childTnLst>
                                </p:cTn>
                              </p:par>
                              <p:par>
                                <p:cTn id="132" presetID="3" presetClass="entr" presetSubtype="10" fill="hold" nodeType="withEffect">
                                  <p:stCondLst>
                                    <p:cond delay="0"/>
                                  </p:stCondLst>
                                  <p:childTnLst>
                                    <p:set>
                                      <p:cBhvr>
                                        <p:cTn id="133" dur="1" fill="hold">
                                          <p:stCondLst>
                                            <p:cond delay="0"/>
                                          </p:stCondLst>
                                        </p:cTn>
                                        <p:tgtEl>
                                          <p:spTgt spid="48169"/>
                                        </p:tgtEl>
                                        <p:attrNameLst>
                                          <p:attrName>style.visibility</p:attrName>
                                        </p:attrNameLst>
                                      </p:cBhvr>
                                      <p:to>
                                        <p:strVal val="visible"/>
                                      </p:to>
                                    </p:set>
                                    <p:animEffect transition="in" filter="blinds(horizontal)">
                                      <p:cBhvr>
                                        <p:cTn id="134" dur="500"/>
                                        <p:tgtEl>
                                          <p:spTgt spid="48169"/>
                                        </p:tgtEl>
                                      </p:cBhvr>
                                    </p:animEffect>
                                  </p:childTnLst>
                                </p:cTn>
                              </p:par>
                              <p:par>
                                <p:cTn id="135" presetID="3" presetClass="entr" presetSubtype="10" fill="hold" nodeType="withEffect">
                                  <p:stCondLst>
                                    <p:cond delay="0"/>
                                  </p:stCondLst>
                                  <p:childTnLst>
                                    <p:set>
                                      <p:cBhvr>
                                        <p:cTn id="136" dur="1" fill="hold">
                                          <p:stCondLst>
                                            <p:cond delay="0"/>
                                          </p:stCondLst>
                                        </p:cTn>
                                        <p:tgtEl>
                                          <p:spTgt spid="48168"/>
                                        </p:tgtEl>
                                        <p:attrNameLst>
                                          <p:attrName>style.visibility</p:attrName>
                                        </p:attrNameLst>
                                      </p:cBhvr>
                                      <p:to>
                                        <p:strVal val="visible"/>
                                      </p:to>
                                    </p:set>
                                    <p:animEffect transition="in" filter="blinds(horizontal)">
                                      <p:cBhvr>
                                        <p:cTn id="137" dur="500"/>
                                        <p:tgtEl>
                                          <p:spTgt spid="48168"/>
                                        </p:tgtEl>
                                      </p:cBhvr>
                                    </p:animEffect>
                                  </p:childTnLst>
                                </p:cTn>
                              </p:par>
                              <p:par>
                                <p:cTn id="138" presetID="3" presetClass="entr" presetSubtype="10" fill="hold" nodeType="withEffect">
                                  <p:stCondLst>
                                    <p:cond delay="0"/>
                                  </p:stCondLst>
                                  <p:childTnLst>
                                    <p:set>
                                      <p:cBhvr>
                                        <p:cTn id="139" dur="1" fill="hold">
                                          <p:stCondLst>
                                            <p:cond delay="0"/>
                                          </p:stCondLst>
                                        </p:cTn>
                                        <p:tgtEl>
                                          <p:spTgt spid="48171"/>
                                        </p:tgtEl>
                                        <p:attrNameLst>
                                          <p:attrName>style.visibility</p:attrName>
                                        </p:attrNameLst>
                                      </p:cBhvr>
                                      <p:to>
                                        <p:strVal val="visible"/>
                                      </p:to>
                                    </p:set>
                                    <p:animEffect transition="in" filter="blinds(horizontal)">
                                      <p:cBhvr>
                                        <p:cTn id="140" dur="500"/>
                                        <p:tgtEl>
                                          <p:spTgt spid="48171"/>
                                        </p:tgtEl>
                                      </p:cBhvr>
                                    </p:animEffect>
                                  </p:childTnLst>
                                </p:cTn>
                              </p:par>
                              <p:par>
                                <p:cTn id="141" presetID="3" presetClass="entr" presetSubtype="10" fill="hold" nodeType="withEffect">
                                  <p:stCondLst>
                                    <p:cond delay="0"/>
                                  </p:stCondLst>
                                  <p:childTnLst>
                                    <p:set>
                                      <p:cBhvr>
                                        <p:cTn id="142" dur="1" fill="hold">
                                          <p:stCondLst>
                                            <p:cond delay="0"/>
                                          </p:stCondLst>
                                        </p:cTn>
                                        <p:tgtEl>
                                          <p:spTgt spid="48167"/>
                                        </p:tgtEl>
                                        <p:attrNameLst>
                                          <p:attrName>style.visibility</p:attrName>
                                        </p:attrNameLst>
                                      </p:cBhvr>
                                      <p:to>
                                        <p:strVal val="visible"/>
                                      </p:to>
                                    </p:set>
                                    <p:animEffect transition="in" filter="blinds(horizontal)">
                                      <p:cBhvr>
                                        <p:cTn id="143" dur="500"/>
                                        <p:tgtEl>
                                          <p:spTgt spid="48167"/>
                                        </p:tgtEl>
                                      </p:cBhvr>
                                    </p:animEffect>
                                  </p:childTnLst>
                                </p:cTn>
                              </p:par>
                              <p:par>
                                <p:cTn id="144" presetID="3" presetClass="entr" presetSubtype="10" fill="hold" nodeType="withEffect">
                                  <p:stCondLst>
                                    <p:cond delay="0"/>
                                  </p:stCondLst>
                                  <p:childTnLst>
                                    <p:set>
                                      <p:cBhvr>
                                        <p:cTn id="145" dur="1" fill="hold">
                                          <p:stCondLst>
                                            <p:cond delay="0"/>
                                          </p:stCondLst>
                                        </p:cTn>
                                        <p:tgtEl>
                                          <p:spTgt spid="48170"/>
                                        </p:tgtEl>
                                        <p:attrNameLst>
                                          <p:attrName>style.visibility</p:attrName>
                                        </p:attrNameLst>
                                      </p:cBhvr>
                                      <p:to>
                                        <p:strVal val="visible"/>
                                      </p:to>
                                    </p:set>
                                    <p:animEffect transition="in" filter="blinds(horizontal)">
                                      <p:cBhvr>
                                        <p:cTn id="146" dur="500"/>
                                        <p:tgtEl>
                                          <p:spTgt spid="48170"/>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3" presetClass="entr" presetSubtype="10" fill="hold" nodeType="clickEffect">
                                  <p:stCondLst>
                                    <p:cond delay="0"/>
                                  </p:stCondLst>
                                  <p:childTnLst>
                                    <p:set>
                                      <p:cBhvr>
                                        <p:cTn id="150" dur="1" fill="hold">
                                          <p:stCondLst>
                                            <p:cond delay="0"/>
                                          </p:stCondLst>
                                        </p:cTn>
                                        <p:tgtEl>
                                          <p:spTgt spid="48182"/>
                                        </p:tgtEl>
                                        <p:attrNameLst>
                                          <p:attrName>style.visibility</p:attrName>
                                        </p:attrNameLst>
                                      </p:cBhvr>
                                      <p:to>
                                        <p:strVal val="visible"/>
                                      </p:to>
                                    </p:set>
                                    <p:animEffect transition="in" filter="blinds(horizontal)">
                                      <p:cBhvr>
                                        <p:cTn id="151" dur="500"/>
                                        <p:tgtEl>
                                          <p:spTgt spid="48182"/>
                                        </p:tgtEl>
                                      </p:cBhvr>
                                    </p:animEffect>
                                  </p:childTnLst>
                                </p:cTn>
                              </p:par>
                              <p:par>
                                <p:cTn id="152" presetID="3" presetClass="entr" presetSubtype="10" fill="hold" nodeType="withEffect">
                                  <p:stCondLst>
                                    <p:cond delay="0"/>
                                  </p:stCondLst>
                                  <p:childTnLst>
                                    <p:set>
                                      <p:cBhvr>
                                        <p:cTn id="153" dur="1" fill="hold">
                                          <p:stCondLst>
                                            <p:cond delay="0"/>
                                          </p:stCondLst>
                                        </p:cTn>
                                        <p:tgtEl>
                                          <p:spTgt spid="48177"/>
                                        </p:tgtEl>
                                        <p:attrNameLst>
                                          <p:attrName>style.visibility</p:attrName>
                                        </p:attrNameLst>
                                      </p:cBhvr>
                                      <p:to>
                                        <p:strVal val="visible"/>
                                      </p:to>
                                    </p:set>
                                    <p:animEffect transition="in" filter="blinds(horizontal)">
                                      <p:cBhvr>
                                        <p:cTn id="154" dur="500"/>
                                        <p:tgtEl>
                                          <p:spTgt spid="48177"/>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3" presetClass="entr" presetSubtype="10" fill="hold" nodeType="clickEffect">
                                  <p:stCondLst>
                                    <p:cond delay="0"/>
                                  </p:stCondLst>
                                  <p:childTnLst>
                                    <p:set>
                                      <p:cBhvr>
                                        <p:cTn id="158" dur="1" fill="hold">
                                          <p:stCondLst>
                                            <p:cond delay="0"/>
                                          </p:stCondLst>
                                        </p:cTn>
                                        <p:tgtEl>
                                          <p:spTgt spid="48172"/>
                                        </p:tgtEl>
                                        <p:attrNameLst>
                                          <p:attrName>style.visibility</p:attrName>
                                        </p:attrNameLst>
                                      </p:cBhvr>
                                      <p:to>
                                        <p:strVal val="visible"/>
                                      </p:to>
                                    </p:set>
                                    <p:animEffect transition="in" filter="blinds(horizontal)">
                                      <p:cBhvr>
                                        <p:cTn id="159" dur="500"/>
                                        <p:tgtEl>
                                          <p:spTgt spid="48172"/>
                                        </p:tgtEl>
                                      </p:cBhvr>
                                    </p:animEffect>
                                  </p:childTnLst>
                                </p:cTn>
                              </p:par>
                              <p:par>
                                <p:cTn id="160" presetID="3" presetClass="entr" presetSubtype="10" fill="hold" nodeType="withEffect">
                                  <p:stCondLst>
                                    <p:cond delay="0"/>
                                  </p:stCondLst>
                                  <p:childTnLst>
                                    <p:set>
                                      <p:cBhvr>
                                        <p:cTn id="161" dur="1" fill="hold">
                                          <p:stCondLst>
                                            <p:cond delay="0"/>
                                          </p:stCondLst>
                                        </p:cTn>
                                        <p:tgtEl>
                                          <p:spTgt spid="48176"/>
                                        </p:tgtEl>
                                        <p:attrNameLst>
                                          <p:attrName>style.visibility</p:attrName>
                                        </p:attrNameLst>
                                      </p:cBhvr>
                                      <p:to>
                                        <p:strVal val="visible"/>
                                      </p:to>
                                    </p:set>
                                    <p:animEffect transition="in" filter="blinds(horizontal)">
                                      <p:cBhvr>
                                        <p:cTn id="162" dur="500"/>
                                        <p:tgtEl>
                                          <p:spTgt spid="48176"/>
                                        </p:tgtEl>
                                      </p:cBhvr>
                                    </p:animEffect>
                                  </p:childTnLst>
                                </p:cTn>
                              </p:par>
                              <p:par>
                                <p:cTn id="163" presetID="3" presetClass="entr" presetSubtype="10" fill="hold" nodeType="withEffect">
                                  <p:stCondLst>
                                    <p:cond delay="0"/>
                                  </p:stCondLst>
                                  <p:childTnLst>
                                    <p:set>
                                      <p:cBhvr>
                                        <p:cTn id="164" dur="1" fill="hold">
                                          <p:stCondLst>
                                            <p:cond delay="0"/>
                                          </p:stCondLst>
                                        </p:cTn>
                                        <p:tgtEl>
                                          <p:spTgt spid="48179"/>
                                        </p:tgtEl>
                                        <p:attrNameLst>
                                          <p:attrName>style.visibility</p:attrName>
                                        </p:attrNameLst>
                                      </p:cBhvr>
                                      <p:to>
                                        <p:strVal val="visible"/>
                                      </p:to>
                                    </p:set>
                                    <p:animEffect transition="in" filter="blinds(horizontal)">
                                      <p:cBhvr>
                                        <p:cTn id="165" dur="500"/>
                                        <p:tgtEl>
                                          <p:spTgt spid="48179"/>
                                        </p:tgtEl>
                                      </p:cBhvr>
                                    </p:animEffect>
                                  </p:childTnLst>
                                </p:cTn>
                              </p:par>
                              <p:par>
                                <p:cTn id="166" presetID="3" presetClass="entr" presetSubtype="10" fill="hold" nodeType="withEffect">
                                  <p:stCondLst>
                                    <p:cond delay="0"/>
                                  </p:stCondLst>
                                  <p:childTnLst>
                                    <p:set>
                                      <p:cBhvr>
                                        <p:cTn id="167" dur="1" fill="hold">
                                          <p:stCondLst>
                                            <p:cond delay="0"/>
                                          </p:stCondLst>
                                        </p:cTn>
                                        <p:tgtEl>
                                          <p:spTgt spid="48181"/>
                                        </p:tgtEl>
                                        <p:attrNameLst>
                                          <p:attrName>style.visibility</p:attrName>
                                        </p:attrNameLst>
                                      </p:cBhvr>
                                      <p:to>
                                        <p:strVal val="visible"/>
                                      </p:to>
                                    </p:set>
                                    <p:animEffect transition="in" filter="blinds(horizontal)">
                                      <p:cBhvr>
                                        <p:cTn id="168" dur="500"/>
                                        <p:tgtEl>
                                          <p:spTgt spid="48181"/>
                                        </p:tgtEl>
                                      </p:cBhvr>
                                    </p:animEffect>
                                  </p:childTnLst>
                                </p:cTn>
                              </p:par>
                              <p:par>
                                <p:cTn id="169" presetID="3" presetClass="entr" presetSubtype="10" fill="hold" nodeType="withEffect">
                                  <p:stCondLst>
                                    <p:cond delay="0"/>
                                  </p:stCondLst>
                                  <p:childTnLst>
                                    <p:set>
                                      <p:cBhvr>
                                        <p:cTn id="170" dur="1" fill="hold">
                                          <p:stCondLst>
                                            <p:cond delay="0"/>
                                          </p:stCondLst>
                                        </p:cTn>
                                        <p:tgtEl>
                                          <p:spTgt spid="48174"/>
                                        </p:tgtEl>
                                        <p:attrNameLst>
                                          <p:attrName>style.visibility</p:attrName>
                                        </p:attrNameLst>
                                      </p:cBhvr>
                                      <p:to>
                                        <p:strVal val="visible"/>
                                      </p:to>
                                    </p:set>
                                    <p:animEffect transition="in" filter="blinds(horizontal)">
                                      <p:cBhvr>
                                        <p:cTn id="171" dur="500"/>
                                        <p:tgtEl>
                                          <p:spTgt spid="48174"/>
                                        </p:tgtEl>
                                      </p:cBhvr>
                                    </p:animEffect>
                                  </p:childTnLst>
                                </p:cTn>
                              </p:par>
                              <p:par>
                                <p:cTn id="172" presetID="3" presetClass="entr" presetSubtype="10" fill="hold" nodeType="withEffect">
                                  <p:stCondLst>
                                    <p:cond delay="0"/>
                                  </p:stCondLst>
                                  <p:childTnLst>
                                    <p:set>
                                      <p:cBhvr>
                                        <p:cTn id="173" dur="1" fill="hold">
                                          <p:stCondLst>
                                            <p:cond delay="0"/>
                                          </p:stCondLst>
                                        </p:cTn>
                                        <p:tgtEl>
                                          <p:spTgt spid="48183"/>
                                        </p:tgtEl>
                                        <p:attrNameLst>
                                          <p:attrName>style.visibility</p:attrName>
                                        </p:attrNameLst>
                                      </p:cBhvr>
                                      <p:to>
                                        <p:strVal val="visible"/>
                                      </p:to>
                                    </p:set>
                                    <p:animEffect transition="in" filter="blinds(horizontal)">
                                      <p:cBhvr>
                                        <p:cTn id="174" dur="500"/>
                                        <p:tgtEl>
                                          <p:spTgt spid="48183"/>
                                        </p:tgtEl>
                                      </p:cBhvr>
                                    </p:animEffect>
                                  </p:childTnLst>
                                </p:cTn>
                              </p:par>
                              <p:par>
                                <p:cTn id="175" presetID="3" presetClass="entr" presetSubtype="10" fill="hold" nodeType="withEffect">
                                  <p:stCondLst>
                                    <p:cond delay="0"/>
                                  </p:stCondLst>
                                  <p:childTnLst>
                                    <p:set>
                                      <p:cBhvr>
                                        <p:cTn id="176" dur="1" fill="hold">
                                          <p:stCondLst>
                                            <p:cond delay="0"/>
                                          </p:stCondLst>
                                        </p:cTn>
                                        <p:tgtEl>
                                          <p:spTgt spid="48173"/>
                                        </p:tgtEl>
                                        <p:attrNameLst>
                                          <p:attrName>style.visibility</p:attrName>
                                        </p:attrNameLst>
                                      </p:cBhvr>
                                      <p:to>
                                        <p:strVal val="visible"/>
                                      </p:to>
                                    </p:set>
                                    <p:animEffect transition="in" filter="blinds(horizontal)">
                                      <p:cBhvr>
                                        <p:cTn id="177" dur="500"/>
                                        <p:tgtEl>
                                          <p:spTgt spid="48173"/>
                                        </p:tgtEl>
                                      </p:cBhvr>
                                    </p:animEffect>
                                  </p:childTnLst>
                                </p:cTn>
                              </p:par>
                              <p:par>
                                <p:cTn id="178" presetID="3" presetClass="entr" presetSubtype="10" fill="hold" nodeType="withEffect">
                                  <p:stCondLst>
                                    <p:cond delay="0"/>
                                  </p:stCondLst>
                                  <p:childTnLst>
                                    <p:set>
                                      <p:cBhvr>
                                        <p:cTn id="179" dur="1" fill="hold">
                                          <p:stCondLst>
                                            <p:cond delay="0"/>
                                          </p:stCondLst>
                                        </p:cTn>
                                        <p:tgtEl>
                                          <p:spTgt spid="48175"/>
                                        </p:tgtEl>
                                        <p:attrNameLst>
                                          <p:attrName>style.visibility</p:attrName>
                                        </p:attrNameLst>
                                      </p:cBhvr>
                                      <p:to>
                                        <p:strVal val="visible"/>
                                      </p:to>
                                    </p:set>
                                    <p:animEffect transition="in" filter="blinds(horizontal)">
                                      <p:cBhvr>
                                        <p:cTn id="180" dur="500"/>
                                        <p:tgtEl>
                                          <p:spTgt spid="48175"/>
                                        </p:tgtEl>
                                      </p:cBhvr>
                                    </p:animEffect>
                                  </p:childTnLst>
                                </p:cTn>
                              </p:par>
                              <p:par>
                                <p:cTn id="181" presetID="3" presetClass="entr" presetSubtype="10" fill="hold" nodeType="withEffect">
                                  <p:stCondLst>
                                    <p:cond delay="0"/>
                                  </p:stCondLst>
                                  <p:childTnLst>
                                    <p:set>
                                      <p:cBhvr>
                                        <p:cTn id="182" dur="1" fill="hold">
                                          <p:stCondLst>
                                            <p:cond delay="0"/>
                                          </p:stCondLst>
                                        </p:cTn>
                                        <p:tgtEl>
                                          <p:spTgt spid="48178"/>
                                        </p:tgtEl>
                                        <p:attrNameLst>
                                          <p:attrName>style.visibility</p:attrName>
                                        </p:attrNameLst>
                                      </p:cBhvr>
                                      <p:to>
                                        <p:strVal val="visible"/>
                                      </p:to>
                                    </p:set>
                                    <p:animEffect transition="in" filter="blinds(horizontal)">
                                      <p:cBhvr>
                                        <p:cTn id="183" dur="500"/>
                                        <p:tgtEl>
                                          <p:spTgt spid="48178"/>
                                        </p:tgtEl>
                                      </p:cBhvr>
                                    </p:animEffect>
                                  </p:childTnLst>
                                </p:cTn>
                              </p:par>
                              <p:par>
                                <p:cTn id="184" presetID="3" presetClass="entr" presetSubtype="10" fill="hold" nodeType="withEffect">
                                  <p:stCondLst>
                                    <p:cond delay="0"/>
                                  </p:stCondLst>
                                  <p:childTnLst>
                                    <p:set>
                                      <p:cBhvr>
                                        <p:cTn id="185" dur="1" fill="hold">
                                          <p:stCondLst>
                                            <p:cond delay="0"/>
                                          </p:stCondLst>
                                        </p:cTn>
                                        <p:tgtEl>
                                          <p:spTgt spid="48180"/>
                                        </p:tgtEl>
                                        <p:attrNameLst>
                                          <p:attrName>style.visibility</p:attrName>
                                        </p:attrNameLst>
                                      </p:cBhvr>
                                      <p:to>
                                        <p:strVal val="visible"/>
                                      </p:to>
                                    </p:set>
                                    <p:animEffect transition="in" filter="blinds(horizontal)">
                                      <p:cBhvr>
                                        <p:cTn id="186" dur="500"/>
                                        <p:tgtEl>
                                          <p:spTgt spid="48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5" grpId="0"/>
      <p:bldP spid="48138" grpId="0"/>
      <p:bldP spid="48139" grpId="0"/>
      <p:bldP spid="48140" grpId="0"/>
      <p:bldP spid="48144" grpId="0"/>
      <p:bldP spid="48145" grpId="0"/>
      <p:bldP spid="48146" grpId="0"/>
      <p:bldP spid="48150" grpId="0"/>
      <p:bldP spid="48151" grpId="0"/>
      <p:bldP spid="48152" grpId="0"/>
      <p:bldP spid="48155" grpId="0"/>
      <p:bldP spid="48156" grpId="0"/>
      <p:bldP spid="48158" grpId="0"/>
      <p:bldP spid="48160" grpId="0"/>
      <p:bldP spid="48163" grpId="0"/>
      <p:bldP spid="48164" grpId="0"/>
      <p:bldP spid="48165" grpId="0"/>
      <p:bldP spid="48169" grpId="0"/>
      <p:bldP spid="48170" grpId="0"/>
      <p:bldP spid="48171" grpId="0"/>
      <p:bldP spid="48175" grpId="0"/>
      <p:bldP spid="48176" grpId="0"/>
      <p:bldP spid="48177" grpId="0"/>
      <p:bldP spid="48180" grpId="0"/>
      <p:bldP spid="48181" grpId="0"/>
      <p:bldP spid="4818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a:extLst>
              <a:ext uri="{FF2B5EF4-FFF2-40B4-BE49-F238E27FC236}">
                <a16:creationId xmlns:a16="http://schemas.microsoft.com/office/drawing/2014/main" id="{266D483A-4852-6FA4-0226-EED14FF677C1}"/>
              </a:ext>
            </a:extLst>
          </p:cNvPr>
          <p:cNvSpPr>
            <a:spLocks noGrp="1" noChangeArrowheads="1"/>
          </p:cNvSpPr>
          <p:nvPr>
            <p:ph type="body" idx="4294967295"/>
          </p:nvPr>
        </p:nvSpPr>
        <p:spPr>
          <a:xfrm>
            <a:off x="471488" y="1393825"/>
            <a:ext cx="9069387" cy="4383088"/>
          </a:xfrm>
        </p:spPr>
        <p:txBody>
          <a:bodyPr/>
          <a:lstStyle/>
          <a:p>
            <a:pPr eaLnBrk="1" hangingPunct="1">
              <a:buFont typeface="Times New Roman" panose="02020603050405020304" pitchFamily="18" charset="0"/>
              <a:buNone/>
            </a:pPr>
            <a:r>
              <a:rPr lang="zh-CN" altLang="en-US" sz="4000" b="1" dirty="0">
                <a:ea typeface="楷体_GB2312"/>
              </a:rPr>
              <a:t>对于文法</a:t>
            </a:r>
            <a:r>
              <a:rPr lang="en-US" altLang="zh-CN" sz="4000" b="1" dirty="0">
                <a:ea typeface="楷体_GB2312"/>
              </a:rPr>
              <a:t>  </a:t>
            </a:r>
            <a:r>
              <a:rPr lang="en-US" altLang="zh-CN" b="1" dirty="0">
                <a:latin typeface="Times New Roman" panose="02020603050405020304" pitchFamily="18" charset="0"/>
                <a:ea typeface="楷体_GB2312"/>
              </a:rPr>
              <a:t>E → E+E│E*E│(E)│</a:t>
            </a:r>
            <a:r>
              <a:rPr lang="en-US" altLang="zh-CN" b="1" dirty="0" err="1">
                <a:latin typeface="Times New Roman" panose="02020603050405020304" pitchFamily="18" charset="0"/>
                <a:ea typeface="楷体_GB2312"/>
              </a:rPr>
              <a:t>i</a:t>
            </a:r>
            <a:endParaRPr lang="en-US" altLang="zh-CN" sz="4000" b="1" dirty="0">
              <a:latin typeface="Times New Roman" panose="02020603050405020304" pitchFamily="18" charset="0"/>
              <a:ea typeface="楷体_GB2312"/>
            </a:endParaRPr>
          </a:p>
          <a:p>
            <a:pPr eaLnBrk="1" hangingPunct="1">
              <a:buFont typeface="Wingdings" panose="05000000000000000000" pitchFamily="2" charset="2"/>
              <a:buNone/>
            </a:pPr>
            <a:r>
              <a:rPr lang="zh-CN" altLang="en-US" sz="4000" b="1" dirty="0">
                <a:ea typeface="楷体_GB2312"/>
              </a:rPr>
              <a:t>    句子</a:t>
            </a:r>
            <a:r>
              <a:rPr lang="en-US" altLang="zh-CN" sz="4000" b="1" dirty="0">
                <a:ea typeface="楷体_GB2312"/>
              </a:rPr>
              <a:t>   </a:t>
            </a:r>
            <a:r>
              <a:rPr lang="en-US" altLang="zh-CN" sz="4000" b="1" dirty="0">
                <a:latin typeface="Times New Roman" panose="02020603050405020304" pitchFamily="18" charset="0"/>
                <a:ea typeface="楷体_GB2312"/>
              </a:rPr>
              <a:t>(</a:t>
            </a:r>
            <a:r>
              <a:rPr lang="en-US" altLang="zh-CN" sz="4000" b="1" dirty="0" err="1">
                <a:latin typeface="Times New Roman" panose="02020603050405020304" pitchFamily="18" charset="0"/>
                <a:ea typeface="楷体_GB2312"/>
              </a:rPr>
              <a:t>i</a:t>
            </a:r>
            <a:r>
              <a:rPr lang="en-US" altLang="zh-CN" sz="4000" b="1" dirty="0">
                <a:latin typeface="Times New Roman" panose="02020603050405020304" pitchFamily="18" charset="0"/>
                <a:ea typeface="楷体_GB2312"/>
              </a:rPr>
              <a:t>*</a:t>
            </a:r>
            <a:r>
              <a:rPr lang="en-US" altLang="zh-CN" sz="4000" b="1" dirty="0" err="1">
                <a:latin typeface="Times New Roman" panose="02020603050405020304" pitchFamily="18" charset="0"/>
                <a:ea typeface="楷体_GB2312"/>
              </a:rPr>
              <a:t>i+i</a:t>
            </a:r>
            <a:r>
              <a:rPr lang="en-US" altLang="zh-CN" sz="4000" b="1" dirty="0">
                <a:latin typeface="Times New Roman" panose="02020603050405020304" pitchFamily="18" charset="0"/>
                <a:ea typeface="楷体_GB2312"/>
              </a:rPr>
              <a:t>) </a:t>
            </a:r>
            <a:r>
              <a:rPr lang="zh-CN" altLang="en-US" sz="4000" b="1" dirty="0">
                <a:ea typeface="楷体_GB2312"/>
              </a:rPr>
              <a:t>的推导树</a:t>
            </a:r>
            <a:endParaRPr lang="zh-CN" altLang="en-US" sz="4000" b="1" dirty="0">
              <a:ea typeface="楷体_GB2312"/>
              <a:cs typeface="Times New Roman" panose="02020603050405020304" pitchFamily="18" charset="0"/>
            </a:endParaRPr>
          </a:p>
        </p:txBody>
      </p:sp>
      <p:sp>
        <p:nvSpPr>
          <p:cNvPr id="71683" name="Footer Placeholder 5">
            <a:extLst>
              <a:ext uri="{FF2B5EF4-FFF2-40B4-BE49-F238E27FC236}">
                <a16:creationId xmlns:a16="http://schemas.microsoft.com/office/drawing/2014/main" id="{E1FBA88B-C033-16FE-8A7F-DEB78BB392FC}"/>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1684" name="Slide Number Placeholder 6">
            <a:extLst>
              <a:ext uri="{FF2B5EF4-FFF2-40B4-BE49-F238E27FC236}">
                <a16:creationId xmlns:a16="http://schemas.microsoft.com/office/drawing/2014/main" id="{B57C985F-91B7-9264-05EA-A543F7A6943B}"/>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C23A2AF4-FC60-40B4-9DBD-6510CBCEC637}"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41</a:t>
            </a:fld>
            <a:endParaRPr lang="en-GB" altLang="en-US" sz="1200">
              <a:latin typeface="Comic Sans MS" panose="030F0702030302020204" pitchFamily="66" charset="0"/>
              <a:ea typeface="宋体" panose="02010600030101010101" pitchFamily="2" charset="-122"/>
            </a:endParaRPr>
          </a:p>
        </p:txBody>
      </p:sp>
      <p:sp>
        <p:nvSpPr>
          <p:cNvPr id="71685" name="Rectangle 2">
            <a:extLst>
              <a:ext uri="{FF2B5EF4-FFF2-40B4-BE49-F238E27FC236}">
                <a16:creationId xmlns:a16="http://schemas.microsoft.com/office/drawing/2014/main" id="{D0CDD3B0-0ACE-6C97-A114-D109B8B90838}"/>
              </a:ext>
            </a:extLst>
          </p:cNvPr>
          <p:cNvSpPr>
            <a:spLocks noGrp="1" noChangeArrowheads="1"/>
          </p:cNvSpPr>
          <p:nvPr>
            <p:ph type="title" idx="4294967295"/>
          </p:nvPr>
        </p:nvSpPr>
        <p:spPr/>
        <p:txBody>
          <a:bodyPr/>
          <a:lstStyle/>
          <a:p>
            <a:pPr eaLnBrk="1" hangingPunct="1"/>
            <a:r>
              <a:rPr lang="zh-CN" altLang="en-US" sz="4800">
                <a:ea typeface="楷体_GB2312"/>
              </a:rPr>
              <a:t>语法树实例</a:t>
            </a:r>
          </a:p>
        </p:txBody>
      </p:sp>
      <p:sp>
        <p:nvSpPr>
          <p:cNvPr id="71686" name="Line 4">
            <a:extLst>
              <a:ext uri="{FF2B5EF4-FFF2-40B4-BE49-F238E27FC236}">
                <a16:creationId xmlns:a16="http://schemas.microsoft.com/office/drawing/2014/main" id="{29D7688A-C068-2F15-0197-C41212E48289}"/>
              </a:ext>
            </a:extLst>
          </p:cNvPr>
          <p:cNvSpPr>
            <a:spLocks noChangeShapeType="1"/>
          </p:cNvSpPr>
          <p:nvPr/>
        </p:nvSpPr>
        <p:spPr bwMode="auto">
          <a:xfrm flipH="1">
            <a:off x="1847850" y="3070225"/>
            <a:ext cx="923925" cy="5334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7" name="Text Box 5">
            <a:extLst>
              <a:ext uri="{FF2B5EF4-FFF2-40B4-BE49-F238E27FC236}">
                <a16:creationId xmlns:a16="http://schemas.microsoft.com/office/drawing/2014/main" id="{A49BA19B-2503-D70A-7325-B0212C94C163}"/>
              </a:ext>
            </a:extLst>
          </p:cNvPr>
          <p:cNvSpPr txBox="1">
            <a:spLocks noChangeArrowheads="1"/>
          </p:cNvSpPr>
          <p:nvPr/>
        </p:nvSpPr>
        <p:spPr bwMode="auto">
          <a:xfrm>
            <a:off x="2838450" y="2695575"/>
            <a:ext cx="47783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71688" name="Line 6">
            <a:extLst>
              <a:ext uri="{FF2B5EF4-FFF2-40B4-BE49-F238E27FC236}">
                <a16:creationId xmlns:a16="http://schemas.microsoft.com/office/drawing/2014/main" id="{2A827DA9-5611-A826-6570-AE2F3542D5D9}"/>
              </a:ext>
            </a:extLst>
          </p:cNvPr>
          <p:cNvSpPr>
            <a:spLocks noChangeShapeType="1"/>
          </p:cNvSpPr>
          <p:nvPr/>
        </p:nvSpPr>
        <p:spPr bwMode="auto">
          <a:xfrm>
            <a:off x="3024188" y="3138488"/>
            <a:ext cx="0"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9" name="Line 7">
            <a:extLst>
              <a:ext uri="{FF2B5EF4-FFF2-40B4-BE49-F238E27FC236}">
                <a16:creationId xmlns:a16="http://schemas.microsoft.com/office/drawing/2014/main" id="{FD772C80-987C-F694-7FDC-B12C610E232B}"/>
              </a:ext>
            </a:extLst>
          </p:cNvPr>
          <p:cNvSpPr>
            <a:spLocks noChangeShapeType="1"/>
          </p:cNvSpPr>
          <p:nvPr/>
        </p:nvSpPr>
        <p:spPr bwMode="auto">
          <a:xfrm>
            <a:off x="3276600" y="3070225"/>
            <a:ext cx="755650" cy="436563"/>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0" name="Text Box 8">
            <a:extLst>
              <a:ext uri="{FF2B5EF4-FFF2-40B4-BE49-F238E27FC236}">
                <a16:creationId xmlns:a16="http://schemas.microsoft.com/office/drawing/2014/main" id="{5EB2393D-401D-5EFE-C745-BFF923471418}"/>
              </a:ext>
            </a:extLst>
          </p:cNvPr>
          <p:cNvSpPr txBox="1">
            <a:spLocks noChangeArrowheads="1"/>
          </p:cNvSpPr>
          <p:nvPr/>
        </p:nvSpPr>
        <p:spPr bwMode="auto">
          <a:xfrm>
            <a:off x="1387475" y="3489325"/>
            <a:ext cx="61436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zh-CN" altLang="en-US" sz="3200">
                <a:latin typeface="Times New Roman" panose="02020603050405020304" pitchFamily="18" charset="0"/>
                <a:ea typeface="宋体" panose="02010600030101010101" pitchFamily="2" charset="-122"/>
              </a:rPr>
              <a:t>（</a:t>
            </a:r>
          </a:p>
        </p:txBody>
      </p:sp>
      <p:sp>
        <p:nvSpPr>
          <p:cNvPr id="71691" name="Text Box 9">
            <a:extLst>
              <a:ext uri="{FF2B5EF4-FFF2-40B4-BE49-F238E27FC236}">
                <a16:creationId xmlns:a16="http://schemas.microsoft.com/office/drawing/2014/main" id="{6EA0D290-70EB-8BE2-C244-55627018DCE4}"/>
              </a:ext>
            </a:extLst>
          </p:cNvPr>
          <p:cNvSpPr txBox="1">
            <a:spLocks noChangeArrowheads="1"/>
          </p:cNvSpPr>
          <p:nvPr/>
        </p:nvSpPr>
        <p:spPr bwMode="auto">
          <a:xfrm>
            <a:off x="2838450" y="3535363"/>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71692" name="Text Box 10">
            <a:extLst>
              <a:ext uri="{FF2B5EF4-FFF2-40B4-BE49-F238E27FC236}">
                <a16:creationId xmlns:a16="http://schemas.microsoft.com/office/drawing/2014/main" id="{3125D456-7996-E016-D5CF-226DB3E35299}"/>
              </a:ext>
            </a:extLst>
          </p:cNvPr>
          <p:cNvSpPr txBox="1">
            <a:spLocks noChangeArrowheads="1"/>
          </p:cNvSpPr>
          <p:nvPr/>
        </p:nvSpPr>
        <p:spPr bwMode="auto">
          <a:xfrm>
            <a:off x="3943350" y="3429000"/>
            <a:ext cx="61436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zh-CN" altLang="en-US" sz="3200">
                <a:latin typeface="Times New Roman" panose="02020603050405020304" pitchFamily="18" charset="0"/>
                <a:ea typeface="宋体" panose="02010600030101010101" pitchFamily="2" charset="-122"/>
              </a:rPr>
              <a:t>）</a:t>
            </a:r>
          </a:p>
        </p:txBody>
      </p:sp>
      <p:sp>
        <p:nvSpPr>
          <p:cNvPr id="71693" name="Line 11">
            <a:extLst>
              <a:ext uri="{FF2B5EF4-FFF2-40B4-BE49-F238E27FC236}">
                <a16:creationId xmlns:a16="http://schemas.microsoft.com/office/drawing/2014/main" id="{DDDB217D-F832-6C66-1A36-4D67017CE559}"/>
              </a:ext>
            </a:extLst>
          </p:cNvPr>
          <p:cNvSpPr>
            <a:spLocks noChangeShapeType="1"/>
          </p:cNvSpPr>
          <p:nvPr/>
        </p:nvSpPr>
        <p:spPr bwMode="auto">
          <a:xfrm flipH="1">
            <a:off x="2100263" y="3910013"/>
            <a:ext cx="755650"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4" name="Line 12">
            <a:extLst>
              <a:ext uri="{FF2B5EF4-FFF2-40B4-BE49-F238E27FC236}">
                <a16:creationId xmlns:a16="http://schemas.microsoft.com/office/drawing/2014/main" id="{4C8B5E5F-7DD7-DF83-EAE0-F1A8498532B6}"/>
              </a:ext>
            </a:extLst>
          </p:cNvPr>
          <p:cNvSpPr>
            <a:spLocks noChangeShapeType="1"/>
          </p:cNvSpPr>
          <p:nvPr/>
        </p:nvSpPr>
        <p:spPr bwMode="auto">
          <a:xfrm>
            <a:off x="3192463" y="3910013"/>
            <a:ext cx="755650" cy="503237"/>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5" name="Line 13">
            <a:extLst>
              <a:ext uri="{FF2B5EF4-FFF2-40B4-BE49-F238E27FC236}">
                <a16:creationId xmlns:a16="http://schemas.microsoft.com/office/drawing/2014/main" id="{3A1D0CA0-2F83-5E09-8721-871D3BD2FBAD}"/>
              </a:ext>
            </a:extLst>
          </p:cNvPr>
          <p:cNvSpPr>
            <a:spLocks noChangeShapeType="1"/>
          </p:cNvSpPr>
          <p:nvPr/>
        </p:nvSpPr>
        <p:spPr bwMode="auto">
          <a:xfrm>
            <a:off x="3024188" y="3994150"/>
            <a:ext cx="0"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6" name="Text Box 14">
            <a:extLst>
              <a:ext uri="{FF2B5EF4-FFF2-40B4-BE49-F238E27FC236}">
                <a16:creationId xmlns:a16="http://schemas.microsoft.com/office/drawing/2014/main" id="{A969ADB5-22B6-0179-FF9F-0FF285AFEAA2}"/>
              </a:ext>
            </a:extLst>
          </p:cNvPr>
          <p:cNvSpPr txBox="1">
            <a:spLocks noChangeArrowheads="1"/>
          </p:cNvSpPr>
          <p:nvPr/>
        </p:nvSpPr>
        <p:spPr bwMode="auto">
          <a:xfrm>
            <a:off x="1847850" y="4302125"/>
            <a:ext cx="47783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71697" name="Text Box 15">
            <a:extLst>
              <a:ext uri="{FF2B5EF4-FFF2-40B4-BE49-F238E27FC236}">
                <a16:creationId xmlns:a16="http://schemas.microsoft.com/office/drawing/2014/main" id="{3915B805-C3EE-8178-9147-BE6089609953}"/>
              </a:ext>
            </a:extLst>
          </p:cNvPr>
          <p:cNvSpPr txBox="1">
            <a:spLocks noChangeArrowheads="1"/>
          </p:cNvSpPr>
          <p:nvPr/>
        </p:nvSpPr>
        <p:spPr bwMode="auto">
          <a:xfrm>
            <a:off x="3695700" y="4302125"/>
            <a:ext cx="47783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71698" name="Text Box 16">
            <a:extLst>
              <a:ext uri="{FF2B5EF4-FFF2-40B4-BE49-F238E27FC236}">
                <a16:creationId xmlns:a16="http://schemas.microsoft.com/office/drawing/2014/main" id="{CE472CF9-5BBD-F4D6-BD60-D4F01ABEBA0D}"/>
              </a:ext>
            </a:extLst>
          </p:cNvPr>
          <p:cNvSpPr txBox="1">
            <a:spLocks noChangeArrowheads="1"/>
          </p:cNvSpPr>
          <p:nvPr/>
        </p:nvSpPr>
        <p:spPr bwMode="auto">
          <a:xfrm>
            <a:off x="2838450" y="4291013"/>
            <a:ext cx="437595" cy="559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dirty="0">
                <a:latin typeface="Times New Roman" panose="02020603050405020304" pitchFamily="18" charset="0"/>
                <a:ea typeface="宋体" panose="02010600030101010101" pitchFamily="2" charset="-122"/>
              </a:rPr>
              <a:t>+</a:t>
            </a:r>
            <a:endParaRPr lang="zh-CN" altLang="en-US" sz="3200" b="1" dirty="0">
              <a:latin typeface="Times New Roman" panose="02020603050405020304" pitchFamily="18" charset="0"/>
              <a:ea typeface="宋体" panose="02010600030101010101" pitchFamily="2" charset="-122"/>
            </a:endParaRPr>
          </a:p>
        </p:txBody>
      </p:sp>
      <p:sp>
        <p:nvSpPr>
          <p:cNvPr id="71699" name="Line 17">
            <a:extLst>
              <a:ext uri="{FF2B5EF4-FFF2-40B4-BE49-F238E27FC236}">
                <a16:creationId xmlns:a16="http://schemas.microsoft.com/office/drawing/2014/main" id="{556343C6-6E02-C99F-05C8-973A4FA11D12}"/>
              </a:ext>
            </a:extLst>
          </p:cNvPr>
          <p:cNvSpPr>
            <a:spLocks noChangeShapeType="1"/>
          </p:cNvSpPr>
          <p:nvPr/>
        </p:nvSpPr>
        <p:spPr bwMode="auto">
          <a:xfrm flipH="1">
            <a:off x="1176338" y="4665663"/>
            <a:ext cx="671512" cy="420687"/>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00" name="Line 18">
            <a:extLst>
              <a:ext uri="{FF2B5EF4-FFF2-40B4-BE49-F238E27FC236}">
                <a16:creationId xmlns:a16="http://schemas.microsoft.com/office/drawing/2014/main" id="{44272A64-BFDF-1865-BA0A-5269FF54D2FE}"/>
              </a:ext>
            </a:extLst>
          </p:cNvPr>
          <p:cNvSpPr>
            <a:spLocks noChangeShapeType="1"/>
          </p:cNvSpPr>
          <p:nvPr/>
        </p:nvSpPr>
        <p:spPr bwMode="auto">
          <a:xfrm>
            <a:off x="2184400" y="4665663"/>
            <a:ext cx="587375" cy="420687"/>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01" name="Line 19">
            <a:extLst>
              <a:ext uri="{FF2B5EF4-FFF2-40B4-BE49-F238E27FC236}">
                <a16:creationId xmlns:a16="http://schemas.microsoft.com/office/drawing/2014/main" id="{FDCAF5A8-432D-731B-6189-FCD69177AE1D}"/>
              </a:ext>
            </a:extLst>
          </p:cNvPr>
          <p:cNvSpPr>
            <a:spLocks noChangeShapeType="1"/>
          </p:cNvSpPr>
          <p:nvPr/>
        </p:nvSpPr>
        <p:spPr bwMode="auto">
          <a:xfrm>
            <a:off x="2016125" y="4665663"/>
            <a:ext cx="0" cy="504825"/>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02" name="Text Box 20">
            <a:extLst>
              <a:ext uri="{FF2B5EF4-FFF2-40B4-BE49-F238E27FC236}">
                <a16:creationId xmlns:a16="http://schemas.microsoft.com/office/drawing/2014/main" id="{9C500646-41CE-B4F0-09CC-4D0224AA0DF9}"/>
              </a:ext>
            </a:extLst>
          </p:cNvPr>
          <p:cNvSpPr txBox="1">
            <a:spLocks noChangeArrowheads="1"/>
          </p:cNvSpPr>
          <p:nvPr/>
        </p:nvSpPr>
        <p:spPr bwMode="auto">
          <a:xfrm>
            <a:off x="923925" y="5002213"/>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71703" name="Text Box 21">
            <a:extLst>
              <a:ext uri="{FF2B5EF4-FFF2-40B4-BE49-F238E27FC236}">
                <a16:creationId xmlns:a16="http://schemas.microsoft.com/office/drawing/2014/main" id="{23BC8767-3E14-3C35-8921-12733AB8AE42}"/>
              </a:ext>
            </a:extLst>
          </p:cNvPr>
          <p:cNvSpPr txBox="1">
            <a:spLocks noChangeArrowheads="1"/>
          </p:cNvSpPr>
          <p:nvPr/>
        </p:nvSpPr>
        <p:spPr bwMode="auto">
          <a:xfrm>
            <a:off x="2603500" y="5002213"/>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71704" name="Text Box 22">
            <a:extLst>
              <a:ext uri="{FF2B5EF4-FFF2-40B4-BE49-F238E27FC236}">
                <a16:creationId xmlns:a16="http://schemas.microsoft.com/office/drawing/2014/main" id="{17CBD0C1-8512-C2D5-DB40-E0025CF0DE4A}"/>
              </a:ext>
            </a:extLst>
          </p:cNvPr>
          <p:cNvSpPr txBox="1">
            <a:spLocks noChangeArrowheads="1"/>
          </p:cNvSpPr>
          <p:nvPr/>
        </p:nvSpPr>
        <p:spPr bwMode="auto">
          <a:xfrm>
            <a:off x="1830388" y="5046663"/>
            <a:ext cx="408741" cy="559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dirty="0">
                <a:latin typeface="Times New Roman" panose="02020603050405020304" pitchFamily="18" charset="0"/>
                <a:ea typeface="宋体" panose="02010600030101010101" pitchFamily="2" charset="-122"/>
              </a:rPr>
              <a:t>*</a:t>
            </a:r>
          </a:p>
        </p:txBody>
      </p:sp>
      <p:sp>
        <p:nvSpPr>
          <p:cNvPr id="71705" name="Line 23">
            <a:extLst>
              <a:ext uri="{FF2B5EF4-FFF2-40B4-BE49-F238E27FC236}">
                <a16:creationId xmlns:a16="http://schemas.microsoft.com/office/drawing/2014/main" id="{2B383C33-276C-0239-3024-1E3E0AA8E0FD}"/>
              </a:ext>
            </a:extLst>
          </p:cNvPr>
          <p:cNvSpPr>
            <a:spLocks noChangeShapeType="1"/>
          </p:cNvSpPr>
          <p:nvPr/>
        </p:nvSpPr>
        <p:spPr bwMode="auto">
          <a:xfrm>
            <a:off x="1092200" y="5505450"/>
            <a:ext cx="0" cy="588963"/>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06" name="Line 24">
            <a:extLst>
              <a:ext uri="{FF2B5EF4-FFF2-40B4-BE49-F238E27FC236}">
                <a16:creationId xmlns:a16="http://schemas.microsoft.com/office/drawing/2014/main" id="{130ECC59-8DA4-F52E-A572-691881CC60E7}"/>
              </a:ext>
            </a:extLst>
          </p:cNvPr>
          <p:cNvSpPr>
            <a:spLocks noChangeShapeType="1"/>
          </p:cNvSpPr>
          <p:nvPr/>
        </p:nvSpPr>
        <p:spPr bwMode="auto">
          <a:xfrm>
            <a:off x="2771775" y="5505450"/>
            <a:ext cx="0" cy="588963"/>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07" name="Text Box 25">
            <a:extLst>
              <a:ext uri="{FF2B5EF4-FFF2-40B4-BE49-F238E27FC236}">
                <a16:creationId xmlns:a16="http://schemas.microsoft.com/office/drawing/2014/main" id="{A334215F-2867-872A-6F49-A713BD0C8F00}"/>
              </a:ext>
            </a:extLst>
          </p:cNvPr>
          <p:cNvSpPr txBox="1">
            <a:spLocks noChangeArrowheads="1"/>
          </p:cNvSpPr>
          <p:nvPr/>
        </p:nvSpPr>
        <p:spPr bwMode="auto">
          <a:xfrm>
            <a:off x="923925" y="6010275"/>
            <a:ext cx="3175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i</a:t>
            </a:r>
          </a:p>
        </p:txBody>
      </p:sp>
      <p:sp>
        <p:nvSpPr>
          <p:cNvPr id="71708" name="Text Box 26">
            <a:extLst>
              <a:ext uri="{FF2B5EF4-FFF2-40B4-BE49-F238E27FC236}">
                <a16:creationId xmlns:a16="http://schemas.microsoft.com/office/drawing/2014/main" id="{C03E0ACC-FE5E-4EBE-9D4F-56078211EC7E}"/>
              </a:ext>
            </a:extLst>
          </p:cNvPr>
          <p:cNvSpPr txBox="1">
            <a:spLocks noChangeArrowheads="1"/>
          </p:cNvSpPr>
          <p:nvPr/>
        </p:nvSpPr>
        <p:spPr bwMode="auto">
          <a:xfrm>
            <a:off x="2659063" y="6010275"/>
            <a:ext cx="3175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i</a:t>
            </a:r>
          </a:p>
        </p:txBody>
      </p:sp>
      <p:sp>
        <p:nvSpPr>
          <p:cNvPr id="71709" name="Line 27">
            <a:extLst>
              <a:ext uri="{FF2B5EF4-FFF2-40B4-BE49-F238E27FC236}">
                <a16:creationId xmlns:a16="http://schemas.microsoft.com/office/drawing/2014/main" id="{21BD589A-72F5-E6E5-05C3-AF18F62D3C09}"/>
              </a:ext>
            </a:extLst>
          </p:cNvPr>
          <p:cNvSpPr>
            <a:spLocks noChangeShapeType="1"/>
          </p:cNvSpPr>
          <p:nvPr/>
        </p:nvSpPr>
        <p:spPr bwMode="auto">
          <a:xfrm>
            <a:off x="3863975" y="4749800"/>
            <a:ext cx="0" cy="587375"/>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0" name="Text Box 28">
            <a:extLst>
              <a:ext uri="{FF2B5EF4-FFF2-40B4-BE49-F238E27FC236}">
                <a16:creationId xmlns:a16="http://schemas.microsoft.com/office/drawing/2014/main" id="{8E40A281-E986-2B19-6CD1-2D7ED6FE5C78}"/>
              </a:ext>
            </a:extLst>
          </p:cNvPr>
          <p:cNvSpPr txBox="1">
            <a:spLocks noChangeArrowheads="1"/>
          </p:cNvSpPr>
          <p:nvPr/>
        </p:nvSpPr>
        <p:spPr bwMode="auto">
          <a:xfrm>
            <a:off x="3695700" y="5337175"/>
            <a:ext cx="3175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i</a:t>
            </a:r>
          </a:p>
        </p:txBody>
      </p:sp>
      <p:sp>
        <p:nvSpPr>
          <p:cNvPr id="71711" name="Line 29">
            <a:extLst>
              <a:ext uri="{FF2B5EF4-FFF2-40B4-BE49-F238E27FC236}">
                <a16:creationId xmlns:a16="http://schemas.microsoft.com/office/drawing/2014/main" id="{B942D457-1558-1AB6-CAC1-717A7B42C72F}"/>
              </a:ext>
            </a:extLst>
          </p:cNvPr>
          <p:cNvSpPr>
            <a:spLocks noChangeShapeType="1"/>
          </p:cNvSpPr>
          <p:nvPr/>
        </p:nvSpPr>
        <p:spPr bwMode="auto">
          <a:xfrm flipH="1">
            <a:off x="6216650" y="3070225"/>
            <a:ext cx="923925" cy="5334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2" name="Text Box 30">
            <a:extLst>
              <a:ext uri="{FF2B5EF4-FFF2-40B4-BE49-F238E27FC236}">
                <a16:creationId xmlns:a16="http://schemas.microsoft.com/office/drawing/2014/main" id="{03D2D188-20EC-F194-FB0C-36A285027DB6}"/>
              </a:ext>
            </a:extLst>
          </p:cNvPr>
          <p:cNvSpPr txBox="1">
            <a:spLocks noChangeArrowheads="1"/>
          </p:cNvSpPr>
          <p:nvPr/>
        </p:nvSpPr>
        <p:spPr bwMode="auto">
          <a:xfrm>
            <a:off x="7207250" y="2695575"/>
            <a:ext cx="47783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71713" name="Line 31">
            <a:extLst>
              <a:ext uri="{FF2B5EF4-FFF2-40B4-BE49-F238E27FC236}">
                <a16:creationId xmlns:a16="http://schemas.microsoft.com/office/drawing/2014/main" id="{85585255-5714-A941-249F-3188E76A9BB7}"/>
              </a:ext>
            </a:extLst>
          </p:cNvPr>
          <p:cNvSpPr>
            <a:spLocks noChangeShapeType="1"/>
          </p:cNvSpPr>
          <p:nvPr/>
        </p:nvSpPr>
        <p:spPr bwMode="auto">
          <a:xfrm>
            <a:off x="7392988" y="3238500"/>
            <a:ext cx="0" cy="4191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4" name="Line 32">
            <a:extLst>
              <a:ext uri="{FF2B5EF4-FFF2-40B4-BE49-F238E27FC236}">
                <a16:creationId xmlns:a16="http://schemas.microsoft.com/office/drawing/2014/main" id="{4C65D4E0-0F1F-E792-ECA7-927648A2D078}"/>
              </a:ext>
            </a:extLst>
          </p:cNvPr>
          <p:cNvSpPr>
            <a:spLocks noChangeShapeType="1"/>
          </p:cNvSpPr>
          <p:nvPr/>
        </p:nvSpPr>
        <p:spPr bwMode="auto">
          <a:xfrm>
            <a:off x="7643813" y="3070225"/>
            <a:ext cx="757237" cy="436563"/>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5" name="Text Box 33">
            <a:extLst>
              <a:ext uri="{FF2B5EF4-FFF2-40B4-BE49-F238E27FC236}">
                <a16:creationId xmlns:a16="http://schemas.microsoft.com/office/drawing/2014/main" id="{94FA65F4-E9AD-7515-347E-1035BA3D2966}"/>
              </a:ext>
            </a:extLst>
          </p:cNvPr>
          <p:cNvSpPr txBox="1">
            <a:spLocks noChangeArrowheads="1"/>
          </p:cNvSpPr>
          <p:nvPr/>
        </p:nvSpPr>
        <p:spPr bwMode="auto">
          <a:xfrm>
            <a:off x="5756275" y="3489325"/>
            <a:ext cx="61436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zh-CN" altLang="en-US" sz="3200" b="1">
                <a:latin typeface="Times New Roman" panose="02020603050405020304" pitchFamily="18" charset="0"/>
                <a:ea typeface="宋体" panose="02010600030101010101" pitchFamily="2" charset="-122"/>
              </a:rPr>
              <a:t>（</a:t>
            </a:r>
          </a:p>
        </p:txBody>
      </p:sp>
      <p:sp>
        <p:nvSpPr>
          <p:cNvPr id="71716" name="Text Box 34">
            <a:extLst>
              <a:ext uri="{FF2B5EF4-FFF2-40B4-BE49-F238E27FC236}">
                <a16:creationId xmlns:a16="http://schemas.microsoft.com/office/drawing/2014/main" id="{0EE0D8A1-0A79-9991-B665-EE771C481209}"/>
              </a:ext>
            </a:extLst>
          </p:cNvPr>
          <p:cNvSpPr txBox="1">
            <a:spLocks noChangeArrowheads="1"/>
          </p:cNvSpPr>
          <p:nvPr/>
        </p:nvSpPr>
        <p:spPr bwMode="auto">
          <a:xfrm>
            <a:off x="7207250" y="3535363"/>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71717" name="Text Box 35">
            <a:extLst>
              <a:ext uri="{FF2B5EF4-FFF2-40B4-BE49-F238E27FC236}">
                <a16:creationId xmlns:a16="http://schemas.microsoft.com/office/drawing/2014/main" id="{07BCE857-A1AA-FC69-376A-A3176D470265}"/>
              </a:ext>
            </a:extLst>
          </p:cNvPr>
          <p:cNvSpPr txBox="1">
            <a:spLocks noChangeArrowheads="1"/>
          </p:cNvSpPr>
          <p:nvPr/>
        </p:nvSpPr>
        <p:spPr bwMode="auto">
          <a:xfrm>
            <a:off x="8391525" y="3429000"/>
            <a:ext cx="61436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zh-CN" altLang="en-US" sz="3200" b="1">
                <a:latin typeface="Times New Roman" panose="02020603050405020304" pitchFamily="18" charset="0"/>
                <a:ea typeface="宋体" panose="02010600030101010101" pitchFamily="2" charset="-122"/>
              </a:rPr>
              <a:t>）</a:t>
            </a:r>
          </a:p>
        </p:txBody>
      </p:sp>
      <p:sp>
        <p:nvSpPr>
          <p:cNvPr id="71718" name="Line 36">
            <a:extLst>
              <a:ext uri="{FF2B5EF4-FFF2-40B4-BE49-F238E27FC236}">
                <a16:creationId xmlns:a16="http://schemas.microsoft.com/office/drawing/2014/main" id="{27C9A19D-A8C2-C8FB-8D47-8E05D11C1887}"/>
              </a:ext>
            </a:extLst>
          </p:cNvPr>
          <p:cNvSpPr>
            <a:spLocks noChangeShapeType="1"/>
          </p:cNvSpPr>
          <p:nvPr/>
        </p:nvSpPr>
        <p:spPr bwMode="auto">
          <a:xfrm flipH="1">
            <a:off x="6469063" y="3910013"/>
            <a:ext cx="755650"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9" name="Line 37">
            <a:extLst>
              <a:ext uri="{FF2B5EF4-FFF2-40B4-BE49-F238E27FC236}">
                <a16:creationId xmlns:a16="http://schemas.microsoft.com/office/drawing/2014/main" id="{37C7C37F-546F-AD46-C67A-EDFE65975B59}"/>
              </a:ext>
            </a:extLst>
          </p:cNvPr>
          <p:cNvSpPr>
            <a:spLocks noChangeShapeType="1"/>
          </p:cNvSpPr>
          <p:nvPr/>
        </p:nvSpPr>
        <p:spPr bwMode="auto">
          <a:xfrm>
            <a:off x="7561263" y="3910013"/>
            <a:ext cx="755650" cy="503237"/>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0" name="Line 38">
            <a:extLst>
              <a:ext uri="{FF2B5EF4-FFF2-40B4-BE49-F238E27FC236}">
                <a16:creationId xmlns:a16="http://schemas.microsoft.com/office/drawing/2014/main" id="{8D3173B3-6E1B-EA02-DA2F-5E9040969F69}"/>
              </a:ext>
            </a:extLst>
          </p:cNvPr>
          <p:cNvSpPr>
            <a:spLocks noChangeShapeType="1"/>
          </p:cNvSpPr>
          <p:nvPr/>
        </p:nvSpPr>
        <p:spPr bwMode="auto">
          <a:xfrm>
            <a:off x="7392988" y="3994150"/>
            <a:ext cx="0"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1" name="Text Box 39">
            <a:extLst>
              <a:ext uri="{FF2B5EF4-FFF2-40B4-BE49-F238E27FC236}">
                <a16:creationId xmlns:a16="http://schemas.microsoft.com/office/drawing/2014/main" id="{02179C85-6785-844B-14E0-9DCBCB5255FC}"/>
              </a:ext>
            </a:extLst>
          </p:cNvPr>
          <p:cNvSpPr txBox="1">
            <a:spLocks noChangeArrowheads="1"/>
          </p:cNvSpPr>
          <p:nvPr/>
        </p:nvSpPr>
        <p:spPr bwMode="auto">
          <a:xfrm>
            <a:off x="6216650" y="4302125"/>
            <a:ext cx="47783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71722" name="Text Box 40">
            <a:extLst>
              <a:ext uri="{FF2B5EF4-FFF2-40B4-BE49-F238E27FC236}">
                <a16:creationId xmlns:a16="http://schemas.microsoft.com/office/drawing/2014/main" id="{33C87FAA-9E28-877B-C65B-AF14026AC07E}"/>
              </a:ext>
            </a:extLst>
          </p:cNvPr>
          <p:cNvSpPr txBox="1">
            <a:spLocks noChangeArrowheads="1"/>
          </p:cNvSpPr>
          <p:nvPr/>
        </p:nvSpPr>
        <p:spPr bwMode="auto">
          <a:xfrm>
            <a:off x="8064500" y="4329113"/>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71723" name="Text Box 41">
            <a:extLst>
              <a:ext uri="{FF2B5EF4-FFF2-40B4-BE49-F238E27FC236}">
                <a16:creationId xmlns:a16="http://schemas.microsoft.com/office/drawing/2014/main" id="{38E9166F-6D24-9832-8AEB-4C5C7A914BAA}"/>
              </a:ext>
            </a:extLst>
          </p:cNvPr>
          <p:cNvSpPr txBox="1">
            <a:spLocks noChangeArrowheads="1"/>
          </p:cNvSpPr>
          <p:nvPr/>
        </p:nvSpPr>
        <p:spPr bwMode="auto">
          <a:xfrm>
            <a:off x="7207250" y="4291013"/>
            <a:ext cx="408741" cy="559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dirty="0">
                <a:latin typeface="Times New Roman" panose="02020603050405020304" pitchFamily="18" charset="0"/>
                <a:ea typeface="宋体" panose="02010600030101010101" pitchFamily="2" charset="-122"/>
              </a:rPr>
              <a:t>*</a:t>
            </a:r>
          </a:p>
        </p:txBody>
      </p:sp>
      <p:sp>
        <p:nvSpPr>
          <p:cNvPr id="71724" name="Line 42">
            <a:extLst>
              <a:ext uri="{FF2B5EF4-FFF2-40B4-BE49-F238E27FC236}">
                <a16:creationId xmlns:a16="http://schemas.microsoft.com/office/drawing/2014/main" id="{FD544894-082D-03D4-A216-B7D718E76674}"/>
              </a:ext>
            </a:extLst>
          </p:cNvPr>
          <p:cNvSpPr>
            <a:spLocks noChangeShapeType="1"/>
          </p:cNvSpPr>
          <p:nvPr/>
        </p:nvSpPr>
        <p:spPr bwMode="auto">
          <a:xfrm flipH="1">
            <a:off x="7392988" y="4711700"/>
            <a:ext cx="671512"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5" name="Line 43">
            <a:extLst>
              <a:ext uri="{FF2B5EF4-FFF2-40B4-BE49-F238E27FC236}">
                <a16:creationId xmlns:a16="http://schemas.microsoft.com/office/drawing/2014/main" id="{4D84DA92-AC05-A93A-BE42-058448339653}"/>
              </a:ext>
            </a:extLst>
          </p:cNvPr>
          <p:cNvSpPr>
            <a:spLocks noChangeShapeType="1"/>
          </p:cNvSpPr>
          <p:nvPr/>
        </p:nvSpPr>
        <p:spPr bwMode="auto">
          <a:xfrm>
            <a:off x="8567738" y="4711700"/>
            <a:ext cx="588962" cy="419100"/>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6" name="Line 44">
            <a:extLst>
              <a:ext uri="{FF2B5EF4-FFF2-40B4-BE49-F238E27FC236}">
                <a16:creationId xmlns:a16="http://schemas.microsoft.com/office/drawing/2014/main" id="{D91213C8-08F8-BB48-4B1C-1FD161071932}"/>
              </a:ext>
            </a:extLst>
          </p:cNvPr>
          <p:cNvSpPr>
            <a:spLocks noChangeShapeType="1"/>
          </p:cNvSpPr>
          <p:nvPr/>
        </p:nvSpPr>
        <p:spPr bwMode="auto">
          <a:xfrm>
            <a:off x="8232775" y="4795838"/>
            <a:ext cx="0" cy="503237"/>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7" name="Text Box 45">
            <a:extLst>
              <a:ext uri="{FF2B5EF4-FFF2-40B4-BE49-F238E27FC236}">
                <a16:creationId xmlns:a16="http://schemas.microsoft.com/office/drawing/2014/main" id="{507E4DA2-9E69-4134-27DB-BCAFBF411214}"/>
              </a:ext>
            </a:extLst>
          </p:cNvPr>
          <p:cNvSpPr txBox="1">
            <a:spLocks noChangeArrowheads="1"/>
          </p:cNvSpPr>
          <p:nvPr/>
        </p:nvSpPr>
        <p:spPr bwMode="auto">
          <a:xfrm>
            <a:off x="8988425" y="5046663"/>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71728" name="Text Box 46">
            <a:extLst>
              <a:ext uri="{FF2B5EF4-FFF2-40B4-BE49-F238E27FC236}">
                <a16:creationId xmlns:a16="http://schemas.microsoft.com/office/drawing/2014/main" id="{5A32ED9E-5F44-54A2-B7E5-3E6CF23D2104}"/>
              </a:ext>
            </a:extLst>
          </p:cNvPr>
          <p:cNvSpPr txBox="1">
            <a:spLocks noChangeArrowheads="1"/>
          </p:cNvSpPr>
          <p:nvPr/>
        </p:nvSpPr>
        <p:spPr bwMode="auto">
          <a:xfrm>
            <a:off x="6972300" y="5002213"/>
            <a:ext cx="4778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E</a:t>
            </a:r>
          </a:p>
        </p:txBody>
      </p:sp>
      <p:sp>
        <p:nvSpPr>
          <p:cNvPr id="71729" name="Text Box 47">
            <a:extLst>
              <a:ext uri="{FF2B5EF4-FFF2-40B4-BE49-F238E27FC236}">
                <a16:creationId xmlns:a16="http://schemas.microsoft.com/office/drawing/2014/main" id="{FCA9281D-7740-6D4E-2284-A2C57AAF8341}"/>
              </a:ext>
            </a:extLst>
          </p:cNvPr>
          <p:cNvSpPr txBox="1">
            <a:spLocks noChangeArrowheads="1"/>
          </p:cNvSpPr>
          <p:nvPr/>
        </p:nvSpPr>
        <p:spPr bwMode="auto">
          <a:xfrm>
            <a:off x="6216650" y="5214938"/>
            <a:ext cx="3175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i</a:t>
            </a:r>
          </a:p>
        </p:txBody>
      </p:sp>
      <p:sp>
        <p:nvSpPr>
          <p:cNvPr id="71730" name="Line 48">
            <a:extLst>
              <a:ext uri="{FF2B5EF4-FFF2-40B4-BE49-F238E27FC236}">
                <a16:creationId xmlns:a16="http://schemas.microsoft.com/office/drawing/2014/main" id="{9499BD5F-016E-B849-7222-A86BC5AFC9C2}"/>
              </a:ext>
            </a:extLst>
          </p:cNvPr>
          <p:cNvSpPr>
            <a:spLocks noChangeShapeType="1"/>
          </p:cNvSpPr>
          <p:nvPr/>
        </p:nvSpPr>
        <p:spPr bwMode="auto">
          <a:xfrm>
            <a:off x="9156700" y="5467350"/>
            <a:ext cx="0" cy="587375"/>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1" name="Line 49">
            <a:extLst>
              <a:ext uri="{FF2B5EF4-FFF2-40B4-BE49-F238E27FC236}">
                <a16:creationId xmlns:a16="http://schemas.microsoft.com/office/drawing/2014/main" id="{C56ABFAD-3346-744F-FA99-9AE1670D34B6}"/>
              </a:ext>
            </a:extLst>
          </p:cNvPr>
          <p:cNvSpPr>
            <a:spLocks noChangeShapeType="1"/>
          </p:cNvSpPr>
          <p:nvPr/>
        </p:nvSpPr>
        <p:spPr bwMode="auto">
          <a:xfrm>
            <a:off x="7140575" y="5505450"/>
            <a:ext cx="0" cy="588963"/>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2" name="Text Box 50">
            <a:extLst>
              <a:ext uri="{FF2B5EF4-FFF2-40B4-BE49-F238E27FC236}">
                <a16:creationId xmlns:a16="http://schemas.microsoft.com/office/drawing/2014/main" id="{79DAD64C-8959-7C84-BE01-68BEF1D36891}"/>
              </a:ext>
            </a:extLst>
          </p:cNvPr>
          <p:cNvSpPr txBox="1">
            <a:spLocks noChangeArrowheads="1"/>
          </p:cNvSpPr>
          <p:nvPr/>
        </p:nvSpPr>
        <p:spPr bwMode="auto">
          <a:xfrm>
            <a:off x="8988425" y="6054725"/>
            <a:ext cx="3175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i</a:t>
            </a:r>
          </a:p>
        </p:txBody>
      </p:sp>
      <p:sp>
        <p:nvSpPr>
          <p:cNvPr id="71733" name="Text Box 51">
            <a:extLst>
              <a:ext uri="{FF2B5EF4-FFF2-40B4-BE49-F238E27FC236}">
                <a16:creationId xmlns:a16="http://schemas.microsoft.com/office/drawing/2014/main" id="{C8CA3B05-B085-C373-6D9A-FA0C4E77CE67}"/>
              </a:ext>
            </a:extLst>
          </p:cNvPr>
          <p:cNvSpPr txBox="1">
            <a:spLocks noChangeArrowheads="1"/>
          </p:cNvSpPr>
          <p:nvPr/>
        </p:nvSpPr>
        <p:spPr bwMode="auto">
          <a:xfrm>
            <a:off x="6972300" y="6010275"/>
            <a:ext cx="3175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a:latin typeface="Times New Roman" panose="02020603050405020304" pitchFamily="18" charset="0"/>
                <a:ea typeface="宋体" panose="02010600030101010101" pitchFamily="2" charset="-122"/>
              </a:rPr>
              <a:t>i</a:t>
            </a:r>
          </a:p>
        </p:txBody>
      </p:sp>
      <p:sp>
        <p:nvSpPr>
          <p:cNvPr id="71734" name="Line 52">
            <a:extLst>
              <a:ext uri="{FF2B5EF4-FFF2-40B4-BE49-F238E27FC236}">
                <a16:creationId xmlns:a16="http://schemas.microsoft.com/office/drawing/2014/main" id="{94CB2E69-BAAF-A4CB-C66B-8C78E01EE370}"/>
              </a:ext>
            </a:extLst>
          </p:cNvPr>
          <p:cNvSpPr>
            <a:spLocks noChangeShapeType="1"/>
          </p:cNvSpPr>
          <p:nvPr/>
        </p:nvSpPr>
        <p:spPr bwMode="auto">
          <a:xfrm>
            <a:off x="6384925" y="4711700"/>
            <a:ext cx="0" cy="587375"/>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5" name="Text Box 53">
            <a:extLst>
              <a:ext uri="{FF2B5EF4-FFF2-40B4-BE49-F238E27FC236}">
                <a16:creationId xmlns:a16="http://schemas.microsoft.com/office/drawing/2014/main" id="{E506096E-C45E-925D-9DBF-31C98A9BA473}"/>
              </a:ext>
            </a:extLst>
          </p:cNvPr>
          <p:cNvSpPr txBox="1">
            <a:spLocks noChangeArrowheads="1"/>
          </p:cNvSpPr>
          <p:nvPr/>
        </p:nvSpPr>
        <p:spPr bwMode="auto">
          <a:xfrm>
            <a:off x="8064500" y="5337175"/>
            <a:ext cx="437595" cy="559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spAutoFit/>
          </a:bodyPr>
          <a:lstStyle/>
          <a:p>
            <a:pPr eaLnBrk="1">
              <a:lnSpc>
                <a:spcPct val="93000"/>
              </a:lnSpc>
              <a:buFont typeface="Arial" panose="020B0604020202020204" pitchFamily="34" charset="0"/>
              <a:buNone/>
            </a:pPr>
            <a:r>
              <a:rPr lang="en-US" altLang="zh-CN" sz="3200" b="1" dirty="0">
                <a:latin typeface="Times New Roman" panose="02020603050405020304" pitchFamily="18" charset="0"/>
                <a:ea typeface="宋体" panose="02010600030101010101" pitchFamily="2" charset="-122"/>
              </a:rPr>
              <a:t>+</a:t>
            </a:r>
            <a:endParaRPr lang="zh-CN" altLang="en-US" sz="3200" b="1" dirty="0">
              <a:latin typeface="Times New Roman" panose="02020603050405020304" pitchFamily="18" charset="0"/>
              <a:ea typeface="宋体" panose="02010600030101010101" pitchFamily="2" charset="-122"/>
            </a:endParaRPr>
          </a:p>
        </p:txBody>
      </p:sp>
      <p:sp>
        <p:nvSpPr>
          <p:cNvPr id="71736" name="日期占位符 58">
            <a:extLst>
              <a:ext uri="{FF2B5EF4-FFF2-40B4-BE49-F238E27FC236}">
                <a16:creationId xmlns:a16="http://schemas.microsoft.com/office/drawing/2014/main" id="{2701BFCD-7979-4346-7F03-A4EEFED59D0B}"/>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8" name="Text Box 6">
            <a:extLst>
              <a:ext uri="{FF2B5EF4-FFF2-40B4-BE49-F238E27FC236}">
                <a16:creationId xmlns:a16="http://schemas.microsoft.com/office/drawing/2014/main" id="{1AF5B2C7-3CDA-9D4C-27AB-2F84FD4DEB9E}"/>
              </a:ext>
            </a:extLst>
          </p:cNvPr>
          <p:cNvSpPr txBox="1">
            <a:spLocks noChangeArrowheads="1"/>
          </p:cNvSpPr>
          <p:nvPr/>
        </p:nvSpPr>
        <p:spPr bwMode="auto">
          <a:xfrm>
            <a:off x="5202238" y="6534150"/>
            <a:ext cx="4103687" cy="904875"/>
          </a:xfrm>
          <a:prstGeom prst="rect">
            <a:avLst/>
          </a:prstGeom>
          <a:gradFill rotWithShape="1">
            <a:gsLst>
              <a:gs pos="0">
                <a:srgbClr val="4F81BD">
                  <a:tint val="96000"/>
                  <a:lumMod val="100000"/>
                </a:srgbClr>
              </a:gs>
              <a:gs pos="78000">
                <a:srgbClr val="4F81BD">
                  <a:shade val="94000"/>
                  <a:lumMod val="94000"/>
                </a:srgbClr>
              </a:gs>
            </a:gsLst>
            <a:lin ang="5400000" scaled="0"/>
          </a:gradFill>
          <a:ln w="12700" cap="rnd" cmpd="sng" algn="ctr">
            <a:solidFill>
              <a:srgbClr val="4F81BD"/>
            </a:solidFill>
            <a:prstDash val="solid"/>
            <a:headEnd/>
            <a:tailEnd type="none" w="lg" len="lg"/>
          </a:ln>
          <a:effectLst>
            <a:outerShdw blurRad="38100" dist="25400" dir="5400000" rotWithShape="0">
              <a:srgbClr val="000000">
                <a:alpha val="35000"/>
              </a:srgbClr>
            </a:outerShdw>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eaLnBrk="1" fontAlgn="auto" hangingPunct="1">
              <a:spcBef>
                <a:spcPct val="20000"/>
              </a:spcBef>
              <a:spcAft>
                <a:spcPts val="0"/>
              </a:spcAft>
              <a:buClr>
                <a:srgbClr val="EEECE1"/>
              </a:buClr>
              <a:buSzPct val="75000"/>
              <a:buFont typeface="Wingdings" panose="05000000000000000000" pitchFamily="2" charset="2"/>
              <a:buNone/>
              <a:defRPr/>
            </a:pPr>
            <a:r>
              <a:rPr lang="en-US" altLang="zh-CN" sz="2400" kern="0" dirty="0">
                <a:solidFill>
                  <a:prstClr val="white"/>
                </a:solidFill>
                <a:latin typeface="微软雅黑" panose="020B0503020204020204" pitchFamily="34" charset="-122"/>
                <a:ea typeface="微软雅黑" panose="020B0503020204020204" pitchFamily="34" charset="-122"/>
                <a:cs typeface="+mn-cs"/>
              </a:rPr>
              <a:t>G(E)</a:t>
            </a:r>
            <a:r>
              <a:rPr lang="zh-CN" altLang="en-US" sz="2400" kern="0" dirty="0">
                <a:solidFill>
                  <a:prstClr val="white"/>
                </a:solidFill>
                <a:latin typeface="微软雅黑" panose="020B0503020204020204" pitchFamily="34" charset="-122"/>
                <a:ea typeface="微软雅黑" panose="020B0503020204020204" pitchFamily="34" charset="-122"/>
                <a:cs typeface="+mn-cs"/>
              </a:rPr>
              <a:t>： </a:t>
            </a:r>
            <a:r>
              <a:rPr lang="en-US" altLang="zh-CN" sz="2400" kern="0" dirty="0">
                <a:solidFill>
                  <a:prstClr val="white"/>
                </a:solidFill>
                <a:latin typeface="微软雅黑" panose="020B0503020204020204" pitchFamily="34" charset="-122"/>
                <a:ea typeface="微软雅黑" panose="020B0503020204020204" pitchFamily="34" charset="-122"/>
                <a:cs typeface="+mn-cs"/>
              </a:rPr>
              <a:t>E </a:t>
            </a:r>
            <a:r>
              <a:rPr lang="en-US" altLang="zh-CN" sz="2400" kern="0" dirty="0">
                <a:solidFill>
                  <a:prstClr val="white"/>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en-US" altLang="zh-CN" sz="2400" kern="0" dirty="0">
                <a:solidFill>
                  <a:prstClr val="white"/>
                </a:solidFill>
                <a:latin typeface="微软雅黑" panose="020B0503020204020204" pitchFamily="34" charset="-122"/>
                <a:ea typeface="微软雅黑" panose="020B0503020204020204" pitchFamily="34" charset="-122"/>
                <a:cs typeface="+mn-cs"/>
              </a:rPr>
              <a:t> </a:t>
            </a:r>
            <a:r>
              <a:rPr lang="en-US" altLang="zh-CN" sz="2400" kern="0" dirty="0" err="1">
                <a:solidFill>
                  <a:prstClr val="white"/>
                </a:solidFill>
                <a:latin typeface="微软雅黑" panose="020B0503020204020204" pitchFamily="34" charset="-122"/>
                <a:ea typeface="微软雅黑" panose="020B0503020204020204" pitchFamily="34" charset="-122"/>
                <a:cs typeface="+mn-cs"/>
              </a:rPr>
              <a:t>i|E+E|E</a:t>
            </a:r>
            <a:r>
              <a:rPr lang="en-US" altLang="zh-CN" sz="2400" kern="0" dirty="0">
                <a:solidFill>
                  <a:prstClr val="white"/>
                </a:solidFill>
                <a:latin typeface="微软雅黑" panose="020B0503020204020204" pitchFamily="34" charset="-122"/>
                <a:ea typeface="微软雅黑" panose="020B0503020204020204" pitchFamily="34" charset="-122"/>
                <a:cs typeface="+mn-cs"/>
              </a:rPr>
              <a:t>*E|(E)</a:t>
            </a:r>
          </a:p>
          <a:p>
            <a:pPr defTabSz="457200" eaLnBrk="1" fontAlgn="auto" hangingPunct="1">
              <a:spcBef>
                <a:spcPct val="20000"/>
              </a:spcBef>
              <a:spcAft>
                <a:spcPts val="0"/>
              </a:spcAft>
              <a:buClr>
                <a:srgbClr val="EEECE1"/>
              </a:buClr>
              <a:buSzPct val="75000"/>
              <a:buFont typeface="Wingdings" panose="05000000000000000000" pitchFamily="2" charset="2"/>
              <a:buNone/>
              <a:defRPr/>
            </a:pPr>
            <a:r>
              <a:rPr lang="zh-CN" altLang="en-US" sz="2400" kern="0" dirty="0">
                <a:solidFill>
                  <a:prstClr val="white"/>
                </a:solidFill>
                <a:latin typeface="微软雅黑" panose="020B0503020204020204" pitchFamily="34" charset="-122"/>
                <a:ea typeface="微软雅黑" panose="020B0503020204020204" pitchFamily="34" charset="-122"/>
                <a:cs typeface="+mn-cs"/>
              </a:rPr>
              <a:t>是二义的</a:t>
            </a:r>
            <a:r>
              <a:rPr lang="en-US" altLang="zh-CN" sz="2400" kern="0" dirty="0">
                <a:solidFill>
                  <a:prstClr val="white"/>
                </a:solidFill>
                <a:latin typeface="微软雅黑" panose="020B0503020204020204" pitchFamily="34" charset="-122"/>
                <a:ea typeface="微软雅黑" panose="020B0503020204020204" pitchFamily="34" charset="-122"/>
                <a:cs typeface="+mn-cs"/>
              </a:rPr>
              <a:t>(ambiguous)</a:t>
            </a:r>
            <a:endParaRPr lang="en-GB" altLang="zh-CN" sz="2400" kern="0" dirty="0">
              <a:solidFill>
                <a:prstClr val="white"/>
              </a:solidFill>
              <a:latin typeface="微软雅黑" panose="020B0503020204020204" pitchFamily="34" charset="-122"/>
              <a:ea typeface="微软雅黑" panose="020B0503020204020204" pitchFamily="34" charset="-122"/>
              <a:cs typeface="+mn-cs"/>
            </a:endParaRPr>
          </a:p>
        </p:txBody>
      </p:sp>
      <p:sp>
        <p:nvSpPr>
          <p:cNvPr id="59" name="Text Box 6">
            <a:extLst>
              <a:ext uri="{FF2B5EF4-FFF2-40B4-BE49-F238E27FC236}">
                <a16:creationId xmlns:a16="http://schemas.microsoft.com/office/drawing/2014/main" id="{3E818260-CD68-DFB1-D9EC-6BABB5605F0E}"/>
              </a:ext>
            </a:extLst>
          </p:cNvPr>
          <p:cNvSpPr txBox="1">
            <a:spLocks noChangeArrowheads="1"/>
          </p:cNvSpPr>
          <p:nvPr/>
        </p:nvSpPr>
        <p:spPr bwMode="auto">
          <a:xfrm>
            <a:off x="608013" y="6397625"/>
            <a:ext cx="4102100" cy="1154113"/>
          </a:xfrm>
          <a:prstGeom prst="rect">
            <a:avLst/>
          </a:prstGeom>
          <a:gradFill rotWithShape="1">
            <a:gsLst>
              <a:gs pos="0">
                <a:srgbClr val="4F81BD">
                  <a:tint val="96000"/>
                  <a:lumMod val="100000"/>
                </a:srgbClr>
              </a:gs>
              <a:gs pos="78000">
                <a:srgbClr val="4F81BD">
                  <a:shade val="94000"/>
                  <a:lumMod val="94000"/>
                </a:srgbClr>
              </a:gs>
            </a:gsLst>
            <a:lin ang="5400000" scaled="0"/>
          </a:gradFill>
          <a:ln w="12700" cap="rnd" cmpd="sng" algn="ctr">
            <a:solidFill>
              <a:srgbClr val="4F81BD"/>
            </a:solidFill>
            <a:prstDash val="solid"/>
            <a:headEnd/>
            <a:tailEnd type="none" w="lg" len="lg"/>
          </a:ln>
          <a:effectLst>
            <a:outerShdw blurRad="38100" dist="25400" dir="5400000" rotWithShape="0">
              <a:srgbClr val="000000">
                <a:alpha val="35000"/>
              </a:srgbClr>
            </a:outerShdw>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eaLnBrk="1" fontAlgn="auto" hangingPunct="1">
              <a:spcBef>
                <a:spcPct val="20000"/>
              </a:spcBef>
              <a:spcAft>
                <a:spcPts val="0"/>
              </a:spcAft>
              <a:buClr>
                <a:srgbClr val="EEECE1"/>
              </a:buClr>
              <a:buSzPct val="75000"/>
              <a:buFont typeface="Wingdings" panose="05000000000000000000" pitchFamily="2" charset="2"/>
              <a:buNone/>
              <a:defRPr/>
            </a:pPr>
            <a:r>
              <a:rPr lang="zh-CN" altLang="en-US" sz="2300" kern="0" dirty="0">
                <a:solidFill>
                  <a:prstClr val="white"/>
                </a:solidFill>
                <a:latin typeface="微软雅黑" panose="020B0503020204020204" pitchFamily="34" charset="-122"/>
                <a:ea typeface="微软雅黑" panose="020B0503020204020204" pitchFamily="34" charset="-122"/>
                <a:cs typeface="+mn-cs"/>
              </a:rPr>
              <a:t>句型</a:t>
            </a:r>
            <a:r>
              <a:rPr lang="en-US" altLang="zh-CN" sz="2300" kern="0" dirty="0">
                <a:solidFill>
                  <a:prstClr val="white"/>
                </a:solidFill>
                <a:latin typeface="微软雅黑" panose="020B0503020204020204" pitchFamily="34" charset="-122"/>
                <a:ea typeface="微软雅黑" panose="020B0503020204020204" pitchFamily="34" charset="-122"/>
                <a:cs typeface="+mn-cs"/>
              </a:rPr>
              <a:t>(</a:t>
            </a:r>
            <a:r>
              <a:rPr lang="en-US" altLang="zh-CN" sz="2300" kern="0" dirty="0" err="1">
                <a:solidFill>
                  <a:prstClr val="white"/>
                </a:solidFill>
                <a:latin typeface="微软雅黑" panose="020B0503020204020204" pitchFamily="34" charset="-122"/>
                <a:ea typeface="微软雅黑" panose="020B0503020204020204" pitchFamily="34" charset="-122"/>
                <a:cs typeface="+mn-cs"/>
              </a:rPr>
              <a:t>i</a:t>
            </a:r>
            <a:r>
              <a:rPr lang="en-US" altLang="zh-CN" sz="2300" kern="0" dirty="0">
                <a:solidFill>
                  <a:prstClr val="white"/>
                </a:solidFill>
                <a:latin typeface="微软雅黑" panose="020B0503020204020204" pitchFamily="34" charset="-122"/>
                <a:ea typeface="微软雅黑" panose="020B0503020204020204" pitchFamily="34" charset="-122"/>
                <a:cs typeface="+mn-cs"/>
              </a:rPr>
              <a:t>*</a:t>
            </a:r>
            <a:r>
              <a:rPr lang="en-US" altLang="zh-CN" sz="2300" kern="0" dirty="0" err="1">
                <a:solidFill>
                  <a:prstClr val="white"/>
                </a:solidFill>
                <a:latin typeface="微软雅黑" panose="020B0503020204020204" pitchFamily="34" charset="-122"/>
                <a:ea typeface="微软雅黑" panose="020B0503020204020204" pitchFamily="34" charset="-122"/>
                <a:cs typeface="+mn-cs"/>
              </a:rPr>
              <a:t>i+i</a:t>
            </a:r>
            <a:r>
              <a:rPr lang="en-US" altLang="zh-CN" sz="2300" kern="0" dirty="0">
                <a:solidFill>
                  <a:prstClr val="white"/>
                </a:solidFill>
                <a:latin typeface="微软雅黑" panose="020B0503020204020204" pitchFamily="34" charset="-122"/>
                <a:ea typeface="微软雅黑" panose="020B0503020204020204" pitchFamily="34" charset="-122"/>
                <a:cs typeface="+mn-cs"/>
              </a:rPr>
              <a:t>)</a:t>
            </a:r>
            <a:r>
              <a:rPr lang="zh-CN" altLang="en-US" sz="2300" kern="0" dirty="0">
                <a:solidFill>
                  <a:prstClr val="white"/>
                </a:solidFill>
                <a:latin typeface="微软雅黑" panose="020B0503020204020204" pitchFamily="34" charset="-122"/>
                <a:ea typeface="微软雅黑" panose="020B0503020204020204" pitchFamily="34" charset="-122"/>
                <a:cs typeface="+mn-cs"/>
              </a:rPr>
              <a:t>对应多颗语法树</a:t>
            </a:r>
            <a:r>
              <a:rPr lang="en-US" altLang="zh-CN" sz="2300" kern="0" dirty="0">
                <a:solidFill>
                  <a:prstClr val="white"/>
                </a:solidFill>
                <a:latin typeface="微软雅黑" panose="020B0503020204020204" pitchFamily="34" charset="-122"/>
                <a:ea typeface="微软雅黑" panose="020B0503020204020204" pitchFamily="34" charset="-122"/>
                <a:cs typeface="+mn-cs"/>
              </a:rPr>
              <a:t>,</a:t>
            </a:r>
            <a:r>
              <a:rPr lang="zh-CN" altLang="en-US" sz="2300" kern="0" dirty="0">
                <a:solidFill>
                  <a:prstClr val="white"/>
                </a:solidFill>
                <a:latin typeface="微软雅黑" panose="020B0503020204020204" pitchFamily="34" charset="-122"/>
                <a:ea typeface="微软雅黑" panose="020B0503020204020204" pitchFamily="34" charset="-122"/>
                <a:cs typeface="+mn-cs"/>
              </a:rPr>
              <a:t>每颗语法树分别对应一个最左推导和最右推导</a:t>
            </a:r>
            <a:r>
              <a:rPr lang="en-US" altLang="zh-CN" sz="2300" kern="0" dirty="0">
                <a:solidFill>
                  <a:prstClr val="white"/>
                </a:solidFill>
                <a:latin typeface="微软雅黑" panose="020B0503020204020204" pitchFamily="34" charset="-122"/>
                <a:ea typeface="微软雅黑" panose="020B0503020204020204" pitchFamily="34" charset="-122"/>
                <a:cs typeface="+mn-cs"/>
              </a:rPr>
              <a:t> </a:t>
            </a:r>
            <a:endParaRPr lang="en-GB" altLang="zh-CN" sz="2300" kern="0" dirty="0">
              <a:solidFill>
                <a:prstClr val="white"/>
              </a:solidFill>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5D81F940-EF89-5DA8-F0A2-A5A81CF9824E}"/>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110000"/>
              </a:lnSpc>
              <a:spcAft>
                <a:spcPct val="0"/>
              </a:spcAft>
              <a:buFont typeface="Times New Roman" panose="02020603050405020304" pitchFamily="18" charset="0"/>
              <a:buNone/>
            </a:pPr>
            <a:r>
              <a:rPr lang="zh-CN" altLang="en-US" sz="4800" dirty="0"/>
              <a:t>语法树与二义性</a:t>
            </a:r>
            <a:r>
              <a:rPr lang="en-US" altLang="zh-CN" sz="4800" dirty="0"/>
              <a:t>(ambiguity)</a:t>
            </a:r>
            <a:endParaRPr lang="zh-CN" altLang="en-US" sz="4800" dirty="0"/>
          </a:p>
        </p:txBody>
      </p:sp>
      <p:sp>
        <p:nvSpPr>
          <p:cNvPr id="4" name="Rectangle 2">
            <a:extLst>
              <a:ext uri="{FF2B5EF4-FFF2-40B4-BE49-F238E27FC236}">
                <a16:creationId xmlns:a16="http://schemas.microsoft.com/office/drawing/2014/main" id="{C19CD61F-45D3-1AE2-522F-F034EB8BF792}"/>
              </a:ext>
            </a:extLst>
          </p:cNvPr>
          <p:cNvSpPr txBox="1">
            <a:spLocks noChangeArrowheads="1"/>
          </p:cNvSpPr>
          <p:nvPr/>
        </p:nvSpPr>
        <p:spPr bwMode="auto">
          <a:xfrm>
            <a:off x="674688" y="1844675"/>
            <a:ext cx="7888287"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90000"/>
              </a:lnSpc>
              <a:spcBef>
                <a:spcPts val="1000"/>
              </a:spcBef>
              <a:spcAft>
                <a:spcPct val="0"/>
              </a:spcAft>
              <a:buClr>
                <a:srgbClr val="4F81BD"/>
              </a:buClr>
              <a:buSzPct val="80000"/>
              <a:buFont typeface="Wingdings 3" panose="05040102010807070707" pitchFamily="18" charset="2"/>
              <a:buChar char=""/>
            </a:pPr>
            <a:r>
              <a:rPr lang="zh-CN" altLang="en-US" sz="2800" dirty="0">
                <a:solidFill>
                  <a:srgbClr val="404040"/>
                </a:solidFill>
                <a:latin typeface="微软雅黑" panose="020B0503020204020204" pitchFamily="34" charset="-122"/>
                <a:ea typeface="微软雅黑" panose="020B0503020204020204" pitchFamily="34" charset="-122"/>
                <a:cs typeface="Droid Sans Fallback"/>
              </a:rPr>
              <a:t>文法的二义性</a:t>
            </a:r>
            <a:r>
              <a:rPr lang="zh-CN" altLang="zh-CN" sz="2800" noProof="1">
                <a:solidFill>
                  <a:srgbClr val="404040"/>
                </a:solidFill>
                <a:latin typeface="微软雅黑" panose="020B0503020204020204" pitchFamily="34" charset="-122"/>
                <a:ea typeface="微软雅黑" panose="020B0503020204020204" pitchFamily="34" charset="-122"/>
                <a:cs typeface="Droid Sans Fallback"/>
              </a:rPr>
              <a:t>：</a:t>
            </a:r>
            <a:r>
              <a:rPr lang="zh-CN" altLang="en-US" sz="2800" noProof="1">
                <a:solidFill>
                  <a:srgbClr val="404040"/>
                </a:solidFill>
                <a:latin typeface="微软雅黑" panose="020B0503020204020204" pitchFamily="34" charset="-122"/>
                <a:ea typeface="微软雅黑" panose="020B0503020204020204" pitchFamily="34" charset="-122"/>
                <a:cs typeface="Droid Sans Fallback"/>
              </a:rPr>
              <a:t>如果一个文法存在某个句子对应</a:t>
            </a:r>
            <a:r>
              <a:rPr lang="zh-CN" altLang="en-US" sz="2800" noProof="1">
                <a:solidFill>
                  <a:srgbClr val="C00000"/>
                </a:solidFill>
                <a:latin typeface="微软雅黑" panose="020B0503020204020204" pitchFamily="34" charset="-122"/>
                <a:ea typeface="微软雅黑" panose="020B0503020204020204" pitchFamily="34" charset="-122"/>
                <a:cs typeface="Droid Sans Fallback"/>
              </a:rPr>
              <a:t>两棵不同的语法树</a:t>
            </a:r>
            <a:r>
              <a:rPr lang="zh-CN" altLang="zh-CN" sz="2800" noProof="1">
                <a:solidFill>
                  <a:srgbClr val="404040"/>
                </a:solidFill>
                <a:latin typeface="微软雅黑" panose="020B0503020204020204" pitchFamily="34" charset="-122"/>
                <a:ea typeface="微软雅黑" panose="020B0503020204020204" pitchFamily="34" charset="-122"/>
                <a:cs typeface="Droid Sans Fallback"/>
              </a:rPr>
              <a:t>，</a:t>
            </a:r>
            <a:r>
              <a:rPr lang="zh-CN" altLang="en-US" sz="2800" noProof="1">
                <a:solidFill>
                  <a:srgbClr val="404040"/>
                </a:solidFill>
                <a:latin typeface="微软雅黑" panose="020B0503020204020204" pitchFamily="34" charset="-122"/>
                <a:ea typeface="微软雅黑" panose="020B0503020204020204" pitchFamily="34" charset="-122"/>
                <a:cs typeface="Droid Sans Fallback"/>
              </a:rPr>
              <a:t>则说这个</a:t>
            </a:r>
            <a:r>
              <a:rPr lang="zh-CN" altLang="en-US" sz="2800" noProof="1">
                <a:solidFill>
                  <a:srgbClr val="CC0000"/>
                </a:solidFill>
                <a:latin typeface="微软雅黑" panose="020B0503020204020204" pitchFamily="34" charset="-122"/>
                <a:ea typeface="微软雅黑" panose="020B0503020204020204" pitchFamily="34" charset="-122"/>
                <a:cs typeface="Droid Sans Fallback"/>
              </a:rPr>
              <a:t>文法是二义的</a:t>
            </a:r>
          </a:p>
          <a:p>
            <a:pPr algn="ctr" eaLnBrk="1" hangingPunct="1">
              <a:lnSpc>
                <a:spcPct val="90000"/>
              </a:lnSpc>
              <a:spcBef>
                <a:spcPts val="1000"/>
              </a:spcBef>
              <a:spcAft>
                <a:spcPct val="0"/>
              </a:spcAft>
              <a:buClr>
                <a:srgbClr val="4F81BD"/>
              </a:buClr>
              <a:buSzPct val="80000"/>
              <a:buFont typeface="Wingdings" panose="05000000000000000000" pitchFamily="2" charset="2"/>
              <a:buNone/>
            </a:pPr>
            <a:r>
              <a:rPr lang="en-US" altLang="zh-CN" sz="2800" dirty="0">
                <a:solidFill>
                  <a:srgbClr val="404040"/>
                </a:solidFill>
                <a:latin typeface="微软雅黑" panose="020B0503020204020204" pitchFamily="34" charset="-122"/>
                <a:ea typeface="微软雅黑" panose="020B0503020204020204" pitchFamily="34" charset="-122"/>
                <a:cs typeface="Droid Sans Fallback"/>
              </a:rPr>
              <a:t>G(E)</a:t>
            </a:r>
            <a:r>
              <a:rPr lang="zh-CN" altLang="en-US" sz="2800" dirty="0">
                <a:solidFill>
                  <a:srgbClr val="404040"/>
                </a:solidFill>
                <a:latin typeface="微软雅黑" panose="020B0503020204020204" pitchFamily="34" charset="-122"/>
                <a:ea typeface="微软雅黑" panose="020B0503020204020204" pitchFamily="34" charset="-122"/>
                <a:cs typeface="Droid Sans Fallback"/>
              </a:rPr>
              <a:t>： </a:t>
            </a:r>
            <a:r>
              <a:rPr lang="en-US" altLang="zh-CN" sz="2800" dirty="0">
                <a:solidFill>
                  <a:srgbClr val="404040"/>
                </a:solidFill>
                <a:latin typeface="微软雅黑" panose="020B0503020204020204" pitchFamily="34" charset="-122"/>
                <a:ea typeface="微软雅黑" panose="020B0503020204020204" pitchFamily="34" charset="-122"/>
                <a:cs typeface="Droid Sans Fallback"/>
              </a:rPr>
              <a:t>E </a:t>
            </a:r>
            <a:r>
              <a:rPr lang="en-US" altLang="zh-CN" sz="2800" dirty="0">
                <a:solidFill>
                  <a:srgbClr val="404040"/>
                </a:solidFill>
                <a:latin typeface="微软雅黑" panose="020B0503020204020204" pitchFamily="34" charset="-122"/>
                <a:ea typeface="微软雅黑" panose="020B0503020204020204" pitchFamily="34" charset="-122"/>
                <a:cs typeface="Droid Sans Fallback"/>
                <a:sym typeface="Symbol" panose="05050102010706020507" pitchFamily="18" charset="2"/>
              </a:rPr>
              <a:t></a:t>
            </a:r>
            <a:r>
              <a:rPr lang="en-US" altLang="zh-CN" sz="2800" dirty="0">
                <a:solidFill>
                  <a:srgbClr val="404040"/>
                </a:solidFill>
                <a:latin typeface="微软雅黑" panose="020B0503020204020204" pitchFamily="34" charset="-122"/>
                <a:ea typeface="微软雅黑" panose="020B0503020204020204" pitchFamily="34" charset="-122"/>
                <a:cs typeface="Droid Sans Fallback"/>
              </a:rPr>
              <a:t> </a:t>
            </a:r>
            <a:r>
              <a:rPr lang="en-US" altLang="zh-CN" sz="2800" dirty="0" err="1">
                <a:solidFill>
                  <a:srgbClr val="404040"/>
                </a:solidFill>
                <a:latin typeface="微软雅黑" panose="020B0503020204020204" pitchFamily="34" charset="-122"/>
                <a:ea typeface="微软雅黑" panose="020B0503020204020204" pitchFamily="34" charset="-122"/>
                <a:cs typeface="Droid Sans Fallback"/>
              </a:rPr>
              <a:t>i|E+E|E</a:t>
            </a:r>
            <a:r>
              <a:rPr lang="en-US" altLang="zh-CN" sz="2800" dirty="0">
                <a:solidFill>
                  <a:srgbClr val="404040"/>
                </a:solidFill>
                <a:latin typeface="微软雅黑" panose="020B0503020204020204" pitchFamily="34" charset="-122"/>
                <a:ea typeface="微软雅黑" panose="020B0503020204020204" pitchFamily="34" charset="-122"/>
                <a:cs typeface="Droid Sans Fallback"/>
              </a:rPr>
              <a:t>*E|(E) </a:t>
            </a:r>
            <a:r>
              <a:rPr lang="zh-CN" altLang="en-US" sz="2800" dirty="0">
                <a:solidFill>
                  <a:srgbClr val="404040"/>
                </a:solidFill>
                <a:latin typeface="微软雅黑" panose="020B0503020204020204" pitchFamily="34" charset="-122"/>
                <a:ea typeface="微软雅黑" panose="020B0503020204020204" pitchFamily="34" charset="-122"/>
                <a:cs typeface="Droid Sans Fallback"/>
              </a:rPr>
              <a:t>是二义文法</a:t>
            </a:r>
          </a:p>
          <a:p>
            <a:pPr eaLnBrk="1" hangingPunct="1">
              <a:lnSpc>
                <a:spcPct val="90000"/>
              </a:lnSpc>
              <a:spcBef>
                <a:spcPts val="1000"/>
              </a:spcBef>
              <a:spcAft>
                <a:spcPct val="0"/>
              </a:spcAft>
              <a:buClr>
                <a:srgbClr val="4F81BD"/>
              </a:buClr>
              <a:buSzPct val="80000"/>
              <a:buFont typeface="Wingdings 3" panose="05040102010807070707" pitchFamily="18" charset="2"/>
              <a:buChar char=""/>
            </a:pPr>
            <a:r>
              <a:rPr lang="zh-CN" altLang="en-US" sz="2800" dirty="0">
                <a:solidFill>
                  <a:srgbClr val="404040"/>
                </a:solidFill>
                <a:latin typeface="微软雅黑" panose="020B0503020204020204" pitchFamily="34" charset="-122"/>
                <a:ea typeface="微软雅黑" panose="020B0503020204020204" pitchFamily="34" charset="-122"/>
                <a:cs typeface="Droid Sans Fallback"/>
              </a:rPr>
              <a:t>语言的二义性：一个</a:t>
            </a:r>
            <a:r>
              <a:rPr lang="zh-CN" altLang="en-US" sz="2800" dirty="0">
                <a:solidFill>
                  <a:srgbClr val="CC0000"/>
                </a:solidFill>
                <a:latin typeface="微软雅黑" panose="020B0503020204020204" pitchFamily="34" charset="-122"/>
                <a:ea typeface="微软雅黑" panose="020B0503020204020204" pitchFamily="34" charset="-122"/>
                <a:cs typeface="Droid Sans Fallback"/>
              </a:rPr>
              <a:t>语言是二义的</a:t>
            </a:r>
            <a:r>
              <a:rPr lang="zh-CN" altLang="en-US" sz="2800" dirty="0">
                <a:solidFill>
                  <a:srgbClr val="404040"/>
                </a:solidFill>
                <a:latin typeface="微软雅黑" panose="020B0503020204020204" pitchFamily="34" charset="-122"/>
                <a:ea typeface="微软雅黑" panose="020B0503020204020204" pitchFamily="34" charset="-122"/>
                <a:cs typeface="Droid Sans Fallback"/>
              </a:rPr>
              <a:t>，如果对它不存在无二义的文法</a:t>
            </a:r>
          </a:p>
          <a:p>
            <a:pPr lvl="1" eaLnBrk="1" hangingPunct="1">
              <a:lnSpc>
                <a:spcPct val="90000"/>
              </a:lnSpc>
              <a:spcBef>
                <a:spcPts val="1000"/>
              </a:spcBef>
              <a:spcAft>
                <a:spcPct val="0"/>
              </a:spcAft>
              <a:buClr>
                <a:srgbClr val="4F81BD"/>
              </a:buClr>
              <a:buSzPct val="80000"/>
              <a:buFont typeface="Wingdings 3" panose="05040102010807070707" pitchFamily="18" charset="2"/>
              <a:buChar char=""/>
            </a:pP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对于语言</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L</a:t>
            </a: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，可能存在</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G</a:t>
            </a: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和</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G’</a:t>
            </a: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，使得</a:t>
            </a:r>
            <a:r>
              <a:rPr lang="en-US" altLang="zh-CN" sz="2400" dirty="0">
                <a:solidFill>
                  <a:srgbClr val="404040"/>
                </a:solidFill>
                <a:latin typeface="微软雅黑" panose="020B0503020204020204" pitchFamily="34" charset="-122"/>
                <a:ea typeface="微软雅黑" panose="020B0503020204020204" pitchFamily="34" charset="-122"/>
                <a:cs typeface="Droid Sans Fallback"/>
              </a:rPr>
              <a:t>L(G)=L(G’)=L</a:t>
            </a:r>
            <a:r>
              <a:rPr lang="zh-CN" altLang="en-US" sz="2400" dirty="0">
                <a:solidFill>
                  <a:srgbClr val="404040"/>
                </a:solidFill>
                <a:latin typeface="微软雅黑" panose="020B0503020204020204" pitchFamily="34" charset="-122"/>
                <a:ea typeface="微软雅黑" panose="020B0503020204020204" pitchFamily="34" charset="-122"/>
                <a:cs typeface="Droid Sans Fallback"/>
              </a:rPr>
              <a:t>，有可能其中一个文法为二义的，另一个为无二义的</a:t>
            </a:r>
            <a:endParaRPr lang="en-US" altLang="zh-CN" sz="2400" dirty="0">
              <a:solidFill>
                <a:srgbClr val="404040"/>
              </a:solidFill>
              <a:latin typeface="微软雅黑" panose="020B0503020204020204" pitchFamily="34" charset="-122"/>
              <a:ea typeface="微软雅黑" panose="020B0503020204020204" pitchFamily="34" charset="-122"/>
              <a:cs typeface="Droid Sans Fallback"/>
            </a:endParaRPr>
          </a:p>
        </p:txBody>
      </p:sp>
      <p:sp>
        <p:nvSpPr>
          <p:cNvPr id="5" name="内容占位符 2">
            <a:extLst>
              <a:ext uri="{FF2B5EF4-FFF2-40B4-BE49-F238E27FC236}">
                <a16:creationId xmlns:a16="http://schemas.microsoft.com/office/drawing/2014/main" id="{EE26B91C-6583-3B6E-4291-A63AD5A223C1}"/>
              </a:ext>
            </a:extLst>
          </p:cNvPr>
          <p:cNvSpPr txBox="1">
            <a:spLocks/>
          </p:cNvSpPr>
          <p:nvPr/>
        </p:nvSpPr>
        <p:spPr bwMode="auto">
          <a:xfrm>
            <a:off x="488950" y="5445125"/>
            <a:ext cx="58261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algn="ctr" eaLnBrk="1" hangingPunct="1">
              <a:lnSpc>
                <a:spcPct val="100000"/>
              </a:lnSpc>
              <a:spcBef>
                <a:spcPts val="1000"/>
              </a:spcBef>
              <a:spcAft>
                <a:spcPct val="0"/>
              </a:spcAft>
              <a:buClr>
                <a:srgbClr val="4F81BD"/>
              </a:buClr>
              <a:buSzPct val="80000"/>
              <a:buFont typeface="Wingdings 3" panose="05040102010807070707" pitchFamily="18" charset="2"/>
              <a:buNone/>
            </a:pPr>
            <a:r>
              <a:rPr lang="en-US" altLang="zh-CN" sz="3000" dirty="0">
                <a:solidFill>
                  <a:srgbClr val="404040"/>
                </a:solidFill>
                <a:latin typeface="微软雅黑" panose="020B0503020204020204" pitchFamily="34" charset="-122"/>
                <a:ea typeface="微软雅黑" panose="020B0503020204020204" pitchFamily="34" charset="-122"/>
                <a:cs typeface="Droid Sans Fallback"/>
              </a:rPr>
              <a:t>John saw Mary in a boat.</a:t>
            </a:r>
          </a:p>
          <a:p>
            <a:pPr algn="ctr" eaLnBrk="1" hangingPunct="1">
              <a:lnSpc>
                <a:spcPct val="100000"/>
              </a:lnSpc>
              <a:spcBef>
                <a:spcPts val="1000"/>
              </a:spcBef>
              <a:spcAft>
                <a:spcPct val="0"/>
              </a:spcAft>
              <a:buClr>
                <a:srgbClr val="4F81BD"/>
              </a:buClr>
              <a:buSzPct val="80000"/>
              <a:buFont typeface="Wingdings 3" panose="05040102010807070707" pitchFamily="18" charset="2"/>
              <a:buNone/>
            </a:pPr>
            <a:r>
              <a:rPr lang="en-US" altLang="zh-CN" sz="3000" dirty="0">
                <a:solidFill>
                  <a:srgbClr val="404040"/>
                </a:solidFill>
                <a:latin typeface="微软雅黑" panose="020B0503020204020204" pitchFamily="34" charset="-122"/>
                <a:ea typeface="微软雅黑" panose="020B0503020204020204" pitchFamily="34" charset="-122"/>
                <a:cs typeface="Droid Sans Fallback"/>
              </a:rPr>
              <a:t>if…then…if…then…else…</a:t>
            </a:r>
          </a:p>
        </p:txBody>
      </p:sp>
      <p:sp>
        <p:nvSpPr>
          <p:cNvPr id="3" name="Slide Number Placeholder 6">
            <a:extLst>
              <a:ext uri="{FF2B5EF4-FFF2-40B4-BE49-F238E27FC236}">
                <a16:creationId xmlns:a16="http://schemas.microsoft.com/office/drawing/2014/main" id="{7F7F67DD-07B4-0B45-5BC2-707DB6AB3F39}"/>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42</a:t>
            </a:fld>
            <a:endParaRPr lang="en-GB" altLang="en-US" sz="120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wipe(left)">
                                      <p:cBhvr>
                                        <p:cTn id="27" dur="500"/>
                                        <p:tgtEl>
                                          <p:spTgt spid="5">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1" end="1"/>
                                            </p:txEl>
                                          </p:spTgt>
                                        </p:tgtEl>
                                        <p:attrNameLst>
                                          <p:attrName>style.visibility</p:attrName>
                                        </p:attrNameLst>
                                      </p:cBhvr>
                                      <p:to>
                                        <p:strVal val="visible"/>
                                      </p:to>
                                    </p:set>
                                    <p:animEffect transition="in" filter="wipe(left)">
                                      <p:cBhvr>
                                        <p:cTn id="3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autoUpdateAnimBg="0"/>
      <p:bldP spid="5"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4"/>
          <p:cNvSpPr txBox="1">
            <a:spLocks/>
          </p:cNvSpPr>
          <p:nvPr/>
        </p:nvSpPr>
        <p:spPr>
          <a:xfrm>
            <a:off x="174969" y="151621"/>
            <a:ext cx="7887600" cy="13248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0" fontAlgn="auto">
              <a:spcAft>
                <a:spcPts val="0"/>
              </a:spcAft>
            </a:pPr>
            <a:r>
              <a:rPr lang="zh-CN" altLang="en-US" sz="4800" dirty="0">
                <a:solidFill>
                  <a:srgbClr val="000000"/>
                </a:solidFill>
                <a:latin typeface="Arial" panose="020B0604020202020204" pitchFamily="34" charset="0"/>
                <a:ea typeface="楷体_GB2312"/>
                <a:cs typeface="楷体_GB2312"/>
              </a:rPr>
              <a:t>语法树与二义性</a:t>
            </a:r>
            <a:endParaRPr lang="en-US" altLang="zh-CN" sz="4800" dirty="0">
              <a:solidFill>
                <a:srgbClr val="000000"/>
              </a:solidFill>
              <a:latin typeface="Arial" panose="020B0604020202020204" pitchFamily="34" charset="0"/>
              <a:ea typeface="楷体_GB2312"/>
              <a:cs typeface="楷体_GB2312"/>
            </a:endParaRPr>
          </a:p>
        </p:txBody>
      </p:sp>
      <p:sp>
        <p:nvSpPr>
          <p:cNvPr id="3" name="内容占位符 5"/>
          <p:cNvSpPr txBox="1">
            <a:spLocks/>
          </p:cNvSpPr>
          <p:nvPr/>
        </p:nvSpPr>
        <p:spPr>
          <a:xfrm>
            <a:off x="630000" y="1823259"/>
            <a:ext cx="7887600" cy="4352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1"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考虑句子</a:t>
            </a:r>
            <a:r>
              <a:rPr kumimoji="1"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i</a:t>
            </a:r>
            <a:r>
              <a:rPr kumimoji="1"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r>
              <a:rPr kumimoji="1" lang="en-US" altLang="zh-CN" sz="28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i+i</a:t>
            </a:r>
            <a:r>
              <a:rPr kumimoji="1"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endParaRPr kumimoji="1" lang="en-US" altLang="zh-CN" sz="15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en-US" altLang="zh-CN"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endPar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p:txBody>
      </p:sp>
      <p:grpSp>
        <p:nvGrpSpPr>
          <p:cNvPr id="4" name="Group 42"/>
          <p:cNvGrpSpPr>
            <a:grpSpLocks/>
          </p:cNvGrpSpPr>
          <p:nvPr/>
        </p:nvGrpSpPr>
        <p:grpSpPr bwMode="auto">
          <a:xfrm>
            <a:off x="3175795" y="764424"/>
            <a:ext cx="3017837" cy="5792787"/>
            <a:chOff x="3651" y="391"/>
            <a:chExt cx="1901" cy="3649"/>
          </a:xfrm>
        </p:grpSpPr>
        <p:sp>
          <p:nvSpPr>
            <p:cNvPr id="5" name="Rectangle 3"/>
            <p:cNvSpPr>
              <a:spLocks noChangeArrowheads="1"/>
            </p:cNvSpPr>
            <p:nvPr/>
          </p:nvSpPr>
          <p:spPr bwMode="auto">
            <a:xfrm>
              <a:off x="5235" y="1648"/>
              <a:ext cx="31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6" name="Rectangle 4"/>
            <p:cNvSpPr>
              <a:spLocks noChangeArrowheads="1"/>
            </p:cNvSpPr>
            <p:nvPr/>
          </p:nvSpPr>
          <p:spPr bwMode="auto">
            <a:xfrm>
              <a:off x="4562" y="391"/>
              <a:ext cx="31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E</a:t>
              </a:r>
            </a:p>
          </p:txBody>
        </p:sp>
        <p:sp>
          <p:nvSpPr>
            <p:cNvPr id="7" name="Rectangle 5"/>
            <p:cNvSpPr>
              <a:spLocks noChangeArrowheads="1"/>
            </p:cNvSpPr>
            <p:nvPr/>
          </p:nvSpPr>
          <p:spPr bwMode="auto">
            <a:xfrm>
              <a:off x="4562" y="1202"/>
              <a:ext cx="31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F</a:t>
              </a:r>
            </a:p>
          </p:txBody>
        </p:sp>
        <p:sp>
          <p:nvSpPr>
            <p:cNvPr id="8" name="Rectangle 6"/>
            <p:cNvSpPr>
              <a:spLocks noChangeArrowheads="1"/>
            </p:cNvSpPr>
            <p:nvPr/>
          </p:nvSpPr>
          <p:spPr bwMode="auto">
            <a:xfrm>
              <a:off x="4087" y="2054"/>
              <a:ext cx="31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E</a:t>
              </a:r>
            </a:p>
          </p:txBody>
        </p:sp>
        <p:sp>
          <p:nvSpPr>
            <p:cNvPr id="9" name="Rectangle 7"/>
            <p:cNvSpPr>
              <a:spLocks noChangeArrowheads="1"/>
            </p:cNvSpPr>
            <p:nvPr/>
          </p:nvSpPr>
          <p:spPr bwMode="auto">
            <a:xfrm>
              <a:off x="4562" y="2905"/>
              <a:ext cx="31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F</a:t>
              </a:r>
            </a:p>
          </p:txBody>
        </p:sp>
        <p:sp>
          <p:nvSpPr>
            <p:cNvPr id="10" name="Rectangle 8"/>
            <p:cNvSpPr>
              <a:spLocks noChangeArrowheads="1"/>
            </p:cNvSpPr>
            <p:nvPr/>
          </p:nvSpPr>
          <p:spPr bwMode="auto">
            <a:xfrm>
              <a:off x="3651" y="3350"/>
              <a:ext cx="31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F</a:t>
              </a:r>
            </a:p>
          </p:txBody>
        </p:sp>
        <p:sp>
          <p:nvSpPr>
            <p:cNvPr id="11" name="Rectangle 9"/>
            <p:cNvSpPr>
              <a:spLocks noChangeArrowheads="1"/>
            </p:cNvSpPr>
            <p:nvPr/>
          </p:nvSpPr>
          <p:spPr bwMode="auto">
            <a:xfrm>
              <a:off x="4562" y="796"/>
              <a:ext cx="31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p>
          </p:txBody>
        </p:sp>
        <p:sp>
          <p:nvSpPr>
            <p:cNvPr id="12" name="Rectangle 10"/>
            <p:cNvSpPr>
              <a:spLocks noChangeArrowheads="1"/>
            </p:cNvSpPr>
            <p:nvPr/>
          </p:nvSpPr>
          <p:spPr bwMode="auto">
            <a:xfrm>
              <a:off x="4087" y="2459"/>
              <a:ext cx="31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p>
          </p:txBody>
        </p:sp>
        <p:sp>
          <p:nvSpPr>
            <p:cNvPr id="13" name="Rectangle 11"/>
            <p:cNvSpPr>
              <a:spLocks noChangeArrowheads="1"/>
            </p:cNvSpPr>
            <p:nvPr/>
          </p:nvSpPr>
          <p:spPr bwMode="auto">
            <a:xfrm>
              <a:off x="5116" y="2054"/>
              <a:ext cx="31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p>
          </p:txBody>
        </p:sp>
        <p:sp>
          <p:nvSpPr>
            <p:cNvPr id="14" name="Rectangle 12"/>
            <p:cNvSpPr>
              <a:spLocks noChangeArrowheads="1"/>
            </p:cNvSpPr>
            <p:nvPr/>
          </p:nvSpPr>
          <p:spPr bwMode="auto">
            <a:xfrm>
              <a:off x="3651" y="2905"/>
              <a:ext cx="31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p>
          </p:txBody>
        </p:sp>
        <p:sp>
          <p:nvSpPr>
            <p:cNvPr id="15" name="Rectangle 13"/>
            <p:cNvSpPr>
              <a:spLocks noChangeArrowheads="1"/>
            </p:cNvSpPr>
            <p:nvPr/>
          </p:nvSpPr>
          <p:spPr bwMode="auto">
            <a:xfrm>
              <a:off x="3651" y="3797"/>
              <a:ext cx="31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i</a:t>
              </a:r>
            </a:p>
          </p:txBody>
        </p:sp>
        <p:sp>
          <p:nvSpPr>
            <p:cNvPr id="16" name="Rectangle 14"/>
            <p:cNvSpPr>
              <a:spLocks noChangeArrowheads="1"/>
            </p:cNvSpPr>
            <p:nvPr/>
          </p:nvSpPr>
          <p:spPr bwMode="auto">
            <a:xfrm>
              <a:off x="4562" y="2054"/>
              <a:ext cx="31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17" name="Rectangle 15"/>
            <p:cNvSpPr>
              <a:spLocks noChangeArrowheads="1"/>
            </p:cNvSpPr>
            <p:nvPr/>
          </p:nvSpPr>
          <p:spPr bwMode="auto">
            <a:xfrm>
              <a:off x="4087" y="2905"/>
              <a:ext cx="31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18" name="Rectangle 16"/>
            <p:cNvSpPr>
              <a:spLocks noChangeArrowheads="1"/>
            </p:cNvSpPr>
            <p:nvPr/>
          </p:nvSpPr>
          <p:spPr bwMode="auto">
            <a:xfrm>
              <a:off x="3928" y="1648"/>
              <a:ext cx="31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19" name="Line 17"/>
            <p:cNvSpPr>
              <a:spLocks noChangeShapeType="1"/>
            </p:cNvSpPr>
            <p:nvPr/>
          </p:nvSpPr>
          <p:spPr bwMode="auto">
            <a:xfrm>
              <a:off x="4720" y="634"/>
              <a:ext cx="0" cy="162"/>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20" name="Line 18"/>
            <p:cNvSpPr>
              <a:spLocks noChangeShapeType="1"/>
            </p:cNvSpPr>
            <p:nvPr/>
          </p:nvSpPr>
          <p:spPr bwMode="auto">
            <a:xfrm>
              <a:off x="4720" y="1024"/>
              <a:ext cx="0"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21" name="Rectangle 19"/>
            <p:cNvSpPr>
              <a:spLocks noChangeArrowheads="1"/>
            </p:cNvSpPr>
            <p:nvPr/>
          </p:nvSpPr>
          <p:spPr bwMode="auto">
            <a:xfrm>
              <a:off x="4562" y="1607"/>
              <a:ext cx="31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E</a:t>
              </a:r>
            </a:p>
          </p:txBody>
        </p:sp>
        <p:sp>
          <p:nvSpPr>
            <p:cNvPr id="22" name="Line 20"/>
            <p:cNvSpPr>
              <a:spLocks noChangeShapeType="1"/>
            </p:cNvSpPr>
            <p:nvPr/>
          </p:nvSpPr>
          <p:spPr bwMode="auto">
            <a:xfrm>
              <a:off x="4720" y="1445"/>
              <a:ext cx="0"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23" name="Line 21"/>
            <p:cNvSpPr>
              <a:spLocks noChangeShapeType="1"/>
            </p:cNvSpPr>
            <p:nvPr/>
          </p:nvSpPr>
          <p:spPr bwMode="auto">
            <a:xfrm flipH="1">
              <a:off x="4047" y="1445"/>
              <a:ext cx="594"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24" name="Line 22"/>
            <p:cNvSpPr>
              <a:spLocks noChangeShapeType="1"/>
            </p:cNvSpPr>
            <p:nvPr/>
          </p:nvSpPr>
          <p:spPr bwMode="auto">
            <a:xfrm>
              <a:off x="4800" y="1445"/>
              <a:ext cx="633"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25" name="Line 23"/>
            <p:cNvSpPr>
              <a:spLocks noChangeShapeType="1"/>
            </p:cNvSpPr>
            <p:nvPr/>
          </p:nvSpPr>
          <p:spPr bwMode="auto">
            <a:xfrm flipH="1">
              <a:off x="4245" y="1851"/>
              <a:ext cx="475"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26" name="Line 24"/>
            <p:cNvSpPr>
              <a:spLocks noChangeShapeType="1"/>
            </p:cNvSpPr>
            <p:nvPr/>
          </p:nvSpPr>
          <p:spPr bwMode="auto">
            <a:xfrm>
              <a:off x="4720" y="1851"/>
              <a:ext cx="0"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27" name="Line 25"/>
            <p:cNvSpPr>
              <a:spLocks noChangeShapeType="1"/>
            </p:cNvSpPr>
            <p:nvPr/>
          </p:nvSpPr>
          <p:spPr bwMode="auto">
            <a:xfrm>
              <a:off x="4720" y="1851"/>
              <a:ext cx="555"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28" name="Line 26"/>
            <p:cNvSpPr>
              <a:spLocks noChangeShapeType="1"/>
            </p:cNvSpPr>
            <p:nvPr/>
          </p:nvSpPr>
          <p:spPr bwMode="auto">
            <a:xfrm>
              <a:off x="4245" y="2273"/>
              <a:ext cx="0"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29" name="Line 27"/>
            <p:cNvSpPr>
              <a:spLocks noChangeShapeType="1"/>
            </p:cNvSpPr>
            <p:nvPr/>
          </p:nvSpPr>
          <p:spPr bwMode="auto">
            <a:xfrm>
              <a:off x="3809" y="3148"/>
              <a:ext cx="0" cy="202"/>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0" name="Line 28"/>
            <p:cNvSpPr>
              <a:spLocks noChangeShapeType="1"/>
            </p:cNvSpPr>
            <p:nvPr/>
          </p:nvSpPr>
          <p:spPr bwMode="auto">
            <a:xfrm>
              <a:off x="3809" y="3594"/>
              <a:ext cx="0"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1" name="Line 29"/>
            <p:cNvSpPr>
              <a:spLocks noChangeShapeType="1"/>
            </p:cNvSpPr>
            <p:nvPr/>
          </p:nvSpPr>
          <p:spPr bwMode="auto">
            <a:xfrm flipH="1">
              <a:off x="3809" y="2702"/>
              <a:ext cx="436"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2" name="Line 30"/>
            <p:cNvSpPr>
              <a:spLocks noChangeShapeType="1"/>
            </p:cNvSpPr>
            <p:nvPr/>
          </p:nvSpPr>
          <p:spPr bwMode="auto">
            <a:xfrm>
              <a:off x="4245" y="2702"/>
              <a:ext cx="0"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3" name="Line 31"/>
            <p:cNvSpPr>
              <a:spLocks noChangeShapeType="1"/>
            </p:cNvSpPr>
            <p:nvPr/>
          </p:nvSpPr>
          <p:spPr bwMode="auto">
            <a:xfrm>
              <a:off x="4245" y="2702"/>
              <a:ext cx="436"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4" name="Rectangle 32"/>
            <p:cNvSpPr>
              <a:spLocks noChangeArrowheads="1"/>
            </p:cNvSpPr>
            <p:nvPr/>
          </p:nvSpPr>
          <p:spPr bwMode="auto">
            <a:xfrm>
              <a:off x="5116" y="2500"/>
              <a:ext cx="31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F</a:t>
              </a:r>
            </a:p>
          </p:txBody>
        </p:sp>
        <p:sp>
          <p:nvSpPr>
            <p:cNvPr id="35" name="Rectangle 33"/>
            <p:cNvSpPr>
              <a:spLocks noChangeArrowheads="1"/>
            </p:cNvSpPr>
            <p:nvPr/>
          </p:nvSpPr>
          <p:spPr bwMode="auto">
            <a:xfrm>
              <a:off x="5116" y="2945"/>
              <a:ext cx="31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i</a:t>
              </a:r>
            </a:p>
          </p:txBody>
        </p:sp>
        <p:sp>
          <p:nvSpPr>
            <p:cNvPr id="36" name="Line 34"/>
            <p:cNvSpPr>
              <a:spLocks noChangeShapeType="1"/>
            </p:cNvSpPr>
            <p:nvPr/>
          </p:nvSpPr>
          <p:spPr bwMode="auto">
            <a:xfrm>
              <a:off x="5275" y="2297"/>
              <a:ext cx="0"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7" name="Line 35"/>
            <p:cNvSpPr>
              <a:spLocks noChangeShapeType="1"/>
            </p:cNvSpPr>
            <p:nvPr/>
          </p:nvSpPr>
          <p:spPr bwMode="auto">
            <a:xfrm>
              <a:off x="5275" y="2742"/>
              <a:ext cx="0" cy="203"/>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8" name="Rectangle 36"/>
            <p:cNvSpPr>
              <a:spLocks noChangeArrowheads="1"/>
            </p:cNvSpPr>
            <p:nvPr/>
          </p:nvSpPr>
          <p:spPr bwMode="auto">
            <a:xfrm>
              <a:off x="4522" y="3350"/>
              <a:ext cx="31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cap="sq">
                  <a:solidFill>
                    <a:srgbClr val="000000"/>
                  </a:solidFill>
                  <a:miter lim="800000"/>
                  <a:headEnd type="none" w="sm" len="sm"/>
                  <a:tailEnd type="none" w="sm" len="sm"/>
                </a14:hiddenLine>
              </a:ext>
            </a:extLst>
          </p:spPr>
          <p:txBody>
            <a:bodyPr wrap="none" t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i</a:t>
              </a:r>
            </a:p>
          </p:txBody>
        </p:sp>
        <p:sp>
          <p:nvSpPr>
            <p:cNvPr id="39" name="Line 37"/>
            <p:cNvSpPr>
              <a:spLocks noChangeShapeType="1"/>
            </p:cNvSpPr>
            <p:nvPr/>
          </p:nvSpPr>
          <p:spPr bwMode="auto">
            <a:xfrm>
              <a:off x="4681" y="3148"/>
              <a:ext cx="0" cy="202"/>
            </a:xfrm>
            <a:prstGeom prst="line">
              <a:avLst/>
            </a:prstGeom>
            <a:noFill/>
            <a:ln w="22225" cap="sq">
              <a:solidFill>
                <a:sysClr val="windowText" lastClr="000000"/>
              </a:solidFill>
              <a:round/>
              <a:headEnd type="none" w="sm" len="sm"/>
              <a:tailEnd type="none" w="sm" len="sm"/>
            </a:ln>
            <a:extLst>
              <a:ext uri="{909E8E84-426E-40DD-AFC4-6F175D3DCCD1}">
                <a14:hiddenFill xmlns:a14="http://schemas.microsoft.com/office/drawing/2010/main">
                  <a:noFill/>
                </a14:hiddenFill>
              </a:ext>
            </a:extLst>
          </p:spPr>
          <p:txBody>
            <a:bodyPr wrap="none" tIns="0" bIns="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40" name="Rectangle 38"/>
          <p:cNvSpPr>
            <a:spLocks noChangeArrowheads="1"/>
          </p:cNvSpPr>
          <p:nvPr/>
        </p:nvSpPr>
        <p:spPr bwMode="auto">
          <a:xfrm>
            <a:off x="1080824" y="2393951"/>
            <a:ext cx="3200400" cy="4163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spcBef>
                <a:spcPts val="0"/>
              </a:spcBef>
              <a:spcAft>
                <a:spcPts val="0"/>
              </a:spcAft>
            </a:pPr>
            <a:r>
              <a:rPr kumimoji="1" lang="en-US" altLang="zh-CN" sz="2400" dirty="0">
                <a:solidFill>
                  <a:prstClr val="black"/>
                </a:solidFill>
                <a:latin typeface="微软雅黑" panose="020B0503020204020204" pitchFamily="34" charset="-122"/>
                <a:ea typeface="微软雅黑" panose="020B0503020204020204" pitchFamily="34" charset="-122"/>
                <a:cs typeface="+mn-cs"/>
              </a:rPr>
              <a:t>E </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T</a:t>
            </a:r>
          </a:p>
          <a:p>
            <a:pPr defTabSz="457200" fontAlgn="auto">
              <a:spcBef>
                <a:spcPts val="0"/>
              </a:spcBef>
              <a:spcAft>
                <a:spcPts val="0"/>
              </a:spcAft>
            </a:pPr>
            <a:r>
              <a:rPr kumimoji="1" lang="en-US" altLang="zh-CN" sz="2400" dirty="0">
                <a:solidFill>
                  <a:prstClr val="black"/>
                </a:solidFill>
                <a:latin typeface="微软雅黑" panose="020B0503020204020204" pitchFamily="34" charset="-122"/>
                <a:ea typeface="微软雅黑" panose="020B0503020204020204" pitchFamily="34" charset="-122"/>
                <a:cs typeface="+mn-cs"/>
              </a:rPr>
              <a:t>   </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F </a:t>
            </a:r>
          </a:p>
          <a:p>
            <a:pPr defTabSz="457200" fontAlgn="auto">
              <a:spcBef>
                <a:spcPts val="0"/>
              </a:spcBef>
              <a:spcAft>
                <a:spcPts val="0"/>
              </a:spcAft>
            </a:pPr>
            <a:r>
              <a:rPr kumimoji="1" lang="en-US" altLang="zh-CN" sz="2400" dirty="0">
                <a:solidFill>
                  <a:prstClr val="black"/>
                </a:solidFill>
                <a:latin typeface="微软雅黑" panose="020B0503020204020204" pitchFamily="34" charset="-122"/>
                <a:ea typeface="微软雅黑" panose="020B0503020204020204" pitchFamily="34" charset="-122"/>
                <a:cs typeface="+mn-cs"/>
              </a:rPr>
              <a:t>   </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(E)</a:t>
            </a:r>
          </a:p>
          <a:p>
            <a:pPr defTabSz="457200" fontAlgn="auto">
              <a:spcBef>
                <a:spcPts val="0"/>
              </a:spcBef>
              <a:spcAft>
                <a:spcPts val="0"/>
              </a:spcAft>
            </a:pPr>
            <a:r>
              <a:rPr kumimoji="1" lang="en-US" altLang="zh-CN" sz="2400" dirty="0">
                <a:solidFill>
                  <a:prstClr val="black"/>
                </a:solidFill>
                <a:latin typeface="微软雅黑" panose="020B0503020204020204" pitchFamily="34" charset="-122"/>
                <a:ea typeface="微软雅黑" panose="020B0503020204020204" pitchFamily="34" charset="-122"/>
                <a:cs typeface="+mn-cs"/>
              </a:rPr>
              <a:t>   </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E+T</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a:p>
            <a:pPr defTabSz="457200" fontAlgn="auto">
              <a:spcBef>
                <a:spcPts val="0"/>
              </a:spcBef>
              <a:spcAft>
                <a:spcPts val="0"/>
              </a:spcAft>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   (</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T+T</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  </a:t>
            </a:r>
          </a:p>
          <a:p>
            <a:pPr defTabSz="457200" fontAlgn="auto">
              <a:spcBef>
                <a:spcPts val="0"/>
              </a:spcBef>
              <a:spcAft>
                <a:spcPts val="0"/>
              </a:spcAft>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   (T*F</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+T</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a:p>
            <a:pPr defTabSz="457200" fontAlgn="auto">
              <a:spcBef>
                <a:spcPts val="0"/>
              </a:spcBef>
              <a:spcAft>
                <a:spcPts val="0"/>
              </a:spcAft>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   (F*</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F+T</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a:p>
            <a:pPr defTabSz="457200" fontAlgn="auto">
              <a:spcBef>
                <a:spcPts val="0"/>
              </a:spcBef>
              <a:spcAft>
                <a:spcPts val="0"/>
              </a:spcAft>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   (</a:t>
            </a:r>
            <a:r>
              <a:rPr kumimoji="1" lang="en-US" altLang="zh-CN" sz="2400" dirty="0" err="1">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i</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F+T</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p>
          <a:p>
            <a:pPr defTabSz="457200" fontAlgn="auto">
              <a:spcBef>
                <a:spcPts val="0"/>
              </a:spcBef>
              <a:spcAft>
                <a:spcPts val="0"/>
              </a:spcAft>
            </a:pP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   </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rPr>
              <a:t>i</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rPr>
              <a:t>i+T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a:t>
            </a:r>
          </a:p>
          <a:p>
            <a:pPr defTabSz="457200" fontAlgn="auto">
              <a:spcBef>
                <a:spcPts val="0"/>
              </a:spcBef>
              <a:spcAft>
                <a:spcPts val="0"/>
              </a:spcAft>
            </a:pPr>
            <a:r>
              <a:rPr kumimoji="1" lang="en-US" altLang="zh-CN" sz="2400" dirty="0">
                <a:solidFill>
                  <a:prstClr val="black"/>
                </a:solidFill>
                <a:latin typeface="微软雅黑" panose="020B0503020204020204" pitchFamily="34" charset="-122"/>
                <a:ea typeface="微软雅黑" panose="020B0503020204020204" pitchFamily="34" charset="-122"/>
                <a:cs typeface="+mn-cs"/>
              </a:rPr>
              <a:t>   </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rPr>
              <a:t>i</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rPr>
              <a:t>i+F</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 </a:t>
            </a:r>
          </a:p>
          <a:p>
            <a:pPr defTabSz="457200" fontAlgn="auto">
              <a:spcBef>
                <a:spcPts val="0"/>
              </a:spcBef>
              <a:spcAft>
                <a:spcPts val="0"/>
              </a:spcAft>
            </a:pPr>
            <a:r>
              <a:rPr kumimoji="1" lang="en-US" altLang="zh-CN" sz="2400" dirty="0">
                <a:solidFill>
                  <a:prstClr val="black"/>
                </a:solidFill>
                <a:latin typeface="微软雅黑" panose="020B0503020204020204" pitchFamily="34" charset="-122"/>
                <a:ea typeface="微软雅黑" panose="020B0503020204020204" pitchFamily="34" charset="-122"/>
                <a:cs typeface="+mn-cs"/>
              </a:rPr>
              <a:t>   </a:t>
            </a:r>
            <a:r>
              <a:rPr kumimoji="1" lang="en-US" altLang="zh-CN" sz="2400"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rPr>
              <a:t>i</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a:t>
            </a:r>
            <a:r>
              <a:rPr kumimoji="1" lang="en-US" altLang="zh-CN" sz="2400" dirty="0" err="1">
                <a:solidFill>
                  <a:prstClr val="black"/>
                </a:solidFill>
                <a:latin typeface="微软雅黑" panose="020B0503020204020204" pitchFamily="34" charset="-122"/>
                <a:ea typeface="微软雅黑" panose="020B0503020204020204" pitchFamily="34" charset="-122"/>
                <a:cs typeface="+mn-cs"/>
              </a:rPr>
              <a:t>i+i</a:t>
            </a:r>
            <a:r>
              <a:rPr kumimoji="1" lang="en-US" altLang="zh-CN" sz="2400" dirty="0">
                <a:solidFill>
                  <a:prstClr val="black"/>
                </a:solidFill>
                <a:latin typeface="微软雅黑" panose="020B0503020204020204" pitchFamily="34" charset="-122"/>
                <a:ea typeface="微软雅黑" panose="020B0503020204020204" pitchFamily="34" charset="-122"/>
                <a:cs typeface="+mn-cs"/>
              </a:rPr>
              <a:t>)</a:t>
            </a:r>
          </a:p>
        </p:txBody>
      </p:sp>
      <p:sp>
        <p:nvSpPr>
          <p:cNvPr id="41" name="Rectangle 4"/>
          <p:cNvSpPr>
            <a:spLocks noChangeArrowheads="1"/>
          </p:cNvSpPr>
          <p:nvPr/>
        </p:nvSpPr>
        <p:spPr bwMode="auto">
          <a:xfrm>
            <a:off x="6548994" y="2351096"/>
            <a:ext cx="3123564" cy="1953452"/>
          </a:xfrm>
          <a:prstGeom prst="rect">
            <a:avLst/>
          </a:prstGeom>
          <a:solidFill>
            <a:sysClr val="window" lastClr="FFFFFF"/>
          </a:solidFill>
          <a:ln w="19050" cap="rnd" cmpd="sng" algn="ctr">
            <a:solidFill>
              <a:srgbClr val="4F81BD"/>
            </a:solidFill>
            <a:prstDash val="solid"/>
          </a:ln>
          <a:effectLst/>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457200" eaLnBrk="0" fontAlgn="auto" latinLnBrk="0" hangingPunct="0">
              <a:lnSpc>
                <a:spcPct val="100000"/>
              </a:lnSpc>
              <a:spcBef>
                <a:spcPct val="50000"/>
              </a:spcBef>
              <a:spcAft>
                <a:spcPts val="0"/>
              </a:spcAft>
              <a:buClrTx/>
              <a:buSzTx/>
              <a:buFontTx/>
              <a:buNone/>
              <a:tabLst/>
              <a:defRPr/>
            </a:pPr>
            <a:r>
              <a:rPr kumimoji="1" lang="zh-CN" altLang="en-US"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无二义文法</a:t>
            </a:r>
            <a:r>
              <a:rPr kumimoji="1" lang="en-US" altLang="zh-CN"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a:t>
            </a:r>
            <a:r>
              <a:rPr kumimoji="1" lang="en-US" altLang="zh-CN" sz="2800" b="0" i="0" u="none" strike="noStrike" kern="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a:t>
            </a:r>
            <a:r>
              <a:rPr kumimoji="1" lang="en-US" altLang="zh-CN"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(E)</a:t>
            </a:r>
            <a:r>
              <a:rPr kumimoji="1" lang="zh-CN" altLang="en-US"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1" lang="en-US" altLang="zh-CN"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defTabSz="457200" eaLnBrk="0" fontAlgn="auto" latinLnBrk="0" hangingPunct="0">
              <a:lnSpc>
                <a:spcPct val="100000"/>
              </a:lnSpc>
              <a:spcBef>
                <a:spcPct val="50000"/>
              </a:spcBef>
              <a:spcAft>
                <a:spcPts val="0"/>
              </a:spcAft>
              <a:buClrTx/>
              <a:buSzTx/>
              <a:buFontTx/>
              <a:buNone/>
              <a:tabLst/>
              <a:defRPr/>
            </a:pPr>
            <a:r>
              <a:rPr kumimoji="1" lang="en-US" altLang="zh-CN"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E </a:t>
            </a:r>
            <a:r>
              <a:rPr kumimoji="1" lang="en-US" altLang="zh-CN"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1" lang="en-US" altLang="zh-CN"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T  |  E +  T</a:t>
            </a: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 </a:t>
            </a:r>
            <a:r>
              <a:rPr kumimoji="1" lang="en-US" altLang="zh-CN"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 F  |  T  *  F</a:t>
            </a:r>
          </a:p>
          <a:p>
            <a:pPr marL="0" marR="0" lvl="0" indent="0" defTabSz="457200" eaLnBrk="0" fontAlgn="auto" latinLnBrk="0" hangingPunct="0">
              <a:lnSpc>
                <a:spcPct val="100000"/>
              </a:lnSpc>
              <a:spcBef>
                <a:spcPts val="0"/>
              </a:spcBef>
              <a:spcAft>
                <a:spcPts val="0"/>
              </a:spcAft>
              <a:buClrTx/>
              <a:buSzTx/>
              <a:buFontTx/>
              <a:buNone/>
              <a:tabLst/>
              <a:defRPr/>
            </a:pPr>
            <a:r>
              <a:rPr kumimoji="1" lang="en-US" altLang="zh-CN"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F  (  E  )  |   </a:t>
            </a:r>
            <a:r>
              <a:rPr kumimoji="1" lang="en-US" altLang="zh-CN" sz="28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i</a:t>
            </a:r>
            <a:endParaRPr kumimoji="1" lang="en-US" altLang="zh-CN"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2" name="Rectangle 4"/>
          <p:cNvSpPr>
            <a:spLocks noChangeArrowheads="1"/>
          </p:cNvSpPr>
          <p:nvPr/>
        </p:nvSpPr>
        <p:spPr bwMode="auto">
          <a:xfrm>
            <a:off x="6498481" y="138121"/>
            <a:ext cx="3174077" cy="1656590"/>
          </a:xfrm>
          <a:prstGeom prst="rect">
            <a:avLst/>
          </a:prstGeom>
          <a:solidFill>
            <a:sysClr val="window" lastClr="FFFFFF"/>
          </a:solidFill>
          <a:ln w="19050" cap="rnd" cmpd="sng" algn="ctr">
            <a:solidFill>
              <a:srgbClr val="4F81BD"/>
            </a:solidFill>
            <a:prstDash val="solid"/>
          </a:ln>
          <a:effectLst/>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457200" eaLnBrk="0" fontAlgn="auto" latinLnBrk="0" hangingPunct="0">
              <a:lnSpc>
                <a:spcPct val="100000"/>
              </a:lnSpc>
              <a:spcBef>
                <a:spcPct val="50000"/>
              </a:spcBef>
              <a:spcAft>
                <a:spcPts val="0"/>
              </a:spcAft>
              <a:buClrTx/>
              <a:buSzTx/>
              <a:buFontTx/>
              <a:buNone/>
              <a:tabLst/>
              <a:defRPr/>
            </a:pPr>
            <a:r>
              <a:rPr kumimoji="1" lang="zh-CN" altLang="en-US"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二义文法</a:t>
            </a:r>
            <a:r>
              <a:rPr kumimoji="1" lang="en-US" altLang="zh-CN"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G(E)</a:t>
            </a:r>
            <a:r>
              <a:rPr kumimoji="1" lang="zh-CN" altLang="en-US"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1" lang="en-US" altLang="zh-CN" sz="2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lvl="0" defTabSz="457200" fontAlgn="auto">
              <a:spcBef>
                <a:spcPct val="50000"/>
              </a:spcBef>
              <a:spcAft>
                <a:spcPts val="0"/>
              </a:spcAft>
            </a:pPr>
            <a:r>
              <a:rPr kumimoji="1" lang="en-US" altLang="zh-CN" sz="2800" kern="0" dirty="0">
                <a:solidFill>
                  <a:prstClr val="black"/>
                </a:solidFill>
                <a:latin typeface="微软雅黑" panose="020B0503020204020204" pitchFamily="34" charset="-122"/>
                <a:ea typeface="微软雅黑" panose="020B0503020204020204" pitchFamily="34" charset="-122"/>
                <a:cs typeface="+mn-cs"/>
              </a:rPr>
              <a:t>E → E+E│E*E│(E)│</a:t>
            </a:r>
            <a:r>
              <a:rPr kumimoji="1" lang="en-US" altLang="zh-CN" sz="2800" kern="0" dirty="0" err="1">
                <a:solidFill>
                  <a:prstClr val="black"/>
                </a:solidFill>
                <a:latin typeface="微软雅黑" panose="020B0503020204020204" pitchFamily="34" charset="-122"/>
                <a:ea typeface="微软雅黑" panose="020B0503020204020204" pitchFamily="34" charset="-122"/>
                <a:cs typeface="+mn-cs"/>
              </a:rPr>
              <a:t>i</a:t>
            </a:r>
            <a:endParaRPr kumimoji="1" lang="en-US" altLang="zh-CN" sz="2800" kern="0" dirty="0">
              <a:solidFill>
                <a:prstClr val="black"/>
              </a:solidFill>
              <a:latin typeface="微软雅黑" panose="020B0503020204020204" pitchFamily="34" charset="-122"/>
              <a:ea typeface="微软雅黑" panose="020B0503020204020204" pitchFamily="34" charset="-122"/>
              <a:cs typeface="+mn-cs"/>
            </a:endParaRPr>
          </a:p>
        </p:txBody>
      </p:sp>
      <p:sp>
        <p:nvSpPr>
          <p:cNvPr id="44" name="Slide Number Placeholder 6">
            <a:extLst>
              <a:ext uri="{FF2B5EF4-FFF2-40B4-BE49-F238E27FC236}">
                <a16:creationId xmlns:a16="http://schemas.microsoft.com/office/drawing/2014/main" id="{6E95B8B0-B955-E3DE-4C21-8280991B294E}"/>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43</a:t>
            </a:fld>
            <a:endParaRPr lang="en-GB" altLang="en-US" sz="120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394697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strips(downRight)">
                                      <p:cBhvr>
                                        <p:cTn id="7" dur="500"/>
                                        <p:tgtEl>
                                          <p:spTgt spid="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0">
                                            <p:txEl>
                                              <p:pRg st="1" end="1"/>
                                            </p:txEl>
                                          </p:spTgt>
                                        </p:tgtEl>
                                        <p:attrNameLst>
                                          <p:attrName>style.visibility</p:attrName>
                                        </p:attrNameLst>
                                      </p:cBhvr>
                                      <p:to>
                                        <p:strVal val="visible"/>
                                      </p:to>
                                    </p:set>
                                    <p:animEffect transition="in" filter="strips(downRight)">
                                      <p:cBhvr>
                                        <p:cTn id="12" dur="500"/>
                                        <p:tgtEl>
                                          <p:spTgt spid="4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40">
                                            <p:txEl>
                                              <p:pRg st="2" end="2"/>
                                            </p:txEl>
                                          </p:spTgt>
                                        </p:tgtEl>
                                        <p:attrNameLst>
                                          <p:attrName>style.visibility</p:attrName>
                                        </p:attrNameLst>
                                      </p:cBhvr>
                                      <p:to>
                                        <p:strVal val="visible"/>
                                      </p:to>
                                    </p:set>
                                    <p:animEffect transition="in" filter="strips(downRight)">
                                      <p:cBhvr>
                                        <p:cTn id="17" dur="500"/>
                                        <p:tgtEl>
                                          <p:spTgt spid="4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40">
                                            <p:txEl>
                                              <p:pRg st="3" end="3"/>
                                            </p:txEl>
                                          </p:spTgt>
                                        </p:tgtEl>
                                        <p:attrNameLst>
                                          <p:attrName>style.visibility</p:attrName>
                                        </p:attrNameLst>
                                      </p:cBhvr>
                                      <p:to>
                                        <p:strVal val="visible"/>
                                      </p:to>
                                    </p:set>
                                    <p:animEffect transition="in" filter="strips(downRight)">
                                      <p:cBhvr>
                                        <p:cTn id="22" dur="500"/>
                                        <p:tgtEl>
                                          <p:spTgt spid="4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40">
                                            <p:txEl>
                                              <p:pRg st="4" end="4"/>
                                            </p:txEl>
                                          </p:spTgt>
                                        </p:tgtEl>
                                        <p:attrNameLst>
                                          <p:attrName>style.visibility</p:attrName>
                                        </p:attrNameLst>
                                      </p:cBhvr>
                                      <p:to>
                                        <p:strVal val="visible"/>
                                      </p:to>
                                    </p:set>
                                    <p:animEffect transition="in" filter="strips(downRight)">
                                      <p:cBhvr>
                                        <p:cTn id="27" dur="500"/>
                                        <p:tgtEl>
                                          <p:spTgt spid="4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40">
                                            <p:txEl>
                                              <p:pRg st="5" end="5"/>
                                            </p:txEl>
                                          </p:spTgt>
                                        </p:tgtEl>
                                        <p:attrNameLst>
                                          <p:attrName>style.visibility</p:attrName>
                                        </p:attrNameLst>
                                      </p:cBhvr>
                                      <p:to>
                                        <p:strVal val="visible"/>
                                      </p:to>
                                    </p:set>
                                    <p:animEffect transition="in" filter="strips(downRight)">
                                      <p:cBhvr>
                                        <p:cTn id="32" dur="500"/>
                                        <p:tgtEl>
                                          <p:spTgt spid="4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40">
                                            <p:txEl>
                                              <p:pRg st="6" end="6"/>
                                            </p:txEl>
                                          </p:spTgt>
                                        </p:tgtEl>
                                        <p:attrNameLst>
                                          <p:attrName>style.visibility</p:attrName>
                                        </p:attrNameLst>
                                      </p:cBhvr>
                                      <p:to>
                                        <p:strVal val="visible"/>
                                      </p:to>
                                    </p:set>
                                    <p:animEffect transition="in" filter="strips(downRight)">
                                      <p:cBhvr>
                                        <p:cTn id="37" dur="500"/>
                                        <p:tgtEl>
                                          <p:spTgt spid="4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40">
                                            <p:txEl>
                                              <p:pRg st="7" end="7"/>
                                            </p:txEl>
                                          </p:spTgt>
                                        </p:tgtEl>
                                        <p:attrNameLst>
                                          <p:attrName>style.visibility</p:attrName>
                                        </p:attrNameLst>
                                      </p:cBhvr>
                                      <p:to>
                                        <p:strVal val="visible"/>
                                      </p:to>
                                    </p:set>
                                    <p:animEffect transition="in" filter="strips(downRight)">
                                      <p:cBhvr>
                                        <p:cTn id="42" dur="500"/>
                                        <p:tgtEl>
                                          <p:spTgt spid="4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40">
                                            <p:txEl>
                                              <p:pRg st="8" end="8"/>
                                            </p:txEl>
                                          </p:spTgt>
                                        </p:tgtEl>
                                        <p:attrNameLst>
                                          <p:attrName>style.visibility</p:attrName>
                                        </p:attrNameLst>
                                      </p:cBhvr>
                                      <p:to>
                                        <p:strVal val="visible"/>
                                      </p:to>
                                    </p:set>
                                    <p:animEffect transition="in" filter="strips(downRight)">
                                      <p:cBhvr>
                                        <p:cTn id="47" dur="500"/>
                                        <p:tgtEl>
                                          <p:spTgt spid="4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40">
                                            <p:txEl>
                                              <p:pRg st="9" end="9"/>
                                            </p:txEl>
                                          </p:spTgt>
                                        </p:tgtEl>
                                        <p:attrNameLst>
                                          <p:attrName>style.visibility</p:attrName>
                                        </p:attrNameLst>
                                      </p:cBhvr>
                                      <p:to>
                                        <p:strVal val="visible"/>
                                      </p:to>
                                    </p:set>
                                    <p:animEffect transition="in" filter="strips(downRight)">
                                      <p:cBhvr>
                                        <p:cTn id="52" dur="500"/>
                                        <p:tgtEl>
                                          <p:spTgt spid="40">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40">
                                            <p:txEl>
                                              <p:pRg st="10" end="10"/>
                                            </p:txEl>
                                          </p:spTgt>
                                        </p:tgtEl>
                                        <p:attrNameLst>
                                          <p:attrName>style.visibility</p:attrName>
                                        </p:attrNameLst>
                                      </p:cBhvr>
                                      <p:to>
                                        <p:strVal val="visible"/>
                                      </p:to>
                                    </p:set>
                                    <p:animEffect transition="in" filter="strips(downRight)">
                                      <p:cBhvr>
                                        <p:cTn id="57" dur="500"/>
                                        <p:tgtEl>
                                          <p:spTgt spid="40">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5D81F940-EF89-5DA8-F0A2-A5A81CF9824E}"/>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a:cs typeface="楷体_GB231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a:cs typeface="楷体_GB231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a:cs typeface="楷体_GB231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a:cs typeface="楷体_GB231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a:cs typeface="楷体_GB2312"/>
              </a:defRPr>
            </a:lvl9pPr>
          </a:lstStyle>
          <a:p>
            <a:pPr eaLnBrk="1" hangingPunct="1">
              <a:lnSpc>
                <a:spcPct val="110000"/>
              </a:lnSpc>
              <a:spcAft>
                <a:spcPct val="0"/>
              </a:spcAft>
              <a:buFont typeface="Times New Roman" panose="02020603050405020304" pitchFamily="18" charset="0"/>
              <a:buNone/>
            </a:pPr>
            <a:r>
              <a:rPr lang="zh-CN" altLang="en-US" sz="4800" dirty="0"/>
              <a:t>语法树与二义性</a:t>
            </a:r>
            <a:r>
              <a:rPr lang="en-US" altLang="zh-CN" sz="4800" dirty="0"/>
              <a:t>(ambiguity)</a:t>
            </a:r>
            <a:endParaRPr lang="zh-CN" altLang="en-US" sz="4800" dirty="0"/>
          </a:p>
        </p:txBody>
      </p:sp>
      <p:sp>
        <p:nvSpPr>
          <p:cNvPr id="6" name="Rectangle 2"/>
          <p:cNvSpPr txBox="1">
            <a:spLocks noChangeArrowheads="1"/>
          </p:cNvSpPr>
          <p:nvPr/>
        </p:nvSpPr>
        <p:spPr>
          <a:xfrm>
            <a:off x="720024" y="1574690"/>
            <a:ext cx="7887600" cy="435240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文法的二义性</a:t>
            </a:r>
            <a:r>
              <a:rPr kumimoji="0" lang="zh-CN" altLang="zh-CN" sz="2800" b="0" i="0" u="none" strike="noStrike" kern="1200" cap="none" spc="0" normalizeH="0" baseline="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r>
              <a:rPr kumimoji="0" lang="zh-CN" altLang="en-US" sz="2800" b="0" i="0" u="none" strike="noStrike" kern="1200" cap="none" spc="0" normalizeH="0" baseline="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如果一个文法存在某个句子对应两棵不同的语法树</a:t>
            </a:r>
            <a:r>
              <a:rPr kumimoji="0" lang="zh-CN" altLang="zh-CN" sz="2800" b="0" i="0" u="none" strike="noStrike" kern="1200" cap="none" spc="0" normalizeH="0" baseline="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r>
              <a:rPr kumimoji="0" lang="zh-CN" altLang="en-US" sz="2800" b="0" i="0" u="none" strike="noStrike" kern="1200" cap="none" spc="0" normalizeH="0" baseline="0" noProof="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则说这个</a:t>
            </a:r>
            <a:r>
              <a:rPr kumimoji="0" lang="zh-CN" altLang="en-US" sz="2800" b="0" i="0" u="none" strike="noStrike" kern="1200" cap="none" spc="0" normalizeH="0" baseline="0" noProof="1">
                <a:ln>
                  <a:noFill/>
                </a:ln>
                <a:solidFill>
                  <a:srgbClr val="CC0000"/>
                </a:solidFill>
                <a:effectLst/>
                <a:uLnTx/>
                <a:uFillTx/>
                <a:latin typeface="微软雅黑" panose="020B0503020204020204" pitchFamily="34" charset="-122"/>
                <a:ea typeface="微软雅黑" panose="020B0503020204020204" pitchFamily="34" charset="-122"/>
                <a:cs typeface="+mn-cs"/>
              </a:rPr>
              <a:t>文法是二义的</a:t>
            </a:r>
          </a:p>
          <a:p>
            <a:pPr marL="342900" marR="0" lvl="0" indent="-342900" algn="ctr"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G(E)</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E </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 </a:t>
            </a:r>
            <a:r>
              <a:rPr kumimoji="0" lang="en-US" altLang="zh-CN" sz="2400" b="0" i="0" u="none" strike="noStrike" kern="1200" cap="none" spc="0" normalizeH="0" baseline="0" noProof="0" dirty="0" err="1">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i|E+E|E</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*E|(E) </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是二义文法</a:t>
            </a:r>
          </a:p>
          <a:p>
            <a:pPr marL="342900" marR="0" lvl="0" indent="-342900" algn="l" defTabSz="457200" rtl="0" eaLnBrk="1" fontAlgn="auto" latinLnBrk="0" hangingPunct="1">
              <a:lnSpc>
                <a:spcPct val="100000"/>
              </a:lnSpc>
              <a:spcBef>
                <a:spcPts val="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语言的二义性：一个</a:t>
            </a:r>
            <a:r>
              <a:rPr kumimoji="0" lang="zh-CN" altLang="en-US" sz="28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语言是二义的</a:t>
            </a: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，如果对它不存在无二义的文法</a:t>
            </a:r>
          </a:p>
          <a:p>
            <a:pPr marL="742950" marR="0" lvl="1" indent="-285750" algn="l" defTabSz="457200" rtl="0" eaLnBrk="1" fontAlgn="auto" latinLnBrk="0" hangingPunct="1">
              <a:lnSpc>
                <a:spcPct val="100000"/>
              </a:lnSpc>
              <a:spcBef>
                <a:spcPts val="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对于语言</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L</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，可能存在</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G</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和</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G’</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，使得</a:t>
            </a:r>
            <a:r>
              <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L(G)=L(G’)=L</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，有可能其中一个文法为二义的，另一个为无二义的</a:t>
            </a:r>
            <a:endPar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457200" rtl="0" eaLnBrk="1" fontAlgn="auto" latinLnBrk="0" hangingPunct="1">
              <a:lnSpc>
                <a:spcPct val="100000"/>
              </a:lnSpc>
              <a:spcBef>
                <a:spcPts val="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二义性问题是不可判定问题，即不存在一个算法，它能在有限步骤内，确切地判定一个文法是否是二义的</a:t>
            </a:r>
          </a:p>
          <a:p>
            <a:pPr marL="342900" marR="0" lvl="0" indent="-342900" algn="l" defTabSz="457200" rtl="0" eaLnBrk="1" fontAlgn="auto" latinLnBrk="0" hangingPunct="1">
              <a:lnSpc>
                <a:spcPct val="100000"/>
              </a:lnSpc>
              <a:spcBef>
                <a:spcPts val="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可以找到一组无二义文法的充分条件</a:t>
            </a:r>
          </a:p>
        </p:txBody>
      </p:sp>
      <p:sp>
        <p:nvSpPr>
          <p:cNvPr id="3" name="Slide Number Placeholder 6">
            <a:extLst>
              <a:ext uri="{FF2B5EF4-FFF2-40B4-BE49-F238E27FC236}">
                <a16:creationId xmlns:a16="http://schemas.microsoft.com/office/drawing/2014/main" id="{3FFBA608-9C15-B573-959B-2F96A6CD4DE2}"/>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44F7B2D8-AC8F-400A-91CB-FC7A18FC102F}"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44</a:t>
            </a:fld>
            <a:endParaRPr lang="en-GB" altLang="en-US" sz="120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1880898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wipe(left)">
                                      <p:cBhvr>
                                        <p:cTn id="7" dur="500"/>
                                        <p:tgtEl>
                                          <p:spTgt spid="6">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5" end="5"/>
                                            </p:txEl>
                                          </p:spTgt>
                                        </p:tgtEl>
                                        <p:attrNameLst>
                                          <p:attrName>style.visibility</p:attrName>
                                        </p:attrNameLst>
                                      </p:cBhvr>
                                      <p:to>
                                        <p:strVal val="visible"/>
                                      </p:to>
                                    </p:set>
                                    <p:animEffect transition="in" filter="wipe(left)">
                                      <p:cBhvr>
                                        <p:cTn id="1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2"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页脚占位符 2">
            <a:extLst>
              <a:ext uri="{FF2B5EF4-FFF2-40B4-BE49-F238E27FC236}">
                <a16:creationId xmlns:a16="http://schemas.microsoft.com/office/drawing/2014/main" id="{361E1AAF-F939-E44A-986C-9F50D42FF725}"/>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3731" name="Rectangle 2">
            <a:extLst>
              <a:ext uri="{FF2B5EF4-FFF2-40B4-BE49-F238E27FC236}">
                <a16:creationId xmlns:a16="http://schemas.microsoft.com/office/drawing/2014/main" id="{048659FF-7EEF-CB2B-D37B-9EF9F839F40F}"/>
              </a:ext>
            </a:extLst>
          </p:cNvPr>
          <p:cNvSpPr>
            <a:spLocks noChangeArrowheads="1"/>
          </p:cNvSpPr>
          <p:nvPr/>
        </p:nvSpPr>
        <p:spPr bwMode="auto">
          <a:xfrm>
            <a:off x="0" y="0"/>
            <a:ext cx="10080625" cy="7559675"/>
          </a:xfrm>
          <a:prstGeom prst="rect">
            <a:avLst/>
          </a:prstGeom>
          <a:solidFill>
            <a:srgbClr val="000000"/>
          </a:solidFill>
          <a:ln w="9525">
            <a:solidFill>
              <a:srgbClr val="FFFFFF"/>
            </a:solidFill>
            <a:miter lim="800000"/>
            <a:headEnd/>
            <a:tailEnd/>
          </a:ln>
        </p:spPr>
        <p:txBody>
          <a:bodyPr wrap="none" lIns="90000" tIns="67932" rIns="90000" bIns="45000" anchor="ctr"/>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panose="020B0604020202020204" pitchFamily="34" charset="0"/>
                <a:ea typeface="Droid Sans Fallback"/>
                <a:cs typeface="Droid Sans Fallback"/>
              </a:defRPr>
            </a:lvl9pPr>
          </a:lstStyle>
          <a:p>
            <a:pPr algn="ctr" eaLnBrk="1">
              <a:lnSpc>
                <a:spcPct val="93000"/>
              </a:lnSpc>
              <a:buFont typeface="Times New Roman" panose="02020603050405020304" pitchFamily="18" charset="0"/>
              <a:buNone/>
            </a:pPr>
            <a:r>
              <a:rPr lang="en-GB" altLang="en-US" sz="2600">
                <a:solidFill>
                  <a:srgbClr val="E6E6E6"/>
                </a:solidFill>
                <a:ea typeface="宋体" panose="02010600030101010101" pitchFamily="2" charset="-122"/>
              </a:rPr>
              <a:t>THE END</a:t>
            </a:r>
          </a:p>
          <a:p>
            <a:pPr algn="ctr" eaLnBrk="1">
              <a:lnSpc>
                <a:spcPct val="93000"/>
              </a:lnSpc>
              <a:buFont typeface="Times New Roman" panose="02020603050405020304" pitchFamily="18" charset="0"/>
              <a:buNone/>
            </a:pPr>
            <a:endParaRPr lang="en-GB" altLang="en-US" sz="2600">
              <a:solidFill>
                <a:srgbClr val="E6E6E6"/>
              </a:solidFill>
              <a:ea typeface="宋体" panose="02010600030101010101" pitchFamily="2" charset="-122"/>
            </a:endParaRPr>
          </a:p>
          <a:p>
            <a:pPr algn="ctr" eaLnBrk="1">
              <a:lnSpc>
                <a:spcPct val="93000"/>
              </a:lnSpc>
              <a:buFont typeface="Times New Roman" panose="02020603050405020304" pitchFamily="18" charset="0"/>
              <a:buNone/>
            </a:pPr>
            <a:r>
              <a:rPr lang="en-GB" altLang="en-US" sz="2600">
                <a:solidFill>
                  <a:srgbClr val="E6E6E6"/>
                </a:solidFill>
                <a:ea typeface="宋体" panose="02010600030101010101" pitchFamily="2" charset="-122"/>
              </a:rPr>
              <a:t>QUESTIONS</a:t>
            </a:r>
          </a:p>
        </p:txBody>
      </p:sp>
      <p:sp>
        <p:nvSpPr>
          <p:cNvPr id="73732" name="Slide Number Placeholder 5">
            <a:extLst>
              <a:ext uri="{FF2B5EF4-FFF2-40B4-BE49-F238E27FC236}">
                <a16:creationId xmlns:a16="http://schemas.microsoft.com/office/drawing/2014/main" id="{F46574BB-D399-7E3A-9BC9-C3B7050F3A1C}"/>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8AC20369-2D6C-47FB-AE86-9E0C98B3FEA2}"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45</a:t>
            </a:fld>
            <a:endParaRPr lang="en-GB" altLang="en-US" sz="1200">
              <a:latin typeface="Comic Sans MS" panose="030F0702030302020204" pitchFamily="66" charset="0"/>
              <a:ea typeface="宋体" panose="02010600030101010101" pitchFamily="2" charset="-122"/>
            </a:endParaRPr>
          </a:p>
        </p:txBody>
      </p:sp>
      <p:sp>
        <p:nvSpPr>
          <p:cNvPr id="73733" name="日期占位符 6">
            <a:extLst>
              <a:ext uri="{FF2B5EF4-FFF2-40B4-BE49-F238E27FC236}">
                <a16:creationId xmlns:a16="http://schemas.microsoft.com/office/drawing/2014/main" id="{FB8AC91B-EB25-D830-9D88-32ADE1401642}"/>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7C6D402F-8064-A045-8D42-4A66EC9FF1DD}"/>
              </a:ext>
            </a:extLst>
          </p:cNvPr>
          <p:cNvSpPr>
            <a:spLocks noGrp="1" noChangeArrowheads="1"/>
          </p:cNvSpPr>
          <p:nvPr>
            <p:ph type="body" idx="4294967295"/>
          </p:nvPr>
        </p:nvSpPr>
        <p:spPr>
          <a:xfrm>
            <a:off x="503238" y="1439863"/>
            <a:ext cx="9069387" cy="4995862"/>
          </a:xfrm>
        </p:spPr>
        <p:txBody>
          <a:bodyPr/>
          <a:lstStyle/>
          <a:p>
            <a:pPr algn="just" eaLnBrk="1" hangingPunct="1">
              <a:buFont typeface="Times New Roman" panose="02020603050405020304" pitchFamily="18" charset="0"/>
              <a:buNone/>
            </a:pPr>
            <a:r>
              <a:rPr lang="zh-CN" altLang="en-US" sz="4000" b="1">
                <a:ea typeface="楷体_GB2312"/>
              </a:rPr>
              <a:t>考虑文法</a:t>
            </a:r>
            <a:r>
              <a:rPr lang="zh-CN" altLang="en-US" sz="4000" b="1">
                <a:latin typeface="Times New Roman" panose="02020603050405020304" pitchFamily="18" charset="0"/>
                <a:ea typeface="仿宋_GB2312"/>
                <a:cs typeface="仿宋_GB2312"/>
              </a:rPr>
              <a:t>：</a:t>
            </a:r>
            <a:endParaRPr lang="en-US" altLang="zh-CN" sz="4000" b="1">
              <a:latin typeface="Times New Roman" panose="02020603050405020304" pitchFamily="18" charset="0"/>
              <a:ea typeface="仿宋_GB2312"/>
              <a:cs typeface="仿宋_GB2312"/>
            </a:endParaRPr>
          </a:p>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    E → T | E+T | E-T</a:t>
            </a:r>
          </a:p>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    T → F | T*F | T/F</a:t>
            </a:r>
          </a:p>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    F → ( E ) | i</a:t>
            </a:r>
          </a:p>
          <a:p>
            <a:pPr algn="just" eaLnBrk="1" hangingPunct="1">
              <a:buFont typeface="Wingdings" panose="05000000000000000000" pitchFamily="2" charset="2"/>
              <a:buNone/>
            </a:pPr>
            <a:r>
              <a:rPr lang="zh-CN" altLang="en-US" sz="4000" b="1">
                <a:latin typeface="楷体_GB2312"/>
                <a:ea typeface="楷体_GB2312"/>
              </a:rPr>
              <a:t>给出</a:t>
            </a:r>
            <a:r>
              <a:rPr lang="en-US" altLang="zh-CN" sz="4000" b="1">
                <a:latin typeface="Times New Roman" panose="02020603050405020304" pitchFamily="18" charset="0"/>
                <a:ea typeface="楷体_GB2312"/>
              </a:rPr>
              <a:t>i+i*i</a:t>
            </a:r>
            <a:r>
              <a:rPr lang="zh-CN" altLang="en-US" sz="4000" b="1">
                <a:latin typeface="Times New Roman" panose="02020603050405020304" pitchFamily="18" charset="0"/>
                <a:ea typeface="楷体_GB2312"/>
              </a:rPr>
              <a:t>，</a:t>
            </a:r>
            <a:r>
              <a:rPr lang="en-US" altLang="zh-CN" sz="4000" b="1">
                <a:latin typeface="Times New Roman" panose="02020603050405020304" pitchFamily="18" charset="0"/>
                <a:ea typeface="楷体_GB2312"/>
              </a:rPr>
              <a:t> i*(i+i)</a:t>
            </a:r>
            <a:r>
              <a:rPr lang="zh-CN" altLang="en-US" sz="4000" b="1">
                <a:latin typeface="楷体_GB2312"/>
                <a:ea typeface="楷体_GB2312"/>
              </a:rPr>
              <a:t>的</a:t>
            </a:r>
            <a:r>
              <a:rPr lang="zh-CN" altLang="en-US" sz="4000" b="1">
                <a:solidFill>
                  <a:srgbClr val="FF0000"/>
                </a:solidFill>
                <a:latin typeface="楷体_GB2312"/>
                <a:ea typeface="楷体_GB2312"/>
              </a:rPr>
              <a:t>最左</a:t>
            </a:r>
            <a:r>
              <a:rPr lang="zh-CN" altLang="en-US" sz="4000" b="1">
                <a:latin typeface="楷体_GB2312"/>
                <a:ea typeface="楷体_GB2312"/>
              </a:rPr>
              <a:t>推导和</a:t>
            </a:r>
            <a:r>
              <a:rPr lang="zh-CN" altLang="en-US" sz="4000" b="1">
                <a:solidFill>
                  <a:srgbClr val="FF0000"/>
                </a:solidFill>
                <a:latin typeface="楷体_GB2312"/>
                <a:ea typeface="楷体_GB2312"/>
              </a:rPr>
              <a:t>最右</a:t>
            </a:r>
            <a:r>
              <a:rPr lang="zh-CN" altLang="en-US" sz="4000" b="1">
                <a:latin typeface="楷体_GB2312"/>
                <a:ea typeface="楷体_GB2312"/>
              </a:rPr>
              <a:t>推导</a:t>
            </a:r>
          </a:p>
          <a:p>
            <a:pPr algn="just" eaLnBrk="1" hangingPunct="1">
              <a:buFont typeface="Wingdings" panose="05000000000000000000" pitchFamily="2" charset="2"/>
              <a:buNone/>
            </a:pPr>
            <a:r>
              <a:rPr lang="zh-CN" altLang="en-US" sz="4000" b="1">
                <a:latin typeface="楷体_GB2312"/>
                <a:ea typeface="楷体_GB2312"/>
              </a:rPr>
              <a:t>给出</a:t>
            </a:r>
            <a:r>
              <a:rPr lang="en-US" altLang="zh-CN" sz="4000" b="1">
                <a:latin typeface="Times New Roman" panose="02020603050405020304" pitchFamily="18" charset="0"/>
                <a:ea typeface="楷体_GB2312"/>
              </a:rPr>
              <a:t>i+i+i</a:t>
            </a:r>
            <a:r>
              <a:rPr lang="zh-CN" altLang="en-US" sz="4000" b="1">
                <a:latin typeface="Times New Roman" panose="02020603050405020304" pitchFamily="18" charset="0"/>
                <a:ea typeface="楷体_GB2312"/>
              </a:rPr>
              <a:t>，</a:t>
            </a:r>
            <a:r>
              <a:rPr lang="en-US" altLang="zh-CN" sz="4000" b="1">
                <a:latin typeface="Times New Roman" panose="02020603050405020304" pitchFamily="18" charset="0"/>
                <a:ea typeface="楷体_GB2312"/>
              </a:rPr>
              <a:t>i+i*i </a:t>
            </a:r>
            <a:r>
              <a:rPr lang="zh-CN" altLang="en-US" sz="4000" b="1">
                <a:latin typeface="楷体_GB2312"/>
                <a:ea typeface="楷体_GB2312"/>
              </a:rPr>
              <a:t>和 </a:t>
            </a:r>
            <a:r>
              <a:rPr lang="en-US" altLang="zh-CN" sz="4000" b="1">
                <a:latin typeface="Times New Roman" panose="02020603050405020304" pitchFamily="18" charset="0"/>
                <a:ea typeface="楷体_GB2312"/>
              </a:rPr>
              <a:t>i-i-i</a:t>
            </a:r>
            <a:r>
              <a:rPr lang="zh-CN" altLang="en-US" sz="4000" b="1">
                <a:latin typeface="楷体_GB2312"/>
                <a:ea typeface="楷体_GB2312"/>
              </a:rPr>
              <a:t>的语法树</a:t>
            </a:r>
            <a:endParaRPr lang="en-US" altLang="zh-CN" sz="4000" b="1">
              <a:latin typeface="楷体_GB2312"/>
              <a:ea typeface="楷体_GB2312"/>
            </a:endParaRPr>
          </a:p>
        </p:txBody>
      </p:sp>
      <p:sp>
        <p:nvSpPr>
          <p:cNvPr id="74755" name="Footer Placeholder 5">
            <a:extLst>
              <a:ext uri="{FF2B5EF4-FFF2-40B4-BE49-F238E27FC236}">
                <a16:creationId xmlns:a16="http://schemas.microsoft.com/office/drawing/2014/main" id="{939F5A34-4F87-0159-18BE-7466BD004F31}"/>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4756" name="Slide Number Placeholder 6">
            <a:extLst>
              <a:ext uri="{FF2B5EF4-FFF2-40B4-BE49-F238E27FC236}">
                <a16:creationId xmlns:a16="http://schemas.microsoft.com/office/drawing/2014/main" id="{89A56A8A-0055-2448-D603-12DC27976977}"/>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DA427278-FA0C-4F71-AE1A-A6DDB0446DD0}"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46</a:t>
            </a:fld>
            <a:endParaRPr lang="en-GB" altLang="en-US" sz="1200">
              <a:latin typeface="Comic Sans MS" panose="030F0702030302020204" pitchFamily="66" charset="0"/>
              <a:ea typeface="宋体" panose="02010600030101010101" pitchFamily="2" charset="-122"/>
            </a:endParaRPr>
          </a:p>
        </p:txBody>
      </p:sp>
      <p:sp>
        <p:nvSpPr>
          <p:cNvPr id="74757" name="Rectangle 2">
            <a:extLst>
              <a:ext uri="{FF2B5EF4-FFF2-40B4-BE49-F238E27FC236}">
                <a16:creationId xmlns:a16="http://schemas.microsoft.com/office/drawing/2014/main" id="{0A4ED205-FB21-4418-395F-5A6457D5ECF9}"/>
              </a:ext>
            </a:extLst>
          </p:cNvPr>
          <p:cNvSpPr>
            <a:spLocks noGrp="1" noChangeArrowheads="1"/>
          </p:cNvSpPr>
          <p:nvPr>
            <p:ph type="title" idx="4294967295"/>
          </p:nvPr>
        </p:nvSpPr>
        <p:spPr/>
        <p:txBody>
          <a:bodyPr/>
          <a:lstStyle/>
          <a:p>
            <a:pPr eaLnBrk="1" hangingPunct="1"/>
            <a:r>
              <a:rPr lang="zh-CN" altLang="en-US" sz="4800">
                <a:ea typeface="楷体_GB2312"/>
              </a:rPr>
              <a:t>习题</a:t>
            </a:r>
          </a:p>
        </p:txBody>
      </p:sp>
      <p:sp>
        <p:nvSpPr>
          <p:cNvPr id="74758" name="日期占位符 7">
            <a:extLst>
              <a:ext uri="{FF2B5EF4-FFF2-40B4-BE49-F238E27FC236}">
                <a16:creationId xmlns:a16="http://schemas.microsoft.com/office/drawing/2014/main" id="{75E17E2F-8467-49E0-6E87-5F51EE85AFD6}"/>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3C7767E6-4051-8BEB-1E55-F14B4F2E185E}"/>
              </a:ext>
            </a:extLst>
          </p:cNvPr>
          <p:cNvSpPr>
            <a:spLocks noGrp="1" noChangeArrowheads="1"/>
          </p:cNvSpPr>
          <p:nvPr>
            <p:ph type="body" idx="4294967295"/>
          </p:nvPr>
        </p:nvSpPr>
        <p:spPr>
          <a:xfrm>
            <a:off x="503238" y="1439863"/>
            <a:ext cx="9069387" cy="4383087"/>
          </a:xfrm>
        </p:spPr>
        <p:txBody>
          <a:bodyPr/>
          <a:lstStyle/>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L1:       G(S): S→AC</a:t>
            </a:r>
          </a:p>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                       A→aAb|ab</a:t>
            </a:r>
          </a:p>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                       C→cC|</a:t>
            </a:r>
            <a:r>
              <a:rPr lang="el-GR" altLang="en-US" sz="4000" b="1">
                <a:latin typeface="Times New Roman" panose="02020603050405020304" pitchFamily="18" charset="0"/>
                <a:ea typeface="仿宋_GB2312"/>
                <a:cs typeface="仿宋_GB2312"/>
              </a:rPr>
              <a:t>ε</a:t>
            </a:r>
          </a:p>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L2:       G(S): S→AB</a:t>
            </a:r>
          </a:p>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                       A→aA|</a:t>
            </a:r>
            <a:r>
              <a:rPr lang="el-GR" altLang="en-US" sz="4000" b="1">
                <a:latin typeface="Times New Roman" panose="02020603050405020304" pitchFamily="18" charset="0"/>
                <a:ea typeface="仿宋_GB2312"/>
                <a:cs typeface="仿宋_GB2312"/>
              </a:rPr>
              <a:t>ε</a:t>
            </a:r>
          </a:p>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                       B→bBc|bc</a:t>
            </a:r>
          </a:p>
        </p:txBody>
      </p:sp>
      <p:sp>
        <p:nvSpPr>
          <p:cNvPr id="76803" name="Footer Placeholder 5">
            <a:extLst>
              <a:ext uri="{FF2B5EF4-FFF2-40B4-BE49-F238E27FC236}">
                <a16:creationId xmlns:a16="http://schemas.microsoft.com/office/drawing/2014/main" id="{8368A8A6-3BD5-8A8B-D2A9-F061B0E61DD3}"/>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6804" name="Slide Number Placeholder 6">
            <a:extLst>
              <a:ext uri="{FF2B5EF4-FFF2-40B4-BE49-F238E27FC236}">
                <a16:creationId xmlns:a16="http://schemas.microsoft.com/office/drawing/2014/main" id="{55C28CF9-9F7A-728B-2A45-E5CFD55AB14C}"/>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3D691F41-9D3C-424B-B4C9-980AC531514C}"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47</a:t>
            </a:fld>
            <a:endParaRPr lang="en-GB" altLang="en-US" sz="1200">
              <a:latin typeface="Comic Sans MS" panose="030F0702030302020204" pitchFamily="66" charset="0"/>
              <a:ea typeface="宋体" panose="02010600030101010101" pitchFamily="2" charset="-122"/>
            </a:endParaRPr>
          </a:p>
        </p:txBody>
      </p:sp>
      <p:sp>
        <p:nvSpPr>
          <p:cNvPr id="76805" name="Rectangle 2">
            <a:extLst>
              <a:ext uri="{FF2B5EF4-FFF2-40B4-BE49-F238E27FC236}">
                <a16:creationId xmlns:a16="http://schemas.microsoft.com/office/drawing/2014/main" id="{855934A3-D92C-FADF-5C80-40085A2C558A}"/>
              </a:ext>
            </a:extLst>
          </p:cNvPr>
          <p:cNvSpPr>
            <a:spLocks noGrp="1" noChangeArrowheads="1"/>
          </p:cNvSpPr>
          <p:nvPr>
            <p:ph type="title" idx="4294967295"/>
          </p:nvPr>
        </p:nvSpPr>
        <p:spPr/>
        <p:txBody>
          <a:bodyPr/>
          <a:lstStyle/>
          <a:p>
            <a:pPr eaLnBrk="1" hangingPunct="1"/>
            <a:r>
              <a:rPr lang="zh-CN" altLang="en-US" sz="4800">
                <a:ea typeface="楷体_GB2312"/>
              </a:rPr>
              <a:t>文法实例</a:t>
            </a:r>
          </a:p>
        </p:txBody>
      </p:sp>
      <p:sp>
        <p:nvSpPr>
          <p:cNvPr id="76806" name="日期占位符 7">
            <a:extLst>
              <a:ext uri="{FF2B5EF4-FFF2-40B4-BE49-F238E27FC236}">
                <a16:creationId xmlns:a16="http://schemas.microsoft.com/office/drawing/2014/main" id="{C06AE911-94E7-574D-B690-3D7343A39862}"/>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A5813580-E4D1-A669-22B4-B374760DF361}"/>
              </a:ext>
            </a:extLst>
          </p:cNvPr>
          <p:cNvSpPr>
            <a:spLocks noGrp="1" noChangeArrowheads="1"/>
          </p:cNvSpPr>
          <p:nvPr>
            <p:ph type="body" idx="4294967295"/>
          </p:nvPr>
        </p:nvSpPr>
        <p:spPr>
          <a:xfrm>
            <a:off x="503238" y="1439863"/>
            <a:ext cx="9069387" cy="4383087"/>
          </a:xfrm>
        </p:spPr>
        <p:txBody>
          <a:bodyPr/>
          <a:lstStyle/>
          <a:p>
            <a:pPr algn="just" eaLnBrk="1" hangingPunct="1">
              <a:buFont typeface="Times New Roman" panose="02020603050405020304" pitchFamily="18" charset="0"/>
              <a:buNone/>
            </a:pPr>
            <a:r>
              <a:rPr lang="zh-CN" altLang="en-US" sz="4000" b="1" dirty="0">
                <a:ea typeface="楷体_GB2312"/>
              </a:rPr>
              <a:t>考虑文法</a:t>
            </a:r>
            <a:r>
              <a:rPr lang="en-US" altLang="zh-CN" sz="4000" b="1" dirty="0">
                <a:latin typeface="Times New Roman" panose="02020603050405020304" pitchFamily="18" charset="0"/>
                <a:ea typeface="仿宋_GB2312"/>
                <a:cs typeface="仿宋_GB2312"/>
              </a:rPr>
              <a:t>G</a:t>
            </a:r>
            <a:r>
              <a:rPr lang="en-US" altLang="zh-CN" sz="4000" b="1" baseline="-25000" dirty="0">
                <a:latin typeface="Times New Roman" panose="02020603050405020304" pitchFamily="18" charset="0"/>
                <a:ea typeface="仿宋_GB2312"/>
                <a:cs typeface="仿宋_GB2312"/>
              </a:rPr>
              <a:t>2</a:t>
            </a:r>
            <a:r>
              <a:rPr lang="zh-CN" altLang="en-US" sz="4000" b="1" dirty="0">
                <a:ea typeface="楷体_GB2312"/>
              </a:rPr>
              <a:t>定义的语言</a:t>
            </a:r>
            <a:r>
              <a:rPr lang="zh-CN" altLang="en-US" sz="4000" b="1" dirty="0">
                <a:latin typeface="Times New Roman" panose="02020603050405020304" pitchFamily="18" charset="0"/>
                <a:ea typeface="仿宋_GB2312"/>
                <a:cs typeface="仿宋_GB2312"/>
              </a:rPr>
              <a:t>：</a:t>
            </a:r>
            <a:endParaRPr lang="en-US" altLang="zh-CN" sz="4000" b="1" dirty="0">
              <a:latin typeface="Times New Roman" panose="02020603050405020304" pitchFamily="18" charset="0"/>
              <a:ea typeface="仿宋_GB2312"/>
              <a:cs typeface="仿宋_GB2312"/>
            </a:endParaRPr>
          </a:p>
          <a:p>
            <a:pPr algn="just" eaLnBrk="1" hangingPunct="1">
              <a:buFont typeface="Wingdings" panose="05000000000000000000" pitchFamily="2" charset="2"/>
              <a:buNone/>
            </a:pPr>
            <a:r>
              <a:rPr lang="en-US" altLang="zh-CN" sz="4000" b="1" dirty="0">
                <a:latin typeface="Times New Roman" panose="02020603050405020304" pitchFamily="18" charset="0"/>
                <a:ea typeface="仿宋_GB2312"/>
                <a:cs typeface="仿宋_GB2312"/>
              </a:rPr>
              <a:t>    S → </a:t>
            </a:r>
            <a:r>
              <a:rPr lang="en-US" altLang="zh-CN" sz="4000" b="1" dirty="0" err="1">
                <a:latin typeface="Times New Roman" panose="02020603050405020304" pitchFamily="18" charset="0"/>
                <a:ea typeface="仿宋_GB2312"/>
                <a:cs typeface="仿宋_GB2312"/>
              </a:rPr>
              <a:t>aS</a:t>
            </a:r>
            <a:r>
              <a:rPr lang="en-US" altLang="zh-CN" sz="4000" b="1" dirty="0">
                <a:latin typeface="Times New Roman" panose="02020603050405020304" pitchFamily="18" charset="0"/>
                <a:ea typeface="仿宋_GB2312"/>
                <a:cs typeface="仿宋_GB2312"/>
              </a:rPr>
              <a:t> | </a:t>
            </a:r>
            <a:r>
              <a:rPr lang="en-US" altLang="zh-CN" sz="4000" b="1" dirty="0" err="1">
                <a:latin typeface="Times New Roman" panose="02020603050405020304" pitchFamily="18" charset="0"/>
                <a:ea typeface="仿宋_GB2312"/>
                <a:cs typeface="仿宋_GB2312"/>
              </a:rPr>
              <a:t>aP</a:t>
            </a:r>
            <a:endParaRPr lang="en-US" altLang="zh-CN" sz="4000" b="1" dirty="0">
              <a:latin typeface="Times New Roman" panose="02020603050405020304" pitchFamily="18" charset="0"/>
              <a:ea typeface="仿宋_GB2312"/>
              <a:cs typeface="仿宋_GB2312"/>
            </a:endParaRPr>
          </a:p>
          <a:p>
            <a:pPr algn="just" eaLnBrk="1" hangingPunct="1">
              <a:buFont typeface="Wingdings" panose="05000000000000000000" pitchFamily="2" charset="2"/>
              <a:buNone/>
            </a:pPr>
            <a:r>
              <a:rPr lang="en-US" altLang="zh-CN" sz="4000" b="1" dirty="0">
                <a:latin typeface="Times New Roman" panose="02020603050405020304" pitchFamily="18" charset="0"/>
                <a:ea typeface="仿宋_GB2312"/>
                <a:cs typeface="仿宋_GB2312"/>
              </a:rPr>
              <a:t>    P → </a:t>
            </a:r>
            <a:r>
              <a:rPr lang="en-US" altLang="zh-CN" sz="4000" b="1" dirty="0" err="1">
                <a:latin typeface="Times New Roman" panose="02020603050405020304" pitchFamily="18" charset="0"/>
                <a:ea typeface="仿宋_GB2312"/>
                <a:cs typeface="仿宋_GB2312"/>
              </a:rPr>
              <a:t>bP</a:t>
            </a:r>
            <a:r>
              <a:rPr lang="en-US" altLang="zh-CN" sz="4000" b="1" dirty="0">
                <a:latin typeface="Times New Roman" panose="02020603050405020304" pitchFamily="18" charset="0"/>
                <a:ea typeface="仿宋_GB2312"/>
                <a:cs typeface="仿宋_GB2312"/>
              </a:rPr>
              <a:t> | </a:t>
            </a:r>
            <a:r>
              <a:rPr lang="en-US" altLang="zh-CN" sz="4000" b="1" dirty="0" err="1">
                <a:latin typeface="Times New Roman" panose="02020603050405020304" pitchFamily="18" charset="0"/>
                <a:ea typeface="仿宋_GB2312"/>
                <a:cs typeface="仿宋_GB2312"/>
              </a:rPr>
              <a:t>bQ</a:t>
            </a:r>
            <a:endParaRPr lang="en-US" altLang="zh-CN" sz="4000" b="1" dirty="0">
              <a:latin typeface="Times New Roman" panose="02020603050405020304" pitchFamily="18" charset="0"/>
              <a:ea typeface="仿宋_GB2312"/>
              <a:cs typeface="仿宋_GB2312"/>
            </a:endParaRPr>
          </a:p>
          <a:p>
            <a:pPr algn="just" eaLnBrk="1" hangingPunct="1">
              <a:buFont typeface="Wingdings" panose="05000000000000000000" pitchFamily="2" charset="2"/>
              <a:buNone/>
            </a:pPr>
            <a:r>
              <a:rPr lang="en-US" altLang="zh-CN" sz="4000" b="1" dirty="0">
                <a:latin typeface="Times New Roman" panose="02020603050405020304" pitchFamily="18" charset="0"/>
                <a:ea typeface="仿宋_GB2312"/>
                <a:cs typeface="仿宋_GB2312"/>
              </a:rPr>
              <a:t>    Q → </a:t>
            </a:r>
            <a:r>
              <a:rPr lang="en-US" altLang="zh-CN" sz="4000" b="1" dirty="0" err="1">
                <a:latin typeface="Times New Roman" panose="02020603050405020304" pitchFamily="18" charset="0"/>
                <a:ea typeface="仿宋_GB2312"/>
                <a:cs typeface="仿宋_GB2312"/>
              </a:rPr>
              <a:t>cQ</a:t>
            </a:r>
            <a:r>
              <a:rPr lang="en-US" altLang="zh-CN" sz="4000" b="1" dirty="0">
                <a:latin typeface="Times New Roman" panose="02020603050405020304" pitchFamily="18" charset="0"/>
                <a:ea typeface="仿宋_GB2312"/>
                <a:cs typeface="仿宋_GB2312"/>
              </a:rPr>
              <a:t> | c</a:t>
            </a:r>
          </a:p>
          <a:p>
            <a:pPr algn="just" eaLnBrk="1" hangingPunct="1">
              <a:buFont typeface="Wingdings" panose="05000000000000000000" pitchFamily="2" charset="2"/>
              <a:buNone/>
            </a:pPr>
            <a:endParaRPr lang="en-US" altLang="zh-CN" sz="4000" b="1" dirty="0">
              <a:latin typeface="Times New Roman" panose="02020603050405020304" pitchFamily="18" charset="0"/>
              <a:ea typeface="仿宋_GB2312"/>
              <a:cs typeface="仿宋_GB2312"/>
            </a:endParaRPr>
          </a:p>
          <a:p>
            <a:pPr algn="just" eaLnBrk="1" hangingPunct="1">
              <a:buFont typeface="Wingdings" panose="05000000000000000000" pitchFamily="2" charset="2"/>
              <a:buNone/>
            </a:pPr>
            <a:r>
              <a:rPr lang="en-US" altLang="zh-CN" sz="4000" b="1" dirty="0">
                <a:latin typeface="Times New Roman" panose="02020603050405020304" pitchFamily="18" charset="0"/>
                <a:ea typeface="仿宋_GB2312"/>
                <a:cs typeface="仿宋_GB2312"/>
              </a:rPr>
              <a:t>    L(G</a:t>
            </a:r>
            <a:r>
              <a:rPr lang="en-US" altLang="zh-CN" sz="4000" b="1" baseline="-25000" dirty="0">
                <a:latin typeface="Times New Roman" panose="02020603050405020304" pitchFamily="18" charset="0"/>
                <a:ea typeface="仿宋_GB2312"/>
                <a:cs typeface="仿宋_GB2312"/>
              </a:rPr>
              <a:t>2</a:t>
            </a:r>
            <a:r>
              <a:rPr lang="en-US" altLang="zh-CN" sz="4000" b="1" dirty="0">
                <a:latin typeface="Times New Roman" panose="02020603050405020304" pitchFamily="18" charset="0"/>
                <a:ea typeface="仿宋_GB2312"/>
                <a:cs typeface="仿宋_GB2312"/>
              </a:rPr>
              <a:t>)={a</a:t>
            </a:r>
            <a:r>
              <a:rPr lang="en-US" altLang="zh-CN" sz="4000" b="1" baseline="30000" dirty="0">
                <a:latin typeface="Times New Roman" panose="02020603050405020304" pitchFamily="18" charset="0"/>
                <a:ea typeface="仿宋_GB2312"/>
                <a:cs typeface="仿宋_GB2312"/>
              </a:rPr>
              <a:t>i</a:t>
            </a:r>
            <a:r>
              <a:rPr lang="en-US" altLang="zh-CN" sz="4000" b="1" dirty="0">
                <a:latin typeface="Times New Roman" panose="02020603050405020304" pitchFamily="18" charset="0"/>
                <a:ea typeface="仿宋_GB2312"/>
                <a:cs typeface="仿宋_GB2312"/>
              </a:rPr>
              <a:t>b</a:t>
            </a:r>
            <a:r>
              <a:rPr lang="en-US" altLang="zh-CN" sz="4000" b="1" baseline="30000" dirty="0">
                <a:latin typeface="Times New Roman" panose="02020603050405020304" pitchFamily="18" charset="0"/>
                <a:ea typeface="仿宋_GB2312"/>
                <a:cs typeface="仿宋_GB2312"/>
              </a:rPr>
              <a:t>j</a:t>
            </a:r>
            <a:r>
              <a:rPr lang="en-US" altLang="zh-CN" sz="4000" b="1" dirty="0">
                <a:latin typeface="Times New Roman" panose="02020603050405020304" pitchFamily="18" charset="0"/>
                <a:ea typeface="仿宋_GB2312"/>
                <a:cs typeface="仿宋_GB2312"/>
              </a:rPr>
              <a:t>c</a:t>
            </a:r>
            <a:r>
              <a:rPr lang="en-US" altLang="zh-CN" sz="4000" b="1" baseline="30000" dirty="0">
                <a:latin typeface="Times New Roman" panose="02020603050405020304" pitchFamily="18" charset="0"/>
                <a:ea typeface="仿宋_GB2312"/>
                <a:cs typeface="仿宋_GB2312"/>
              </a:rPr>
              <a:t>k</a:t>
            </a:r>
            <a:r>
              <a:rPr lang="en-US" altLang="zh-CN" sz="4000" b="1" dirty="0">
                <a:latin typeface="Times New Roman" panose="02020603050405020304" pitchFamily="18" charset="0"/>
                <a:ea typeface="仿宋_GB2312"/>
                <a:cs typeface="仿宋_GB2312"/>
              </a:rPr>
              <a:t>│i,j,k</a:t>
            </a:r>
            <a:r>
              <a:rPr lang="en-US" altLang="zh-CN" sz="4000" b="1" dirty="0">
                <a:latin typeface="Times New Roman" panose="02020603050405020304" pitchFamily="18" charset="0"/>
                <a:ea typeface="仿宋_GB2312"/>
                <a:cs typeface="仿宋_GB2312"/>
                <a:sym typeface="Symbol" panose="05050102010706020507" pitchFamily="18" charset="2"/>
              </a:rPr>
              <a:t></a:t>
            </a:r>
            <a:r>
              <a:rPr lang="en-US" altLang="zh-CN" sz="4000" b="1" dirty="0">
                <a:latin typeface="Times New Roman" panose="02020603050405020304" pitchFamily="18" charset="0"/>
                <a:ea typeface="仿宋_GB2312"/>
                <a:cs typeface="仿宋_GB2312"/>
              </a:rPr>
              <a:t>1}</a:t>
            </a:r>
          </a:p>
        </p:txBody>
      </p:sp>
      <p:sp>
        <p:nvSpPr>
          <p:cNvPr id="65539" name="Footer Placeholder 5">
            <a:extLst>
              <a:ext uri="{FF2B5EF4-FFF2-40B4-BE49-F238E27FC236}">
                <a16:creationId xmlns:a16="http://schemas.microsoft.com/office/drawing/2014/main" id="{D441C901-0616-4717-79B4-5C5CB770D581}"/>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5540" name="Slide Number Placeholder 6">
            <a:extLst>
              <a:ext uri="{FF2B5EF4-FFF2-40B4-BE49-F238E27FC236}">
                <a16:creationId xmlns:a16="http://schemas.microsoft.com/office/drawing/2014/main" id="{BCA1BF4F-D1B1-D283-146C-A2CC8899A199}"/>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53180EF2-E3A7-484C-84E7-6DDF27D923CA}"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48</a:t>
            </a:fld>
            <a:endParaRPr lang="en-GB" altLang="en-US" sz="1200">
              <a:latin typeface="Comic Sans MS" panose="030F0702030302020204" pitchFamily="66" charset="0"/>
              <a:ea typeface="宋体" panose="02010600030101010101" pitchFamily="2" charset="-122"/>
            </a:endParaRPr>
          </a:p>
        </p:txBody>
      </p:sp>
      <p:sp>
        <p:nvSpPr>
          <p:cNvPr id="65541" name="Rectangle 2">
            <a:extLst>
              <a:ext uri="{FF2B5EF4-FFF2-40B4-BE49-F238E27FC236}">
                <a16:creationId xmlns:a16="http://schemas.microsoft.com/office/drawing/2014/main" id="{884B194E-15D0-76DC-8E3F-0353CB6CDC36}"/>
              </a:ext>
            </a:extLst>
          </p:cNvPr>
          <p:cNvSpPr>
            <a:spLocks noGrp="1" noChangeArrowheads="1"/>
          </p:cNvSpPr>
          <p:nvPr>
            <p:ph type="title" idx="4294967295"/>
          </p:nvPr>
        </p:nvSpPr>
        <p:spPr/>
        <p:txBody>
          <a:bodyPr/>
          <a:lstStyle/>
          <a:p>
            <a:pPr eaLnBrk="1" hangingPunct="1"/>
            <a:r>
              <a:rPr lang="zh-CN" altLang="en-US" sz="4800">
                <a:ea typeface="楷体_GB2312"/>
              </a:rPr>
              <a:t>文法实例</a:t>
            </a:r>
          </a:p>
        </p:txBody>
      </p:sp>
      <p:sp>
        <p:nvSpPr>
          <p:cNvPr id="65542" name="日期占位符 7">
            <a:extLst>
              <a:ext uri="{FF2B5EF4-FFF2-40B4-BE49-F238E27FC236}">
                <a16:creationId xmlns:a16="http://schemas.microsoft.com/office/drawing/2014/main" id="{77F20A54-E2AF-5E1E-01C7-487A6813D5F5}"/>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 name="矩形 2">
            <a:extLst>
              <a:ext uri="{FF2B5EF4-FFF2-40B4-BE49-F238E27FC236}">
                <a16:creationId xmlns:a16="http://schemas.microsoft.com/office/drawing/2014/main" id="{609377D0-227F-FD3D-3030-28099273D89C}"/>
              </a:ext>
            </a:extLst>
          </p:cNvPr>
          <p:cNvSpPr/>
          <p:nvPr/>
        </p:nvSpPr>
        <p:spPr>
          <a:xfrm>
            <a:off x="612861" y="4973637"/>
            <a:ext cx="5670378" cy="92075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758112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4034">
                                            <p:txEl>
                                              <p:pRg st="5" end="5"/>
                                            </p:txEl>
                                          </p:spTgt>
                                        </p:tgtEl>
                                        <p:attrNameLst>
                                          <p:attrName>style.visibility</p:attrName>
                                        </p:attrNameLst>
                                      </p:cBhvr>
                                      <p:to>
                                        <p:strVal val="visible"/>
                                      </p:to>
                                    </p:set>
                                    <p:animEffect transition="in" filter="blinds(horizontal)">
                                      <p:cBhvr>
                                        <p:cTn id="7" dur="500"/>
                                        <p:tgtEl>
                                          <p:spTgt spid="440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89A4BDAF-C039-DCAF-9C09-64B3B45EFCFA}"/>
              </a:ext>
            </a:extLst>
          </p:cNvPr>
          <p:cNvSpPr>
            <a:spLocks noGrp="1" noChangeArrowheads="1"/>
          </p:cNvSpPr>
          <p:nvPr>
            <p:ph type="body" idx="4294967295"/>
          </p:nvPr>
        </p:nvSpPr>
        <p:spPr>
          <a:xfrm>
            <a:off x="503238" y="1439863"/>
            <a:ext cx="9069387" cy="4383087"/>
          </a:xfrm>
        </p:spPr>
        <p:txBody>
          <a:bodyPr/>
          <a:lstStyle/>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L3:    G(S): S→AB</a:t>
            </a:r>
          </a:p>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                    A→aAb|</a:t>
            </a:r>
            <a:r>
              <a:rPr lang="el-GR" altLang="en-US" sz="4000" b="1">
                <a:latin typeface="Times New Roman" panose="02020603050405020304" pitchFamily="18" charset="0"/>
                <a:ea typeface="仿宋_GB2312"/>
                <a:cs typeface="仿宋_GB2312"/>
              </a:rPr>
              <a:t>ε</a:t>
            </a:r>
          </a:p>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                    B→aAb|</a:t>
            </a:r>
            <a:r>
              <a:rPr lang="el-GR" altLang="en-US" sz="4000" b="1">
                <a:latin typeface="Times New Roman" panose="02020603050405020304" pitchFamily="18" charset="0"/>
                <a:ea typeface="仿宋_GB2312"/>
                <a:cs typeface="仿宋_GB2312"/>
              </a:rPr>
              <a:t>ε</a:t>
            </a:r>
          </a:p>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L4:   G(S):  S→1S0|A</a:t>
            </a:r>
          </a:p>
          <a:p>
            <a:pPr algn="just" eaLnBrk="1" hangingPunct="1">
              <a:buFont typeface="Wingdings" panose="05000000000000000000" pitchFamily="2" charset="2"/>
              <a:buNone/>
            </a:pPr>
            <a:r>
              <a:rPr lang="en-US" altLang="zh-CN" sz="4000" b="1">
                <a:latin typeface="Times New Roman" panose="02020603050405020304" pitchFamily="18" charset="0"/>
                <a:ea typeface="仿宋_GB2312"/>
                <a:cs typeface="仿宋_GB2312"/>
              </a:rPr>
              <a:t>                    A→0A1|</a:t>
            </a:r>
            <a:r>
              <a:rPr lang="el-GR" altLang="en-US" sz="4000" b="1">
                <a:latin typeface="Times New Roman" panose="02020603050405020304" pitchFamily="18" charset="0"/>
                <a:ea typeface="仿宋_GB2312"/>
                <a:cs typeface="仿宋_GB2312"/>
              </a:rPr>
              <a:t>ε</a:t>
            </a:r>
          </a:p>
          <a:p>
            <a:pPr algn="just" eaLnBrk="1" hangingPunct="1">
              <a:buFont typeface="Wingdings" panose="05000000000000000000" pitchFamily="2" charset="2"/>
              <a:buNone/>
            </a:pPr>
            <a:r>
              <a:rPr lang="zh-CN" altLang="en-US" sz="4000" b="1">
                <a:latin typeface="楷体_GB2312"/>
                <a:ea typeface="楷体_GB2312"/>
              </a:rPr>
              <a:t>   或者</a:t>
            </a:r>
            <a:r>
              <a:rPr lang="en-US" altLang="zh-CN" sz="4000" b="1">
                <a:latin typeface="楷体_GB2312"/>
                <a:ea typeface="楷体_GB2312"/>
              </a:rPr>
              <a:t>:</a:t>
            </a:r>
            <a:r>
              <a:rPr lang="en-US" altLang="zh-CN" sz="4000" b="1">
                <a:ea typeface="仿宋_GB2312"/>
                <a:cs typeface="仿宋_GB2312"/>
              </a:rPr>
              <a:t>  </a:t>
            </a:r>
          </a:p>
          <a:p>
            <a:pPr algn="just" eaLnBrk="1" hangingPunct="1">
              <a:buFont typeface="Wingdings" panose="05000000000000000000" pitchFamily="2" charset="2"/>
              <a:buNone/>
            </a:pPr>
            <a:r>
              <a:rPr lang="zh-CN" altLang="en-US" sz="4000" b="1">
                <a:ea typeface="仿宋_GB2312"/>
                <a:cs typeface="仿宋_GB2312"/>
              </a:rPr>
              <a:t>     </a:t>
            </a:r>
            <a:r>
              <a:rPr lang="en-US" altLang="zh-CN" sz="4000" b="1">
                <a:latin typeface="Times New Roman" panose="02020603050405020304" pitchFamily="18" charset="0"/>
                <a:ea typeface="仿宋_GB2312"/>
                <a:cs typeface="仿宋_GB2312"/>
              </a:rPr>
              <a:t>S→A|B    A→0A1|</a:t>
            </a:r>
            <a:r>
              <a:rPr lang="el-GR" altLang="en-US" sz="4000" b="1">
                <a:latin typeface="Times New Roman" panose="02020603050405020304" pitchFamily="18" charset="0"/>
                <a:ea typeface="仿宋_GB2312"/>
                <a:cs typeface="仿宋_GB2312"/>
              </a:rPr>
              <a:t>ε </a:t>
            </a:r>
            <a:r>
              <a:rPr lang="en-US" altLang="zh-CN" sz="4000" b="1">
                <a:latin typeface="Times New Roman" panose="02020603050405020304" pitchFamily="18" charset="0"/>
                <a:ea typeface="仿宋_GB2312"/>
                <a:cs typeface="仿宋_GB2312"/>
              </a:rPr>
              <a:t>   B→1B0|A</a:t>
            </a:r>
          </a:p>
        </p:txBody>
      </p:sp>
      <p:sp>
        <p:nvSpPr>
          <p:cNvPr id="77827" name="Footer Placeholder 5">
            <a:extLst>
              <a:ext uri="{FF2B5EF4-FFF2-40B4-BE49-F238E27FC236}">
                <a16:creationId xmlns:a16="http://schemas.microsoft.com/office/drawing/2014/main" id="{978DB604-C7AB-E9C4-BFE8-1144615CA02F}"/>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7828" name="Slide Number Placeholder 6">
            <a:extLst>
              <a:ext uri="{FF2B5EF4-FFF2-40B4-BE49-F238E27FC236}">
                <a16:creationId xmlns:a16="http://schemas.microsoft.com/office/drawing/2014/main" id="{7DA34AFF-2A28-D2D4-F5EA-EA1ECFB08B88}"/>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a:cs typeface="Droid Sans Fallback"/>
              </a:defRPr>
            </a:lvl9pPr>
          </a:lstStyle>
          <a:p>
            <a:pPr algn="r" eaLnBrk="1">
              <a:lnSpc>
                <a:spcPct val="116000"/>
              </a:lnSpc>
              <a:buFont typeface="Times New Roman" panose="02020603050405020304" pitchFamily="18" charset="0"/>
              <a:buNone/>
            </a:pPr>
            <a:fld id="{871A7BC7-A30E-4409-814F-69FFCCB05A83}" type="slidenum">
              <a:rPr lang="en-GB" altLang="en-US" sz="1200">
                <a:latin typeface="Comic Sans MS" panose="030F0702030302020204" pitchFamily="66" charset="0"/>
                <a:ea typeface="宋体" panose="02010600030101010101" pitchFamily="2" charset="-122"/>
              </a:rPr>
              <a:pPr algn="r" eaLnBrk="1">
                <a:lnSpc>
                  <a:spcPct val="116000"/>
                </a:lnSpc>
                <a:buFont typeface="Times New Roman" panose="02020603050405020304" pitchFamily="18" charset="0"/>
                <a:buNone/>
              </a:pPr>
              <a:t>49</a:t>
            </a:fld>
            <a:endParaRPr lang="en-GB" altLang="en-US" sz="1200">
              <a:latin typeface="Comic Sans MS" panose="030F0702030302020204" pitchFamily="66" charset="0"/>
              <a:ea typeface="宋体" panose="02010600030101010101" pitchFamily="2" charset="-122"/>
            </a:endParaRPr>
          </a:p>
        </p:txBody>
      </p:sp>
      <p:sp>
        <p:nvSpPr>
          <p:cNvPr id="77829" name="Rectangle 2">
            <a:extLst>
              <a:ext uri="{FF2B5EF4-FFF2-40B4-BE49-F238E27FC236}">
                <a16:creationId xmlns:a16="http://schemas.microsoft.com/office/drawing/2014/main" id="{66FF650C-1E68-3339-35E5-B963460D8A94}"/>
              </a:ext>
            </a:extLst>
          </p:cNvPr>
          <p:cNvSpPr>
            <a:spLocks noGrp="1" noChangeArrowheads="1"/>
          </p:cNvSpPr>
          <p:nvPr>
            <p:ph type="title" idx="4294967295"/>
          </p:nvPr>
        </p:nvSpPr>
        <p:spPr/>
        <p:txBody>
          <a:bodyPr/>
          <a:lstStyle/>
          <a:p>
            <a:pPr eaLnBrk="1" hangingPunct="1"/>
            <a:r>
              <a:rPr lang="zh-CN" altLang="en-US" sz="4800">
                <a:ea typeface="楷体_GB2312"/>
              </a:rPr>
              <a:t>文法实例</a:t>
            </a:r>
          </a:p>
        </p:txBody>
      </p:sp>
      <p:sp>
        <p:nvSpPr>
          <p:cNvPr id="77830" name="日期占位符 7">
            <a:extLst>
              <a:ext uri="{FF2B5EF4-FFF2-40B4-BE49-F238E27FC236}">
                <a16:creationId xmlns:a16="http://schemas.microsoft.com/office/drawing/2014/main" id="{36CD00F5-1497-9E41-C8A6-32FCF665FD5A}"/>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eaLnBrk="1">
              <a:lnSpc>
                <a:spcPct val="116000"/>
              </a:lnSpc>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sld>
</file>

<file path=ppt/theme/theme1.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主题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主题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主题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自定义设计方案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自定义设计方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自定义设计方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xml><?xml version="1.0" encoding="utf-8"?>
<a:theme xmlns:a="http://schemas.openxmlformats.org/drawingml/2006/main" name="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xml><?xml version="1.0" encoding="utf-8"?>
<a:theme xmlns:a="http://schemas.openxmlformats.org/drawingml/2006/main" name="26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6.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5128</TotalTime>
  <Pages>0</Pages>
  <Words>4328</Words>
  <Characters>0</Characters>
  <Application>Microsoft Office PowerPoint</Application>
  <DocSecurity>0</DocSecurity>
  <PresentationFormat>自定义</PresentationFormat>
  <Lines>0</Lines>
  <Paragraphs>659</Paragraphs>
  <Slides>49</Slides>
  <Notes>14</Notes>
  <HiddenSlides>0</HiddenSlides>
  <MMClips>0</MMClips>
  <ScaleCrop>false</ScaleCrop>
  <HeadingPairs>
    <vt:vector size="8" baseType="variant">
      <vt:variant>
        <vt:lpstr>已用的字体</vt:lpstr>
      </vt:variant>
      <vt:variant>
        <vt:i4>11</vt:i4>
      </vt:variant>
      <vt:variant>
        <vt:lpstr>主题</vt:lpstr>
      </vt:variant>
      <vt:variant>
        <vt:i4>5</vt:i4>
      </vt:variant>
      <vt:variant>
        <vt:lpstr>嵌入 OLE 服务器</vt:lpstr>
      </vt:variant>
      <vt:variant>
        <vt:i4>1</vt:i4>
      </vt:variant>
      <vt:variant>
        <vt:lpstr>幻灯片标题</vt:lpstr>
      </vt:variant>
      <vt:variant>
        <vt:i4>49</vt:i4>
      </vt:variant>
    </vt:vector>
  </HeadingPairs>
  <TitlesOfParts>
    <vt:vector size="66" baseType="lpstr">
      <vt:lpstr>仿宋_GB2312</vt:lpstr>
      <vt:lpstr>楷体_GB2312</vt:lpstr>
      <vt:lpstr>宋体</vt:lpstr>
      <vt:lpstr>微软雅黑</vt:lpstr>
      <vt:lpstr>Arial</vt:lpstr>
      <vt:lpstr>Cambria Math</vt:lpstr>
      <vt:lpstr>Comic Sans MS</vt:lpstr>
      <vt:lpstr>Symbol</vt:lpstr>
      <vt:lpstr>Times New Roman</vt:lpstr>
      <vt:lpstr>Wingdings</vt:lpstr>
      <vt:lpstr>Wingdings 3</vt:lpstr>
      <vt:lpstr>Office 主题</vt:lpstr>
      <vt:lpstr>自定义设计方案</vt:lpstr>
      <vt:lpstr>平面(MOOC)</vt:lpstr>
      <vt:lpstr>1_平面(MOOC)</vt:lpstr>
      <vt:lpstr>26_平面(MOOC)</vt:lpstr>
      <vt:lpstr>Picture</vt:lpstr>
      <vt:lpstr>第四章(01) 语法分析     ——文法语法</vt:lpstr>
      <vt:lpstr>编译程序总框</vt:lpstr>
      <vt:lpstr>PowerPoint 演示文稿</vt:lpstr>
      <vt:lpstr>语法</vt:lpstr>
      <vt:lpstr>语法</vt:lpstr>
      <vt:lpstr>PowerPoint 演示文稿</vt:lpstr>
      <vt:lpstr>形式化描述</vt:lpstr>
      <vt:lpstr>形式化描述</vt:lpstr>
      <vt:lpstr>产生式</vt:lpstr>
      <vt:lpstr>产生式</vt:lpstr>
      <vt:lpstr>产生式</vt:lpstr>
      <vt:lpstr>产生式的约定</vt:lpstr>
      <vt:lpstr>文法的表示</vt:lpstr>
      <vt:lpstr>形式语言鸟瞰</vt:lpstr>
      <vt:lpstr>文法的分类 →</vt:lpstr>
      <vt:lpstr>文法的分类 →</vt:lpstr>
      <vt:lpstr>四种类型文法描述能力比较</vt:lpstr>
      <vt:lpstr>上下文无关文法 与正规文法</vt:lpstr>
      <vt:lpstr>上下文无关文法 与上下文有关文法</vt:lpstr>
      <vt:lpstr>上下文无关文法</vt:lpstr>
      <vt:lpstr>上下文无关文法</vt:lpstr>
      <vt:lpstr>上下文无关文法</vt:lpstr>
      <vt:lpstr>推导</vt:lpstr>
      <vt:lpstr>推导</vt:lpstr>
      <vt:lpstr>句型和句子</vt:lpstr>
      <vt:lpstr>句型、句子和语言</vt:lpstr>
      <vt:lpstr>句型、句子和语言</vt:lpstr>
      <vt:lpstr>句型、句子和语言</vt:lpstr>
      <vt:lpstr>句型、句子和语言</vt:lpstr>
      <vt:lpstr>句型、句子和语言</vt:lpstr>
      <vt:lpstr>推导与归约</vt:lpstr>
      <vt:lpstr>推导与归约</vt:lpstr>
      <vt:lpstr>推导与归约</vt:lpstr>
      <vt:lpstr>PowerPoint 演示文稿</vt:lpstr>
      <vt:lpstr>实例</vt:lpstr>
      <vt:lpstr>PowerPoint 演示文稿</vt:lpstr>
      <vt:lpstr>文法实例小结</vt:lpstr>
      <vt:lpstr>语法树</vt:lpstr>
      <vt:lpstr>语法树</vt:lpstr>
      <vt:lpstr>提问：一个句型（句子）是否只对应唯一一课语法树？</vt:lpstr>
      <vt:lpstr>语法树实例</vt:lpstr>
      <vt:lpstr>PowerPoint 演示文稿</vt:lpstr>
      <vt:lpstr>PowerPoint 演示文稿</vt:lpstr>
      <vt:lpstr>PowerPoint 演示文稿</vt:lpstr>
      <vt:lpstr>PowerPoint 演示文稿</vt:lpstr>
      <vt:lpstr>习题</vt:lpstr>
      <vt:lpstr>文法实例</vt:lpstr>
      <vt:lpstr>文法实例</vt:lpstr>
      <vt:lpstr>文法实例</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程序语言的设计</dc:title>
  <dc:subject/>
  <dc:creator>zeq</dc:creator>
  <cp:keywords/>
  <dc:description/>
  <cp:lastModifiedBy>Rongyao</cp:lastModifiedBy>
  <cp:revision>472</cp:revision>
  <cp:lastPrinted>2025-08-22T10:28:35Z</cp:lastPrinted>
  <dcterms:created xsi:type="dcterms:W3CDTF">2012-12-09T00:26:38Z</dcterms:created>
  <dcterms:modified xsi:type="dcterms:W3CDTF">2025-08-24T07:56:54Z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2052-11.1.0.10161</vt:lpwstr>
  </property>
</Properties>
</file>