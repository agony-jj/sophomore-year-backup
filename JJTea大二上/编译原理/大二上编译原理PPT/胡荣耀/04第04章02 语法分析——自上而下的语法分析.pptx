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4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5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6.xml" ContentType="application/vnd.openxmlformats-officedocument.theme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theme/theme7.xml" ContentType="application/vnd.openxmlformats-officedocument.theme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theme/theme8.xml" ContentType="application/vnd.openxmlformats-officedocument.theme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theme/theme9.xml" ContentType="application/vnd.openxmlformats-officedocument.theme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theme/theme10.xml" ContentType="application/vnd.openxmlformats-officedocument.theme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theme/theme11.xml" ContentType="application/vnd.openxmlformats-officedocument.theme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theme/theme12.xml" ContentType="application/vnd.openxmlformats-officedocument.theme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theme/theme13.xml" ContentType="application/vnd.openxmlformats-officedocument.theme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theme/theme14.xml" ContentType="application/vnd.openxmlformats-officedocument.theme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theme/theme15.xml" ContentType="application/vnd.openxmlformats-officedocument.theme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theme/theme16.xml" ContentType="application/vnd.openxmlformats-officedocument.theme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theme/theme17.xml" ContentType="application/vnd.openxmlformats-officedocument.theme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theme/theme18.xml" ContentType="application/vnd.openxmlformats-officedocument.theme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theme/theme19.xml" ContentType="application/vnd.openxmlformats-officedocument.theme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0.xml" ContentType="application/vnd.openxmlformats-officedocument.presentationml.slideLayout+xml"/>
  <Override PartName="/ppt/theme/theme20.xml" ContentType="application/vnd.openxmlformats-officedocument.theme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theme/theme21.xml" ContentType="application/vnd.openxmlformats-officedocument.theme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theme/theme22.xml" ContentType="application/vnd.openxmlformats-officedocument.theme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49" r:id="rId2"/>
    <p:sldMasterId id="2147483820" r:id="rId3"/>
    <p:sldMasterId id="2147483837" r:id="rId4"/>
    <p:sldMasterId id="2147483854" r:id="rId5"/>
    <p:sldMasterId id="2147483871" r:id="rId6"/>
    <p:sldMasterId id="2147483888" r:id="rId7"/>
    <p:sldMasterId id="2147483905" r:id="rId8"/>
    <p:sldMasterId id="2147483922" r:id="rId9"/>
    <p:sldMasterId id="2147484228" r:id="rId10"/>
    <p:sldMasterId id="2147484245" r:id="rId11"/>
    <p:sldMasterId id="2147484262" r:id="rId12"/>
    <p:sldMasterId id="2147484279" r:id="rId13"/>
    <p:sldMasterId id="2147484296" r:id="rId14"/>
    <p:sldMasterId id="2147484330" r:id="rId15"/>
    <p:sldMasterId id="2147484347" r:id="rId16"/>
    <p:sldMasterId id="2147484926" r:id="rId17"/>
    <p:sldMasterId id="2147484943" r:id="rId18"/>
    <p:sldMasterId id="2147484960" r:id="rId19"/>
    <p:sldMasterId id="2147484977" r:id="rId20"/>
    <p:sldMasterId id="2147484994" r:id="rId21"/>
    <p:sldMasterId id="2147485011" r:id="rId22"/>
    <p:sldMasterId id="2147485045" r:id="rId23"/>
  </p:sldMasterIdLst>
  <p:notesMasterIdLst>
    <p:notesMasterId r:id="rId127"/>
  </p:notesMasterIdLst>
  <p:handoutMasterIdLst>
    <p:handoutMasterId r:id="rId128"/>
  </p:handoutMasterIdLst>
  <p:sldIdLst>
    <p:sldId id="273" r:id="rId24"/>
    <p:sldId id="1303" r:id="rId25"/>
    <p:sldId id="365" r:id="rId26"/>
    <p:sldId id="915" r:id="rId27"/>
    <p:sldId id="917" r:id="rId28"/>
    <p:sldId id="913" r:id="rId29"/>
    <p:sldId id="896" r:id="rId30"/>
    <p:sldId id="460" r:id="rId31"/>
    <p:sldId id="914" r:id="rId32"/>
    <p:sldId id="892" r:id="rId33"/>
    <p:sldId id="463" r:id="rId34"/>
    <p:sldId id="464" r:id="rId35"/>
    <p:sldId id="465" r:id="rId36"/>
    <p:sldId id="466" r:id="rId37"/>
    <p:sldId id="1002" r:id="rId38"/>
    <p:sldId id="1003" r:id="rId39"/>
    <p:sldId id="1004" r:id="rId40"/>
    <p:sldId id="1005" r:id="rId41"/>
    <p:sldId id="1006" r:id="rId42"/>
    <p:sldId id="1007" r:id="rId43"/>
    <p:sldId id="1008" r:id="rId44"/>
    <p:sldId id="1009" r:id="rId45"/>
    <p:sldId id="1010" r:id="rId46"/>
    <p:sldId id="1011" r:id="rId47"/>
    <p:sldId id="1012" r:id="rId48"/>
    <p:sldId id="1013" r:id="rId49"/>
    <p:sldId id="1014" r:id="rId50"/>
    <p:sldId id="1015" r:id="rId51"/>
    <p:sldId id="1016" r:id="rId52"/>
    <p:sldId id="1017" r:id="rId53"/>
    <p:sldId id="1018" r:id="rId54"/>
    <p:sldId id="1019" r:id="rId55"/>
    <p:sldId id="1020" r:id="rId56"/>
    <p:sldId id="1021" r:id="rId57"/>
    <p:sldId id="1022" r:id="rId58"/>
    <p:sldId id="1023" r:id="rId59"/>
    <p:sldId id="1024" r:id="rId60"/>
    <p:sldId id="1025" r:id="rId61"/>
    <p:sldId id="1026" r:id="rId62"/>
    <p:sldId id="1027" r:id="rId63"/>
    <p:sldId id="1028" r:id="rId64"/>
    <p:sldId id="1029" r:id="rId65"/>
    <p:sldId id="1030" r:id="rId66"/>
    <p:sldId id="1031" r:id="rId67"/>
    <p:sldId id="1032" r:id="rId68"/>
    <p:sldId id="1033" r:id="rId69"/>
    <p:sldId id="1034" r:id="rId70"/>
    <p:sldId id="1035" r:id="rId71"/>
    <p:sldId id="1036" r:id="rId72"/>
    <p:sldId id="1037" r:id="rId73"/>
    <p:sldId id="1038" r:id="rId74"/>
    <p:sldId id="1039" r:id="rId75"/>
    <p:sldId id="1040" r:id="rId76"/>
    <p:sldId id="1041" r:id="rId77"/>
    <p:sldId id="1042" r:id="rId78"/>
    <p:sldId id="1043" r:id="rId79"/>
    <p:sldId id="1044" r:id="rId80"/>
    <p:sldId id="1045" r:id="rId81"/>
    <p:sldId id="1046" r:id="rId82"/>
    <p:sldId id="1047" r:id="rId83"/>
    <p:sldId id="1048" r:id="rId84"/>
    <p:sldId id="1049" r:id="rId85"/>
    <p:sldId id="1050" r:id="rId86"/>
    <p:sldId id="1051" r:id="rId87"/>
    <p:sldId id="1052" r:id="rId88"/>
    <p:sldId id="1053" r:id="rId89"/>
    <p:sldId id="1054" r:id="rId90"/>
    <p:sldId id="1055" r:id="rId91"/>
    <p:sldId id="1056" r:id="rId92"/>
    <p:sldId id="1057" r:id="rId93"/>
    <p:sldId id="1058" r:id="rId94"/>
    <p:sldId id="1059" r:id="rId95"/>
    <p:sldId id="1060" r:id="rId96"/>
    <p:sldId id="992" r:id="rId97"/>
    <p:sldId id="993" r:id="rId98"/>
    <p:sldId id="994" r:id="rId99"/>
    <p:sldId id="995" r:id="rId100"/>
    <p:sldId id="996" r:id="rId101"/>
    <p:sldId id="997" r:id="rId102"/>
    <p:sldId id="1304" r:id="rId103"/>
    <p:sldId id="1305" r:id="rId104"/>
    <p:sldId id="999" r:id="rId105"/>
    <p:sldId id="1000" r:id="rId106"/>
    <p:sldId id="1061" r:id="rId107"/>
    <p:sldId id="1062" r:id="rId108"/>
    <p:sldId id="1063" r:id="rId109"/>
    <p:sldId id="1064" r:id="rId110"/>
    <p:sldId id="1065" r:id="rId111"/>
    <p:sldId id="1066" r:id="rId112"/>
    <p:sldId id="1306" r:id="rId113"/>
    <p:sldId id="1307" r:id="rId114"/>
    <p:sldId id="982" r:id="rId115"/>
    <p:sldId id="983" r:id="rId116"/>
    <p:sldId id="984" r:id="rId117"/>
    <p:sldId id="985" r:id="rId118"/>
    <p:sldId id="986" r:id="rId119"/>
    <p:sldId id="987" r:id="rId120"/>
    <p:sldId id="988" r:id="rId121"/>
    <p:sldId id="989" r:id="rId122"/>
    <p:sldId id="1067" r:id="rId123"/>
    <p:sldId id="1068" r:id="rId124"/>
    <p:sldId id="1308" r:id="rId125"/>
    <p:sldId id="271" r:id="rId126"/>
  </p:sldIdLst>
  <p:sldSz cx="10080625" cy="7559675"/>
  <p:notesSz cx="6858000" cy="9144000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Arial" panose="020B0604020202020204" pitchFamily="34" charset="0"/>
        <a:ea typeface="Droid Sans Fallback"/>
        <a:cs typeface="Droid Sans Fallback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Arial" panose="020B0604020202020204" pitchFamily="34" charset="0"/>
        <a:ea typeface="Droid Sans Fallback"/>
        <a:cs typeface="Droid Sans Fallback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Arial" panose="020B0604020202020204" pitchFamily="34" charset="0"/>
        <a:ea typeface="Droid Sans Fallback"/>
        <a:cs typeface="Droid Sans Fallback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Arial" panose="020B0604020202020204" pitchFamily="34" charset="0"/>
        <a:ea typeface="Droid Sans Fallback"/>
        <a:cs typeface="Droid Sans Fallback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Arial" panose="020B0604020202020204" pitchFamily="34" charset="0"/>
        <a:ea typeface="Droid Sans Fallback"/>
        <a:cs typeface="Droid Sans Fallback"/>
      </a:defRPr>
    </a:lvl5pPr>
    <a:lvl6pPr marL="2286000" algn="l" defTabSz="914400" rtl="0" eaLnBrk="1" latinLnBrk="0" hangingPunct="1">
      <a:defRPr kern="1200">
        <a:solidFill>
          <a:srgbClr val="000000"/>
        </a:solidFill>
        <a:latin typeface="Arial" panose="020B0604020202020204" pitchFamily="34" charset="0"/>
        <a:ea typeface="Droid Sans Fallback"/>
        <a:cs typeface="Droid Sans Fallback"/>
      </a:defRPr>
    </a:lvl6pPr>
    <a:lvl7pPr marL="2743200" algn="l" defTabSz="914400" rtl="0" eaLnBrk="1" latinLnBrk="0" hangingPunct="1">
      <a:defRPr kern="1200">
        <a:solidFill>
          <a:srgbClr val="000000"/>
        </a:solidFill>
        <a:latin typeface="Arial" panose="020B0604020202020204" pitchFamily="34" charset="0"/>
        <a:ea typeface="Droid Sans Fallback"/>
        <a:cs typeface="Droid Sans Fallback"/>
      </a:defRPr>
    </a:lvl7pPr>
    <a:lvl8pPr marL="3200400" algn="l" defTabSz="914400" rtl="0" eaLnBrk="1" latinLnBrk="0" hangingPunct="1">
      <a:defRPr kern="1200">
        <a:solidFill>
          <a:srgbClr val="000000"/>
        </a:solidFill>
        <a:latin typeface="Arial" panose="020B0604020202020204" pitchFamily="34" charset="0"/>
        <a:ea typeface="Droid Sans Fallback"/>
        <a:cs typeface="Droid Sans Fallback"/>
      </a:defRPr>
    </a:lvl8pPr>
    <a:lvl9pPr marL="3657600" algn="l" defTabSz="914400" rtl="0" eaLnBrk="1" latinLnBrk="0" hangingPunct="1">
      <a:defRPr kern="1200">
        <a:solidFill>
          <a:srgbClr val="000000"/>
        </a:solidFill>
        <a:latin typeface="Arial" panose="020B0604020202020204" pitchFamily="34" charset="0"/>
        <a:ea typeface="Droid Sans Fallback"/>
        <a:cs typeface="Droid Sans Fallback"/>
      </a:defRPr>
    </a:lvl9pPr>
  </p:defaultTextStyle>
  <p:extLst>
    <p:ext uri="{EFAFB233-063F-42B5-8137-9DF3F51BA10A}">
      <p15:sldGuideLst xmlns:p15="http://schemas.microsoft.com/office/powerpoint/2012/main">
        <p15:guide id="1" orient="horz" pos="2126">
          <p15:clr>
            <a:srgbClr val="A4A3A4"/>
          </p15:clr>
        </p15:guide>
        <p15:guide id="2" pos="285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2F2F2"/>
    <a:srgbClr val="A5A5E9"/>
    <a:srgbClr val="FF0000"/>
    <a:srgbClr val="FFFF66"/>
    <a:srgbClr val="FFFF99"/>
    <a:srgbClr val="FFFFCC"/>
    <a:srgbClr val="FF3300"/>
    <a:srgbClr val="00FF00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82" autoAdjust="0"/>
    <p:restoredTop sz="74727" autoAdjust="0"/>
  </p:normalViewPr>
  <p:slideViewPr>
    <p:cSldViewPr>
      <p:cViewPr varScale="1">
        <p:scale>
          <a:sx n="77" d="100"/>
          <a:sy n="77" d="100"/>
        </p:scale>
        <p:origin x="2232" y="96"/>
      </p:cViewPr>
      <p:guideLst>
        <p:guide orient="horz" pos="2126"/>
        <p:guide pos="28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3" cy="45003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94.xml"/><Relationship Id="rId21" Type="http://schemas.openxmlformats.org/officeDocument/2006/relationships/slideMaster" Target="slideMasters/slideMaster21.xml"/><Relationship Id="rId42" Type="http://schemas.openxmlformats.org/officeDocument/2006/relationships/slide" Target="slides/slide19.xml"/><Relationship Id="rId47" Type="http://schemas.openxmlformats.org/officeDocument/2006/relationships/slide" Target="slides/slide24.xml"/><Relationship Id="rId63" Type="http://schemas.openxmlformats.org/officeDocument/2006/relationships/slide" Target="slides/slide40.xml"/><Relationship Id="rId68" Type="http://schemas.openxmlformats.org/officeDocument/2006/relationships/slide" Target="slides/slide45.xml"/><Relationship Id="rId84" Type="http://schemas.openxmlformats.org/officeDocument/2006/relationships/slide" Target="slides/slide61.xml"/><Relationship Id="rId89" Type="http://schemas.openxmlformats.org/officeDocument/2006/relationships/slide" Target="slides/slide66.xml"/><Relationship Id="rId112" Type="http://schemas.openxmlformats.org/officeDocument/2006/relationships/slide" Target="slides/slide89.xml"/><Relationship Id="rId16" Type="http://schemas.openxmlformats.org/officeDocument/2006/relationships/slideMaster" Target="slideMasters/slideMaster16.xml"/><Relationship Id="rId107" Type="http://schemas.openxmlformats.org/officeDocument/2006/relationships/slide" Target="slides/slide84.xml"/><Relationship Id="rId11" Type="http://schemas.openxmlformats.org/officeDocument/2006/relationships/slideMaster" Target="slideMasters/slideMaster11.xml"/><Relationship Id="rId32" Type="http://schemas.openxmlformats.org/officeDocument/2006/relationships/slide" Target="slides/slide9.xml"/><Relationship Id="rId37" Type="http://schemas.openxmlformats.org/officeDocument/2006/relationships/slide" Target="slides/slide14.xml"/><Relationship Id="rId53" Type="http://schemas.openxmlformats.org/officeDocument/2006/relationships/slide" Target="slides/slide30.xml"/><Relationship Id="rId58" Type="http://schemas.openxmlformats.org/officeDocument/2006/relationships/slide" Target="slides/slide35.xml"/><Relationship Id="rId74" Type="http://schemas.openxmlformats.org/officeDocument/2006/relationships/slide" Target="slides/slide51.xml"/><Relationship Id="rId79" Type="http://schemas.openxmlformats.org/officeDocument/2006/relationships/slide" Target="slides/slide56.xml"/><Relationship Id="rId102" Type="http://schemas.openxmlformats.org/officeDocument/2006/relationships/slide" Target="slides/slide79.xml"/><Relationship Id="rId123" Type="http://schemas.openxmlformats.org/officeDocument/2006/relationships/slide" Target="slides/slide100.xml"/><Relationship Id="rId128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67.xml"/><Relationship Id="rId95" Type="http://schemas.openxmlformats.org/officeDocument/2006/relationships/slide" Target="slides/slide72.xml"/><Relationship Id="rId22" Type="http://schemas.openxmlformats.org/officeDocument/2006/relationships/slideMaster" Target="slideMasters/slideMaster22.xml"/><Relationship Id="rId27" Type="http://schemas.openxmlformats.org/officeDocument/2006/relationships/slide" Target="slides/slide4.xml"/><Relationship Id="rId43" Type="http://schemas.openxmlformats.org/officeDocument/2006/relationships/slide" Target="slides/slide20.xml"/><Relationship Id="rId48" Type="http://schemas.openxmlformats.org/officeDocument/2006/relationships/slide" Target="slides/slide25.xml"/><Relationship Id="rId64" Type="http://schemas.openxmlformats.org/officeDocument/2006/relationships/slide" Target="slides/slide41.xml"/><Relationship Id="rId69" Type="http://schemas.openxmlformats.org/officeDocument/2006/relationships/slide" Target="slides/slide46.xml"/><Relationship Id="rId113" Type="http://schemas.openxmlformats.org/officeDocument/2006/relationships/slide" Target="slides/slide90.xml"/><Relationship Id="rId118" Type="http://schemas.openxmlformats.org/officeDocument/2006/relationships/slide" Target="slides/slide95.xml"/><Relationship Id="rId80" Type="http://schemas.openxmlformats.org/officeDocument/2006/relationships/slide" Target="slides/slide57.xml"/><Relationship Id="rId85" Type="http://schemas.openxmlformats.org/officeDocument/2006/relationships/slide" Target="slides/slide62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33" Type="http://schemas.openxmlformats.org/officeDocument/2006/relationships/slide" Target="slides/slide10.xml"/><Relationship Id="rId38" Type="http://schemas.openxmlformats.org/officeDocument/2006/relationships/slide" Target="slides/slide15.xml"/><Relationship Id="rId59" Type="http://schemas.openxmlformats.org/officeDocument/2006/relationships/slide" Target="slides/slide36.xml"/><Relationship Id="rId103" Type="http://schemas.openxmlformats.org/officeDocument/2006/relationships/slide" Target="slides/slide80.xml"/><Relationship Id="rId108" Type="http://schemas.openxmlformats.org/officeDocument/2006/relationships/slide" Target="slides/slide85.xml"/><Relationship Id="rId124" Type="http://schemas.openxmlformats.org/officeDocument/2006/relationships/slide" Target="slides/slide101.xml"/><Relationship Id="rId129" Type="http://schemas.openxmlformats.org/officeDocument/2006/relationships/presProps" Target="presProps.xml"/><Relationship Id="rId54" Type="http://schemas.openxmlformats.org/officeDocument/2006/relationships/slide" Target="slides/slide31.xml"/><Relationship Id="rId70" Type="http://schemas.openxmlformats.org/officeDocument/2006/relationships/slide" Target="slides/slide47.xml"/><Relationship Id="rId75" Type="http://schemas.openxmlformats.org/officeDocument/2006/relationships/slide" Target="slides/slide52.xml"/><Relationship Id="rId91" Type="http://schemas.openxmlformats.org/officeDocument/2006/relationships/slide" Target="slides/slide68.xml"/><Relationship Id="rId96" Type="http://schemas.openxmlformats.org/officeDocument/2006/relationships/slide" Target="slides/slide7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23" Type="http://schemas.openxmlformats.org/officeDocument/2006/relationships/slideMaster" Target="slideMasters/slideMaster23.xml"/><Relationship Id="rId28" Type="http://schemas.openxmlformats.org/officeDocument/2006/relationships/slide" Target="slides/slide5.xml"/><Relationship Id="rId49" Type="http://schemas.openxmlformats.org/officeDocument/2006/relationships/slide" Target="slides/slide26.xml"/><Relationship Id="rId114" Type="http://schemas.openxmlformats.org/officeDocument/2006/relationships/slide" Target="slides/slide91.xml"/><Relationship Id="rId119" Type="http://schemas.openxmlformats.org/officeDocument/2006/relationships/slide" Target="slides/slide96.xml"/><Relationship Id="rId44" Type="http://schemas.openxmlformats.org/officeDocument/2006/relationships/slide" Target="slides/slide21.xml"/><Relationship Id="rId60" Type="http://schemas.openxmlformats.org/officeDocument/2006/relationships/slide" Target="slides/slide37.xml"/><Relationship Id="rId65" Type="http://schemas.openxmlformats.org/officeDocument/2006/relationships/slide" Target="slides/slide42.xml"/><Relationship Id="rId81" Type="http://schemas.openxmlformats.org/officeDocument/2006/relationships/slide" Target="slides/slide58.xml"/><Relationship Id="rId86" Type="http://schemas.openxmlformats.org/officeDocument/2006/relationships/slide" Target="slides/slide63.xml"/><Relationship Id="rId130" Type="http://schemas.openxmlformats.org/officeDocument/2006/relationships/viewProps" Target="viewProps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39" Type="http://schemas.openxmlformats.org/officeDocument/2006/relationships/slide" Target="slides/slide16.xml"/><Relationship Id="rId109" Type="http://schemas.openxmlformats.org/officeDocument/2006/relationships/slide" Target="slides/slide86.xml"/><Relationship Id="rId34" Type="http://schemas.openxmlformats.org/officeDocument/2006/relationships/slide" Target="slides/slide11.xml"/><Relationship Id="rId50" Type="http://schemas.openxmlformats.org/officeDocument/2006/relationships/slide" Target="slides/slide27.xml"/><Relationship Id="rId55" Type="http://schemas.openxmlformats.org/officeDocument/2006/relationships/slide" Target="slides/slide32.xml"/><Relationship Id="rId76" Type="http://schemas.openxmlformats.org/officeDocument/2006/relationships/slide" Target="slides/slide53.xml"/><Relationship Id="rId97" Type="http://schemas.openxmlformats.org/officeDocument/2006/relationships/slide" Target="slides/slide74.xml"/><Relationship Id="rId104" Type="http://schemas.openxmlformats.org/officeDocument/2006/relationships/slide" Target="slides/slide81.xml"/><Relationship Id="rId120" Type="http://schemas.openxmlformats.org/officeDocument/2006/relationships/slide" Target="slides/slide97.xml"/><Relationship Id="rId125" Type="http://schemas.openxmlformats.org/officeDocument/2006/relationships/slide" Target="slides/slide102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48.xml"/><Relationship Id="rId92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6.xml"/><Relationship Id="rId24" Type="http://schemas.openxmlformats.org/officeDocument/2006/relationships/slide" Target="slides/slide1.xml"/><Relationship Id="rId40" Type="http://schemas.openxmlformats.org/officeDocument/2006/relationships/slide" Target="slides/slide17.xml"/><Relationship Id="rId45" Type="http://schemas.openxmlformats.org/officeDocument/2006/relationships/slide" Target="slides/slide22.xml"/><Relationship Id="rId66" Type="http://schemas.openxmlformats.org/officeDocument/2006/relationships/slide" Target="slides/slide43.xml"/><Relationship Id="rId87" Type="http://schemas.openxmlformats.org/officeDocument/2006/relationships/slide" Target="slides/slide64.xml"/><Relationship Id="rId110" Type="http://schemas.openxmlformats.org/officeDocument/2006/relationships/slide" Target="slides/slide87.xml"/><Relationship Id="rId115" Type="http://schemas.openxmlformats.org/officeDocument/2006/relationships/slide" Target="slides/slide92.xml"/><Relationship Id="rId131" Type="http://schemas.openxmlformats.org/officeDocument/2006/relationships/theme" Target="theme/theme1.xml"/><Relationship Id="rId61" Type="http://schemas.openxmlformats.org/officeDocument/2006/relationships/slide" Target="slides/slide38.xml"/><Relationship Id="rId82" Type="http://schemas.openxmlformats.org/officeDocument/2006/relationships/slide" Target="slides/slide59.xml"/><Relationship Id="rId19" Type="http://schemas.openxmlformats.org/officeDocument/2006/relationships/slideMaster" Target="slideMasters/slideMaster19.xml"/><Relationship Id="rId14" Type="http://schemas.openxmlformats.org/officeDocument/2006/relationships/slideMaster" Target="slideMasters/slideMaster14.xml"/><Relationship Id="rId30" Type="http://schemas.openxmlformats.org/officeDocument/2006/relationships/slide" Target="slides/slide7.xml"/><Relationship Id="rId35" Type="http://schemas.openxmlformats.org/officeDocument/2006/relationships/slide" Target="slides/slide12.xml"/><Relationship Id="rId56" Type="http://schemas.openxmlformats.org/officeDocument/2006/relationships/slide" Target="slides/slide33.xml"/><Relationship Id="rId77" Type="http://schemas.openxmlformats.org/officeDocument/2006/relationships/slide" Target="slides/slide54.xml"/><Relationship Id="rId100" Type="http://schemas.openxmlformats.org/officeDocument/2006/relationships/slide" Target="slides/slide77.xml"/><Relationship Id="rId105" Type="http://schemas.openxmlformats.org/officeDocument/2006/relationships/slide" Target="slides/slide82.xml"/><Relationship Id="rId126" Type="http://schemas.openxmlformats.org/officeDocument/2006/relationships/slide" Target="slides/slide103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28.xml"/><Relationship Id="rId72" Type="http://schemas.openxmlformats.org/officeDocument/2006/relationships/slide" Target="slides/slide49.xml"/><Relationship Id="rId93" Type="http://schemas.openxmlformats.org/officeDocument/2006/relationships/slide" Target="slides/slide70.xml"/><Relationship Id="rId98" Type="http://schemas.openxmlformats.org/officeDocument/2006/relationships/slide" Target="slides/slide75.xml"/><Relationship Id="rId121" Type="http://schemas.openxmlformats.org/officeDocument/2006/relationships/slide" Target="slides/slide98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.xml"/><Relationship Id="rId46" Type="http://schemas.openxmlformats.org/officeDocument/2006/relationships/slide" Target="slides/slide23.xml"/><Relationship Id="rId67" Type="http://schemas.openxmlformats.org/officeDocument/2006/relationships/slide" Target="slides/slide44.xml"/><Relationship Id="rId116" Type="http://schemas.openxmlformats.org/officeDocument/2006/relationships/slide" Target="slides/slide93.xml"/><Relationship Id="rId20" Type="http://schemas.openxmlformats.org/officeDocument/2006/relationships/slideMaster" Target="slideMasters/slideMaster20.xml"/><Relationship Id="rId41" Type="http://schemas.openxmlformats.org/officeDocument/2006/relationships/slide" Target="slides/slide18.xml"/><Relationship Id="rId62" Type="http://schemas.openxmlformats.org/officeDocument/2006/relationships/slide" Target="slides/slide39.xml"/><Relationship Id="rId83" Type="http://schemas.openxmlformats.org/officeDocument/2006/relationships/slide" Target="slides/slide60.xml"/><Relationship Id="rId88" Type="http://schemas.openxmlformats.org/officeDocument/2006/relationships/slide" Target="slides/slide65.xml"/><Relationship Id="rId111" Type="http://schemas.openxmlformats.org/officeDocument/2006/relationships/slide" Target="slides/slide88.xml"/><Relationship Id="rId132" Type="http://schemas.openxmlformats.org/officeDocument/2006/relationships/tableStyles" Target="tableStyles.xml"/><Relationship Id="rId15" Type="http://schemas.openxmlformats.org/officeDocument/2006/relationships/slideMaster" Target="slideMasters/slideMaster15.xml"/><Relationship Id="rId36" Type="http://schemas.openxmlformats.org/officeDocument/2006/relationships/slide" Target="slides/slide13.xml"/><Relationship Id="rId57" Type="http://schemas.openxmlformats.org/officeDocument/2006/relationships/slide" Target="slides/slide34.xml"/><Relationship Id="rId106" Type="http://schemas.openxmlformats.org/officeDocument/2006/relationships/slide" Target="slides/slide83.xml"/><Relationship Id="rId127" Type="http://schemas.openxmlformats.org/officeDocument/2006/relationships/notesMaster" Target="notesMasters/notesMaster1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8.xml"/><Relationship Id="rId52" Type="http://schemas.openxmlformats.org/officeDocument/2006/relationships/slide" Target="slides/slide29.xml"/><Relationship Id="rId73" Type="http://schemas.openxmlformats.org/officeDocument/2006/relationships/slide" Target="slides/slide50.xml"/><Relationship Id="rId78" Type="http://schemas.openxmlformats.org/officeDocument/2006/relationships/slide" Target="slides/slide55.xml"/><Relationship Id="rId94" Type="http://schemas.openxmlformats.org/officeDocument/2006/relationships/slide" Target="slides/slide71.xml"/><Relationship Id="rId99" Type="http://schemas.openxmlformats.org/officeDocument/2006/relationships/slide" Target="slides/slide76.xml"/><Relationship Id="rId101" Type="http://schemas.openxmlformats.org/officeDocument/2006/relationships/slide" Target="slides/slide78.xml"/><Relationship Id="rId122" Type="http://schemas.openxmlformats.org/officeDocument/2006/relationships/slide" Target="slides/slide9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26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 noProof="1">
                <a:ea typeface="Droid Sans Fallback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sz="1200" noProof="1">
                <a:ea typeface="Droid Sans Fallback" charset="-122"/>
                <a:cs typeface="+mn-cs"/>
              </a:defRPr>
            </a:lvl1pPr>
          </a:lstStyle>
          <a:p>
            <a:pPr>
              <a:defRPr/>
            </a:pPr>
            <a:fld id="{37D4127B-AE20-4CCC-BC8D-93ED34C67F27}" type="datetimeFigureOut">
              <a:rPr lang="zh-CN" altLang="en-US"/>
              <a:pPr>
                <a:defRPr/>
              </a:pPr>
              <a:t>2025/8/26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 noProof="1">
                <a:ea typeface="Droid Sans Fallback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buFont typeface="Arial" panose="020B0604020202020204" pitchFamily="34" charset="0"/>
              <a:buNone/>
              <a:defRPr sz="1200" noProof="1">
                <a:ea typeface="Droid Sans Fallback" charset="-122"/>
                <a:cs typeface="+mn-cs"/>
              </a:defRPr>
            </a:lvl1pPr>
          </a:lstStyle>
          <a:p>
            <a:pPr>
              <a:defRPr/>
            </a:pPr>
            <a:fld id="{2CF19F30-FAB1-4344-BF72-32B32D7AE06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65248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2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0" y="812800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099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755650" y="5078413"/>
            <a:ext cx="6046788" cy="481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zh-CN" noProof="0"/>
          </a:p>
        </p:txBody>
      </p:sp>
      <p:sp>
        <p:nvSpPr>
          <p:cNvPr id="3076" name="Rectangle 4"/>
          <p:cNvSpPr>
            <a:spLocks noGrp="1"/>
          </p:cNvSpPr>
          <p:nvPr>
            <p:ph type="hdr"/>
          </p:nvPr>
        </p:nvSpPr>
        <p:spPr>
          <a:xfrm>
            <a:off x="0" y="0"/>
            <a:ext cx="3279775" cy="533400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>
            <a:lvl1pPr defTabSz="0" eaLnBrk="1" hangingPunct="1">
              <a:lnSpc>
                <a:spcPct val="93000"/>
              </a:lnSpc>
              <a:buFont typeface="Times New Roman" panose="02020603050405020304" pitchFamily="2" charset="0"/>
              <a:buChar char="•"/>
              <a:tabLst>
                <a:tab pos="723900" algn="l"/>
                <a:tab pos="1447800" algn="l"/>
                <a:tab pos="2171700" algn="l"/>
                <a:tab pos="2895600" algn="l"/>
              </a:tabLst>
              <a:defRPr sz="1400" noProof="1">
                <a:latin typeface="Times New Roman" panose="02020603050405020304" pitchFamily="2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3077" name="Rectangle 5"/>
          <p:cNvSpPr>
            <a:spLocks noGrp="1"/>
          </p:cNvSpPr>
          <p:nvPr>
            <p:ph type="dt"/>
          </p:nvPr>
        </p:nvSpPr>
        <p:spPr>
          <a:xfrm>
            <a:off x="4278313" y="0"/>
            <a:ext cx="3279775" cy="533400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>
            <a:lvl1pPr algn="r" defTabSz="0" eaLnBrk="1" hangingPunct="1">
              <a:lnSpc>
                <a:spcPct val="93000"/>
              </a:lnSpc>
              <a:buFont typeface="Times New Roman" panose="02020603050405020304" pitchFamily="2" charset="0"/>
              <a:buChar char="•"/>
              <a:tabLst>
                <a:tab pos="723900" algn="l"/>
                <a:tab pos="1447800" algn="l"/>
                <a:tab pos="2171700" algn="l"/>
                <a:tab pos="2895600" algn="l"/>
              </a:tabLst>
              <a:defRPr sz="1400" noProof="1">
                <a:latin typeface="Times New Roman" panose="02020603050405020304" pitchFamily="2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3078" name="Rectangle 6"/>
          <p:cNvSpPr>
            <a:spLocks noGrp="1"/>
          </p:cNvSpPr>
          <p:nvPr>
            <p:ph type="ftr"/>
          </p:nvPr>
        </p:nvSpPr>
        <p:spPr>
          <a:xfrm>
            <a:off x="0" y="10156825"/>
            <a:ext cx="3279775" cy="533400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 anchor="b"/>
          <a:lstStyle>
            <a:lvl1pPr defTabSz="0" eaLnBrk="1" hangingPunct="1">
              <a:lnSpc>
                <a:spcPct val="93000"/>
              </a:lnSpc>
              <a:buFont typeface="Times New Roman" panose="02020603050405020304" pitchFamily="2" charset="0"/>
              <a:buChar char="•"/>
              <a:tabLst>
                <a:tab pos="723900" algn="l"/>
                <a:tab pos="1447800" algn="l"/>
                <a:tab pos="2171700" algn="l"/>
                <a:tab pos="2895600" algn="l"/>
              </a:tabLst>
              <a:defRPr sz="1400" noProof="1">
                <a:latin typeface="Times New Roman" panose="02020603050405020304" pitchFamily="2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3079" name="Rectangle 7"/>
          <p:cNvSpPr>
            <a:spLocks noGrp="1"/>
          </p:cNvSpPr>
          <p:nvPr>
            <p:ph type="sldNum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 anchor="b"/>
          <a:lstStyle>
            <a:lvl1pPr algn="r" defTabSz="0" eaLnBrk="1" hangingPunct="1">
              <a:lnSpc>
                <a:spcPct val="93000"/>
              </a:lnSpc>
              <a:buFont typeface="Times New Roman" panose="02020603050405020304" pitchFamily="2" charset="0"/>
              <a:buChar char="•"/>
              <a:tabLst>
                <a:tab pos="723900" algn="l"/>
                <a:tab pos="1447800" algn="l"/>
                <a:tab pos="2171700" algn="l"/>
                <a:tab pos="2895600" algn="l"/>
              </a:tabLst>
              <a:defRPr sz="1400" noProof="1">
                <a:latin typeface="Times New Roman" panose="02020603050405020304" pitchFamily="2" charset="0"/>
                <a:ea typeface="宋体" panose="02010600030101010101" pitchFamily="2" charset="-122"/>
                <a:cs typeface="+mn-ea"/>
              </a:defRPr>
            </a:lvl1pPr>
          </a:lstStyle>
          <a:p>
            <a:pPr>
              <a:defRPr/>
            </a:pPr>
            <a:fld id="{A11E399F-08A1-4EA7-AFFB-D9DA539654A4}" type="slidenum">
              <a:rPr lang="en-GB" altLang="en-US"/>
              <a:pPr>
                <a:defRPr/>
              </a:pPr>
              <a:t>‹#›</a:t>
            </a:fld>
            <a:endParaRPr lang="en-GB" alt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30278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1pPr>
    <a:lvl2pPr marL="742950" lvl="1" indent="-285750" algn="l" defTabSz="449263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+mn-lt"/>
        <a:ea typeface="+mn-ea"/>
        <a:cs typeface="+mn-cs"/>
      </a:defRPr>
    </a:lvl2pPr>
    <a:lvl3pPr marL="1143000" lvl="2" indent="-228600" algn="l" defTabSz="449263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+mn-lt"/>
        <a:ea typeface="+mn-ea"/>
        <a:cs typeface="+mn-cs"/>
      </a:defRPr>
    </a:lvl3pPr>
    <a:lvl4pPr marL="1600200" lvl="3" indent="-228600" algn="l" defTabSz="449263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+mn-lt"/>
        <a:ea typeface="+mn-ea"/>
        <a:cs typeface="+mn-cs"/>
      </a:defRPr>
    </a:lvl4pPr>
    <a:lvl5pPr marL="2057400" lvl="4" indent="-228600" algn="l" defTabSz="449263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+mn-lt"/>
        <a:ea typeface="+mn-ea"/>
        <a:cs typeface="+mn-cs"/>
      </a:defRPr>
    </a:lvl5pPr>
    <a:lvl6pPr marL="2286000" lvl="5" indent="-228600" algn="l" defTabSz="449580" eaLnBrk="0" fontAlgn="base" latinLnBrk="0" hangingPunct="0">
      <a:lnSpc>
        <a:spcPct val="100000"/>
      </a:lnSpc>
      <a:spcBef>
        <a:spcPct val="30000"/>
      </a:spcBef>
      <a:spcAft>
        <a:spcPct val="0"/>
      </a:spcAft>
      <a:buSzPct val="100000"/>
      <a:buFont typeface="Times New Roman" panose="02020603050405020304" pitchFamily="2" charset="0"/>
      <a:buNone/>
      <a:defRPr sz="1200" b="0" i="0" u="none" kern="1200" baseline="0">
        <a:solidFill>
          <a:srgbClr val="000000"/>
        </a:solidFill>
        <a:latin typeface="+mn-lt"/>
        <a:ea typeface="+mn-ea"/>
        <a:cs typeface="+mn-cs"/>
      </a:defRPr>
    </a:lvl6pPr>
    <a:lvl7pPr marL="2743200" lvl="6" indent="-228600" algn="l" defTabSz="449580" eaLnBrk="0" fontAlgn="base" latinLnBrk="0" hangingPunct="0">
      <a:lnSpc>
        <a:spcPct val="100000"/>
      </a:lnSpc>
      <a:spcBef>
        <a:spcPct val="30000"/>
      </a:spcBef>
      <a:spcAft>
        <a:spcPct val="0"/>
      </a:spcAft>
      <a:buSzPct val="100000"/>
      <a:buFont typeface="Times New Roman" panose="02020603050405020304" pitchFamily="2" charset="0"/>
      <a:buNone/>
      <a:defRPr sz="1200" b="0" i="0" u="none" kern="1200" baseline="0">
        <a:solidFill>
          <a:srgbClr val="000000"/>
        </a:solidFill>
        <a:latin typeface="+mn-lt"/>
        <a:ea typeface="+mn-ea"/>
        <a:cs typeface="+mn-cs"/>
      </a:defRPr>
    </a:lvl7pPr>
    <a:lvl8pPr marL="3200400" lvl="7" indent="-228600" algn="l" defTabSz="449580" eaLnBrk="0" fontAlgn="base" latinLnBrk="0" hangingPunct="0">
      <a:lnSpc>
        <a:spcPct val="100000"/>
      </a:lnSpc>
      <a:spcBef>
        <a:spcPct val="30000"/>
      </a:spcBef>
      <a:spcAft>
        <a:spcPct val="0"/>
      </a:spcAft>
      <a:buSzPct val="100000"/>
      <a:buFont typeface="Times New Roman" panose="02020603050405020304" pitchFamily="2" charset="0"/>
      <a:buNone/>
      <a:defRPr sz="1200" b="0" i="0" u="none" kern="1200" baseline="0">
        <a:solidFill>
          <a:srgbClr val="000000"/>
        </a:solidFill>
        <a:latin typeface="+mn-lt"/>
        <a:ea typeface="+mn-ea"/>
        <a:cs typeface="+mn-cs"/>
      </a:defRPr>
    </a:lvl8pPr>
    <a:lvl9pPr marL="3657600" lvl="8" indent="-228600" algn="l" defTabSz="449580" eaLnBrk="0" fontAlgn="base" latinLnBrk="0" hangingPunct="0">
      <a:lnSpc>
        <a:spcPct val="100000"/>
      </a:lnSpc>
      <a:spcBef>
        <a:spcPct val="30000"/>
      </a:spcBef>
      <a:spcAft>
        <a:spcPct val="0"/>
      </a:spcAft>
      <a:buSzPct val="100000"/>
      <a:buFont typeface="Times New Roman" panose="02020603050405020304" pitchFamily="2" charset="0"/>
      <a:buNone/>
      <a:defRPr sz="1200" b="0" i="0" u="none" kern="1200" baseline="0">
        <a:solidFill>
          <a:srgbClr val="000000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00358" indent="-26936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077475" indent="-21549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508466" indent="-21549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1939456" indent="-21549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370446" indent="-215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801436" indent="-215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232426" indent="-215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663416" indent="-215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110720-BB6B-46A0-833E-C2940240C049}" type="slidenum"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10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094954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30288" y="1181100"/>
            <a:ext cx="4249737" cy="3187700"/>
          </a:xfrm>
        </p:spPr>
      </p:sp>
      <p:sp>
        <p:nvSpPr>
          <p:cNvPr id="30208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>
                <a:solidFill>
                  <a:srgbClr val="0070C0"/>
                </a:solidFill>
              </a:rPr>
              <a:t>符号串就是词法分析得到的单词符号串，单词通过文法规则聚集成文法单位，最后得到句子。</a:t>
            </a:r>
            <a:endParaRPr lang="en-US" altLang="zh-CN">
              <a:solidFill>
                <a:srgbClr val="0070C0"/>
              </a:solidFill>
            </a:endParaRPr>
          </a:p>
          <a:p>
            <a:r>
              <a:rPr lang="zh-CN" altLang="en-US">
                <a:solidFill>
                  <a:srgbClr val="0070C0"/>
                </a:solidFill>
              </a:rPr>
              <a:t>程序语音中，一个描述程序语言的语法最大的语法单位就是程序，所产生的句子就是很多形式上符合文法规则的程序，也就是合适程序</a:t>
            </a:r>
            <a:endParaRPr lang="en-US" altLang="zh-CN">
              <a:solidFill>
                <a:srgbClr val="0070C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/>
          </p:nvPr>
        </p:nvSpPr>
        <p:spPr/>
        <p:txBody>
          <a:bodyPr/>
          <a:lstStyle/>
          <a:p>
            <a:pPr>
              <a:defRPr/>
            </a:pPr>
            <a:fld id="{1454CCF1-320F-4AC6-964D-A806882796EA}" type="slidenum">
              <a:rPr lang="zh-CN" altLang="en-US" smtClean="0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7288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0413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/>
              <a:t>语法分析器有很多单词了，连续的几个单词就构成了一些表达式或者语句，甚至构成子程序，这样就可以得到层次性的结构（子树），语法分析器并不是构造一个完整的树之后才给后面的，也就是说语法分析器并不是构成一个完整的遍，得到一个子树，就给后续部分做翻译。拿到一个单词，能够构成一个语法单位，使用这个语法单位做翻译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/>
          </p:nvPr>
        </p:nvSpPr>
        <p:spPr/>
        <p:txBody>
          <a:bodyPr/>
          <a:lstStyle/>
          <a:p>
            <a:pPr>
              <a:defRPr/>
            </a:pPr>
            <a:fld id="{E931A730-B4C4-40D9-B97B-298E9A303B15}" type="slidenum">
              <a:rPr lang="en-GB" altLang="en-US" smtClean="0"/>
              <a:pPr>
                <a:defRPr/>
              </a:pPr>
              <a:t>7</a:t>
            </a:fld>
            <a:endParaRPr lang="en-GB" alt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28144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A11E399F-08A1-4EA7-AFFB-D9DA539654A4}" type="slidenum">
              <a:rPr lang="en-GB" altLang="en-US" smtClean="0"/>
              <a:pPr>
                <a:defRPr/>
              </a:pPr>
              <a:t>11</a:t>
            </a:fld>
            <a:endParaRPr lang="en-GB" alt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27735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030288" y="1181100"/>
            <a:ext cx="4249737" cy="31877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6C61CE-634D-4F64-ACD8-85A675627EA4}" type="slidenum">
              <a:rPr lang="zh-CN" altLang="en-US" smtClean="0">
                <a:solidFill>
                  <a:prstClr val="black"/>
                </a:solidFill>
              </a:rPr>
              <a:pPr/>
              <a:t>24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0601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030288" y="1181100"/>
            <a:ext cx="4249737" cy="31877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646453">
              <a:defRPr/>
            </a:pPr>
            <a:endParaRPr lang="en-US" altLang="zh-CN" sz="1100" b="1" dirty="0">
              <a:solidFill>
                <a:srgbClr val="CC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6C61CE-634D-4F64-ACD8-85A675627EA4}" type="slidenum">
              <a:rPr lang="zh-CN" altLang="en-US" smtClean="0">
                <a:solidFill>
                  <a:prstClr val="black"/>
                </a:solidFill>
              </a:rPr>
              <a:pPr/>
              <a:t>27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8565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030288" y="1181100"/>
            <a:ext cx="4249737" cy="31877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61979">
              <a:defRPr/>
            </a:pPr>
            <a:endParaRPr kumimoji="1" lang="en-GB" altLang="zh-CN" sz="11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6C61CE-634D-4F64-ACD8-85A675627EA4}" type="slidenum">
              <a:rPr lang="zh-CN" altLang="en-US" smtClean="0">
                <a:solidFill>
                  <a:prstClr val="black"/>
                </a:solidFill>
              </a:rPr>
              <a:pPr/>
              <a:t>28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81167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030288" y="1181100"/>
            <a:ext cx="4249737" cy="31877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61979">
              <a:defRPr/>
            </a:pPr>
            <a:endParaRPr kumimoji="1" lang="en-GB" altLang="zh-CN" sz="11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6C61CE-634D-4F64-ACD8-85A675627EA4}" type="slidenum">
              <a:rPr lang="zh-CN" altLang="en-US" smtClean="0">
                <a:solidFill>
                  <a:prstClr val="black"/>
                </a:solidFill>
              </a:rPr>
              <a:pPr/>
              <a:t>29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54570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61979">
              <a:defRPr/>
            </a:pPr>
            <a:endParaRPr kumimoji="1" lang="en-GB" altLang="zh-CN" sz="11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6C61CE-634D-4F64-ACD8-85A675627EA4}" type="slidenum">
              <a:rPr lang="zh-CN" altLang="en-US" smtClean="0">
                <a:solidFill>
                  <a:prstClr val="black"/>
                </a:solidFill>
              </a:rPr>
              <a:pPr/>
              <a:t>30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3117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61979">
              <a:defRPr/>
            </a:pPr>
            <a:endParaRPr kumimoji="1" lang="en-GB" altLang="zh-CN" sz="11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6C61CE-634D-4F64-ACD8-85A675627EA4}" type="slidenum">
              <a:rPr lang="zh-CN" altLang="en-US" smtClean="0">
                <a:solidFill>
                  <a:prstClr val="black"/>
                </a:solidFill>
              </a:rPr>
              <a:pPr/>
              <a:t>31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2444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6C61CE-634D-4F64-ACD8-85A675627EA4}" type="slidenum">
              <a:rPr lang="zh-CN" altLang="en-US" smtClean="0">
                <a:solidFill>
                  <a:prstClr val="black"/>
                </a:solidFill>
              </a:rPr>
              <a:pPr/>
              <a:t>32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45643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0358" indent="-269368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77475" indent="-215495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08466" indent="-215495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39456" indent="-215495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0445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1435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32426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63415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2345116-B011-42DA-8E6F-FEAC475F4B1D}" type="slidenum">
              <a:rPr lang="en-US" altLang="zh-CN" sz="120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33</a:t>
            </a:fld>
            <a:endParaRPr lang="en-US" altLang="zh-CN" sz="1200">
              <a:solidFill>
                <a:prstClr val="black"/>
              </a:solidFill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 eaLnBrk="1" hangingPunct="1"/>
            <a:endParaRPr lang="en-GB" altLang="zh-CN" dirty="0"/>
          </a:p>
        </p:txBody>
      </p:sp>
    </p:spTree>
    <p:extLst>
      <p:ext uri="{BB962C8B-B14F-4D97-AF65-F5344CB8AC3E}">
        <p14:creationId xmlns:p14="http://schemas.microsoft.com/office/powerpoint/2010/main" val="13970024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6C61CE-634D-4F64-ACD8-85A675627EA4}" type="slidenum">
              <a:rPr lang="zh-CN" altLang="en-US" smtClean="0">
                <a:solidFill>
                  <a:prstClr val="black"/>
                </a:solidFill>
              </a:rPr>
              <a:pPr/>
              <a:t>34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52641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0358" indent="-269368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77475" indent="-215495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08466" indent="-215495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39456" indent="-215495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0445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1435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32426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63415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8003261-C2EB-467F-885B-87029FFC6F89}" type="slidenum">
              <a:rPr lang="en-US" altLang="zh-CN" sz="120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35</a:t>
            </a:fld>
            <a:endParaRPr lang="en-US" altLang="zh-CN" sz="1200">
              <a:solidFill>
                <a:prstClr val="black"/>
              </a:solidFill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zh-CN" dirty="0"/>
          </a:p>
        </p:txBody>
      </p:sp>
    </p:spTree>
    <p:extLst>
      <p:ext uri="{BB962C8B-B14F-4D97-AF65-F5344CB8AC3E}">
        <p14:creationId xmlns:p14="http://schemas.microsoft.com/office/powerpoint/2010/main" val="17842034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0358" indent="-269368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77475" indent="-215495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08466" indent="-215495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39456" indent="-215495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0445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1435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32426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63415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8003261-C2EB-467F-885B-87029FFC6F89}" type="slidenum">
              <a:rPr lang="en-US" altLang="zh-CN" sz="120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36</a:t>
            </a:fld>
            <a:endParaRPr lang="en-US" altLang="zh-CN" sz="1200">
              <a:solidFill>
                <a:prstClr val="black"/>
              </a:solidFill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zh-CN" dirty="0"/>
          </a:p>
        </p:txBody>
      </p:sp>
    </p:spTree>
    <p:extLst>
      <p:ext uri="{BB962C8B-B14F-4D97-AF65-F5344CB8AC3E}">
        <p14:creationId xmlns:p14="http://schemas.microsoft.com/office/powerpoint/2010/main" val="3116516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0358" indent="-269368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77475" indent="-215495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08466" indent="-215495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39456" indent="-215495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0445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1435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32426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63415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757C5C2-E439-4364-A0D9-A0F48D2252B6}" type="slidenum">
              <a:rPr lang="en-US" altLang="zh-CN" sz="120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37</a:t>
            </a:fld>
            <a:endParaRPr lang="en-US" altLang="zh-CN" sz="1200">
              <a:solidFill>
                <a:prstClr val="black"/>
              </a:solidFill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zh-CN" dirty="0"/>
          </a:p>
        </p:txBody>
      </p:sp>
    </p:spTree>
    <p:extLst>
      <p:ext uri="{BB962C8B-B14F-4D97-AF65-F5344CB8AC3E}">
        <p14:creationId xmlns:p14="http://schemas.microsoft.com/office/powerpoint/2010/main" val="28096783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0358" indent="-269368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77475" indent="-215495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08466" indent="-215495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39456" indent="-215495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0445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1435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32426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63415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3EF54CF-E591-4765-AB15-0A1352882054}" type="slidenum">
              <a:rPr lang="en-US" altLang="zh-CN" sz="120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38</a:t>
            </a:fld>
            <a:endParaRPr lang="en-US" altLang="zh-CN" sz="1200">
              <a:solidFill>
                <a:prstClr val="black"/>
              </a:solidFill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zh-CN" dirty="0">
              <a:solidFill>
                <a:srgbClr val="3333CC"/>
              </a:solidFill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7189089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0358" indent="-269368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77475" indent="-215495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08466" indent="-215495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39456" indent="-215495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0445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1435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32426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63415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02F8941-6D61-4DCA-8FED-810EEF9CC712}" type="slidenum">
              <a:rPr lang="en-US" altLang="zh-CN" sz="120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39</a:t>
            </a:fld>
            <a:endParaRPr lang="en-US" altLang="zh-CN" sz="1200">
              <a:solidFill>
                <a:prstClr val="black"/>
              </a:solidFill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zh-CN" dirty="0"/>
          </a:p>
        </p:txBody>
      </p:sp>
    </p:spTree>
    <p:extLst>
      <p:ext uri="{BB962C8B-B14F-4D97-AF65-F5344CB8AC3E}">
        <p14:creationId xmlns:p14="http://schemas.microsoft.com/office/powerpoint/2010/main" val="1507856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6C61CE-634D-4F64-ACD8-85A675627EA4}" type="slidenum">
              <a:rPr lang="zh-CN" altLang="en-US" smtClean="0">
                <a:solidFill>
                  <a:prstClr val="black"/>
                </a:solidFill>
              </a:rPr>
              <a:pPr/>
              <a:t>40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68642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61979">
              <a:defRPr/>
            </a:pPr>
            <a:endParaRPr kumimoji="1" lang="en-GB" altLang="zh-CN" sz="11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6C61CE-634D-4F64-ACD8-85A675627EA4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72473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0358" indent="-269368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77475" indent="-215495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08466" indent="-215495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39456" indent="-215495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0445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1435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32426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63415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AC5E6EF-BD7B-4A9A-B540-54BD5559B2C7}" type="slidenum">
              <a:rPr lang="en-US" altLang="zh-CN" sz="1200"/>
              <a:pPr>
                <a:spcBef>
                  <a:spcPct val="0"/>
                </a:spcBef>
              </a:pPr>
              <a:t>42</a:t>
            </a:fld>
            <a:endParaRPr lang="en-US" altLang="zh-CN" sz="120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zh-CN" sz="1100" dirty="0"/>
          </a:p>
        </p:txBody>
      </p:sp>
    </p:spTree>
    <p:extLst>
      <p:ext uri="{BB962C8B-B14F-4D97-AF65-F5344CB8AC3E}">
        <p14:creationId xmlns:p14="http://schemas.microsoft.com/office/powerpoint/2010/main" val="11107840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0358" indent="-269368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77475" indent="-215495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08466" indent="-215495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39456" indent="-215495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0445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1435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32426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63415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A0A40F4-B5E9-4125-8B2A-47615F5FC46E}" type="slidenum">
              <a:rPr lang="en-US" altLang="zh-CN" sz="1200"/>
              <a:pPr>
                <a:spcBef>
                  <a:spcPct val="0"/>
                </a:spcBef>
              </a:pPr>
              <a:t>43</a:t>
            </a:fld>
            <a:endParaRPr lang="en-US" altLang="zh-CN" sz="120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468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noFill/>
              <a:ln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lang="en-GB" altLang="zh-CN" dirty="0"/>
              </a:p>
            </p:txBody>
          </p:sp>
        </mc:Choice>
        <mc:Fallback xmlns="">
          <p:sp>
            <p:nvSpPr>
              <p:cNvPr id="62468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noFill/>
              <a:ln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zh-CN" altLang="en-US" dirty="0" smtClean="0"/>
                  <a:t>令</a:t>
                </a:r>
                <a:r>
                  <a:rPr lang="en-US" altLang="zh-CN" dirty="0" smtClean="0"/>
                  <a:t>G</a:t>
                </a:r>
                <a:r>
                  <a:rPr lang="zh-CN" altLang="en-US" dirty="0" smtClean="0"/>
                  <a:t>是一个不含左递归的文法，对</a:t>
                </a:r>
                <a:r>
                  <a:rPr lang="en-US" altLang="zh-CN" dirty="0" smtClean="0"/>
                  <a:t>G</a:t>
                </a:r>
                <a:r>
                  <a:rPr lang="zh-CN" altLang="en-US" dirty="0" smtClean="0"/>
                  <a:t>的所有非终结符的每个候选</a:t>
                </a:r>
                <a:r>
                  <a:rPr lang="zh-CN" altLang="en-US" dirty="0" smtClean="0">
                    <a:sym typeface="Symbol" panose="05050102010706020507" pitchFamily="18" charset="2"/>
                  </a:rPr>
                  <a:t></a:t>
                </a:r>
                <a:r>
                  <a:rPr lang="zh-CN" altLang="en-US" dirty="0" smtClean="0"/>
                  <a:t>定义它的</a:t>
                </a:r>
                <a:r>
                  <a:rPr lang="zh-CN" altLang="en-US" dirty="0" smtClean="0">
                    <a:solidFill>
                      <a:srgbClr val="CC0000"/>
                    </a:solidFill>
                  </a:rPr>
                  <a:t>终结首符集</a:t>
                </a:r>
                <a:r>
                  <a:rPr lang="en-US" altLang="zh-CN" dirty="0" smtClean="0">
                    <a:solidFill>
                      <a:srgbClr val="CC0000"/>
                    </a:solidFill>
                  </a:rPr>
                  <a:t>FIRST(</a:t>
                </a:r>
                <a:r>
                  <a:rPr lang="en-US" altLang="zh-CN" dirty="0" smtClean="0">
                    <a:solidFill>
                      <a:srgbClr val="CC0000"/>
                    </a:solidFill>
                    <a:sym typeface="Symbol" panose="05050102010706020507" pitchFamily="18" charset="2"/>
                  </a:rPr>
                  <a:t></a:t>
                </a:r>
                <a:r>
                  <a:rPr lang="en-US" altLang="zh-CN" dirty="0" smtClean="0">
                    <a:solidFill>
                      <a:srgbClr val="CC0000"/>
                    </a:solidFill>
                  </a:rPr>
                  <a:t>)</a:t>
                </a:r>
                <a:r>
                  <a:rPr lang="zh-CN" altLang="en-US" dirty="0" smtClean="0"/>
                  <a:t>为：</a:t>
                </a:r>
                <a:endParaRPr lang="en-US" altLang="zh-CN" dirty="0" smtClean="0"/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zh-CN" b="0" i="0" smtClean="0">
                    <a:latin typeface="Cambria Math" panose="02040503050406030204" pitchFamily="18" charset="0"/>
                  </a:rPr>
                  <a:t>𝐹𝐼𝑅𝑆𝑇(</a:t>
                </a:r>
                <a:r>
                  <a:rPr lang="zh-CN" altLang="en-US" b="0" i="0" smtClean="0">
                    <a:latin typeface="Cambria Math" panose="02040503050406030204" pitchFamily="18" charset="0"/>
                  </a:rPr>
                  <a:t>𝛼)</a:t>
                </a:r>
                <a:r>
                  <a:rPr lang="en-US" altLang="zh-CN" b="0" i="0" smtClean="0">
                    <a:latin typeface="Cambria Math" panose="02040503050406030204" pitchFamily="18" charset="0"/>
                  </a:rPr>
                  <a:t>={𝑎│</a:t>
                </a:r>
                <a:r>
                  <a:rPr lang="zh-CN" altLang="en-US" b="0" i="0" smtClean="0">
                    <a:latin typeface="Cambria Math" panose="02040503050406030204" pitchFamily="18" charset="0"/>
                  </a:rPr>
                  <a:t>𝛼⇒</a:t>
                </a:r>
                <a:r>
                  <a:rPr lang="en-US" altLang="zh-CN" b="0" i="0" smtClean="0">
                    <a:latin typeface="Cambria Math" panose="02040503050406030204" pitchFamily="18" charset="0"/>
                  </a:rPr>
                  <a:t>┴∗ 𝑎…, 𝑎</a:t>
                </a:r>
                <a:r>
                  <a:rPr lang="en-US" altLang="zh-CN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∈𝑉_𝑇 }</a:t>
                </a:r>
                <a:endParaRPr lang="en-US" altLang="zh-CN" dirty="0" smtClean="0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zh-CN" altLang="en-US" dirty="0" smtClean="0"/>
                  <a:t>特别是，若</a:t>
                </a:r>
                <a:r>
                  <a:rPr kumimoji="1" lang="zh-CN" altLang="en-US" i="0" dirty="0" smtClean="0">
                    <a:latin typeface="Cambria Math" panose="02040503050406030204" pitchFamily="18" charset="0"/>
                  </a:rPr>
                  <a:t>𝛼⇒</a:t>
                </a:r>
                <a:r>
                  <a:rPr kumimoji="1" lang="en-US" altLang="zh-CN" b="0" i="0" dirty="0" smtClean="0">
                    <a:latin typeface="Cambria Math" panose="02040503050406030204" pitchFamily="18" charset="0"/>
                  </a:rPr>
                  <a:t>┴∗</a:t>
                </a:r>
                <a:r>
                  <a:rPr kumimoji="1" lang="zh-CN" altLang="en-US" b="0" i="0" dirty="0" smtClean="0">
                    <a:latin typeface="Cambria Math" panose="02040503050406030204" pitchFamily="18" charset="0"/>
                  </a:rPr>
                  <a:t> </a:t>
                </a:r>
                <a:r>
                  <a:rPr kumimoji="1" lang="zh-CN" altLang="en-US" i="0" dirty="0" smtClean="0">
                    <a:latin typeface="Cambria Math" panose="02040503050406030204" pitchFamily="18" charset="0"/>
                  </a:rPr>
                  <a:t>𝜀</a:t>
                </a:r>
                <a:r>
                  <a:rPr kumimoji="1" lang="zh-CN" altLang="en-US" dirty="0"/>
                  <a:t>，则</a:t>
                </a:r>
                <a:r>
                  <a:rPr kumimoji="1" lang="zh-CN" altLang="en-US" dirty="0" smtClean="0"/>
                  <a:t>规定</a:t>
                </a:r>
                <a:r>
                  <a:rPr kumimoji="1" lang="zh-CN" altLang="en-US" i="0" smtClean="0">
                    <a:latin typeface="Cambria Math" panose="02040503050406030204" pitchFamily="18" charset="0"/>
                  </a:rPr>
                  <a:t>𝜀∈</a:t>
                </a:r>
                <a:r>
                  <a:rPr kumimoji="1" lang="en-US" altLang="zh-CN" b="0" i="0" smtClean="0">
                    <a:latin typeface="Cambria Math" panose="02040503050406030204" pitchFamily="18" charset="0"/>
                  </a:rPr>
                  <a:t>𝐹𝐼𝑅𝑆𝑇(</a:t>
                </a:r>
                <a:r>
                  <a:rPr kumimoji="1" lang="zh-CN" altLang="en-US" b="0" i="0" smtClean="0">
                    <a:latin typeface="Cambria Math" panose="02040503050406030204" pitchFamily="18" charset="0"/>
                  </a:rPr>
                  <a:t>𝛼)</a:t>
                </a:r>
                <a:r>
                  <a:rPr kumimoji="1" lang="zh-CN" altLang="en-US" dirty="0" smtClean="0"/>
                  <a:t>。</a:t>
                </a:r>
                <a:endParaRPr kumimoji="1" lang="zh-CN" altLang="en-US" dirty="0"/>
              </a:p>
              <a:p>
                <a:pPr eaLnBrk="1" hangingPunct="1"/>
                <a:endParaRPr lang="en-GB" altLang="zh-CN" dirty="0" smtClean="0"/>
              </a:p>
              <a:p>
                <a:pPr eaLnBrk="1" hangingPunct="1"/>
                <a:endParaRPr lang="en-GB" altLang="zh-CN" dirty="0" smtClean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05558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0358" indent="-269368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77475" indent="-215495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08466" indent="-215495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39456" indent="-215495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0445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1435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32426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63415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A0A40F4-B5E9-4125-8B2A-47615F5FC46E}" type="slidenum">
              <a:rPr lang="en-US" altLang="zh-CN" sz="1200"/>
              <a:pPr>
                <a:spcBef>
                  <a:spcPct val="0"/>
                </a:spcBef>
              </a:pPr>
              <a:t>44</a:t>
            </a:fld>
            <a:endParaRPr lang="en-US" altLang="zh-CN" sz="120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99418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0358" indent="-269368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77475" indent="-215495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08466" indent="-215495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39456" indent="-215495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0445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1435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32426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63415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4CDBD28-8DA9-41B5-8532-F9A48AFA828E}" type="slidenum">
              <a:rPr lang="en-US" altLang="zh-CN" sz="1200"/>
              <a:pPr>
                <a:spcBef>
                  <a:spcPct val="0"/>
                </a:spcBef>
              </a:pPr>
              <a:t>45</a:t>
            </a:fld>
            <a:endParaRPr lang="en-US" altLang="zh-CN" sz="120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zh-CN" dirty="0"/>
          </a:p>
        </p:txBody>
      </p:sp>
    </p:spTree>
    <p:extLst>
      <p:ext uri="{BB962C8B-B14F-4D97-AF65-F5344CB8AC3E}">
        <p14:creationId xmlns:p14="http://schemas.microsoft.com/office/powerpoint/2010/main" val="33323321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0358" indent="-269368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77475" indent="-215495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08466" indent="-215495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39456" indent="-215495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0445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1435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32426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63415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97BBB59-7E3D-41AD-A0B1-D189D8D8ED58}" type="slidenum">
              <a:rPr lang="en-US" altLang="zh-CN" sz="1200"/>
              <a:pPr>
                <a:spcBef>
                  <a:spcPct val="0"/>
                </a:spcBef>
              </a:pPr>
              <a:t>46</a:t>
            </a:fld>
            <a:endParaRPr lang="en-US" altLang="zh-CN" sz="120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100" dirty="0">
              <a:solidFill>
                <a:srgbClr val="FF0000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785648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6C61CE-634D-4F64-ACD8-85A675627EA4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5022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61979"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6C61CE-634D-4F64-ACD8-85A675627EA4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86256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6C61CE-634D-4F64-ACD8-85A675627EA4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44911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0358" indent="-269368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77475" indent="-215495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08466" indent="-215495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39456" indent="-215495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0445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1435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32426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63415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9DDAE5D-0E69-4EE0-948B-0D311BE03C2D}" type="slidenum">
              <a:rPr lang="en-US" altLang="zh-CN" sz="1200"/>
              <a:pPr>
                <a:spcBef>
                  <a:spcPct val="0"/>
                </a:spcBef>
              </a:pPr>
              <a:t>62</a:t>
            </a:fld>
            <a:endParaRPr lang="en-US" altLang="zh-CN" sz="1200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zh-CN" dirty="0"/>
          </a:p>
        </p:txBody>
      </p:sp>
    </p:spTree>
    <p:extLst>
      <p:ext uri="{BB962C8B-B14F-4D97-AF65-F5344CB8AC3E}">
        <p14:creationId xmlns:p14="http://schemas.microsoft.com/office/powerpoint/2010/main" val="11427489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6C61CE-634D-4F64-ACD8-85A675627EA4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01752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defTabSz="861979">
                  <a:defRPr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kern="1200" dirty="0" smtClean="0">
                    <a:solidFill>
                      <a:srgbClr val="FF0000"/>
                    </a:solidFill>
                    <a:latin typeface="+mj-ea"/>
                    <a:ea typeface="+mn-ea"/>
                    <a:cs typeface="+mn-cs"/>
                  </a:rPr>
                  <a:t>关于</a:t>
                </a:r>
                <a:r>
                  <a:rPr lang="en-US" altLang="zh-CN" sz="1200" dirty="0" smtClean="0"/>
                  <a:t>FIRST</a:t>
                </a:r>
                <a:r>
                  <a:rPr lang="zh-CN" altLang="en-US" sz="1200" dirty="0" smtClean="0"/>
                  <a:t>和</a:t>
                </a:r>
                <a:r>
                  <a:rPr lang="en-US" altLang="zh-CN" sz="1200" dirty="0" smtClean="0"/>
                  <a:t>FOLLOW</a:t>
                </a:r>
                <a:r>
                  <a:rPr lang="zh-CN" altLang="en-US" sz="1200" dirty="0" smtClean="0"/>
                  <a:t>集合的构造，我们还是从他们的定义开始：</a:t>
                </a:r>
                <a:endParaRPr lang="en-US" altLang="zh-CN" sz="12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b="0" i="0" smtClean="0">
                    <a:latin typeface="Cambria Math" panose="02040503050406030204" pitchFamily="18" charset="0"/>
                  </a:rPr>
                  <a:t>𝐹𝐼𝑅𝑆𝑇</a:t>
                </a:r>
                <a:r>
                  <a:rPr lang="en-US" altLang="zh-CN" b="0" i="0" smtClean="0">
                    <a:latin typeface="Cambria Math" panose="02040503050406030204" pitchFamily="18" charset="0"/>
                  </a:rPr>
                  <a:t>(</a:t>
                </a:r>
                <a:r>
                  <a:rPr lang="zh-CN" altLang="en-US" b="0" i="0" smtClean="0">
                    <a:latin typeface="Cambria Math" panose="02040503050406030204" pitchFamily="18" charset="0"/>
                  </a:rPr>
                  <a:t>𝛼)</a:t>
                </a:r>
                <a:r>
                  <a:rPr lang="en-US" altLang="zh-CN" b="0" i="0" smtClean="0">
                    <a:latin typeface="Cambria Math" panose="02040503050406030204" pitchFamily="18" charset="0"/>
                  </a:rPr>
                  <a:t>={𝑎│</a:t>
                </a:r>
                <a:r>
                  <a:rPr lang="zh-CN" altLang="en-US" b="0" i="0" smtClean="0">
                    <a:latin typeface="Cambria Math" panose="02040503050406030204" pitchFamily="18" charset="0"/>
                  </a:rPr>
                  <a:t>𝛼⇒</a:t>
                </a:r>
                <a:r>
                  <a:rPr lang="en-US" altLang="zh-CN" b="0" i="0" smtClean="0">
                    <a:latin typeface="Cambria Math" panose="02040503050406030204" pitchFamily="18" charset="0"/>
                  </a:rPr>
                  <a:t>┴∗ 𝑎…, 𝑎</a:t>
                </a:r>
                <a:r>
                  <a:rPr lang="en-US" altLang="zh-CN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∈𝑉_𝑇 }</a:t>
                </a:r>
                <a:endParaRPr lang="zh-CN" altLang="en-US" sz="1200" kern="1200" dirty="0" smtClean="0">
                  <a:solidFill>
                    <a:srgbClr val="FF0000"/>
                  </a:solidFill>
                  <a:latin typeface="+mj-ea"/>
                  <a:ea typeface="+mn-ea"/>
                  <a:cs typeface="+mn-cs"/>
                </a:endParaRPr>
              </a:p>
              <a:p>
                <a:pPr/>
                <a:r>
                  <a:rPr lang="en-US" altLang="zh-CN" b="0" i="0" smtClean="0">
                    <a:latin typeface="Cambria Math" panose="02040503050406030204" pitchFamily="18" charset="0"/>
                  </a:rPr>
                  <a:t>𝐹𝑂𝐿𝐿𝑂𝑊(𝐴)={𝑎│𝑆⇒┴∗…𝐴𝑎…, 𝑎</a:t>
                </a:r>
                <a:r>
                  <a:rPr lang="en-US" altLang="zh-CN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∈𝑉_𝑇 }</a:t>
                </a:r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6C61CE-634D-4F64-ACD8-85A675627EA4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85997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200" kern="1200" dirty="0" smtClean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先考虑如何</a:t>
                </a:r>
                <a:r>
                  <a:rPr lang="zh-CN" altLang="en-US" sz="1200" dirty="0" smtClean="0"/>
                  <a:t>构造</a:t>
                </a:r>
                <a:r>
                  <a:rPr lang="en-US" altLang="zh-CN" sz="1200" dirty="0" smtClean="0"/>
                  <a:t>FIRST(</a:t>
                </a:r>
                <a:r>
                  <a:rPr lang="en-US" altLang="zh-CN" sz="1200" dirty="0" smtClean="0">
                    <a:sym typeface="Symbol" panose="05050102010706020507" pitchFamily="18" charset="2"/>
                  </a:rPr>
                  <a:t></a:t>
                </a:r>
                <a:r>
                  <a:rPr lang="en-US" altLang="zh-CN" sz="1200" dirty="0" smtClean="0"/>
                  <a:t>)</a:t>
                </a:r>
              </a:p>
              <a:p>
                <a:r>
                  <a:rPr lang="zh-CN" altLang="en-US" sz="1200" kern="1200" dirty="0" smtClean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它的定义是</a:t>
                </a:r>
                <a:r>
                  <a:rPr lang="en-US" altLang="zh-CN" i="0" smtClean="0">
                    <a:latin typeface="Cambria Math" panose="02040503050406030204" pitchFamily="18" charset="0"/>
                  </a:rPr>
                  <a:t>𝐹𝐼𝑅𝑆𝑇</a:t>
                </a:r>
                <a:r>
                  <a:rPr lang="en-US" altLang="zh-CN" i="0">
                    <a:latin typeface="Cambria Math" panose="02040503050406030204" pitchFamily="18" charset="0"/>
                  </a:rPr>
                  <a:t>(</a:t>
                </a:r>
                <a:r>
                  <a:rPr lang="zh-CN" altLang="en-US" i="0">
                    <a:latin typeface="Cambria Math" panose="02040503050406030204" pitchFamily="18" charset="0"/>
                  </a:rPr>
                  <a:t>𝛼)</a:t>
                </a:r>
                <a:r>
                  <a:rPr lang="en-US" altLang="zh-CN" i="0">
                    <a:latin typeface="Cambria Math" panose="02040503050406030204" pitchFamily="18" charset="0"/>
                  </a:rPr>
                  <a:t>={𝑎│</a:t>
                </a:r>
                <a:r>
                  <a:rPr lang="zh-CN" altLang="en-US" i="0">
                    <a:latin typeface="Cambria Math" panose="02040503050406030204" pitchFamily="18" charset="0"/>
                  </a:rPr>
                  <a:t>𝛼⇒</a:t>
                </a:r>
                <a:r>
                  <a:rPr lang="en-US" altLang="zh-CN" i="0">
                    <a:latin typeface="Cambria Math" panose="02040503050406030204" pitchFamily="18" charset="0"/>
                  </a:rPr>
                  <a:t>┴∗ 𝑎…, 𝑎</a:t>
                </a:r>
                <a:r>
                  <a:rPr lang="en-US" altLang="zh-CN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∈𝑉_𝑇 }</a:t>
                </a:r>
                <a:endParaRPr lang="en-US" altLang="zh-CN" dirty="0" smtClean="0">
                  <a:sym typeface="Symbol" panose="05050102010706020507" pitchFamily="18" charset="2"/>
                </a:endParaRPr>
              </a:p>
              <a:p>
                <a:r>
                  <a:rPr lang="zh-CN" altLang="en-US" sz="1200" kern="1200" dirty="0" smtClean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我们对</a:t>
                </a:r>
                <a:r>
                  <a:rPr lang="en-US" altLang="zh-CN" sz="1200" dirty="0" smtClean="0">
                    <a:sym typeface="Symbol" panose="05050102010706020507" pitchFamily="18" charset="2"/>
                  </a:rPr>
                  <a:t></a:t>
                </a:r>
                <a:r>
                  <a:rPr lang="zh-CN" altLang="en-US" sz="1200" kern="1200" dirty="0" smtClean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分情况讨论：</a:t>
                </a:r>
                <a:r>
                  <a:rPr lang="en-US" altLang="zh-CN" sz="1200" dirty="0" smtClean="0">
                    <a:sym typeface="Symbol" panose="05050102010706020507" pitchFamily="18" charset="2"/>
                  </a:rPr>
                  <a:t></a:t>
                </a:r>
                <a:r>
                  <a:rPr lang="en-US" altLang="zh-CN" sz="1200" dirty="0" smtClean="0"/>
                  <a:t> = X</a:t>
                </a:r>
                <a:r>
                  <a:rPr lang="zh-CN" altLang="en-US" sz="1200" dirty="0" smtClean="0"/>
                  <a:t>， </a:t>
                </a:r>
                <a:r>
                  <a:rPr lang="en-US" altLang="zh-CN" sz="1200" dirty="0" smtClean="0">
                    <a:sym typeface="Symbol" panose="05050102010706020507" pitchFamily="18" charset="2"/>
                  </a:rPr>
                  <a:t> </a:t>
                </a:r>
                <a:r>
                  <a:rPr lang="en-US" altLang="zh-CN" sz="1200" dirty="0" smtClean="0"/>
                  <a:t>= X</a:t>
                </a:r>
                <a:r>
                  <a:rPr lang="en-US" altLang="zh-CN" sz="1200" baseline="-25000" dirty="0" smtClean="0"/>
                  <a:t>1</a:t>
                </a:r>
                <a:r>
                  <a:rPr lang="en-US" altLang="zh-CN" sz="1200" dirty="0" smtClean="0"/>
                  <a:t>X</a:t>
                </a:r>
                <a:r>
                  <a:rPr lang="en-US" altLang="zh-CN" sz="1200" baseline="-25000" dirty="0" smtClean="0"/>
                  <a:t>2</a:t>
                </a:r>
                <a:r>
                  <a:rPr lang="en-US" altLang="zh-CN" sz="1200" dirty="0" smtClean="0"/>
                  <a:t>…</a:t>
                </a:r>
                <a:r>
                  <a:rPr lang="en-US" altLang="zh-CN" sz="1200" dirty="0" err="1" smtClean="0"/>
                  <a:t>X</a:t>
                </a:r>
                <a:r>
                  <a:rPr lang="en-US" altLang="zh-CN" sz="1200" baseline="-25000" dirty="0" err="1" smtClean="0"/>
                  <a:t>n</a:t>
                </a:r>
                <a:r>
                  <a:rPr lang="zh-CN" altLang="en-US" sz="1200" dirty="0" smtClean="0"/>
                  <a:t>， </a:t>
                </a:r>
                <a:r>
                  <a:rPr lang="zh-CN" altLang="en-US" sz="1200" kern="1200" dirty="0" smtClean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注意到</a:t>
                </a:r>
                <a:r>
                  <a:rPr lang="en-US" altLang="zh-CN" sz="1200" kern="1200" dirty="0" smtClean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FIRST</a:t>
                </a:r>
                <a:r>
                  <a:rPr lang="zh-CN" altLang="en-US" sz="1200" kern="1200" dirty="0" smtClean="0">
                    <a:solidFill>
                      <a:schemeClr val="tx1"/>
                    </a:solidFill>
                    <a:latin typeface="+mj-ea"/>
                    <a:ea typeface="+mn-ea"/>
                    <a:cs typeface="+mn-cs"/>
                  </a:rPr>
                  <a:t>集合的定义是基于推导的，而文法的推导空间可能非常大，甚至是无穷的。</a:t>
                </a:r>
                <a:endParaRPr lang="en-US" altLang="zh-CN" sz="1200" kern="1200" dirty="0" smtClean="0">
                  <a:solidFill>
                    <a:schemeClr val="tx1"/>
                  </a:solidFill>
                  <a:latin typeface="+mj-ea"/>
                  <a:ea typeface="+mn-ea"/>
                  <a:cs typeface="+mn-cs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kern="1200" dirty="0" smtClean="0">
                    <a:solidFill>
                      <a:srgbClr val="FF0000"/>
                    </a:solidFill>
                    <a:latin typeface="+mj-ea"/>
                    <a:ea typeface="+mn-ea"/>
                    <a:cs typeface="+mn-cs"/>
                  </a:rPr>
                  <a:t>如何确保我们在计算</a:t>
                </a:r>
                <a:r>
                  <a:rPr lang="en-US" altLang="zh-CN" sz="1200" kern="1200" dirty="0" smtClean="0">
                    <a:solidFill>
                      <a:srgbClr val="FF0000"/>
                    </a:solidFill>
                    <a:latin typeface="+mj-ea"/>
                    <a:ea typeface="+mn-ea"/>
                    <a:cs typeface="+mn-cs"/>
                  </a:rPr>
                  <a:t>FIRST</a:t>
                </a:r>
                <a:r>
                  <a:rPr lang="zh-CN" altLang="en-US" sz="1200" kern="1200" dirty="0" smtClean="0">
                    <a:solidFill>
                      <a:srgbClr val="FF0000"/>
                    </a:solidFill>
                    <a:latin typeface="+mj-ea"/>
                    <a:ea typeface="+mn-ea"/>
                    <a:cs typeface="+mn-cs"/>
                  </a:rPr>
                  <a:t>集合时，在计算</a:t>
                </a:r>
                <a:r>
                  <a:rPr lang="en-US" altLang="zh-CN" sz="1200" dirty="0" smtClean="0">
                    <a:sym typeface="Symbol" panose="05050102010706020507" pitchFamily="18" charset="2"/>
                  </a:rPr>
                  <a:t></a:t>
                </a:r>
                <a:r>
                  <a:rPr lang="zh-CN" altLang="en-US" sz="1200" dirty="0" smtClean="0">
                    <a:sym typeface="Symbol" panose="05050102010706020507" pitchFamily="18" charset="2"/>
                  </a:rPr>
                  <a:t>推出的串时不会漏掉每一种可能呢？这里我们有一个统一的解决方法，就</a:t>
                </a:r>
                <a:r>
                  <a:rPr lang="zh-CN" altLang="en-US" sz="1200" dirty="0" smtClean="0"/>
                  <a:t>是把对对无穷推导可能的考查转换成了对</a:t>
                </a:r>
                <a:r>
                  <a:rPr lang="en-US" altLang="zh-CN" sz="1200" dirty="0" smtClean="0"/>
                  <a:t>(</a:t>
                </a:r>
                <a:r>
                  <a:rPr lang="zh-CN" altLang="en-US" sz="1200" dirty="0" smtClean="0"/>
                  <a:t>有限</a:t>
                </a:r>
                <a:r>
                  <a:rPr lang="en-US" altLang="zh-CN" sz="1200" dirty="0" smtClean="0"/>
                  <a:t>)</a:t>
                </a:r>
                <a:r>
                  <a:rPr lang="zh-CN" altLang="en-US" sz="1200" dirty="0" smtClean="0"/>
                  <a:t>产生式的反复扫描。</a:t>
                </a:r>
                <a:endParaRPr lang="en-US" altLang="zh-CN" sz="1200" kern="1200" dirty="0" smtClean="0">
                  <a:solidFill>
                    <a:srgbClr val="FF0000"/>
                  </a:solidFill>
                  <a:latin typeface="+mj-ea"/>
                  <a:ea typeface="+mn-ea"/>
                  <a:cs typeface="+mn-cs"/>
                </a:endParaRPr>
              </a:p>
              <a:p>
                <a:r>
                  <a:rPr lang="zh-CN" altLang="en-US" sz="1200" kern="1200" dirty="0" smtClean="0">
                    <a:solidFill>
                      <a:srgbClr val="FF0000"/>
                    </a:solidFill>
                    <a:latin typeface="+mj-ea"/>
                    <a:ea typeface="+mn-ea"/>
                    <a:cs typeface="+mn-cs"/>
                  </a:rPr>
                  <a:t>先考虑如果</a:t>
                </a:r>
                <a:r>
                  <a:rPr lang="en-US" altLang="zh-CN" sz="1200" dirty="0" smtClean="0">
                    <a:solidFill>
                      <a:srgbClr val="C00000"/>
                    </a:solidFill>
                    <a:sym typeface="Symbol" panose="05050102010706020507" pitchFamily="18" charset="2"/>
                  </a:rPr>
                  <a:t></a:t>
                </a:r>
                <a:r>
                  <a:rPr lang="en-US" altLang="zh-CN" sz="1200" dirty="0" smtClean="0">
                    <a:solidFill>
                      <a:srgbClr val="C00000"/>
                    </a:solidFill>
                  </a:rPr>
                  <a:t> = X</a:t>
                </a:r>
                <a:r>
                  <a:rPr lang="zh-CN" altLang="en-US" sz="1200" dirty="0" smtClean="0">
                    <a:solidFill>
                      <a:srgbClr val="C00000"/>
                    </a:solidFill>
                  </a:rPr>
                  <a:t>， </a:t>
                </a:r>
                <a:r>
                  <a:rPr lang="en-US" altLang="zh-CN" sz="1200" dirty="0" smtClean="0">
                    <a:solidFill>
                      <a:srgbClr val="C00000"/>
                    </a:solidFill>
                  </a:rPr>
                  <a:t>X</a:t>
                </a:r>
                <a:r>
                  <a:rPr lang="en-US" altLang="zh-CN" sz="1200" dirty="0" smtClean="0">
                    <a:solidFill>
                      <a:srgbClr val="C00000"/>
                    </a:solidFill>
                    <a:sym typeface="Symbol" panose="05050102010706020507" pitchFamily="18" charset="2"/>
                  </a:rPr>
                  <a:t></a:t>
                </a:r>
                <a:r>
                  <a:rPr lang="en-US" altLang="zh-CN" sz="1200" dirty="0" smtClean="0">
                    <a:solidFill>
                      <a:srgbClr val="C00000"/>
                    </a:solidFill>
                  </a:rPr>
                  <a:t>V</a:t>
                </a:r>
                <a:r>
                  <a:rPr lang="en-US" altLang="zh-CN" sz="1200" baseline="-25000" dirty="0" smtClean="0">
                    <a:solidFill>
                      <a:srgbClr val="C00000"/>
                    </a:solidFill>
                  </a:rPr>
                  <a:t>T</a:t>
                </a:r>
                <a:r>
                  <a:rPr lang="en-US" altLang="zh-CN" sz="1200" dirty="0" smtClean="0">
                    <a:solidFill>
                      <a:srgbClr val="C00000"/>
                    </a:solidFill>
                    <a:latin typeface="宋体" panose="02010600030101010101" pitchFamily="2" charset="-122"/>
                  </a:rPr>
                  <a:t>∪</a:t>
                </a:r>
                <a:r>
                  <a:rPr lang="en-US" altLang="zh-CN" sz="1200" dirty="0" smtClean="0">
                    <a:solidFill>
                      <a:srgbClr val="C00000"/>
                    </a:solidFill>
                  </a:rPr>
                  <a:t>V</a:t>
                </a:r>
                <a:r>
                  <a:rPr lang="en-US" altLang="zh-CN" sz="1200" baseline="-25000" dirty="0" smtClean="0">
                    <a:solidFill>
                      <a:srgbClr val="C00000"/>
                    </a:solidFill>
                  </a:rPr>
                  <a:t>N</a:t>
                </a:r>
                <a:r>
                  <a:rPr lang="zh-CN" altLang="en-US" sz="1200" kern="1200" dirty="0" smtClean="0">
                    <a:solidFill>
                      <a:srgbClr val="FF0000"/>
                    </a:solidFill>
                    <a:latin typeface="+mj-ea"/>
                    <a:ea typeface="+mn-ea"/>
                    <a:cs typeface="+mn-cs"/>
                  </a:rPr>
                  <a:t>，就是一个文法符号，可以是终结符也可以是非终结符，这种情况下计算它的</a:t>
                </a:r>
                <a:r>
                  <a:rPr lang="en-US" altLang="zh-CN" sz="1200" kern="1200" dirty="0" smtClean="0">
                    <a:solidFill>
                      <a:srgbClr val="FF0000"/>
                    </a:solidFill>
                    <a:latin typeface="+mj-ea"/>
                    <a:ea typeface="+mn-ea"/>
                    <a:cs typeface="+mn-cs"/>
                  </a:rPr>
                  <a:t>FIRST</a:t>
                </a:r>
                <a:r>
                  <a:rPr lang="zh-CN" altLang="en-US" sz="1200" kern="1200" dirty="0" smtClean="0">
                    <a:solidFill>
                      <a:srgbClr val="FF0000"/>
                    </a:solidFill>
                    <a:latin typeface="+mj-ea"/>
                    <a:ea typeface="+mn-ea"/>
                    <a:cs typeface="+mn-cs"/>
                  </a:rPr>
                  <a:t>集合相对容易。</a:t>
                </a:r>
              </a:p>
              <a:p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6C61CE-634D-4F64-ACD8-85A675627EA4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4656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altLang="zh-CN" sz="1100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0"/>
                  </a:spcBef>
                </a:pPr>
                <a:r>
                  <a:rPr lang="zh-CN" altLang="en-US" sz="2200" dirty="0" smtClean="0">
                    <a:solidFill>
                      <a:schemeClr val="tx1"/>
                    </a:solidFill>
                  </a:rPr>
                  <a:t>对每一</a:t>
                </a:r>
                <a:r>
                  <a:rPr lang="en-US" altLang="zh-CN" sz="2200" dirty="0">
                    <a:solidFill>
                      <a:schemeClr val="tx1"/>
                    </a:solidFill>
                  </a:rPr>
                  <a:t>X</a:t>
                </a:r>
                <a:r>
                  <a:rPr lang="en-US" altLang="zh-CN" sz="2200" dirty="0">
                    <a:sym typeface="Symbol" panose="05050102010706020507" pitchFamily="18" charset="2"/>
                  </a:rPr>
                  <a:t></a:t>
                </a:r>
                <a:r>
                  <a:rPr lang="en-US" altLang="zh-CN" sz="2200" dirty="0"/>
                  <a:t>V</a:t>
                </a:r>
                <a:r>
                  <a:rPr lang="en-US" altLang="zh-CN" sz="2200" baseline="-25000" dirty="0"/>
                  <a:t>T</a:t>
                </a:r>
                <a:r>
                  <a:rPr lang="en-US" altLang="zh-CN" sz="2200" dirty="0">
                    <a:latin typeface="宋体" panose="02010600030101010101" pitchFamily="2" charset="-122"/>
                  </a:rPr>
                  <a:t>∪</a:t>
                </a:r>
                <a:r>
                  <a:rPr lang="en-US" altLang="zh-CN" sz="2200" dirty="0"/>
                  <a:t>V</a:t>
                </a:r>
                <a:r>
                  <a:rPr lang="en-US" altLang="zh-CN" sz="2200" baseline="-25000" dirty="0"/>
                  <a:t>N</a:t>
                </a:r>
                <a:r>
                  <a:rPr lang="zh-CN" altLang="en-US" sz="2200" dirty="0"/>
                  <a:t>，连续使用下面的规则，直至每个集合</a:t>
                </a:r>
                <a:r>
                  <a:rPr lang="en-US" altLang="zh-CN" sz="2200" dirty="0"/>
                  <a:t>FIRST</a:t>
                </a:r>
                <a:r>
                  <a:rPr lang="zh-CN" altLang="en-US" sz="2200" dirty="0"/>
                  <a:t>不再增大为止：</a:t>
                </a: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200" dirty="0"/>
                  <a:t>1. </a:t>
                </a:r>
                <a:r>
                  <a:rPr lang="zh-CN" altLang="en-US" sz="2200" dirty="0"/>
                  <a:t>若</a:t>
                </a:r>
                <a:r>
                  <a:rPr lang="en-US" altLang="zh-CN" sz="2200" dirty="0"/>
                  <a:t>X</a:t>
                </a:r>
                <a:r>
                  <a:rPr lang="en-US" altLang="zh-CN" sz="2200" dirty="0">
                    <a:sym typeface="Symbol" panose="05050102010706020507" pitchFamily="18" charset="2"/>
                  </a:rPr>
                  <a:t></a:t>
                </a:r>
                <a:r>
                  <a:rPr lang="en-US" altLang="zh-CN" sz="2200" dirty="0"/>
                  <a:t>V</a:t>
                </a:r>
                <a:r>
                  <a:rPr lang="en-US" altLang="zh-CN" sz="2200" baseline="-25000" dirty="0"/>
                  <a:t>T</a:t>
                </a:r>
                <a:r>
                  <a:rPr lang="zh-CN" altLang="en-US" sz="2200" dirty="0"/>
                  <a:t>，则</a:t>
                </a:r>
                <a:r>
                  <a:rPr lang="en-US" altLang="zh-CN" sz="2200" dirty="0"/>
                  <a:t>FIRST(X)</a:t>
                </a:r>
                <a:r>
                  <a:rPr lang="zh-CN" altLang="en-US" sz="2200" dirty="0"/>
                  <a:t>＝</a:t>
                </a:r>
                <a:r>
                  <a:rPr lang="en-US" altLang="zh-CN" sz="2200" dirty="0"/>
                  <a:t>{X}</a:t>
                </a:r>
                <a:r>
                  <a:rPr lang="zh-CN" altLang="en-US" sz="2200" dirty="0"/>
                  <a:t>。</a:t>
                </a: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200" dirty="0"/>
                  <a:t>2. </a:t>
                </a:r>
                <a:r>
                  <a:rPr lang="zh-CN" altLang="en-US" sz="2200" dirty="0"/>
                  <a:t>若</a:t>
                </a:r>
                <a:r>
                  <a:rPr lang="en-US" altLang="zh-CN" sz="2200" dirty="0"/>
                  <a:t>X</a:t>
                </a:r>
                <a:r>
                  <a:rPr lang="en-US" altLang="zh-CN" sz="2200" dirty="0">
                    <a:sym typeface="Symbol" panose="05050102010706020507" pitchFamily="18" charset="2"/>
                  </a:rPr>
                  <a:t></a:t>
                </a:r>
                <a:r>
                  <a:rPr lang="en-US" altLang="zh-CN" sz="2200" dirty="0"/>
                  <a:t>V</a:t>
                </a:r>
                <a:r>
                  <a:rPr lang="en-US" altLang="zh-CN" sz="2200" baseline="-25000" dirty="0"/>
                  <a:t>N</a:t>
                </a:r>
                <a:r>
                  <a:rPr lang="zh-CN" altLang="en-US" sz="2200" dirty="0"/>
                  <a:t>，且有产生式</a:t>
                </a:r>
                <a:r>
                  <a:rPr lang="en-US" altLang="zh-CN" sz="2200" dirty="0" err="1">
                    <a:solidFill>
                      <a:srgbClr val="C00000"/>
                    </a:solidFill>
                  </a:rPr>
                  <a:t>X→a</a:t>
                </a:r>
                <a:r>
                  <a:rPr lang="en-US" altLang="zh-CN" sz="2200" dirty="0">
                    <a:solidFill>
                      <a:srgbClr val="C00000"/>
                    </a:solidFill>
                  </a:rPr>
                  <a:t>…</a:t>
                </a:r>
                <a:r>
                  <a:rPr lang="zh-CN" altLang="en-US" sz="2200" dirty="0"/>
                  <a:t>，则把</a:t>
                </a:r>
                <a:r>
                  <a:rPr lang="en-US" altLang="zh-CN" sz="2200" dirty="0"/>
                  <a:t>a</a:t>
                </a:r>
                <a:r>
                  <a:rPr lang="zh-CN" altLang="en-US" sz="2200" dirty="0"/>
                  <a:t>加入到</a:t>
                </a:r>
                <a:r>
                  <a:rPr lang="en-US" altLang="zh-CN" sz="2200" dirty="0"/>
                  <a:t>FIRST(X)</a:t>
                </a:r>
                <a:r>
                  <a:rPr lang="zh-CN" altLang="en-US" sz="2200" dirty="0"/>
                  <a:t>中；若</a:t>
                </a:r>
                <a:r>
                  <a:rPr lang="en-US" altLang="zh-CN" sz="2200" dirty="0">
                    <a:solidFill>
                      <a:srgbClr val="C00000"/>
                    </a:solidFill>
                  </a:rPr>
                  <a:t>X→</a:t>
                </a:r>
                <a:r>
                  <a:rPr lang="en-US" altLang="zh-CN" sz="2200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</a:t>
                </a:r>
                <a:r>
                  <a:rPr lang="zh-CN" altLang="en-US" sz="2200" dirty="0"/>
                  <a:t>也是一条产生式，则把</a:t>
                </a:r>
                <a:r>
                  <a:rPr lang="zh-CN" altLang="en-US" sz="2200" dirty="0">
                    <a:sym typeface="Symbol" panose="05050102010706020507" pitchFamily="18" charset="2"/>
                  </a:rPr>
                  <a:t></a:t>
                </a:r>
                <a:r>
                  <a:rPr lang="zh-CN" altLang="en-US" sz="2200" dirty="0"/>
                  <a:t>也加到</a:t>
                </a:r>
                <a:r>
                  <a:rPr lang="en-US" altLang="zh-CN" sz="2200" dirty="0"/>
                  <a:t>FIRST(X)</a:t>
                </a:r>
                <a:r>
                  <a:rPr lang="zh-CN" altLang="en-US" sz="2200" dirty="0"/>
                  <a:t>中。</a:t>
                </a:r>
                <a:endParaRPr lang="en-US" altLang="zh-CN" sz="2200" dirty="0"/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200" dirty="0"/>
                  <a:t>3. </a:t>
                </a:r>
              </a:p>
              <a:p>
                <a:pPr lvl="1">
                  <a:spcBef>
                    <a:spcPts val="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200" dirty="0"/>
                  <a:t>若</a:t>
                </a:r>
                <a:r>
                  <a:rPr lang="en-US" altLang="zh-CN" sz="2200" dirty="0">
                    <a:solidFill>
                      <a:srgbClr val="C00000"/>
                    </a:solidFill>
                  </a:rPr>
                  <a:t>X→Y…</a:t>
                </a:r>
                <a:r>
                  <a:rPr lang="zh-CN" altLang="en-US" sz="2200" dirty="0"/>
                  <a:t>是一个产生式且</a:t>
                </a:r>
                <a:r>
                  <a:rPr lang="en-US" altLang="zh-CN" sz="2200" dirty="0"/>
                  <a:t>Y</a:t>
                </a:r>
                <a:r>
                  <a:rPr lang="en-US" altLang="zh-CN" sz="2200" dirty="0">
                    <a:sym typeface="Symbol" panose="05050102010706020507" pitchFamily="18" charset="2"/>
                  </a:rPr>
                  <a:t></a:t>
                </a:r>
                <a:r>
                  <a:rPr lang="en-US" altLang="zh-CN" sz="2200" dirty="0"/>
                  <a:t>V</a:t>
                </a:r>
                <a:r>
                  <a:rPr lang="en-US" altLang="zh-CN" sz="2200" baseline="-25000" dirty="0"/>
                  <a:t>N</a:t>
                </a:r>
                <a:r>
                  <a:rPr lang="zh-CN" altLang="en-US" sz="2200" dirty="0"/>
                  <a:t>，则把</a:t>
                </a:r>
                <a:r>
                  <a:rPr lang="en-US" altLang="zh-CN" sz="2200" dirty="0"/>
                  <a:t>FIRST(Y)</a:t>
                </a:r>
                <a:r>
                  <a:rPr lang="zh-CN" altLang="en-US" sz="2200" dirty="0"/>
                  <a:t>中的所有非</a:t>
                </a:r>
                <a:r>
                  <a:rPr lang="zh-CN" altLang="en-US" sz="2200" dirty="0">
                    <a:sym typeface="Symbol" panose="05050102010706020507" pitchFamily="18" charset="2"/>
                  </a:rPr>
                  <a:t></a:t>
                </a:r>
                <a:r>
                  <a:rPr lang="en-US" altLang="zh-CN" sz="2200" dirty="0"/>
                  <a:t>-</a:t>
                </a:r>
                <a:r>
                  <a:rPr lang="zh-CN" altLang="en-US" sz="2200" dirty="0"/>
                  <a:t>元素都加到</a:t>
                </a:r>
                <a:r>
                  <a:rPr lang="en-US" altLang="zh-CN" sz="2200" dirty="0"/>
                  <a:t>FIRST(X)</a:t>
                </a:r>
                <a:r>
                  <a:rPr lang="zh-CN" altLang="en-US" sz="2200" dirty="0"/>
                  <a:t>中；</a:t>
                </a:r>
              </a:p>
              <a:p>
                <a:pPr lvl="1">
                  <a:spcBef>
                    <a:spcPts val="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200" dirty="0"/>
                  <a:t>若</a:t>
                </a:r>
                <a:r>
                  <a:rPr lang="en-US" altLang="zh-CN" sz="2200" dirty="0">
                    <a:solidFill>
                      <a:srgbClr val="C00000"/>
                    </a:solidFill>
                  </a:rPr>
                  <a:t>X→</a:t>
                </a:r>
                <a:r>
                  <a:rPr lang="en-US" altLang="zh-CN" sz="2200" dirty="0" smtClean="0">
                    <a:solidFill>
                      <a:srgbClr val="C00000"/>
                    </a:solidFill>
                  </a:rPr>
                  <a:t>Y</a:t>
                </a:r>
                <a:r>
                  <a:rPr lang="en-US" altLang="zh-CN" sz="2200" baseline="-25000" dirty="0" smtClean="0">
                    <a:solidFill>
                      <a:srgbClr val="C00000"/>
                    </a:solidFill>
                  </a:rPr>
                  <a:t>1</a:t>
                </a:r>
                <a:r>
                  <a:rPr lang="en-US" altLang="zh-CN" sz="2200" dirty="0" smtClean="0">
                    <a:solidFill>
                      <a:srgbClr val="C00000"/>
                    </a:solidFill>
                  </a:rPr>
                  <a:t>Y</a:t>
                </a:r>
                <a:r>
                  <a:rPr lang="en-US" altLang="zh-CN" sz="2200" baseline="-25000" dirty="0" smtClean="0">
                    <a:solidFill>
                      <a:srgbClr val="C00000"/>
                    </a:solidFill>
                  </a:rPr>
                  <a:t>2</a:t>
                </a:r>
                <a:r>
                  <a:rPr lang="en-US" altLang="zh-CN" sz="2200" dirty="0" smtClean="0">
                    <a:solidFill>
                      <a:srgbClr val="C00000"/>
                    </a:solidFill>
                  </a:rPr>
                  <a:t>…Y</a:t>
                </a:r>
                <a:r>
                  <a:rPr lang="en-US" altLang="zh-CN" sz="2200" baseline="-25000" dirty="0" smtClean="0">
                    <a:solidFill>
                      <a:srgbClr val="C00000"/>
                    </a:solidFill>
                  </a:rPr>
                  <a:t>i-1</a:t>
                </a:r>
                <a:r>
                  <a:rPr lang="en-US" altLang="zh-CN" sz="2200" dirty="0" smtClean="0">
                    <a:solidFill>
                      <a:srgbClr val="C00000"/>
                    </a:solidFill>
                  </a:rPr>
                  <a:t>Y</a:t>
                </a:r>
                <a:r>
                  <a:rPr lang="en-US" altLang="zh-CN" sz="2200" baseline="-25000" dirty="0" smtClean="0">
                    <a:solidFill>
                      <a:srgbClr val="C00000"/>
                    </a:solidFill>
                  </a:rPr>
                  <a:t>i</a:t>
                </a:r>
                <a:r>
                  <a:rPr lang="en-US" altLang="zh-CN" sz="2200" dirty="0" smtClean="0">
                    <a:solidFill>
                      <a:srgbClr val="C00000"/>
                    </a:solidFill>
                  </a:rPr>
                  <a:t>…</a:t>
                </a:r>
                <a:r>
                  <a:rPr lang="en-US" altLang="zh-CN" sz="2200" dirty="0" err="1" smtClean="0">
                    <a:solidFill>
                      <a:srgbClr val="C00000"/>
                    </a:solidFill>
                  </a:rPr>
                  <a:t>Y</a:t>
                </a:r>
                <a:r>
                  <a:rPr lang="en-US" altLang="zh-CN" sz="2200" baseline="-25000" dirty="0" err="1" smtClean="0">
                    <a:solidFill>
                      <a:srgbClr val="C00000"/>
                    </a:solidFill>
                  </a:rPr>
                  <a:t>k</a:t>
                </a:r>
                <a:r>
                  <a:rPr lang="zh-CN" altLang="en-US" sz="2200" dirty="0"/>
                  <a:t>是一个产生式，</a:t>
                </a:r>
                <a:r>
                  <a:rPr lang="en-US" altLang="zh-CN" sz="2200" dirty="0"/>
                  <a:t>Y</a:t>
                </a:r>
                <a:r>
                  <a:rPr lang="en-US" altLang="zh-CN" sz="2200" baseline="-25000" dirty="0"/>
                  <a:t>1</a:t>
                </a:r>
                <a:r>
                  <a:rPr lang="zh-CN" altLang="en-US" sz="2200" dirty="0"/>
                  <a:t>，</a:t>
                </a:r>
                <a:r>
                  <a:rPr lang="en-US" altLang="zh-CN" sz="2200" dirty="0"/>
                  <a:t>…</a:t>
                </a:r>
                <a:r>
                  <a:rPr lang="zh-CN" altLang="en-US" sz="2200" dirty="0"/>
                  <a:t>，</a:t>
                </a:r>
                <a:r>
                  <a:rPr lang="en-US" altLang="zh-CN" sz="2200" dirty="0"/>
                  <a:t>Y</a:t>
                </a:r>
                <a:r>
                  <a:rPr lang="en-US" altLang="zh-CN" sz="2200" baseline="-25000" dirty="0"/>
                  <a:t>i-1</a:t>
                </a:r>
                <a:r>
                  <a:rPr lang="zh-CN" altLang="en-US" sz="2200" dirty="0"/>
                  <a:t>都是非终结符，</a:t>
                </a:r>
              </a:p>
              <a:p>
                <a:pPr marL="1088231" lvl="2" indent="-402431">
                  <a:spcBef>
                    <a:spcPts val="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200" dirty="0"/>
                  <a:t>对于任何</a:t>
                </a:r>
                <a:r>
                  <a:rPr lang="en-US" altLang="zh-CN" sz="2200" dirty="0"/>
                  <a:t>j</a:t>
                </a:r>
                <a:r>
                  <a:rPr lang="zh-CN" altLang="en-US" sz="2200" dirty="0"/>
                  <a:t>，</a:t>
                </a:r>
                <a:r>
                  <a:rPr lang="en-US" altLang="zh-CN" sz="2200" dirty="0"/>
                  <a:t>1</a:t>
                </a:r>
                <a:r>
                  <a:rPr lang="en-US" altLang="zh-CN" sz="2200" dirty="0">
                    <a:sym typeface="Symbol" panose="05050102010706020507" pitchFamily="18" charset="2"/>
                  </a:rPr>
                  <a:t></a:t>
                </a:r>
                <a:r>
                  <a:rPr lang="en-US" altLang="zh-CN" sz="2200" dirty="0"/>
                  <a:t>j</a:t>
                </a:r>
                <a:r>
                  <a:rPr lang="en-US" altLang="zh-CN" sz="2200" dirty="0">
                    <a:sym typeface="Symbol" panose="05050102010706020507" pitchFamily="18" charset="2"/>
                  </a:rPr>
                  <a:t></a:t>
                </a:r>
                <a:r>
                  <a:rPr lang="en-US" altLang="zh-CN" sz="2200" dirty="0"/>
                  <a:t>i-1</a:t>
                </a:r>
                <a:r>
                  <a:rPr lang="zh-CN" altLang="en-US" sz="2200" dirty="0"/>
                  <a:t>，</a:t>
                </a:r>
                <a:r>
                  <a:rPr lang="en-US" altLang="zh-CN" sz="2200" dirty="0"/>
                  <a:t>FIRST(</a:t>
                </a:r>
                <a:r>
                  <a:rPr lang="en-US" altLang="zh-CN" sz="2200" dirty="0" err="1"/>
                  <a:t>Y</a:t>
                </a:r>
                <a:r>
                  <a:rPr lang="en-US" altLang="zh-CN" sz="2200" baseline="-25000" dirty="0" err="1"/>
                  <a:t>j</a:t>
                </a:r>
                <a:r>
                  <a:rPr lang="en-US" altLang="zh-CN" sz="2200" dirty="0"/>
                  <a:t>)</a:t>
                </a:r>
                <a:r>
                  <a:rPr lang="zh-CN" altLang="en-US" sz="2200" dirty="0"/>
                  <a:t>都含有</a:t>
                </a:r>
                <a:r>
                  <a:rPr lang="zh-CN" altLang="en-US" sz="2200" dirty="0">
                    <a:sym typeface="Symbol" panose="05050102010706020507" pitchFamily="18" charset="2"/>
                  </a:rPr>
                  <a:t></a:t>
                </a:r>
                <a:r>
                  <a:rPr lang="en-US" altLang="zh-CN" sz="2200" dirty="0"/>
                  <a:t>(</a:t>
                </a:r>
                <a:r>
                  <a:rPr lang="zh-CN" altLang="en-US" sz="2200" dirty="0"/>
                  <a:t>即</a:t>
                </a:r>
                <a:r>
                  <a:rPr lang="en-US" altLang="zh-CN" sz="2200" dirty="0"/>
                  <a:t>Y</a:t>
                </a:r>
                <a:r>
                  <a:rPr lang="en-US" altLang="zh-CN" sz="2200" baseline="-25000" dirty="0"/>
                  <a:t>1</a:t>
                </a:r>
                <a:r>
                  <a:rPr lang="en-US" altLang="zh-CN" sz="2200" dirty="0"/>
                  <a:t>…Y</a:t>
                </a:r>
                <a:r>
                  <a:rPr lang="en-US" altLang="zh-CN" sz="2200" baseline="-25000" dirty="0"/>
                  <a:t>i-1</a:t>
                </a:r>
                <a:r>
                  <a:rPr lang="zh-CN" altLang="en-US" sz="2200" i="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⇒┴∗</a:t>
                </a:r>
                <a:r>
                  <a:rPr lang="en-US" altLang="zh-CN" sz="2200" dirty="0">
                    <a:sym typeface="Symbol" panose="05050102010706020507" pitchFamily="18" charset="2"/>
                  </a:rPr>
                  <a:t></a:t>
                </a:r>
                <a:r>
                  <a:rPr lang="en-US" altLang="zh-CN" sz="2200" dirty="0"/>
                  <a:t>)</a:t>
                </a:r>
                <a:r>
                  <a:rPr lang="zh-CN" altLang="en-US" sz="2200" dirty="0"/>
                  <a:t>， 则把</a:t>
                </a:r>
                <a:r>
                  <a:rPr lang="en-US" altLang="zh-CN" sz="2200" dirty="0"/>
                  <a:t>FIRST(Y</a:t>
                </a:r>
                <a:r>
                  <a:rPr lang="en-US" altLang="zh-CN" sz="2200" baseline="-25000" dirty="0"/>
                  <a:t>i</a:t>
                </a:r>
                <a:r>
                  <a:rPr lang="en-US" altLang="zh-CN" sz="2200" dirty="0"/>
                  <a:t>)</a:t>
                </a:r>
                <a:r>
                  <a:rPr lang="zh-CN" altLang="en-US" sz="2200" dirty="0"/>
                  <a:t>中的所有非</a:t>
                </a:r>
                <a:r>
                  <a:rPr lang="zh-CN" altLang="en-US" sz="2200" dirty="0">
                    <a:sym typeface="Symbol" panose="05050102010706020507" pitchFamily="18" charset="2"/>
                  </a:rPr>
                  <a:t></a:t>
                </a:r>
                <a:r>
                  <a:rPr lang="en-US" altLang="zh-CN" sz="2200" dirty="0"/>
                  <a:t>-</a:t>
                </a:r>
                <a:r>
                  <a:rPr lang="zh-CN" altLang="en-US" sz="2200" dirty="0"/>
                  <a:t>元素都加到</a:t>
                </a:r>
                <a:r>
                  <a:rPr lang="en-US" altLang="zh-CN" sz="2200" dirty="0"/>
                  <a:t>FIRST(X)</a:t>
                </a:r>
                <a:r>
                  <a:rPr lang="zh-CN" altLang="en-US" sz="2200" dirty="0"/>
                  <a:t>中</a:t>
                </a:r>
              </a:p>
              <a:p>
                <a:pPr marL="1088231" lvl="2" indent="-402431">
                  <a:spcBef>
                    <a:spcPts val="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200" dirty="0"/>
                  <a:t>若所有的</a:t>
                </a:r>
                <a:r>
                  <a:rPr lang="en-US" altLang="zh-CN" sz="2200" dirty="0"/>
                  <a:t>FIRST(</a:t>
                </a:r>
                <a:r>
                  <a:rPr lang="en-US" altLang="zh-CN" sz="2200" dirty="0" err="1"/>
                  <a:t>Y</a:t>
                </a:r>
                <a:r>
                  <a:rPr lang="en-US" altLang="zh-CN" sz="2200" baseline="-25000" dirty="0" err="1"/>
                  <a:t>j</a:t>
                </a:r>
                <a:r>
                  <a:rPr lang="en-US" altLang="zh-CN" sz="2200" dirty="0"/>
                  <a:t>)</a:t>
                </a:r>
                <a:r>
                  <a:rPr lang="zh-CN" altLang="en-US" sz="2200" dirty="0"/>
                  <a:t>均含有</a:t>
                </a:r>
                <a:r>
                  <a:rPr lang="zh-CN" altLang="en-US" sz="2200" dirty="0">
                    <a:sym typeface="Symbol" panose="05050102010706020507" pitchFamily="18" charset="2"/>
                  </a:rPr>
                  <a:t></a:t>
                </a:r>
                <a:r>
                  <a:rPr lang="zh-CN" altLang="en-US" sz="2200" dirty="0"/>
                  <a:t>，</a:t>
                </a:r>
                <a:r>
                  <a:rPr lang="en-US" altLang="zh-CN" sz="2200" dirty="0"/>
                  <a:t>j</a:t>
                </a:r>
                <a:r>
                  <a:rPr lang="zh-CN" altLang="en-US" sz="2200" dirty="0"/>
                  <a:t>＝</a:t>
                </a:r>
                <a:r>
                  <a:rPr lang="en-US" altLang="zh-CN" sz="2200" dirty="0"/>
                  <a:t>1</a:t>
                </a:r>
                <a:r>
                  <a:rPr lang="zh-CN" altLang="en-US" sz="2200" dirty="0"/>
                  <a:t>，</a:t>
                </a:r>
                <a:r>
                  <a:rPr lang="en-US" altLang="zh-CN" sz="2200" dirty="0"/>
                  <a:t>2</a:t>
                </a:r>
                <a:r>
                  <a:rPr lang="zh-CN" altLang="en-US" sz="2200" dirty="0"/>
                  <a:t>，</a:t>
                </a:r>
                <a:r>
                  <a:rPr lang="en-US" altLang="zh-CN" sz="2200" dirty="0"/>
                  <a:t>…</a:t>
                </a:r>
                <a:r>
                  <a:rPr lang="zh-CN" altLang="en-US" sz="2200" dirty="0"/>
                  <a:t>，</a:t>
                </a:r>
                <a:r>
                  <a:rPr lang="en-US" altLang="zh-CN" sz="2200" dirty="0"/>
                  <a:t>k</a:t>
                </a:r>
                <a:r>
                  <a:rPr lang="zh-CN" altLang="en-US" sz="2200" dirty="0"/>
                  <a:t>，则把</a:t>
                </a:r>
                <a:r>
                  <a:rPr lang="zh-CN" altLang="en-US" sz="2200" dirty="0">
                    <a:sym typeface="Symbol" panose="05050102010706020507" pitchFamily="18" charset="2"/>
                  </a:rPr>
                  <a:t></a:t>
                </a:r>
                <a:r>
                  <a:rPr lang="zh-CN" altLang="en-US" sz="2200" dirty="0"/>
                  <a:t>加到</a:t>
                </a:r>
                <a:r>
                  <a:rPr lang="en-US" altLang="zh-CN" sz="2200" dirty="0"/>
                  <a:t>FIRST(X)</a:t>
                </a:r>
                <a:r>
                  <a:rPr lang="zh-CN" altLang="en-US" sz="2200" dirty="0"/>
                  <a:t>中。</a:t>
                </a:r>
              </a:p>
              <a:p>
                <a:pPr marL="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dirty="0" smtClean="0"/>
                  <a:t>注意这个算法</a:t>
                </a:r>
                <a:r>
                  <a:rPr lang="zh-CN" altLang="en-US" sz="1200" dirty="0" smtClean="0"/>
                  <a:t>，是把对</a:t>
                </a:r>
                <a:r>
                  <a:rPr lang="en-US" altLang="zh-CN" sz="1200" dirty="0" smtClean="0"/>
                  <a:t>FIRST</a:t>
                </a:r>
                <a:r>
                  <a:rPr lang="zh-CN" altLang="en-US" sz="1200" dirty="0" smtClean="0"/>
                  <a:t>集合定义中对无穷推导可能的考查转换成了对</a:t>
                </a:r>
                <a:r>
                  <a:rPr lang="en-US" altLang="zh-CN" sz="1200" dirty="0" smtClean="0"/>
                  <a:t>(</a:t>
                </a:r>
                <a:r>
                  <a:rPr lang="zh-CN" altLang="en-US" sz="1200" dirty="0" smtClean="0"/>
                  <a:t>有限</a:t>
                </a:r>
                <a:r>
                  <a:rPr lang="en-US" altLang="zh-CN" sz="1200" dirty="0" smtClean="0"/>
                  <a:t>)</a:t>
                </a:r>
                <a:r>
                  <a:rPr lang="zh-CN" altLang="en-US" sz="1200" dirty="0" smtClean="0"/>
                  <a:t>产生式的反复扫描。</a:t>
                </a:r>
                <a:endParaRPr lang="en-US" altLang="zh-CN" sz="1200" dirty="0" smtClean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6C61CE-634D-4F64-ACD8-85A675627EA4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3892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6C61CE-634D-4F64-ACD8-85A675627EA4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34857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6C61CE-634D-4F64-ACD8-85A675627EA4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800195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kern="1200" dirty="0" smtClean="0">
                    <a:solidFill>
                      <a:srgbClr val="FF0000"/>
                    </a:solidFill>
                    <a:latin typeface="+mj-ea"/>
                    <a:ea typeface="+mn-ea"/>
                    <a:cs typeface="+mn-cs"/>
                  </a:rPr>
                  <a:t>有了</a:t>
                </a:r>
                <a:r>
                  <a:rPr lang="en-US" altLang="zh-CN" sz="1200" kern="1200" dirty="0" smtClean="0">
                    <a:solidFill>
                      <a:srgbClr val="FF0000"/>
                    </a:solidFill>
                    <a:latin typeface="+mj-ea"/>
                    <a:ea typeface="+mn-ea"/>
                    <a:cs typeface="+mn-cs"/>
                  </a:rPr>
                  <a:t>FIRST</a:t>
                </a:r>
                <a:r>
                  <a:rPr lang="zh-CN" altLang="en-US" sz="1200" kern="1200" dirty="0" smtClean="0">
                    <a:solidFill>
                      <a:srgbClr val="FF0000"/>
                    </a:solidFill>
                    <a:latin typeface="+mj-ea"/>
                    <a:ea typeface="+mn-ea"/>
                    <a:cs typeface="+mn-cs"/>
                  </a:rPr>
                  <a:t>集合，下面我们可以计算</a:t>
                </a:r>
                <a:r>
                  <a:rPr lang="en-US" altLang="zh-CN" sz="1200" kern="1200" dirty="0" smtClean="0">
                    <a:solidFill>
                      <a:srgbClr val="FF0000"/>
                    </a:solidFill>
                    <a:latin typeface="+mj-ea"/>
                    <a:ea typeface="+mn-ea"/>
                    <a:cs typeface="+mn-cs"/>
                  </a:rPr>
                  <a:t>FOLLOW</a:t>
                </a:r>
                <a:r>
                  <a:rPr lang="zh-CN" altLang="en-US" sz="1200" kern="1200" dirty="0" smtClean="0">
                    <a:solidFill>
                      <a:srgbClr val="FF0000"/>
                    </a:solidFill>
                    <a:latin typeface="+mj-ea"/>
                    <a:ea typeface="+mn-ea"/>
                    <a:cs typeface="+mn-cs"/>
                  </a:rPr>
                  <a:t>集合，还是从它的定义出发。</a:t>
                </a:r>
                <a:endParaRPr lang="en-US" altLang="zh-CN" sz="1200" kern="1200" dirty="0" smtClean="0">
                  <a:solidFill>
                    <a:srgbClr val="FF0000"/>
                  </a:solidFill>
                  <a:latin typeface="+mj-ea"/>
                  <a:ea typeface="+mn-ea"/>
                  <a:cs typeface="+mn-cs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i="0" smtClean="0">
                    <a:latin typeface="Cambria Math" panose="02040503050406030204" pitchFamily="18" charset="0"/>
                  </a:rPr>
                  <a:t>𝐹𝑂𝐿𝐿𝑂𝑊</a:t>
                </a:r>
                <a:r>
                  <a:rPr lang="en-US" altLang="zh-CN" i="0">
                    <a:latin typeface="Cambria Math" panose="02040503050406030204" pitchFamily="18" charset="0"/>
                  </a:rPr>
                  <a:t>(𝐴)={𝑎│𝑆⇒┴∗…𝐴𝑎…, 𝑎</a:t>
                </a:r>
                <a:r>
                  <a:rPr lang="en-US" altLang="zh-CN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∈𝑉_𝑇 }</a:t>
                </a:r>
                <a:endParaRPr lang="zh-CN" altLang="en-US" dirty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dirty="0" smtClean="0"/>
                  <a:t>下面我们给出构造</a:t>
                </a:r>
                <a:r>
                  <a:rPr lang="zh-CN" altLang="en-US" sz="1200" dirty="0" smtClean="0">
                    <a:solidFill>
                      <a:srgbClr val="C00000"/>
                    </a:solidFill>
                  </a:rPr>
                  <a:t>每个非终结符</a:t>
                </a:r>
                <a:r>
                  <a:rPr lang="zh-CN" altLang="en-US" sz="1200" dirty="0" smtClean="0"/>
                  <a:t>的</a:t>
                </a:r>
                <a:r>
                  <a:rPr lang="en-US" altLang="zh-CN" sz="1200" dirty="0" smtClean="0"/>
                  <a:t>FOLLOW</a:t>
                </a:r>
                <a:r>
                  <a:rPr lang="zh-CN" altLang="en-US" sz="1200" dirty="0" smtClean="0"/>
                  <a:t>集合的算法。算法的基本思想也是把对</a:t>
                </a:r>
                <a:r>
                  <a:rPr lang="en-US" altLang="zh-CN" sz="1200" dirty="0" smtClean="0"/>
                  <a:t>FOLLOW</a:t>
                </a:r>
                <a:r>
                  <a:rPr lang="zh-CN" altLang="en-US" sz="1200" dirty="0" smtClean="0"/>
                  <a:t>集合定义中对无穷推导可能的考查转换成了对</a:t>
                </a:r>
                <a:r>
                  <a:rPr lang="en-US" altLang="zh-CN" sz="1200" dirty="0" smtClean="0"/>
                  <a:t>(</a:t>
                </a:r>
                <a:r>
                  <a:rPr lang="zh-CN" altLang="en-US" sz="1200" dirty="0" smtClean="0"/>
                  <a:t>有限</a:t>
                </a:r>
                <a:r>
                  <a:rPr lang="en-US" altLang="zh-CN" sz="1200" dirty="0" smtClean="0"/>
                  <a:t>)</a:t>
                </a:r>
                <a:r>
                  <a:rPr lang="zh-CN" altLang="en-US" sz="1200" dirty="0" smtClean="0"/>
                  <a:t>产生式的反复扫描。</a:t>
                </a:r>
              </a:p>
              <a:p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6C61CE-634D-4F64-ACD8-85A675627EA4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795612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eaLnBrk="1" hangingPunct="1"/>
                <a:endParaRPr lang="en-US" altLang="zh-CN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200" i="0" dirty="0" smtClean="0"/>
                  <a:t>A</a:t>
                </a:r>
                <a:r>
                  <a:rPr lang="en-US" altLang="zh-CN" sz="1200" i="0" dirty="0" smtClean="0">
                    <a:sym typeface="Symbol" panose="05050102010706020507" pitchFamily="18" charset="2"/>
                  </a:rPr>
                  <a:t></a:t>
                </a:r>
                <a:r>
                  <a:rPr lang="en-US" altLang="zh-CN" sz="1200" i="0" dirty="0" smtClean="0"/>
                  <a:t>B</a:t>
                </a:r>
                <a:r>
                  <a:rPr lang="en-US" altLang="zh-CN" sz="1200" i="0" dirty="0" smtClean="0">
                    <a:sym typeface="Symbol" panose="05050102010706020507" pitchFamily="18" charset="2"/>
                  </a:rPr>
                  <a:t></a:t>
                </a:r>
                <a:r>
                  <a:rPr lang="zh-CN" altLang="en-US" sz="1200" i="0" dirty="0" smtClean="0"/>
                  <a:t>是一个产生式</a:t>
                </a:r>
                <a:r>
                  <a:rPr lang="en-US" altLang="zh-CN" sz="1200" i="0" dirty="0" smtClean="0"/>
                  <a:t>,</a:t>
                </a:r>
              </a:p>
              <a:p>
                <a:pPr marL="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i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∵ </a:t>
                </a:r>
                <a:r>
                  <a:rPr lang="zh-CN" altLang="en-US" i="0" smtClean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∀</a:t>
                </a:r>
                <a:r>
                  <a:rPr lang="en-US" altLang="zh-CN" b="0" i="0" smtClean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a∈ FIRST</a:t>
                </a:r>
                <a:r>
                  <a:rPr lang="en-US" altLang="zh-CN" sz="1200" i="0" dirty="0" smtClean="0"/>
                  <a:t>(</a:t>
                </a:r>
                <a:r>
                  <a:rPr lang="en-US" altLang="zh-CN" sz="1200" i="0" dirty="0" smtClean="0">
                    <a:sym typeface="Symbol" panose="05050102010706020507" pitchFamily="18" charset="2"/>
                  </a:rPr>
                  <a:t>)</a:t>
                </a:r>
                <a:r>
                  <a:rPr lang="en-US" altLang="zh-CN" sz="1200" i="0" dirty="0" smtClean="0"/>
                  <a:t> )\{</a:t>
                </a:r>
                <a:r>
                  <a:rPr lang="en-US" altLang="zh-CN" sz="1200" i="0" dirty="0" smtClean="0">
                    <a:sym typeface="Symbol" panose="05050102010706020507" pitchFamily="18" charset="2"/>
                  </a:rPr>
                  <a:t></a:t>
                </a:r>
                <a:r>
                  <a:rPr lang="en-US" altLang="zh-CN" sz="1200" i="0" dirty="0" smtClean="0"/>
                  <a:t>}</a:t>
                </a:r>
                <a:r>
                  <a:rPr lang="zh-CN" altLang="en-US" sz="1200" i="0" dirty="0" smtClean="0"/>
                  <a:t>，有</a:t>
                </a:r>
                <a:r>
                  <a:rPr lang="en-US" altLang="zh-CN" sz="1200" i="0" dirty="0" smtClean="0">
                    <a:sym typeface="Symbol" panose="05050102010706020507" pitchFamily="18" charset="2"/>
                  </a:rPr>
                  <a:t></a:t>
                </a:r>
                <a:r>
                  <a:rPr lang="en-US" altLang="zh-CN" sz="1200" i="0" smtClean="0">
                    <a:latin typeface="Cambria Math" panose="02040503050406030204" pitchFamily="18" charset="0"/>
                  </a:rPr>
                  <a:t>⇒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┴∗ </a:t>
                </a:r>
                <a:r>
                  <a:rPr lang="en-US" altLang="zh-CN" b="0" i="0" smtClean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a</a:t>
                </a:r>
                <a:r>
                  <a:rPr lang="en-US" altLang="zh-CN" sz="1200" i="0" dirty="0" smtClean="0"/>
                  <a:t>…</a:t>
                </a:r>
              </a:p>
              <a:p>
                <a:pPr marL="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i="0" dirty="0" smtClean="0"/>
                  <a:t>对于</a:t>
                </a:r>
                <a:r>
                  <a:rPr lang="en-US" altLang="zh-CN" sz="1200" i="0" smtClean="0">
                    <a:latin typeface="Cambria Math" panose="02040503050406030204" pitchFamily="18" charset="0"/>
                  </a:rPr>
                  <a:t>⇒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┴∗…A…</a:t>
                </a:r>
                <a:r>
                  <a:rPr lang="en-US" altLang="zh-CN" i="0" dirty="0" smtClean="0">
                    <a:sym typeface="Symbol" panose="05050102010706020507" pitchFamily="18" charset="2"/>
                  </a:rPr>
                  <a:t>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…</a:t>
                </a:r>
                <a:r>
                  <a:rPr lang="en-US" altLang="zh-CN" sz="2400" b="0" i="0" dirty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"</a:t>
                </a:r>
                <a:r>
                  <a:rPr lang="en-US" altLang="zh-CN" sz="2400" i="0" dirty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</a:t>
                </a:r>
                <a:r>
                  <a:rPr lang="en-US" altLang="zh-CN" sz="2400" i="0" dirty="0" smtClean="0">
                    <a:latin typeface="Cambria Math" panose="02040503050406030204" pitchFamily="18" charset="0"/>
                  </a:rPr>
                  <a:t>B</a:t>
                </a:r>
                <a:r>
                  <a:rPr lang="en-US" altLang="zh-CN" sz="1200" i="0" dirty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</a:t>
                </a:r>
                <a:r>
                  <a:rPr lang="en-US" altLang="zh-CN" sz="1200" b="0" i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"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…</a:t>
                </a:r>
                <a:r>
                  <a:rPr lang="en-US" altLang="zh-CN" sz="1200" i="0" smtClean="0">
                    <a:latin typeface="Cambria Math" panose="02040503050406030204" pitchFamily="18" charset="0"/>
                  </a:rPr>
                  <a:t>⇒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┴∗…</a:t>
                </a:r>
                <a:r>
                  <a:rPr lang="en-US" altLang="zh-CN" sz="2400" b="0" i="0" dirty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"</a:t>
                </a:r>
                <a:r>
                  <a:rPr lang="en-US" altLang="zh-CN" sz="2400" i="0" dirty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</a:t>
                </a:r>
                <a:r>
                  <a:rPr lang="en-US" altLang="zh-CN" sz="2400" i="0" dirty="0" smtClean="0">
                    <a:latin typeface="Cambria Math" panose="02040503050406030204" pitchFamily="18" charset="0"/>
                  </a:rPr>
                  <a:t>B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" a…</a:t>
                </a:r>
                <a:endParaRPr lang="en-US" altLang="zh-CN" sz="1200" b="0" i="0" dirty="0" smtClean="0"/>
              </a:p>
              <a:p>
                <a:pPr marL="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sz="2400" i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∴</a:t>
                </a:r>
                <a:r>
                  <a:rPr lang="en-US" altLang="zh-CN" sz="2400" b="0" i="0" smtClean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a∈ </a:t>
                </a:r>
                <a:r>
                  <a:rPr lang="en-US" altLang="zh-CN" sz="2400" i="0" dirty="0" smtClean="0"/>
                  <a:t>FOLLOW(B)</a:t>
                </a:r>
              </a:p>
              <a:p>
                <a:pPr marL="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200" i="0" dirty="0" smtClean="0"/>
              </a:p>
              <a:p>
                <a:pPr marL="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i="0" dirty="0" smtClean="0"/>
                  <a:t>若</a:t>
                </a:r>
                <a:r>
                  <a:rPr lang="en-US" altLang="zh-CN" sz="1200" i="0" dirty="0" smtClean="0"/>
                  <a:t>A→</a:t>
                </a:r>
                <a:r>
                  <a:rPr lang="en-US" altLang="zh-CN" sz="1200" i="0" dirty="0" smtClean="0">
                    <a:sym typeface="Symbol" panose="05050102010706020507" pitchFamily="18" charset="2"/>
                  </a:rPr>
                  <a:t></a:t>
                </a:r>
                <a:r>
                  <a:rPr lang="en-US" altLang="zh-CN" sz="1200" i="0" dirty="0" smtClean="0"/>
                  <a:t>B</a:t>
                </a:r>
                <a:r>
                  <a:rPr lang="zh-CN" altLang="en-US" sz="1200" i="0" dirty="0" smtClean="0"/>
                  <a:t>是一个产生式</a:t>
                </a:r>
                <a:r>
                  <a:rPr lang="en-US" altLang="zh-CN" sz="1200" i="0" dirty="0" smtClean="0"/>
                  <a:t>,</a:t>
                </a:r>
                <a:r>
                  <a:rPr lang="zh-CN" altLang="en-US" sz="2800" i="0" dirty="0" smtClean="0"/>
                  <a:t>则把</a:t>
                </a:r>
                <a:r>
                  <a:rPr lang="en-US" altLang="zh-CN" sz="2800" i="0" dirty="0" smtClean="0"/>
                  <a:t>FOLLOW(A)</a:t>
                </a:r>
                <a:r>
                  <a:rPr lang="zh-CN" altLang="en-US" sz="2800" i="0" dirty="0" smtClean="0"/>
                  <a:t>加至</a:t>
                </a:r>
                <a:r>
                  <a:rPr lang="en-US" altLang="zh-CN" sz="2800" i="0" dirty="0" smtClean="0"/>
                  <a:t>FOLLOW(B)</a:t>
                </a:r>
                <a:r>
                  <a:rPr lang="zh-CN" altLang="en-US" sz="2800" i="0" dirty="0" smtClean="0"/>
                  <a:t>中</a:t>
                </a:r>
                <a:endParaRPr lang="en-US" altLang="zh-CN" sz="2800" i="0" dirty="0" smtClean="0"/>
              </a:p>
              <a:p>
                <a:r>
                  <a:rPr lang="zh-CN" altLang="en-US" i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∵ </a:t>
                </a:r>
                <a:r>
                  <a:rPr lang="zh-CN" altLang="en-US" i="0" smtClean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∀</a:t>
                </a:r>
                <a:r>
                  <a:rPr lang="en-US" altLang="zh-CN" b="0" i="0" smtClean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a∈ </a:t>
                </a:r>
                <a:r>
                  <a:rPr lang="en-US" altLang="zh-CN" sz="1200" i="0" dirty="0" smtClean="0"/>
                  <a:t>FOLLOW(A), </a:t>
                </a:r>
                <a:r>
                  <a:rPr lang="zh-CN" altLang="en-US" sz="1200" i="0" dirty="0" smtClean="0"/>
                  <a:t>有</a:t>
                </a:r>
                <a:r>
                  <a:rPr lang="en-US" altLang="zh-CN" sz="1200" i="0" dirty="0" smtClean="0"/>
                  <a:t>S</a:t>
                </a:r>
                <a:r>
                  <a:rPr lang="en-US" altLang="zh-CN" sz="1200" i="0" smtClean="0">
                    <a:latin typeface="Cambria Math" panose="02040503050406030204" pitchFamily="18" charset="0"/>
                  </a:rPr>
                  <a:t>⇒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┴∗…Aa…</a:t>
                </a:r>
                <a:endParaRPr lang="en-US" altLang="zh-CN" i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i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∴</a:t>
                </a:r>
                <a:r>
                  <a:rPr lang="en-US" altLang="zh-CN" i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1200" i="0" dirty="0" smtClean="0"/>
                  <a:t>S</a:t>
                </a:r>
                <a:r>
                  <a:rPr lang="en-US" altLang="zh-CN" sz="1200" i="0" smtClean="0">
                    <a:latin typeface="Cambria Math" panose="02040503050406030204" pitchFamily="18" charset="0"/>
                  </a:rPr>
                  <a:t>⇒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┴∗…Aa…</a:t>
                </a:r>
                <a:r>
                  <a:rPr lang="en-US" altLang="zh-CN" i="0" dirty="0" smtClean="0">
                    <a:sym typeface="Symbol" panose="05050102010706020507" pitchFamily="18" charset="2"/>
                  </a:rPr>
                  <a:t></a:t>
                </a:r>
                <a:r>
                  <a:rPr lang="en-US" altLang="zh-CN" sz="800" b="0" i="0" smtClean="0">
                    <a:latin typeface="Cambria Math" panose="02040503050406030204" pitchFamily="18" charset="0"/>
                  </a:rPr>
                  <a:t>…</a:t>
                </a:r>
                <a:r>
                  <a:rPr lang="en-US" altLang="zh-CN" sz="1200" b="0" i="0" dirty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"</a:t>
                </a:r>
                <a:r>
                  <a:rPr lang="en-US" altLang="zh-CN" sz="1200" i="0" dirty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</a:t>
                </a:r>
                <a:r>
                  <a:rPr lang="en-US" altLang="zh-CN" sz="1200" i="0" dirty="0" smtClean="0">
                    <a:latin typeface="Cambria Math" panose="02040503050406030204" pitchFamily="18" charset="0"/>
                  </a:rPr>
                  <a:t>B</a:t>
                </a:r>
                <a:r>
                  <a:rPr lang="en-US" altLang="zh-CN" sz="800" b="0" i="0" smtClean="0">
                    <a:latin typeface="Cambria Math" panose="02040503050406030204" pitchFamily="18" charset="0"/>
                  </a:rPr>
                  <a:t>" a…</a:t>
                </a:r>
                <a:endParaRPr lang="en-US" altLang="zh-CN" i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i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∴</a:t>
                </a:r>
                <a:r>
                  <a:rPr lang="en-US" altLang="zh-CN" b="0" i="0" smtClean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a∈ </a:t>
                </a:r>
                <a:r>
                  <a:rPr lang="en-US" altLang="zh-CN" sz="1200" i="0" dirty="0" smtClean="0"/>
                  <a:t>FOLLOW(B)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200" i="0" dirty="0" smtClean="0"/>
              </a:p>
              <a:p>
                <a:pPr marL="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200" i="0" dirty="0" smtClean="0"/>
                  <a:t>A</a:t>
                </a:r>
                <a:r>
                  <a:rPr lang="en-US" altLang="zh-CN" sz="1200" i="0" dirty="0">
                    <a:sym typeface="Symbol" panose="05050102010706020507" pitchFamily="18" charset="2"/>
                  </a:rPr>
                  <a:t></a:t>
                </a:r>
                <a:r>
                  <a:rPr lang="en-US" altLang="zh-CN" sz="1200" i="0" dirty="0"/>
                  <a:t>B</a:t>
                </a:r>
                <a:r>
                  <a:rPr lang="en-US" altLang="zh-CN" sz="1200" i="0" dirty="0">
                    <a:sym typeface="Symbol" panose="05050102010706020507" pitchFamily="18" charset="2"/>
                  </a:rPr>
                  <a:t></a:t>
                </a:r>
                <a:r>
                  <a:rPr lang="zh-CN" altLang="en-US" sz="1200" i="0" dirty="0"/>
                  <a:t>是一个产生式而</a:t>
                </a:r>
                <a:r>
                  <a:rPr lang="zh-CN" altLang="en-US" sz="1200" i="0" dirty="0">
                    <a:sym typeface="Symbol" panose="05050102010706020507" pitchFamily="18" charset="2"/>
                  </a:rPr>
                  <a:t></a:t>
                </a:r>
                <a:r>
                  <a:rPr lang="zh-CN" altLang="en-US" sz="1200" i="0" dirty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⇒</a:t>
                </a:r>
                <a:r>
                  <a:rPr lang="zh-CN" altLang="en-US" sz="1200" i="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┴∗</a:t>
                </a:r>
                <a:r>
                  <a:rPr lang="zh-CN" altLang="en-US" sz="1200" i="0" dirty="0" smtClean="0">
                    <a:sym typeface="Symbol" panose="05050102010706020507" pitchFamily="18" charset="2"/>
                  </a:rPr>
                  <a:t>，</a:t>
                </a:r>
                <a:r>
                  <a:rPr lang="zh-CN" altLang="en-US" sz="2800" i="0" dirty="0" smtClean="0"/>
                  <a:t>则把</a:t>
                </a:r>
                <a:r>
                  <a:rPr lang="en-US" altLang="zh-CN" sz="2800" i="0" dirty="0" smtClean="0"/>
                  <a:t>FOLLOW(A)</a:t>
                </a:r>
                <a:r>
                  <a:rPr lang="zh-CN" altLang="en-US" sz="2800" i="0" dirty="0" smtClean="0"/>
                  <a:t>加至</a:t>
                </a:r>
                <a:r>
                  <a:rPr lang="en-US" altLang="zh-CN" sz="2800" i="0" dirty="0" smtClean="0"/>
                  <a:t>FOLLOW(B)</a:t>
                </a:r>
                <a:r>
                  <a:rPr lang="zh-CN" altLang="en-US" sz="2800" i="0" dirty="0" smtClean="0"/>
                  <a:t>中</a:t>
                </a:r>
                <a:endParaRPr lang="en-US" altLang="zh-CN" sz="2800" i="0" dirty="0" smtClean="0"/>
              </a:p>
              <a:p>
                <a:r>
                  <a:rPr lang="zh-CN" altLang="en-US" i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∵ </a:t>
                </a:r>
                <a:r>
                  <a:rPr lang="zh-CN" altLang="en-US" i="0" smtClean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∀</a:t>
                </a:r>
                <a:r>
                  <a:rPr lang="en-US" altLang="zh-CN" b="0" i="0" smtClean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a∈ </a:t>
                </a:r>
                <a:r>
                  <a:rPr lang="en-US" altLang="zh-CN" sz="1200" i="0" dirty="0" smtClean="0"/>
                  <a:t>FOLLOW(A), </a:t>
                </a:r>
                <a:r>
                  <a:rPr lang="zh-CN" altLang="en-US" sz="1200" i="0" dirty="0" smtClean="0"/>
                  <a:t>有</a:t>
                </a:r>
                <a:r>
                  <a:rPr lang="en-US" altLang="zh-CN" sz="1200" i="0" dirty="0" smtClean="0"/>
                  <a:t>S</a:t>
                </a:r>
                <a:r>
                  <a:rPr lang="en-US" altLang="zh-CN" sz="1200" i="0" smtClean="0">
                    <a:latin typeface="Cambria Math" panose="02040503050406030204" pitchFamily="18" charset="0"/>
                  </a:rPr>
                  <a:t>⇒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┴∗…Aa…</a:t>
                </a:r>
                <a:endParaRPr lang="en-US" altLang="zh-CN" i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i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∴</a:t>
                </a:r>
                <a:r>
                  <a:rPr lang="en-US" altLang="zh-CN" i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1200" i="0" dirty="0" smtClean="0"/>
                  <a:t>S</a:t>
                </a:r>
                <a:r>
                  <a:rPr lang="en-US" altLang="zh-CN" sz="1200" i="0" smtClean="0">
                    <a:latin typeface="Cambria Math" panose="02040503050406030204" pitchFamily="18" charset="0"/>
                  </a:rPr>
                  <a:t>⇒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┴∗…Aa…</a:t>
                </a:r>
                <a:r>
                  <a:rPr lang="en-US" altLang="zh-CN" i="0" dirty="0" smtClean="0">
                    <a:sym typeface="Symbol" panose="05050102010706020507" pitchFamily="18" charset="2"/>
                  </a:rPr>
                  <a:t>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…</a:t>
                </a:r>
                <a:r>
                  <a:rPr lang="en-US" altLang="zh-CN" sz="2400" b="0" i="0" dirty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"</a:t>
                </a:r>
                <a:r>
                  <a:rPr lang="en-US" altLang="zh-CN" sz="2400" i="0" dirty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</a:t>
                </a:r>
                <a:r>
                  <a:rPr lang="en-US" altLang="zh-CN" sz="2400" i="0" dirty="0" smtClean="0">
                    <a:latin typeface="Cambria Math" panose="02040503050406030204" pitchFamily="18" charset="0"/>
                  </a:rPr>
                  <a:t>B</a:t>
                </a:r>
                <a:r>
                  <a:rPr lang="en-US" altLang="zh-CN" sz="2400" i="0" dirty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</a:t>
                </a:r>
                <a:r>
                  <a:rPr lang="en-US" altLang="zh-CN" sz="1200" b="0" i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" 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a…</a:t>
                </a:r>
                <a:r>
                  <a:rPr lang="en-US" altLang="zh-CN" sz="2400" i="0" smtClean="0">
                    <a:latin typeface="Cambria Math" panose="02040503050406030204" pitchFamily="18" charset="0"/>
                  </a:rPr>
                  <a:t>⇒</a:t>
                </a:r>
                <a:r>
                  <a:rPr lang="en-US" altLang="zh-CN" sz="2400" b="0" i="0" smtClean="0">
                    <a:latin typeface="Cambria Math" panose="02040503050406030204" pitchFamily="18" charset="0"/>
                  </a:rPr>
                  <a:t>┴∗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…</a:t>
                </a:r>
                <a:r>
                  <a:rPr lang="en-US" altLang="zh-CN" sz="2400" b="0" i="0" dirty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"</a:t>
                </a:r>
                <a:r>
                  <a:rPr lang="en-US" altLang="zh-CN" sz="2400" i="0" dirty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</a:t>
                </a:r>
                <a:r>
                  <a:rPr lang="en-US" altLang="zh-CN" sz="2400" i="0" dirty="0" smtClean="0">
                    <a:latin typeface="Cambria Math" panose="02040503050406030204" pitchFamily="18" charset="0"/>
                  </a:rPr>
                  <a:t>B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" a…</a:t>
                </a:r>
                <a:endParaRPr lang="en-US" altLang="zh-CN" i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i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∴</a:t>
                </a:r>
                <a:r>
                  <a:rPr lang="en-US" altLang="zh-CN" b="0" i="0" smtClean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a∈ </a:t>
                </a:r>
                <a:r>
                  <a:rPr lang="en-US" altLang="zh-CN" sz="1200" i="0" dirty="0" smtClean="0"/>
                  <a:t>FOLLOW(B)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200" i="0" dirty="0" smtClean="0"/>
              </a:p>
              <a:p>
                <a:pPr marL="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i="0" dirty="0" smtClean="0"/>
                  <a:t>可见这个算法，是把对</a:t>
                </a:r>
                <a:r>
                  <a:rPr lang="en-US" altLang="zh-CN" sz="1200" i="0" dirty="0" smtClean="0"/>
                  <a:t>FOLLOW</a:t>
                </a:r>
                <a:r>
                  <a:rPr lang="zh-CN" altLang="en-US" sz="1200" i="0" dirty="0" smtClean="0"/>
                  <a:t>集合定义中对无穷推导可能的考查转换成了对</a:t>
                </a:r>
                <a:r>
                  <a:rPr lang="en-US" altLang="zh-CN" sz="1200" i="0" dirty="0" smtClean="0"/>
                  <a:t>(</a:t>
                </a:r>
                <a:r>
                  <a:rPr lang="zh-CN" altLang="en-US" sz="1200" i="0" dirty="0" smtClean="0"/>
                  <a:t>有限</a:t>
                </a:r>
                <a:r>
                  <a:rPr lang="en-US" altLang="zh-CN" sz="1200" i="0" dirty="0" smtClean="0"/>
                  <a:t>)</a:t>
                </a:r>
                <a:r>
                  <a:rPr lang="zh-CN" altLang="en-US" sz="1200" i="0" dirty="0" smtClean="0"/>
                  <a:t>产生式的反复扫描。</a:t>
                </a:r>
                <a:endParaRPr lang="en-US" altLang="zh-CN" sz="1200" i="0" dirty="0" smtClean="0"/>
              </a:p>
              <a:p>
                <a:pPr marL="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200" i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i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i="0" dirty="0" smtClean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6C61CE-634D-4F64-ACD8-85A675627EA4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97840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defTabSz="861979">
                  <a:defRPr/>
                </a:pPr>
                <a:endParaRPr lang="en-US" altLang="zh-CN" i="0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200" i="0" dirty="0" smtClean="0"/>
                  <a:t>A</a:t>
                </a:r>
                <a:r>
                  <a:rPr lang="en-US" altLang="zh-CN" sz="1200" i="0" dirty="0" smtClean="0">
                    <a:sym typeface="Symbol" panose="05050102010706020507" pitchFamily="18" charset="2"/>
                  </a:rPr>
                  <a:t></a:t>
                </a:r>
                <a:r>
                  <a:rPr lang="en-US" altLang="zh-CN" sz="1200" i="0" dirty="0" smtClean="0"/>
                  <a:t>B</a:t>
                </a:r>
                <a:r>
                  <a:rPr lang="en-US" altLang="zh-CN" sz="1200" i="0" dirty="0" smtClean="0">
                    <a:sym typeface="Symbol" panose="05050102010706020507" pitchFamily="18" charset="2"/>
                  </a:rPr>
                  <a:t></a:t>
                </a:r>
                <a:r>
                  <a:rPr lang="zh-CN" altLang="en-US" sz="1200" i="0" dirty="0" smtClean="0"/>
                  <a:t>是一个产生式</a:t>
                </a:r>
                <a:r>
                  <a:rPr lang="en-US" altLang="zh-CN" sz="1200" i="0" dirty="0" smtClean="0"/>
                  <a:t>,</a:t>
                </a:r>
              </a:p>
              <a:p>
                <a:pPr marL="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i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∵ </a:t>
                </a:r>
                <a:r>
                  <a:rPr lang="zh-CN" altLang="en-US" i="0" smtClean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∀</a:t>
                </a:r>
                <a:r>
                  <a:rPr lang="en-US" altLang="zh-CN" b="0" i="0" smtClean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a∈ FIRST</a:t>
                </a:r>
                <a:r>
                  <a:rPr lang="en-US" altLang="zh-CN" sz="1200" i="0" dirty="0" smtClean="0"/>
                  <a:t>(</a:t>
                </a:r>
                <a:r>
                  <a:rPr lang="en-US" altLang="zh-CN" sz="1200" i="0" dirty="0" smtClean="0">
                    <a:sym typeface="Symbol" panose="05050102010706020507" pitchFamily="18" charset="2"/>
                  </a:rPr>
                  <a:t>)</a:t>
                </a:r>
                <a:r>
                  <a:rPr lang="en-US" altLang="zh-CN" sz="1200" i="0" dirty="0" smtClean="0"/>
                  <a:t> )\{</a:t>
                </a:r>
                <a:r>
                  <a:rPr lang="en-US" altLang="zh-CN" sz="1200" i="0" dirty="0" smtClean="0">
                    <a:sym typeface="Symbol" panose="05050102010706020507" pitchFamily="18" charset="2"/>
                  </a:rPr>
                  <a:t></a:t>
                </a:r>
                <a:r>
                  <a:rPr lang="en-US" altLang="zh-CN" sz="1200" i="0" dirty="0" smtClean="0"/>
                  <a:t>}</a:t>
                </a:r>
                <a:r>
                  <a:rPr lang="zh-CN" altLang="en-US" sz="1200" i="0" dirty="0" smtClean="0"/>
                  <a:t>，有</a:t>
                </a:r>
                <a:r>
                  <a:rPr lang="en-US" altLang="zh-CN" sz="1200" i="0" dirty="0" smtClean="0">
                    <a:sym typeface="Symbol" panose="05050102010706020507" pitchFamily="18" charset="2"/>
                  </a:rPr>
                  <a:t></a:t>
                </a:r>
                <a:r>
                  <a:rPr lang="en-US" altLang="zh-CN" sz="1200" i="0" smtClean="0">
                    <a:latin typeface="Cambria Math" panose="02040503050406030204" pitchFamily="18" charset="0"/>
                  </a:rPr>
                  <a:t>⇒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┴∗ </a:t>
                </a:r>
                <a:r>
                  <a:rPr lang="en-US" altLang="zh-CN" b="0" i="0" smtClean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a</a:t>
                </a:r>
                <a:r>
                  <a:rPr lang="en-US" altLang="zh-CN" sz="1200" i="0" dirty="0" smtClean="0"/>
                  <a:t>…</a:t>
                </a:r>
              </a:p>
              <a:p>
                <a:pPr marL="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i="0" dirty="0" smtClean="0"/>
                  <a:t>则有</a:t>
                </a:r>
                <a:r>
                  <a:rPr lang="en-US" altLang="zh-CN" sz="1200" i="0" dirty="0" smtClean="0"/>
                  <a:t>S</a:t>
                </a:r>
                <a:r>
                  <a:rPr lang="en-US" altLang="zh-CN" sz="1200" i="0" smtClean="0">
                    <a:latin typeface="Cambria Math" panose="02040503050406030204" pitchFamily="18" charset="0"/>
                  </a:rPr>
                  <a:t>⇒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┴∗…A…</a:t>
                </a:r>
                <a:r>
                  <a:rPr lang="en-US" altLang="zh-CN" i="0" dirty="0" smtClean="0">
                    <a:sym typeface="Symbol" panose="05050102010706020507" pitchFamily="18" charset="2"/>
                  </a:rPr>
                  <a:t>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…</a:t>
                </a:r>
                <a:r>
                  <a:rPr lang="en-US" altLang="zh-CN" sz="2400" b="0" i="0" dirty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"</a:t>
                </a:r>
                <a:r>
                  <a:rPr lang="en-US" altLang="zh-CN" sz="2400" i="0" dirty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</a:t>
                </a:r>
                <a:r>
                  <a:rPr lang="en-US" altLang="zh-CN" sz="2400" i="0" dirty="0" smtClean="0">
                    <a:latin typeface="Cambria Math" panose="02040503050406030204" pitchFamily="18" charset="0"/>
                  </a:rPr>
                  <a:t>B</a:t>
                </a:r>
                <a:r>
                  <a:rPr lang="en-US" altLang="zh-CN" sz="1200" i="0" dirty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</a:t>
                </a:r>
                <a:r>
                  <a:rPr lang="en-US" altLang="zh-CN" sz="1200" b="0" i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"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…</a:t>
                </a:r>
                <a:r>
                  <a:rPr lang="en-US" altLang="zh-CN" sz="1200" i="0" smtClean="0">
                    <a:latin typeface="Cambria Math" panose="02040503050406030204" pitchFamily="18" charset="0"/>
                  </a:rPr>
                  <a:t>⇒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┴∗…</a:t>
                </a:r>
                <a:r>
                  <a:rPr lang="en-US" altLang="zh-CN" sz="2400" b="0" i="0" dirty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"</a:t>
                </a:r>
                <a:r>
                  <a:rPr lang="en-US" altLang="zh-CN" sz="2400" i="0" dirty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</a:t>
                </a:r>
                <a:r>
                  <a:rPr lang="en-US" altLang="zh-CN" sz="2400" i="0" dirty="0" smtClean="0">
                    <a:latin typeface="Cambria Math" panose="02040503050406030204" pitchFamily="18" charset="0"/>
                  </a:rPr>
                  <a:t>B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" a…</a:t>
                </a:r>
                <a:endParaRPr lang="en-US" altLang="zh-CN" sz="1200" b="0" i="0" dirty="0" smtClean="0"/>
              </a:p>
              <a:p>
                <a:pPr marL="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sz="2400" i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∴</a:t>
                </a:r>
                <a:r>
                  <a:rPr lang="en-US" altLang="zh-CN" sz="2400" b="0" i="0" smtClean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a∈ </a:t>
                </a:r>
                <a:r>
                  <a:rPr lang="en-US" altLang="zh-CN" sz="2400" i="0" dirty="0" smtClean="0"/>
                  <a:t>FOLLOW(B)</a:t>
                </a:r>
              </a:p>
              <a:p>
                <a:pPr marL="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200" i="0" dirty="0" smtClean="0"/>
              </a:p>
              <a:p>
                <a:pPr marL="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i="0" dirty="0" smtClean="0"/>
                  <a:t>若</a:t>
                </a:r>
                <a:r>
                  <a:rPr lang="en-US" altLang="zh-CN" sz="1200" i="0" dirty="0" smtClean="0"/>
                  <a:t>A→</a:t>
                </a:r>
                <a:r>
                  <a:rPr lang="en-US" altLang="zh-CN" sz="1200" i="0" dirty="0" smtClean="0">
                    <a:sym typeface="Symbol" panose="05050102010706020507" pitchFamily="18" charset="2"/>
                  </a:rPr>
                  <a:t></a:t>
                </a:r>
                <a:r>
                  <a:rPr lang="en-US" altLang="zh-CN" sz="1200" i="0" dirty="0" smtClean="0"/>
                  <a:t>B</a:t>
                </a:r>
                <a:r>
                  <a:rPr lang="zh-CN" altLang="en-US" sz="1200" i="0" dirty="0" smtClean="0"/>
                  <a:t>是一个产生式</a:t>
                </a:r>
                <a:r>
                  <a:rPr lang="en-US" altLang="zh-CN" sz="1200" i="0" dirty="0" smtClean="0"/>
                  <a:t>,</a:t>
                </a:r>
                <a:r>
                  <a:rPr lang="zh-CN" altLang="en-US" sz="2800" i="0" dirty="0" smtClean="0"/>
                  <a:t>则把</a:t>
                </a:r>
                <a:r>
                  <a:rPr lang="en-US" altLang="zh-CN" sz="2800" i="0" dirty="0" smtClean="0"/>
                  <a:t>FOLLOW(A)</a:t>
                </a:r>
                <a:r>
                  <a:rPr lang="zh-CN" altLang="en-US" sz="2800" i="0" dirty="0" smtClean="0"/>
                  <a:t>加至</a:t>
                </a:r>
                <a:r>
                  <a:rPr lang="en-US" altLang="zh-CN" sz="2800" i="0" dirty="0" smtClean="0"/>
                  <a:t>FOLLOW(B)</a:t>
                </a:r>
                <a:r>
                  <a:rPr lang="zh-CN" altLang="en-US" sz="2800" i="0" dirty="0" smtClean="0"/>
                  <a:t>中</a:t>
                </a:r>
                <a:endParaRPr lang="en-US" altLang="zh-CN" sz="2800" i="0" dirty="0" smtClean="0"/>
              </a:p>
              <a:p>
                <a:r>
                  <a:rPr lang="zh-CN" altLang="en-US" i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∵ </a:t>
                </a:r>
                <a:r>
                  <a:rPr lang="zh-CN" altLang="en-US" i="0" smtClean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∀</a:t>
                </a:r>
                <a:r>
                  <a:rPr lang="en-US" altLang="zh-CN" b="0" i="0" smtClean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a∈ </a:t>
                </a:r>
                <a:r>
                  <a:rPr lang="en-US" altLang="zh-CN" sz="1200" i="0" dirty="0" smtClean="0"/>
                  <a:t>FOLLOW(A), </a:t>
                </a:r>
                <a:r>
                  <a:rPr lang="zh-CN" altLang="en-US" sz="1200" i="0" dirty="0" smtClean="0"/>
                  <a:t>有</a:t>
                </a:r>
                <a:r>
                  <a:rPr lang="en-US" altLang="zh-CN" sz="1200" i="0" dirty="0" smtClean="0"/>
                  <a:t>S</a:t>
                </a:r>
                <a:r>
                  <a:rPr lang="en-US" altLang="zh-CN" sz="1200" i="0" smtClean="0">
                    <a:latin typeface="Cambria Math" panose="02040503050406030204" pitchFamily="18" charset="0"/>
                  </a:rPr>
                  <a:t>⇒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┴∗…Aa…</a:t>
                </a:r>
                <a:endParaRPr lang="en-US" altLang="zh-CN" i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i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∴</a:t>
                </a:r>
                <a:r>
                  <a:rPr lang="en-US" altLang="zh-CN" i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1200" i="0" dirty="0" smtClean="0"/>
                  <a:t>S</a:t>
                </a:r>
                <a:r>
                  <a:rPr lang="en-US" altLang="zh-CN" sz="1200" i="0" smtClean="0">
                    <a:latin typeface="Cambria Math" panose="02040503050406030204" pitchFamily="18" charset="0"/>
                  </a:rPr>
                  <a:t>⇒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┴∗…Aa…</a:t>
                </a:r>
                <a:r>
                  <a:rPr lang="en-US" altLang="zh-CN" i="0" dirty="0" smtClean="0">
                    <a:sym typeface="Symbol" panose="05050102010706020507" pitchFamily="18" charset="2"/>
                  </a:rPr>
                  <a:t></a:t>
                </a:r>
                <a:r>
                  <a:rPr lang="en-US" altLang="zh-CN" sz="800" b="0" i="0" smtClean="0">
                    <a:latin typeface="Cambria Math" panose="02040503050406030204" pitchFamily="18" charset="0"/>
                  </a:rPr>
                  <a:t>…</a:t>
                </a:r>
                <a:r>
                  <a:rPr lang="en-US" altLang="zh-CN" sz="1200" b="0" i="0" dirty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"</a:t>
                </a:r>
                <a:r>
                  <a:rPr lang="en-US" altLang="zh-CN" sz="1200" i="0" dirty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</a:t>
                </a:r>
                <a:r>
                  <a:rPr lang="en-US" altLang="zh-CN" sz="1200" i="0" dirty="0" smtClean="0">
                    <a:latin typeface="Cambria Math" panose="02040503050406030204" pitchFamily="18" charset="0"/>
                  </a:rPr>
                  <a:t>B</a:t>
                </a:r>
                <a:r>
                  <a:rPr lang="en-US" altLang="zh-CN" sz="800" b="0" i="0" smtClean="0">
                    <a:latin typeface="Cambria Math" panose="02040503050406030204" pitchFamily="18" charset="0"/>
                  </a:rPr>
                  <a:t>" a…</a:t>
                </a:r>
                <a:endParaRPr lang="en-US" altLang="zh-CN" i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i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∴</a:t>
                </a:r>
                <a:r>
                  <a:rPr lang="en-US" altLang="zh-CN" b="0" i="0" smtClean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a∈ </a:t>
                </a:r>
                <a:r>
                  <a:rPr lang="en-US" altLang="zh-CN" sz="1200" i="0" dirty="0" smtClean="0"/>
                  <a:t>FOLLOW(B)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200" i="0" dirty="0" smtClean="0"/>
              </a:p>
              <a:p>
                <a:pPr marL="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200" i="0" dirty="0" smtClean="0"/>
                  <a:t>A</a:t>
                </a:r>
                <a:r>
                  <a:rPr lang="en-US" altLang="zh-CN" sz="1200" i="0" dirty="0">
                    <a:sym typeface="Symbol" panose="05050102010706020507" pitchFamily="18" charset="2"/>
                  </a:rPr>
                  <a:t></a:t>
                </a:r>
                <a:r>
                  <a:rPr lang="en-US" altLang="zh-CN" sz="1200" i="0" dirty="0"/>
                  <a:t>B</a:t>
                </a:r>
                <a:r>
                  <a:rPr lang="en-US" altLang="zh-CN" sz="1200" i="0" dirty="0">
                    <a:sym typeface="Symbol" panose="05050102010706020507" pitchFamily="18" charset="2"/>
                  </a:rPr>
                  <a:t></a:t>
                </a:r>
                <a:r>
                  <a:rPr lang="zh-CN" altLang="en-US" sz="1200" i="0" dirty="0"/>
                  <a:t>是一个产生式而</a:t>
                </a:r>
                <a:r>
                  <a:rPr lang="zh-CN" altLang="en-US" sz="1200" i="0" dirty="0">
                    <a:sym typeface="Symbol" panose="05050102010706020507" pitchFamily="18" charset="2"/>
                  </a:rPr>
                  <a:t></a:t>
                </a:r>
                <a:r>
                  <a:rPr lang="zh-CN" altLang="en-US" sz="1200" i="0" dirty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⇒</a:t>
                </a:r>
                <a:r>
                  <a:rPr lang="zh-CN" altLang="en-US" sz="1200" i="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┴∗</a:t>
                </a:r>
                <a:r>
                  <a:rPr lang="zh-CN" altLang="en-US" sz="1200" i="0" dirty="0" smtClean="0">
                    <a:sym typeface="Symbol" panose="05050102010706020507" pitchFamily="18" charset="2"/>
                  </a:rPr>
                  <a:t>，</a:t>
                </a:r>
                <a:r>
                  <a:rPr lang="zh-CN" altLang="en-US" sz="2800" i="0" dirty="0" smtClean="0"/>
                  <a:t>则把</a:t>
                </a:r>
                <a:r>
                  <a:rPr lang="en-US" altLang="zh-CN" sz="2800" i="0" dirty="0" smtClean="0"/>
                  <a:t>FOLLOW(A)</a:t>
                </a:r>
                <a:r>
                  <a:rPr lang="zh-CN" altLang="en-US" sz="2800" i="0" dirty="0" smtClean="0"/>
                  <a:t>加至</a:t>
                </a:r>
                <a:r>
                  <a:rPr lang="en-US" altLang="zh-CN" sz="2800" i="0" dirty="0" smtClean="0"/>
                  <a:t>FOLLOW(B)</a:t>
                </a:r>
                <a:r>
                  <a:rPr lang="zh-CN" altLang="en-US" sz="2800" i="0" dirty="0" smtClean="0"/>
                  <a:t>中</a:t>
                </a:r>
                <a:endParaRPr lang="en-US" altLang="zh-CN" sz="2800" i="0" dirty="0" smtClean="0"/>
              </a:p>
              <a:p>
                <a:r>
                  <a:rPr lang="zh-CN" altLang="en-US" i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∵ </a:t>
                </a:r>
                <a:r>
                  <a:rPr lang="zh-CN" altLang="en-US" i="0" smtClean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∀</a:t>
                </a:r>
                <a:r>
                  <a:rPr lang="en-US" altLang="zh-CN" b="0" i="0" smtClean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a∈ </a:t>
                </a:r>
                <a:r>
                  <a:rPr lang="en-US" altLang="zh-CN" sz="1200" i="0" dirty="0" smtClean="0"/>
                  <a:t>FOLLOW(A), </a:t>
                </a:r>
                <a:r>
                  <a:rPr lang="zh-CN" altLang="en-US" sz="1200" i="0" dirty="0" smtClean="0"/>
                  <a:t>有</a:t>
                </a:r>
                <a:r>
                  <a:rPr lang="en-US" altLang="zh-CN" sz="1200" i="0" dirty="0" smtClean="0"/>
                  <a:t>S</a:t>
                </a:r>
                <a:r>
                  <a:rPr lang="en-US" altLang="zh-CN" sz="1200" i="0" smtClean="0">
                    <a:latin typeface="Cambria Math" panose="02040503050406030204" pitchFamily="18" charset="0"/>
                  </a:rPr>
                  <a:t>⇒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┴∗…Aa…</a:t>
                </a:r>
                <a:endParaRPr lang="en-US" altLang="zh-CN" i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i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∴</a:t>
                </a:r>
                <a:r>
                  <a:rPr lang="en-US" altLang="zh-CN" i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1200" i="0" dirty="0" smtClean="0"/>
                  <a:t>S</a:t>
                </a:r>
                <a:r>
                  <a:rPr lang="en-US" altLang="zh-CN" sz="1200" i="0" smtClean="0">
                    <a:latin typeface="Cambria Math" panose="02040503050406030204" pitchFamily="18" charset="0"/>
                  </a:rPr>
                  <a:t>⇒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┴∗…Aa…</a:t>
                </a:r>
                <a:r>
                  <a:rPr lang="en-US" altLang="zh-CN" i="0" dirty="0" smtClean="0">
                    <a:sym typeface="Symbol" panose="05050102010706020507" pitchFamily="18" charset="2"/>
                  </a:rPr>
                  <a:t>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…</a:t>
                </a:r>
                <a:r>
                  <a:rPr lang="en-US" altLang="zh-CN" sz="2400" b="0" i="0" dirty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"</a:t>
                </a:r>
                <a:r>
                  <a:rPr lang="en-US" altLang="zh-CN" sz="2400" i="0" dirty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</a:t>
                </a:r>
                <a:r>
                  <a:rPr lang="en-US" altLang="zh-CN" sz="2400" i="0" dirty="0" smtClean="0">
                    <a:latin typeface="Cambria Math" panose="02040503050406030204" pitchFamily="18" charset="0"/>
                  </a:rPr>
                  <a:t>B</a:t>
                </a:r>
                <a:r>
                  <a:rPr lang="en-US" altLang="zh-CN" sz="2400" i="0" dirty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</a:t>
                </a:r>
                <a:r>
                  <a:rPr lang="en-US" altLang="zh-CN" sz="1200" b="0" i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" 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a…</a:t>
                </a:r>
                <a:r>
                  <a:rPr lang="en-US" altLang="zh-CN" sz="2400" i="0" smtClean="0">
                    <a:latin typeface="Cambria Math" panose="02040503050406030204" pitchFamily="18" charset="0"/>
                  </a:rPr>
                  <a:t>⇒</a:t>
                </a:r>
                <a:r>
                  <a:rPr lang="en-US" altLang="zh-CN" sz="2400" b="0" i="0" smtClean="0">
                    <a:latin typeface="Cambria Math" panose="02040503050406030204" pitchFamily="18" charset="0"/>
                  </a:rPr>
                  <a:t>┴∗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…</a:t>
                </a:r>
                <a:r>
                  <a:rPr lang="en-US" altLang="zh-CN" sz="2400" b="0" i="0" dirty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"</a:t>
                </a:r>
                <a:r>
                  <a:rPr lang="en-US" altLang="zh-CN" sz="2400" i="0" dirty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</a:t>
                </a:r>
                <a:r>
                  <a:rPr lang="en-US" altLang="zh-CN" sz="2400" i="0" dirty="0" smtClean="0">
                    <a:latin typeface="Cambria Math" panose="02040503050406030204" pitchFamily="18" charset="0"/>
                  </a:rPr>
                  <a:t>B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" a…</a:t>
                </a:r>
                <a:endParaRPr lang="en-US" altLang="zh-CN" i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i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∴</a:t>
                </a:r>
                <a:r>
                  <a:rPr lang="en-US" altLang="zh-CN" b="0" i="0" smtClean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a∈ </a:t>
                </a:r>
                <a:r>
                  <a:rPr lang="en-US" altLang="zh-CN" sz="1200" i="0" dirty="0" smtClean="0"/>
                  <a:t>FOLLOW(B)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200" i="0" dirty="0" smtClean="0"/>
              </a:p>
              <a:p>
                <a:pPr marL="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i="0" dirty="0" smtClean="0"/>
                  <a:t>可见这个算法，是把对</a:t>
                </a:r>
                <a:r>
                  <a:rPr lang="en-US" altLang="zh-CN" sz="1200" i="0" dirty="0" smtClean="0"/>
                  <a:t>FOLLOW</a:t>
                </a:r>
                <a:r>
                  <a:rPr lang="zh-CN" altLang="en-US" sz="1200" i="0" dirty="0" smtClean="0"/>
                  <a:t>集合定义中对无穷推导可能的考查转换成了对</a:t>
                </a:r>
                <a:r>
                  <a:rPr lang="en-US" altLang="zh-CN" sz="1200" i="0" dirty="0" smtClean="0"/>
                  <a:t>(</a:t>
                </a:r>
                <a:r>
                  <a:rPr lang="zh-CN" altLang="en-US" sz="1200" i="0" dirty="0" smtClean="0"/>
                  <a:t>有限</a:t>
                </a:r>
                <a:r>
                  <a:rPr lang="en-US" altLang="zh-CN" sz="1200" i="0" dirty="0" smtClean="0"/>
                  <a:t>)</a:t>
                </a:r>
                <a:r>
                  <a:rPr lang="zh-CN" altLang="en-US" sz="1200" i="0" dirty="0" smtClean="0"/>
                  <a:t>产生式的反复扫描。</a:t>
                </a:r>
                <a:endParaRPr lang="en-US" altLang="zh-CN" sz="1200" i="0" dirty="0" smtClean="0"/>
              </a:p>
              <a:p>
                <a:pPr marL="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200" i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i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i="0" dirty="0" smtClean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6C61CE-634D-4F64-ACD8-85A675627EA4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828298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lvl="1" defTabSz="861979">
                  <a:defRPr/>
                </a:pPr>
                <a:endParaRPr lang="en-US" altLang="zh-CN" i="0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200" i="0" dirty="0" smtClean="0"/>
                  <a:t>A</a:t>
                </a:r>
                <a:r>
                  <a:rPr lang="en-US" altLang="zh-CN" sz="1200" i="0" dirty="0" smtClean="0">
                    <a:sym typeface="Symbol" panose="05050102010706020507" pitchFamily="18" charset="2"/>
                  </a:rPr>
                  <a:t></a:t>
                </a:r>
                <a:r>
                  <a:rPr lang="en-US" altLang="zh-CN" sz="1200" i="0" dirty="0" smtClean="0"/>
                  <a:t>B</a:t>
                </a:r>
                <a:r>
                  <a:rPr lang="en-US" altLang="zh-CN" sz="1200" i="0" dirty="0" smtClean="0">
                    <a:sym typeface="Symbol" panose="05050102010706020507" pitchFamily="18" charset="2"/>
                  </a:rPr>
                  <a:t></a:t>
                </a:r>
                <a:r>
                  <a:rPr lang="zh-CN" altLang="en-US" sz="1200" i="0" dirty="0" smtClean="0"/>
                  <a:t>是一个产生式</a:t>
                </a:r>
                <a:r>
                  <a:rPr lang="en-US" altLang="zh-CN" sz="1200" i="0" dirty="0" smtClean="0"/>
                  <a:t>,</a:t>
                </a:r>
              </a:p>
              <a:p>
                <a:pPr marL="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i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∵ </a:t>
                </a:r>
                <a:r>
                  <a:rPr lang="zh-CN" altLang="en-US" i="0" smtClean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∀</a:t>
                </a:r>
                <a:r>
                  <a:rPr lang="en-US" altLang="zh-CN" b="0" i="0" smtClean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a∈ FIRST</a:t>
                </a:r>
                <a:r>
                  <a:rPr lang="en-US" altLang="zh-CN" sz="1200" i="0" dirty="0" smtClean="0"/>
                  <a:t>(</a:t>
                </a:r>
                <a:r>
                  <a:rPr lang="en-US" altLang="zh-CN" sz="1200" i="0" dirty="0" smtClean="0">
                    <a:sym typeface="Symbol" panose="05050102010706020507" pitchFamily="18" charset="2"/>
                  </a:rPr>
                  <a:t>)</a:t>
                </a:r>
                <a:r>
                  <a:rPr lang="en-US" altLang="zh-CN" sz="1200" i="0" dirty="0" smtClean="0"/>
                  <a:t> )\{</a:t>
                </a:r>
                <a:r>
                  <a:rPr lang="en-US" altLang="zh-CN" sz="1200" i="0" dirty="0" smtClean="0">
                    <a:sym typeface="Symbol" panose="05050102010706020507" pitchFamily="18" charset="2"/>
                  </a:rPr>
                  <a:t></a:t>
                </a:r>
                <a:r>
                  <a:rPr lang="en-US" altLang="zh-CN" sz="1200" i="0" dirty="0" smtClean="0"/>
                  <a:t>}</a:t>
                </a:r>
                <a:r>
                  <a:rPr lang="zh-CN" altLang="en-US" sz="1200" i="0" dirty="0" smtClean="0"/>
                  <a:t>，有</a:t>
                </a:r>
                <a:r>
                  <a:rPr lang="en-US" altLang="zh-CN" sz="1200" i="0" dirty="0" smtClean="0">
                    <a:sym typeface="Symbol" panose="05050102010706020507" pitchFamily="18" charset="2"/>
                  </a:rPr>
                  <a:t></a:t>
                </a:r>
                <a:r>
                  <a:rPr lang="en-US" altLang="zh-CN" sz="1200" i="0" smtClean="0">
                    <a:latin typeface="Cambria Math" panose="02040503050406030204" pitchFamily="18" charset="0"/>
                  </a:rPr>
                  <a:t>⇒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┴∗ </a:t>
                </a:r>
                <a:r>
                  <a:rPr lang="en-US" altLang="zh-CN" b="0" i="0" smtClean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a</a:t>
                </a:r>
                <a:r>
                  <a:rPr lang="en-US" altLang="zh-CN" sz="1200" i="0" dirty="0" smtClean="0"/>
                  <a:t>…</a:t>
                </a:r>
              </a:p>
              <a:p>
                <a:pPr marL="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i="0" dirty="0" smtClean="0"/>
                  <a:t>对于</a:t>
                </a:r>
                <a:r>
                  <a:rPr lang="en-US" altLang="zh-CN" sz="1200" i="0" smtClean="0">
                    <a:latin typeface="Cambria Math" panose="02040503050406030204" pitchFamily="18" charset="0"/>
                  </a:rPr>
                  <a:t>⇒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┴∗…A…</a:t>
                </a:r>
                <a:r>
                  <a:rPr lang="en-US" altLang="zh-CN" i="0" dirty="0" smtClean="0">
                    <a:sym typeface="Symbol" panose="05050102010706020507" pitchFamily="18" charset="2"/>
                  </a:rPr>
                  <a:t>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…</a:t>
                </a:r>
                <a:r>
                  <a:rPr lang="en-US" altLang="zh-CN" sz="2400" b="0" i="0" dirty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"</a:t>
                </a:r>
                <a:r>
                  <a:rPr lang="en-US" altLang="zh-CN" sz="2400" i="0" dirty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</a:t>
                </a:r>
                <a:r>
                  <a:rPr lang="en-US" altLang="zh-CN" sz="2400" i="0" dirty="0" smtClean="0">
                    <a:latin typeface="Cambria Math" panose="02040503050406030204" pitchFamily="18" charset="0"/>
                  </a:rPr>
                  <a:t>B</a:t>
                </a:r>
                <a:r>
                  <a:rPr lang="en-US" altLang="zh-CN" sz="1200" i="0" dirty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</a:t>
                </a:r>
                <a:r>
                  <a:rPr lang="en-US" altLang="zh-CN" sz="1200" b="0" i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"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…</a:t>
                </a:r>
                <a:r>
                  <a:rPr lang="en-US" altLang="zh-CN" sz="1200" i="0" smtClean="0">
                    <a:latin typeface="Cambria Math" panose="02040503050406030204" pitchFamily="18" charset="0"/>
                  </a:rPr>
                  <a:t>⇒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┴∗…</a:t>
                </a:r>
                <a:r>
                  <a:rPr lang="en-US" altLang="zh-CN" sz="2400" b="0" i="0" dirty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"</a:t>
                </a:r>
                <a:r>
                  <a:rPr lang="en-US" altLang="zh-CN" sz="2400" i="0" dirty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</a:t>
                </a:r>
                <a:r>
                  <a:rPr lang="en-US" altLang="zh-CN" sz="2400" i="0" dirty="0" smtClean="0">
                    <a:latin typeface="Cambria Math" panose="02040503050406030204" pitchFamily="18" charset="0"/>
                  </a:rPr>
                  <a:t>B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" a…</a:t>
                </a:r>
                <a:endParaRPr lang="en-US" altLang="zh-CN" sz="1200" b="0" i="0" dirty="0" smtClean="0"/>
              </a:p>
              <a:p>
                <a:pPr marL="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sz="2400" i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∴</a:t>
                </a:r>
                <a:r>
                  <a:rPr lang="en-US" altLang="zh-CN" sz="2400" b="0" i="0" smtClean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a∈ </a:t>
                </a:r>
                <a:r>
                  <a:rPr lang="en-US" altLang="zh-CN" sz="2400" i="0" smtClean="0"/>
                  <a:t>FOLLOW(B)</a:t>
                </a:r>
                <a:endParaRPr lang="en-US" altLang="zh-CN" sz="2400" i="0" dirty="0" smtClean="0"/>
              </a:p>
              <a:p>
                <a:pPr marL="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200" i="0" dirty="0" smtClean="0"/>
              </a:p>
              <a:p>
                <a:pPr marL="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i="0" dirty="0" smtClean="0"/>
                  <a:t>若</a:t>
                </a:r>
                <a:r>
                  <a:rPr lang="en-US" altLang="zh-CN" sz="1200" i="0" dirty="0" smtClean="0"/>
                  <a:t>A→</a:t>
                </a:r>
                <a:r>
                  <a:rPr lang="en-US" altLang="zh-CN" sz="1200" i="0" dirty="0" smtClean="0">
                    <a:sym typeface="Symbol" panose="05050102010706020507" pitchFamily="18" charset="2"/>
                  </a:rPr>
                  <a:t></a:t>
                </a:r>
                <a:r>
                  <a:rPr lang="en-US" altLang="zh-CN" sz="1200" i="0" dirty="0" smtClean="0"/>
                  <a:t>B</a:t>
                </a:r>
                <a:r>
                  <a:rPr lang="zh-CN" altLang="en-US" sz="1200" i="0" dirty="0" smtClean="0"/>
                  <a:t>是一个产生式</a:t>
                </a:r>
                <a:r>
                  <a:rPr lang="en-US" altLang="zh-CN" sz="1200" i="0" dirty="0" smtClean="0"/>
                  <a:t>,</a:t>
                </a:r>
                <a:r>
                  <a:rPr lang="zh-CN" altLang="en-US" sz="2800" i="0" dirty="0" smtClean="0"/>
                  <a:t>则把</a:t>
                </a:r>
                <a:r>
                  <a:rPr lang="en-US" altLang="zh-CN" sz="2800" i="0" dirty="0" smtClean="0"/>
                  <a:t>FOLLOW(A)</a:t>
                </a:r>
                <a:r>
                  <a:rPr lang="zh-CN" altLang="en-US" sz="2800" i="0" dirty="0" smtClean="0"/>
                  <a:t>加至</a:t>
                </a:r>
                <a:r>
                  <a:rPr lang="en-US" altLang="zh-CN" sz="2800" i="0" dirty="0" smtClean="0"/>
                  <a:t>FOLLOW(B)</a:t>
                </a:r>
                <a:r>
                  <a:rPr lang="zh-CN" altLang="en-US" sz="2800" i="0" dirty="0" smtClean="0"/>
                  <a:t>中</a:t>
                </a:r>
                <a:endParaRPr lang="en-US" altLang="zh-CN" sz="2800" i="0" dirty="0" smtClean="0"/>
              </a:p>
              <a:p>
                <a:r>
                  <a:rPr lang="zh-CN" altLang="en-US" i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∵ </a:t>
                </a:r>
                <a:r>
                  <a:rPr lang="zh-CN" altLang="en-US" i="0" smtClean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∀</a:t>
                </a:r>
                <a:r>
                  <a:rPr lang="en-US" altLang="zh-CN" b="0" i="0" smtClean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a∈ </a:t>
                </a:r>
                <a:r>
                  <a:rPr lang="en-US" altLang="zh-CN" sz="1200" i="0" dirty="0" smtClean="0"/>
                  <a:t>FOLLOW(A), </a:t>
                </a:r>
                <a:r>
                  <a:rPr lang="zh-CN" altLang="en-US" sz="1200" i="0" dirty="0" smtClean="0"/>
                  <a:t>有</a:t>
                </a:r>
                <a:r>
                  <a:rPr lang="en-US" altLang="zh-CN" sz="1200" i="0" dirty="0" smtClean="0"/>
                  <a:t>S</a:t>
                </a:r>
                <a:r>
                  <a:rPr lang="en-US" altLang="zh-CN" sz="1200" i="0" smtClean="0">
                    <a:latin typeface="Cambria Math" panose="02040503050406030204" pitchFamily="18" charset="0"/>
                  </a:rPr>
                  <a:t>⇒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┴∗…Aa…</a:t>
                </a:r>
                <a:endParaRPr lang="en-US" altLang="zh-CN" i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i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∴</a:t>
                </a:r>
                <a:r>
                  <a:rPr lang="en-US" altLang="zh-CN" i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1200" i="0" dirty="0" smtClean="0"/>
                  <a:t>S</a:t>
                </a:r>
                <a:r>
                  <a:rPr lang="en-US" altLang="zh-CN" sz="1200" i="0" smtClean="0">
                    <a:latin typeface="Cambria Math" panose="02040503050406030204" pitchFamily="18" charset="0"/>
                  </a:rPr>
                  <a:t>⇒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┴∗…Aa…</a:t>
                </a:r>
                <a:r>
                  <a:rPr lang="en-US" altLang="zh-CN" i="0" dirty="0" smtClean="0">
                    <a:sym typeface="Symbol" panose="05050102010706020507" pitchFamily="18" charset="2"/>
                  </a:rPr>
                  <a:t></a:t>
                </a:r>
                <a:r>
                  <a:rPr lang="en-US" altLang="zh-CN" sz="800" b="0" i="0" smtClean="0">
                    <a:latin typeface="Cambria Math" panose="02040503050406030204" pitchFamily="18" charset="0"/>
                  </a:rPr>
                  <a:t>…</a:t>
                </a:r>
                <a:r>
                  <a:rPr lang="en-US" altLang="zh-CN" sz="1200" b="0" i="0" dirty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"</a:t>
                </a:r>
                <a:r>
                  <a:rPr lang="en-US" altLang="zh-CN" sz="1200" i="0" dirty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</a:t>
                </a:r>
                <a:r>
                  <a:rPr lang="en-US" altLang="zh-CN" sz="1200" i="0" dirty="0" smtClean="0">
                    <a:latin typeface="Cambria Math" panose="02040503050406030204" pitchFamily="18" charset="0"/>
                  </a:rPr>
                  <a:t>B</a:t>
                </a:r>
                <a:r>
                  <a:rPr lang="en-US" altLang="zh-CN" sz="800" b="0" i="0" smtClean="0">
                    <a:latin typeface="Cambria Math" panose="02040503050406030204" pitchFamily="18" charset="0"/>
                  </a:rPr>
                  <a:t>" a…</a:t>
                </a:r>
                <a:endParaRPr lang="en-US" altLang="zh-CN" i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i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∴</a:t>
                </a:r>
                <a:r>
                  <a:rPr lang="en-US" altLang="zh-CN" b="0" i="0" smtClean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a∈ </a:t>
                </a:r>
                <a:r>
                  <a:rPr lang="en-US" altLang="zh-CN" sz="1200" i="0" dirty="0" smtClean="0"/>
                  <a:t>FOLLOW(B)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200" i="0" dirty="0" smtClean="0"/>
              </a:p>
              <a:p>
                <a:pPr marL="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200" i="0" dirty="0" smtClean="0"/>
                  <a:t>A</a:t>
                </a:r>
                <a:r>
                  <a:rPr lang="en-US" altLang="zh-CN" sz="1200" i="0" dirty="0">
                    <a:sym typeface="Symbol" panose="05050102010706020507" pitchFamily="18" charset="2"/>
                  </a:rPr>
                  <a:t></a:t>
                </a:r>
                <a:r>
                  <a:rPr lang="en-US" altLang="zh-CN" sz="1200" i="0" dirty="0"/>
                  <a:t>B</a:t>
                </a:r>
                <a:r>
                  <a:rPr lang="en-US" altLang="zh-CN" sz="1200" i="0" dirty="0">
                    <a:sym typeface="Symbol" panose="05050102010706020507" pitchFamily="18" charset="2"/>
                  </a:rPr>
                  <a:t></a:t>
                </a:r>
                <a:r>
                  <a:rPr lang="zh-CN" altLang="en-US" sz="1200" i="0" dirty="0"/>
                  <a:t>是一个产生式而</a:t>
                </a:r>
                <a:r>
                  <a:rPr lang="zh-CN" altLang="en-US" sz="1200" i="0" dirty="0">
                    <a:sym typeface="Symbol" panose="05050102010706020507" pitchFamily="18" charset="2"/>
                  </a:rPr>
                  <a:t></a:t>
                </a:r>
                <a:r>
                  <a:rPr lang="zh-CN" altLang="en-US" sz="1200" i="0" dirty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⇒</a:t>
                </a:r>
                <a:r>
                  <a:rPr lang="zh-CN" altLang="en-US" sz="1200" i="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┴∗</a:t>
                </a:r>
                <a:r>
                  <a:rPr lang="zh-CN" altLang="en-US" sz="1200" i="0" dirty="0" smtClean="0">
                    <a:sym typeface="Symbol" panose="05050102010706020507" pitchFamily="18" charset="2"/>
                  </a:rPr>
                  <a:t>，</a:t>
                </a:r>
                <a:r>
                  <a:rPr lang="zh-CN" altLang="en-US" sz="2800" i="0" dirty="0" smtClean="0"/>
                  <a:t>则把</a:t>
                </a:r>
                <a:r>
                  <a:rPr lang="en-US" altLang="zh-CN" sz="2800" i="0" dirty="0" smtClean="0"/>
                  <a:t>FOLLOW(A)</a:t>
                </a:r>
                <a:r>
                  <a:rPr lang="zh-CN" altLang="en-US" sz="2800" i="0" dirty="0" smtClean="0"/>
                  <a:t>加至</a:t>
                </a:r>
                <a:r>
                  <a:rPr lang="en-US" altLang="zh-CN" sz="2800" i="0" dirty="0" smtClean="0"/>
                  <a:t>FOLLOW(B)</a:t>
                </a:r>
                <a:r>
                  <a:rPr lang="zh-CN" altLang="en-US" sz="2800" i="0" dirty="0" smtClean="0"/>
                  <a:t>中</a:t>
                </a:r>
                <a:endParaRPr lang="en-US" altLang="zh-CN" sz="2800" i="0" dirty="0" smtClean="0"/>
              </a:p>
              <a:p>
                <a:r>
                  <a:rPr lang="zh-CN" altLang="en-US" i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∵ </a:t>
                </a:r>
                <a:r>
                  <a:rPr lang="zh-CN" altLang="en-US" i="0" smtClean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∀</a:t>
                </a:r>
                <a:r>
                  <a:rPr lang="en-US" altLang="zh-CN" b="0" i="0" smtClean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a∈ </a:t>
                </a:r>
                <a:r>
                  <a:rPr lang="en-US" altLang="zh-CN" sz="1200" i="0" dirty="0" smtClean="0"/>
                  <a:t>FOLLOW(A), </a:t>
                </a:r>
                <a:r>
                  <a:rPr lang="zh-CN" altLang="en-US" sz="1200" i="0" dirty="0" smtClean="0"/>
                  <a:t>有</a:t>
                </a:r>
                <a:r>
                  <a:rPr lang="en-US" altLang="zh-CN" sz="1200" i="0" dirty="0" smtClean="0"/>
                  <a:t>S</a:t>
                </a:r>
                <a:r>
                  <a:rPr lang="en-US" altLang="zh-CN" sz="1200" i="0" smtClean="0">
                    <a:latin typeface="Cambria Math" panose="02040503050406030204" pitchFamily="18" charset="0"/>
                  </a:rPr>
                  <a:t>⇒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┴∗…Aa…</a:t>
                </a:r>
                <a:endParaRPr lang="en-US" altLang="zh-CN" i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i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∴</a:t>
                </a:r>
                <a:r>
                  <a:rPr lang="en-US" altLang="zh-CN" i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1200" i="0" dirty="0" smtClean="0"/>
                  <a:t>S</a:t>
                </a:r>
                <a:r>
                  <a:rPr lang="en-US" altLang="zh-CN" sz="1200" i="0" smtClean="0">
                    <a:latin typeface="Cambria Math" panose="02040503050406030204" pitchFamily="18" charset="0"/>
                  </a:rPr>
                  <a:t>⇒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┴∗…Aa…</a:t>
                </a:r>
                <a:r>
                  <a:rPr lang="en-US" altLang="zh-CN" i="0" dirty="0" smtClean="0">
                    <a:sym typeface="Symbol" panose="05050102010706020507" pitchFamily="18" charset="2"/>
                  </a:rPr>
                  <a:t>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…</a:t>
                </a:r>
                <a:r>
                  <a:rPr lang="en-US" altLang="zh-CN" sz="2400" b="0" i="0" dirty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"</a:t>
                </a:r>
                <a:r>
                  <a:rPr lang="en-US" altLang="zh-CN" sz="2400" i="0" dirty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</a:t>
                </a:r>
                <a:r>
                  <a:rPr lang="en-US" altLang="zh-CN" sz="2400" i="0" dirty="0" smtClean="0">
                    <a:latin typeface="Cambria Math" panose="02040503050406030204" pitchFamily="18" charset="0"/>
                  </a:rPr>
                  <a:t>B</a:t>
                </a:r>
                <a:r>
                  <a:rPr lang="en-US" altLang="zh-CN" sz="2400" i="0" dirty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</a:t>
                </a:r>
                <a:r>
                  <a:rPr lang="en-US" altLang="zh-CN" sz="1200" b="0" i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" 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a…</a:t>
                </a:r>
                <a:r>
                  <a:rPr lang="en-US" altLang="zh-CN" sz="2400" i="0" smtClean="0">
                    <a:latin typeface="Cambria Math" panose="02040503050406030204" pitchFamily="18" charset="0"/>
                  </a:rPr>
                  <a:t>⇒</a:t>
                </a:r>
                <a:r>
                  <a:rPr lang="en-US" altLang="zh-CN" sz="2400" b="0" i="0" smtClean="0">
                    <a:latin typeface="Cambria Math" panose="02040503050406030204" pitchFamily="18" charset="0"/>
                  </a:rPr>
                  <a:t>┴∗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…</a:t>
                </a:r>
                <a:r>
                  <a:rPr lang="en-US" altLang="zh-CN" sz="2400" b="0" i="0" dirty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"</a:t>
                </a:r>
                <a:r>
                  <a:rPr lang="en-US" altLang="zh-CN" sz="2400" i="0" dirty="0" smtClean="0">
                    <a:latin typeface="Cambria Math" panose="02040503050406030204" pitchFamily="18" charset="0"/>
                    <a:sym typeface="Symbol" panose="05050102010706020507" pitchFamily="18" charset="2"/>
                  </a:rPr>
                  <a:t></a:t>
                </a:r>
                <a:r>
                  <a:rPr lang="en-US" altLang="zh-CN" sz="2400" i="0" dirty="0" smtClean="0">
                    <a:latin typeface="Cambria Math" panose="02040503050406030204" pitchFamily="18" charset="0"/>
                  </a:rPr>
                  <a:t>B</a:t>
                </a:r>
                <a:r>
                  <a:rPr lang="en-US" altLang="zh-CN" sz="1200" b="0" i="0" smtClean="0">
                    <a:latin typeface="Cambria Math" panose="02040503050406030204" pitchFamily="18" charset="0"/>
                  </a:rPr>
                  <a:t>" a…</a:t>
                </a:r>
                <a:endParaRPr lang="en-US" altLang="zh-CN" i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i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∴</a:t>
                </a:r>
                <a:r>
                  <a:rPr lang="en-US" altLang="zh-CN" b="0" i="0" smtClean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a∈ </a:t>
                </a:r>
                <a:r>
                  <a:rPr lang="en-US" altLang="zh-CN" sz="1200" i="0" dirty="0" smtClean="0"/>
                  <a:t>FOLLOW(B)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200" i="0" dirty="0" smtClean="0"/>
              </a:p>
              <a:p>
                <a:pPr marL="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i="0" dirty="0" smtClean="0"/>
                  <a:t>可见这个算法，是把对</a:t>
                </a:r>
                <a:r>
                  <a:rPr lang="en-US" altLang="zh-CN" sz="1200" i="0" dirty="0" smtClean="0"/>
                  <a:t>FOLLOW</a:t>
                </a:r>
                <a:r>
                  <a:rPr lang="zh-CN" altLang="en-US" sz="1200" i="0" dirty="0" smtClean="0"/>
                  <a:t>集合定义中对无穷推导可能的考查转换成了对</a:t>
                </a:r>
                <a:r>
                  <a:rPr lang="en-US" altLang="zh-CN" sz="1200" i="0" dirty="0" smtClean="0"/>
                  <a:t>(</a:t>
                </a:r>
                <a:r>
                  <a:rPr lang="zh-CN" altLang="en-US" sz="1200" i="0" dirty="0" smtClean="0"/>
                  <a:t>有限</a:t>
                </a:r>
                <a:r>
                  <a:rPr lang="en-US" altLang="zh-CN" sz="1200" i="0" dirty="0" smtClean="0"/>
                  <a:t>)</a:t>
                </a:r>
                <a:r>
                  <a:rPr lang="zh-CN" altLang="en-US" sz="1200" i="0" dirty="0" smtClean="0"/>
                  <a:t>产生式的反复扫描。</a:t>
                </a:r>
                <a:endParaRPr lang="en-US" altLang="zh-CN" sz="1200" i="0" dirty="0" smtClean="0"/>
              </a:p>
              <a:p>
                <a:pPr marL="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200" i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i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i="0" dirty="0" smtClean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6C61CE-634D-4F64-ACD8-85A675627EA4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383591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0358" indent="-269368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77475" indent="-215495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08466" indent="-215495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39456" indent="-215495" defTabSz="90537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0445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1435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32426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63415" indent="-215495" defTabSz="90537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FCD37C8-EE37-426C-B49E-2D8E0C64EF62}" type="slidenum">
              <a:rPr lang="en-US" altLang="zh-CN" sz="1200"/>
              <a:pPr>
                <a:spcBef>
                  <a:spcPct val="0"/>
                </a:spcBef>
              </a:pPr>
              <a:t>73</a:t>
            </a:fld>
            <a:endParaRPr lang="en-US" altLang="zh-CN" sz="1200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100" dirty="0">
              <a:solidFill>
                <a:srgbClr val="FF0000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1011262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0243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/>
          </p:nvPr>
        </p:nvSpPr>
        <p:spPr/>
        <p:txBody>
          <a:bodyPr/>
          <a:lstStyle/>
          <a:p>
            <a:pPr>
              <a:defRPr/>
            </a:pPr>
            <a:fld id="{55603199-7359-4EB9-8E4E-69CE42250641}" type="slidenum">
              <a:rPr lang="zh-CN" altLang="en-US" smtClean="0">
                <a:solidFill>
                  <a:prstClr val="black"/>
                </a:solidFill>
              </a:rPr>
              <a:pPr>
                <a:defRPr/>
              </a:pPr>
              <a:t>74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653739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0448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/>
          </p:nvPr>
        </p:nvSpPr>
        <p:spPr/>
        <p:txBody>
          <a:bodyPr/>
          <a:lstStyle/>
          <a:p>
            <a:pPr>
              <a:defRPr/>
            </a:pPr>
            <a:fld id="{FD0E313D-0795-4835-909B-0F2F771DFB96}" type="slidenum">
              <a:rPr lang="zh-CN" altLang="en-US" smtClean="0">
                <a:solidFill>
                  <a:prstClr val="black"/>
                </a:solidFill>
              </a:rPr>
              <a:pPr>
                <a:defRPr/>
              </a:pPr>
              <a:t>75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400015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zh-CN" altLang="en-US" sz="1100" dirty="0">
              <a:solidFill>
                <a:srgbClr val="0070C0"/>
              </a:solidFill>
              <a:latin typeface="+mj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/>
          </p:nvPr>
        </p:nvSpPr>
        <p:spPr/>
        <p:txBody>
          <a:bodyPr/>
          <a:lstStyle/>
          <a:p>
            <a:pPr>
              <a:defRPr/>
            </a:pPr>
            <a:fld id="{E629D27F-7F82-446E-A649-46404C90F511}" type="slidenum">
              <a:rPr lang="zh-CN" altLang="en-US" smtClean="0">
                <a:solidFill>
                  <a:prstClr val="black"/>
                </a:solidFill>
              </a:rPr>
              <a:pPr>
                <a:defRPr/>
              </a:pPr>
              <a:t>76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898879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zh-CN" altLang="en-US" sz="1100" dirty="0">
              <a:solidFill>
                <a:srgbClr val="0070C0"/>
              </a:solidFill>
              <a:latin typeface="+mj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/>
          </p:nvPr>
        </p:nvSpPr>
        <p:spPr/>
        <p:txBody>
          <a:bodyPr/>
          <a:lstStyle/>
          <a:p>
            <a:pPr>
              <a:defRPr/>
            </a:pPr>
            <a:fld id="{3617288F-E835-4053-9614-8BFC575A629D}" type="slidenum">
              <a:rPr lang="zh-CN" altLang="en-US" smtClean="0">
                <a:solidFill>
                  <a:prstClr val="black"/>
                </a:solidFill>
              </a:rPr>
              <a:pPr>
                <a:defRPr/>
              </a:pPr>
              <a:t>77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50329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1062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/>
          </p:nvPr>
        </p:nvSpPr>
        <p:spPr/>
        <p:txBody>
          <a:bodyPr/>
          <a:lstStyle/>
          <a:p>
            <a:pPr>
              <a:defRPr/>
            </a:pPr>
            <a:fld id="{FAEE17EA-E8F1-464A-98CC-511E6EE308B4}" type="slidenum">
              <a:rPr lang="zh-CN" altLang="en-US" smtClean="0">
                <a:solidFill>
                  <a:prstClr val="black"/>
                </a:solidFill>
              </a:rPr>
              <a:pPr>
                <a:defRPr/>
              </a:pPr>
              <a:t>78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41541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1267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/>
          </p:nvPr>
        </p:nvSpPr>
        <p:spPr/>
        <p:txBody>
          <a:bodyPr/>
          <a:lstStyle/>
          <a:p>
            <a:pPr>
              <a:defRPr/>
            </a:pPr>
            <a:fld id="{AD513AEB-7E1D-485F-8BC4-22503CC4D581}" type="slidenum">
              <a:rPr lang="zh-CN" altLang="en-US" smtClean="0">
                <a:solidFill>
                  <a:prstClr val="black"/>
                </a:solidFill>
              </a:rPr>
              <a:pPr>
                <a:defRPr/>
              </a:pPr>
              <a:t>79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402368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517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0466" indent="-269410" defTabSz="905517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77640" indent="-215528" defTabSz="905517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08697" indent="-215528" defTabSz="905517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39753" indent="-215528" defTabSz="905517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0809" indent="-215528" defTabSz="905517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1865" indent="-215528" defTabSz="905517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32921" indent="-215528" defTabSz="905517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63977" indent="-215528" defTabSz="905517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0551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6B818F-F0E0-4F02-A55A-6657099CF95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0551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1100" dirty="0">
                <a:solidFill>
                  <a:srgbClr val="00B050"/>
                </a:solidFill>
                <a:latin typeface="Arial" panose="020B0604020202020204" pitchFamily="34" charset="0"/>
              </a:rPr>
              <a:t>没实现</a:t>
            </a:r>
            <a:endParaRPr kumimoji="1" lang="en-US" altLang="zh-CN" sz="1100" dirty="0">
              <a:solidFill>
                <a:srgbClr val="00B05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02091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517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0466" indent="-269410" defTabSz="905517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77640" indent="-215528" defTabSz="905517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08697" indent="-215528" defTabSz="905517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39753" indent="-215528" defTabSz="905517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0809" indent="-215528" defTabSz="905517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1865" indent="-215528" defTabSz="905517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32921" indent="-215528" defTabSz="905517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63977" indent="-215528" defTabSz="905517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0551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6B818F-F0E0-4F02-A55A-6657099CF95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0551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1100" dirty="0">
                <a:solidFill>
                  <a:srgbClr val="00B050"/>
                </a:solidFill>
                <a:latin typeface="Arial" panose="020B0604020202020204" pitchFamily="34" charset="0"/>
              </a:rPr>
              <a:t>有问题</a:t>
            </a:r>
            <a:endParaRPr kumimoji="1" lang="en-US" altLang="zh-CN" sz="1100" dirty="0">
              <a:solidFill>
                <a:srgbClr val="00B05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213997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1677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defTabSz="862013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/>
          </p:nvPr>
        </p:nvSpPr>
        <p:spPr/>
        <p:txBody>
          <a:bodyPr/>
          <a:lstStyle/>
          <a:p>
            <a:pPr>
              <a:defRPr/>
            </a:pPr>
            <a:fld id="{512727F9-9EAF-4428-951E-C6E0D7423678}" type="slidenum">
              <a:rPr lang="zh-CN" altLang="en-US" smtClean="0">
                <a:solidFill>
                  <a:prstClr val="black"/>
                </a:solidFill>
              </a:rPr>
              <a:pPr>
                <a:defRPr/>
              </a:pPr>
              <a:t>82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165730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1881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/>
          </p:nvPr>
        </p:nvSpPr>
        <p:spPr/>
        <p:txBody>
          <a:bodyPr/>
          <a:lstStyle/>
          <a:p>
            <a:pPr>
              <a:defRPr/>
            </a:pPr>
            <a:fld id="{AB707E22-6246-4755-B352-6D0EC793A67E}" type="slidenum">
              <a:rPr lang="zh-CN" altLang="en-US" smtClean="0">
                <a:solidFill>
                  <a:prstClr val="black"/>
                </a:solidFill>
              </a:rPr>
              <a:pPr>
                <a:defRPr/>
              </a:pPr>
              <a:t>83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647288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6C61CE-634D-4F64-ACD8-85A675627EA4}" type="slidenum">
              <a:rPr lang="zh-CN" altLang="en-US" smtClean="0">
                <a:solidFill>
                  <a:prstClr val="black"/>
                </a:solidFill>
              </a:rPr>
              <a:pPr/>
              <a:t>84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956612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6C61CE-634D-4F64-ACD8-85A675627EA4}" type="slidenum">
              <a:rPr lang="zh-CN" altLang="en-US" smtClean="0"/>
              <a:t>85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59019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100" dirty="0">
              <a:solidFill>
                <a:srgbClr val="C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6C61CE-634D-4F64-ACD8-85A675627EA4}" type="slidenum">
              <a:rPr lang="zh-CN" altLang="en-US" smtClean="0"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758077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6C61CE-634D-4F64-ACD8-85A675627EA4}" type="slidenum">
              <a:rPr lang="zh-CN" altLang="en-US" smtClean="0"/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076466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6C61CE-634D-4F64-ACD8-85A675627EA4}" type="slidenum">
              <a:rPr lang="zh-CN" altLang="en-US" smtClean="0"/>
              <a:t>88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516912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6C61CE-634D-4F64-ACD8-85A675627EA4}" type="slidenum">
              <a:rPr lang="zh-CN" altLang="en-US" smtClean="0"/>
              <a:t>89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332688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6C61CE-634D-4F64-ACD8-85A675627EA4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90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620715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6C61CE-634D-4F64-ACD8-85A675627EA4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426053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2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3520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defTabSz="646113"/>
            <a:endParaRPr lang="en-US" altLang="zh-CN" sz="1100">
              <a:solidFill>
                <a:srgbClr val="C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/>
          </p:nvPr>
        </p:nvSpPr>
        <p:spPr/>
        <p:txBody>
          <a:bodyPr/>
          <a:lstStyle/>
          <a:p>
            <a:pPr>
              <a:defRPr/>
            </a:pPr>
            <a:fld id="{FCEA1D8E-5818-45BB-AFDC-D5A074613CCA}" type="slidenum">
              <a:rPr lang="zh-CN" altLang="en-US" smtClean="0">
                <a:solidFill>
                  <a:prstClr val="black"/>
                </a:solidFill>
              </a:rPr>
              <a:pPr>
                <a:defRPr/>
              </a:pPr>
              <a:t>92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052283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3725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z="11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/>
          </p:nvPr>
        </p:nvSpPr>
        <p:spPr/>
        <p:txBody>
          <a:bodyPr/>
          <a:lstStyle/>
          <a:p>
            <a:pPr>
              <a:defRPr/>
            </a:pPr>
            <a:fld id="{B532A37B-F869-4D7B-AD4E-DF322974CA9E}" type="slidenum">
              <a:rPr lang="zh-CN" altLang="en-US" smtClean="0">
                <a:solidFill>
                  <a:prstClr val="black"/>
                </a:solidFill>
              </a:rPr>
              <a:pPr>
                <a:defRPr/>
              </a:pPr>
              <a:t>93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8052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517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0466" indent="-269410" defTabSz="905517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77640" indent="-215528" defTabSz="905517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08697" indent="-215528" defTabSz="905517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39753" indent="-215528" defTabSz="905517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0809" indent="-215528" defTabSz="905517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1865" indent="-215528" defTabSz="905517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32921" indent="-215528" defTabSz="905517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63977" indent="-215528" defTabSz="905517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defRPr/>
            </a:pPr>
            <a:fld id="{9054A4CF-AD99-4804-ABB4-05A03241A664}" type="slidenum">
              <a:rPr lang="en-US" altLang="zh-CN" sz="1200">
                <a:solidFill>
                  <a:prstClr val="black"/>
                </a:solidFill>
              </a:rPr>
              <a:pPr>
                <a:spcBef>
                  <a:spcPct val="0"/>
                </a:spcBef>
                <a:defRPr/>
              </a:pPr>
              <a:t>94</a:t>
            </a:fld>
            <a:endParaRPr lang="en-US" altLang="zh-CN" sz="1200">
              <a:solidFill>
                <a:prstClr val="black"/>
              </a:solidFill>
            </a:endParaRPr>
          </a:p>
        </p:txBody>
      </p:sp>
      <p:sp>
        <p:nvSpPr>
          <p:cNvPr id="439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393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GB" b="1"/>
          </a:p>
        </p:txBody>
      </p:sp>
    </p:spTree>
    <p:extLst>
      <p:ext uri="{BB962C8B-B14F-4D97-AF65-F5344CB8AC3E}">
        <p14:creationId xmlns:p14="http://schemas.microsoft.com/office/powerpoint/2010/main" val="165661877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517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0466" indent="-269410" defTabSz="905517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77640" indent="-215528" defTabSz="905517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08697" indent="-215528" defTabSz="905517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39753" indent="-215528" defTabSz="905517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0809" indent="-215528" defTabSz="905517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1865" indent="-215528" defTabSz="905517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32921" indent="-215528" defTabSz="905517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63977" indent="-215528" defTabSz="905517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defRPr/>
            </a:pPr>
            <a:fld id="{84E188AB-5457-4627-9C2C-B9BBCA84CEB5}" type="slidenum">
              <a:rPr lang="en-US" altLang="zh-CN" sz="1200"/>
              <a:pPr>
                <a:spcBef>
                  <a:spcPct val="0"/>
                </a:spcBef>
                <a:defRPr/>
              </a:pPr>
              <a:t>95</a:t>
            </a:fld>
            <a:endParaRPr lang="en-US" altLang="zh-CN" sz="1200"/>
          </a:p>
        </p:txBody>
      </p:sp>
      <p:sp>
        <p:nvSpPr>
          <p:cNvPr id="441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13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GB" b="1"/>
          </a:p>
        </p:txBody>
      </p:sp>
    </p:spTree>
    <p:extLst>
      <p:ext uri="{BB962C8B-B14F-4D97-AF65-F5344CB8AC3E}">
        <p14:creationId xmlns:p14="http://schemas.microsoft.com/office/powerpoint/2010/main" val="408631427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517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0466" indent="-269410" defTabSz="905517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77640" indent="-215528" defTabSz="905517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08697" indent="-215528" defTabSz="905517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39753" indent="-215528" defTabSz="905517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0809" indent="-215528" defTabSz="905517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1865" indent="-215528" defTabSz="905517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32921" indent="-215528" defTabSz="905517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63977" indent="-215528" defTabSz="905517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defRPr/>
            </a:pPr>
            <a:fld id="{D634BDB0-DF94-4447-80E9-EBC347D3080A}" type="slidenum">
              <a:rPr lang="en-US" altLang="zh-CN" sz="1200">
                <a:solidFill>
                  <a:prstClr val="black"/>
                </a:solidFill>
              </a:rPr>
              <a:pPr>
                <a:spcBef>
                  <a:spcPct val="0"/>
                </a:spcBef>
                <a:defRPr/>
              </a:pPr>
              <a:t>96</a:t>
            </a:fld>
            <a:endParaRPr lang="en-US" altLang="zh-CN" sz="1200">
              <a:solidFill>
                <a:prstClr val="black"/>
              </a:solidFill>
            </a:endParaRPr>
          </a:p>
        </p:txBody>
      </p:sp>
      <p:sp>
        <p:nvSpPr>
          <p:cNvPr id="443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3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GB" b="1" dirty="0"/>
          </a:p>
        </p:txBody>
      </p:sp>
    </p:spTree>
    <p:extLst>
      <p:ext uri="{BB962C8B-B14F-4D97-AF65-F5344CB8AC3E}">
        <p14:creationId xmlns:p14="http://schemas.microsoft.com/office/powerpoint/2010/main" val="373423787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4544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z="11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/>
          </p:nvPr>
        </p:nvSpPr>
        <p:spPr/>
        <p:txBody>
          <a:bodyPr/>
          <a:lstStyle/>
          <a:p>
            <a:pPr>
              <a:defRPr/>
            </a:pPr>
            <a:fld id="{19D78764-1D68-4F6D-BF47-AF0B646B0E5A}" type="slidenum">
              <a:rPr lang="zh-CN" altLang="en-US" smtClean="0">
                <a:solidFill>
                  <a:prstClr val="black"/>
                </a:solidFill>
              </a:rPr>
              <a:pPr>
                <a:defRPr/>
              </a:pPr>
              <a:t>97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919595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7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517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0466" indent="-269410" defTabSz="905517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77640" indent="-215528" defTabSz="905517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08697" indent="-215528" defTabSz="905517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39753" indent="-215528" defTabSz="905517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0809" indent="-215528" defTabSz="905517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1865" indent="-215528" defTabSz="905517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32921" indent="-215528" defTabSz="905517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63977" indent="-215528" defTabSz="905517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defRPr/>
            </a:pPr>
            <a:fld id="{318B5FF4-A6A5-42E0-B1C0-A4117BE933C5}" type="slidenum">
              <a:rPr lang="en-US" altLang="zh-CN" sz="1200">
                <a:solidFill>
                  <a:prstClr val="black"/>
                </a:solidFill>
              </a:rPr>
              <a:pPr>
                <a:spcBef>
                  <a:spcPct val="0"/>
                </a:spcBef>
                <a:defRPr/>
              </a:pPr>
              <a:t>98</a:t>
            </a:fld>
            <a:endParaRPr lang="en-US" altLang="zh-CN" sz="1200">
              <a:solidFill>
                <a:prstClr val="black"/>
              </a:solidFill>
            </a:endParaRPr>
          </a:p>
        </p:txBody>
      </p:sp>
      <p:sp>
        <p:nvSpPr>
          <p:cNvPr id="447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74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CN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8204932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7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517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0466" indent="-269410" defTabSz="905517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77640" indent="-215528" defTabSz="905517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08697" indent="-215528" defTabSz="905517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39753" indent="-215528" defTabSz="905517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0809" indent="-215528" defTabSz="905517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1865" indent="-215528" defTabSz="905517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32921" indent="-215528" defTabSz="905517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63977" indent="-215528" defTabSz="905517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defRPr/>
            </a:pPr>
            <a:fld id="{C3FCEAAA-4A92-4A38-BE5E-43EC84248D78}" type="slidenum">
              <a:rPr lang="en-US" altLang="zh-CN" sz="1200">
                <a:solidFill>
                  <a:prstClr val="black"/>
                </a:solidFill>
              </a:rPr>
              <a:pPr>
                <a:spcBef>
                  <a:spcPct val="0"/>
                </a:spcBef>
                <a:defRPr/>
              </a:pPr>
              <a:t>99</a:t>
            </a:fld>
            <a:endParaRPr lang="en-US" altLang="zh-CN" sz="1200">
              <a:solidFill>
                <a:prstClr val="black"/>
              </a:solidFill>
            </a:endParaRPr>
          </a:p>
        </p:txBody>
      </p:sp>
      <p:sp>
        <p:nvSpPr>
          <p:cNvPr id="449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95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8893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60078" y="1237197"/>
            <a:ext cx="7560469" cy="2631887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60078" y="3970580"/>
            <a:ext cx="7560469" cy="1825171"/>
          </a:xfrm>
        </p:spPr>
        <p:txBody>
          <a:bodyPr/>
          <a:lstStyle>
            <a:lvl1pPr marL="0" indent="0" algn="ctr">
              <a:buNone/>
              <a:defRPr sz="1985"/>
            </a:lvl1pPr>
            <a:lvl2pPr marL="377825" indent="0" algn="ctr">
              <a:buNone/>
              <a:defRPr sz="1655"/>
            </a:lvl2pPr>
            <a:lvl3pPr marL="756285" indent="0" algn="ctr">
              <a:buNone/>
              <a:defRPr sz="1490"/>
            </a:lvl3pPr>
            <a:lvl4pPr marL="1134110" indent="0" algn="ctr">
              <a:buNone/>
              <a:defRPr sz="1325"/>
            </a:lvl4pPr>
            <a:lvl5pPr marL="1511935" indent="0" algn="ctr">
              <a:buNone/>
              <a:defRPr sz="1325"/>
            </a:lvl5pPr>
            <a:lvl6pPr marL="1890395" indent="0" algn="ctr">
              <a:buNone/>
              <a:defRPr sz="1325"/>
            </a:lvl6pPr>
            <a:lvl7pPr marL="2268220" indent="0" algn="ctr">
              <a:buNone/>
              <a:defRPr sz="1325"/>
            </a:lvl7pPr>
            <a:lvl8pPr marL="2646045" indent="0" algn="ctr">
              <a:buNone/>
              <a:defRPr sz="1325"/>
            </a:lvl8pPr>
            <a:lvl9pPr marL="3024505" indent="0" algn="ctr">
              <a:buNone/>
              <a:defRPr sz="1325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5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6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>
                <a:cs typeface="DejaVu Sans" panose="020B060603080402020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873BF-832A-491C-A5D2-AF18762047F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11274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5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6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>
                <a:cs typeface="DejaVu Sans" panose="020B060603080402020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5E396B-7953-41A0-9CF2-C6B1E00AA7A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4272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7793" y="1884670"/>
            <a:ext cx="8694539" cy="3144614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7793" y="5059033"/>
            <a:ext cx="8694539" cy="1653678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1pPr>
            <a:lvl2pPr marL="377825" indent="0">
              <a:buNone/>
              <a:defRPr sz="1655">
                <a:solidFill>
                  <a:schemeClr val="tx1">
                    <a:tint val="75000"/>
                  </a:schemeClr>
                </a:solidFill>
              </a:defRPr>
            </a:lvl2pPr>
            <a:lvl3pPr marL="756285" indent="0">
              <a:buNone/>
              <a:defRPr sz="1490">
                <a:solidFill>
                  <a:schemeClr val="tx1">
                    <a:tint val="75000"/>
                  </a:schemeClr>
                </a:solidFill>
              </a:defRPr>
            </a:lvl3pPr>
            <a:lvl4pPr marL="113411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4pPr>
            <a:lvl5pPr marL="151193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5pPr>
            <a:lvl6pPr marL="189039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6pPr>
            <a:lvl7pPr marL="226822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7pPr>
            <a:lvl8pPr marL="264604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8pPr>
            <a:lvl9pPr marL="302450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5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6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>
                <a:cs typeface="DejaVu Sans" panose="020B060603080402020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13A125-45F7-4D7C-8A5C-C5C69101C0B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80978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03238" y="1728788"/>
            <a:ext cx="4444000" cy="43830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28625" y="1728788"/>
            <a:ext cx="4444000" cy="43830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5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>
                <a:cs typeface="DejaVu Sans" panose="020B060603080402020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3429D6-0F0B-4901-BAEF-0FAAEE2B9A3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87834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402483"/>
            <a:ext cx="8694539" cy="14611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94356" y="1853171"/>
            <a:ext cx="4264576" cy="90821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90395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94356" y="2761381"/>
            <a:ext cx="4264576" cy="406157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3316" y="1853171"/>
            <a:ext cx="4285579" cy="90821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90395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3316" y="2761381"/>
            <a:ext cx="4285579" cy="406157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5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8" name="Rectangle 6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>
                <a:cs typeface="DejaVu Sans" panose="020B060603080402020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7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E7D3D5-60BD-4015-BD97-96A2361367E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25842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5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Rectangle 6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>
                <a:cs typeface="DejaVu Sans" panose="020B060603080402020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531C47-27F4-4B6F-A2DF-C28A245E1B3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62122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" name="Rectangle 6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>
                <a:cs typeface="DejaVu Sans" panose="020B060603080402020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526631-D820-499B-A72D-A5823D7E29B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37012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503978"/>
            <a:ext cx="3251264" cy="1763924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579" y="1088453"/>
            <a:ext cx="5103316" cy="5372269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5"/>
            </a:lvl3pPr>
            <a:lvl4pPr>
              <a:defRPr sz="1655"/>
            </a:lvl4pPr>
            <a:lvl5pPr>
              <a:defRPr sz="1655"/>
            </a:lvl5pPr>
            <a:lvl6pPr>
              <a:defRPr sz="1655"/>
            </a:lvl6pPr>
            <a:lvl7pPr>
              <a:defRPr sz="1655"/>
            </a:lvl7pPr>
            <a:lvl8pPr>
              <a:defRPr sz="1655"/>
            </a:lvl8pPr>
            <a:lvl9pPr>
              <a:defRPr sz="165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94356" y="2267903"/>
            <a:ext cx="3251264" cy="4201570"/>
          </a:xfrm>
        </p:spPr>
        <p:txBody>
          <a:bodyPr/>
          <a:lstStyle>
            <a:lvl1pPr marL="0" indent="0">
              <a:buNone/>
              <a:defRPr sz="1325"/>
            </a:lvl1pPr>
            <a:lvl2pPr marL="377825" indent="0">
              <a:buNone/>
              <a:defRPr sz="1160"/>
            </a:lvl2pPr>
            <a:lvl3pPr marL="756285" indent="0">
              <a:buNone/>
              <a:defRPr sz="990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90395" indent="0">
              <a:buNone/>
              <a:defRPr sz="825"/>
            </a:lvl6pPr>
            <a:lvl7pPr marL="2268220" indent="0">
              <a:buNone/>
              <a:defRPr sz="825"/>
            </a:lvl7pPr>
            <a:lvl8pPr marL="2646045" indent="0">
              <a:buNone/>
              <a:defRPr sz="825"/>
            </a:lvl8pPr>
            <a:lvl9pPr marL="3024505" indent="0">
              <a:buNone/>
              <a:defRPr sz="82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5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>
                <a:cs typeface="DejaVu Sans" panose="020B060603080402020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E3AD39-8B5B-49AF-9377-809D563F7B7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11355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503978"/>
            <a:ext cx="3251264" cy="1763924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85579" y="1088453"/>
            <a:ext cx="5103316" cy="5372269"/>
          </a:xfrm>
        </p:spPr>
        <p:txBody>
          <a:bodyPr/>
          <a:lstStyle>
            <a:lvl1pPr marL="0" indent="0">
              <a:buNone/>
              <a:defRPr sz="2645"/>
            </a:lvl1pPr>
            <a:lvl2pPr marL="377825" indent="0">
              <a:buNone/>
              <a:defRPr sz="2315"/>
            </a:lvl2pPr>
            <a:lvl3pPr marL="756285" indent="0">
              <a:buNone/>
              <a:defRPr sz="1985"/>
            </a:lvl3pPr>
            <a:lvl4pPr marL="1134110" indent="0">
              <a:buNone/>
              <a:defRPr sz="1655"/>
            </a:lvl4pPr>
            <a:lvl5pPr marL="1511935" indent="0">
              <a:buNone/>
              <a:defRPr sz="1655"/>
            </a:lvl5pPr>
            <a:lvl6pPr marL="1890395" indent="0">
              <a:buNone/>
              <a:defRPr sz="1655"/>
            </a:lvl6pPr>
            <a:lvl7pPr marL="2268220" indent="0">
              <a:buNone/>
              <a:defRPr sz="1655"/>
            </a:lvl7pPr>
            <a:lvl8pPr marL="2646045" indent="0">
              <a:buNone/>
              <a:defRPr sz="1655"/>
            </a:lvl8pPr>
            <a:lvl9pPr marL="3024505" indent="0">
              <a:buNone/>
              <a:defRPr sz="1655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94356" y="2267903"/>
            <a:ext cx="3251264" cy="4201570"/>
          </a:xfrm>
        </p:spPr>
        <p:txBody>
          <a:bodyPr/>
          <a:lstStyle>
            <a:lvl1pPr marL="0" indent="0">
              <a:buNone/>
              <a:defRPr sz="1325"/>
            </a:lvl1pPr>
            <a:lvl2pPr marL="377825" indent="0">
              <a:buNone/>
              <a:defRPr sz="1160"/>
            </a:lvl2pPr>
            <a:lvl3pPr marL="756285" indent="0">
              <a:buNone/>
              <a:defRPr sz="990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90395" indent="0">
              <a:buNone/>
              <a:defRPr sz="825"/>
            </a:lvl6pPr>
            <a:lvl7pPr marL="2268220" indent="0">
              <a:buNone/>
              <a:defRPr sz="825"/>
            </a:lvl7pPr>
            <a:lvl8pPr marL="2646045" indent="0">
              <a:buNone/>
              <a:defRPr sz="825"/>
            </a:lvl8pPr>
            <a:lvl9pPr marL="3024505" indent="0">
              <a:buNone/>
              <a:defRPr sz="82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5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>
                <a:cs typeface="DejaVu Sans" panose="020B060603080402020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9CECCB-2F79-482E-87C7-542CBAA7B1E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01615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5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6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>
                <a:cs typeface="DejaVu Sans" panose="020B060603080402020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C23591-F1AA-4082-800D-01E09458730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36748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05278" y="301625"/>
            <a:ext cx="2267347" cy="58102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70600" cy="58102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5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6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>
                <a:cs typeface="DejaVu Sans" panose="020B060603080402020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9B21BF-0E2B-4452-AE53-64BFC6869E5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12346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60078" y="1237197"/>
            <a:ext cx="7560469" cy="2631887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60078" y="3970580"/>
            <a:ext cx="7560469" cy="1825171"/>
          </a:xfrm>
        </p:spPr>
        <p:txBody>
          <a:bodyPr/>
          <a:lstStyle>
            <a:lvl1pPr marL="0" indent="0" algn="ctr">
              <a:buNone/>
              <a:defRPr sz="1985"/>
            </a:lvl1pPr>
            <a:lvl2pPr marL="377825" indent="0" algn="ctr">
              <a:buNone/>
              <a:defRPr sz="1655"/>
            </a:lvl2pPr>
            <a:lvl3pPr marL="756285" indent="0" algn="ctr">
              <a:buNone/>
              <a:defRPr sz="1490"/>
            </a:lvl3pPr>
            <a:lvl4pPr marL="1134110" indent="0" algn="ctr">
              <a:buNone/>
              <a:defRPr sz="1325"/>
            </a:lvl4pPr>
            <a:lvl5pPr marL="1511935" indent="0" algn="ctr">
              <a:buNone/>
              <a:defRPr sz="1325"/>
            </a:lvl5pPr>
            <a:lvl6pPr marL="1890395" indent="0" algn="ctr">
              <a:buNone/>
              <a:defRPr sz="1325"/>
            </a:lvl6pPr>
            <a:lvl7pPr marL="2268220" indent="0" algn="ctr">
              <a:buNone/>
              <a:defRPr sz="1325"/>
            </a:lvl7pPr>
            <a:lvl8pPr marL="2646045" indent="0" algn="ctr">
              <a:buNone/>
              <a:defRPr sz="1325"/>
            </a:lvl8pPr>
            <a:lvl9pPr marL="3024505" indent="0" algn="ctr">
              <a:buNone/>
              <a:defRPr sz="1325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654571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103311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7793" y="1884670"/>
            <a:ext cx="8694539" cy="3144614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7793" y="5059033"/>
            <a:ext cx="8694539" cy="1653678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1pPr>
            <a:lvl2pPr marL="377825" indent="0">
              <a:buNone/>
              <a:defRPr sz="1655">
                <a:solidFill>
                  <a:schemeClr val="tx1">
                    <a:tint val="75000"/>
                  </a:schemeClr>
                </a:solidFill>
              </a:defRPr>
            </a:lvl2pPr>
            <a:lvl3pPr marL="756285" indent="0">
              <a:buNone/>
              <a:defRPr sz="1490">
                <a:solidFill>
                  <a:schemeClr val="tx1">
                    <a:tint val="75000"/>
                  </a:schemeClr>
                </a:solidFill>
              </a:defRPr>
            </a:lvl3pPr>
            <a:lvl4pPr marL="113411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4pPr>
            <a:lvl5pPr marL="151193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5pPr>
            <a:lvl6pPr marL="189039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6pPr>
            <a:lvl7pPr marL="226822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7pPr>
            <a:lvl8pPr marL="264604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8pPr>
            <a:lvl9pPr marL="302450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5940906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67288" y="1944688"/>
            <a:ext cx="2257393" cy="43830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16820" y="1944688"/>
            <a:ext cx="2257393" cy="43830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02272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402483"/>
            <a:ext cx="8694539" cy="14611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94356" y="1853171"/>
            <a:ext cx="4264576" cy="90821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90395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94356" y="2761381"/>
            <a:ext cx="4264576" cy="406157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3316" y="1853171"/>
            <a:ext cx="4285579" cy="90821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90395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3316" y="2761381"/>
            <a:ext cx="4285579" cy="406157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06063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5699784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79852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503978"/>
            <a:ext cx="3251264" cy="1763924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579" y="1088453"/>
            <a:ext cx="5103316" cy="5372269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5"/>
            </a:lvl3pPr>
            <a:lvl4pPr>
              <a:defRPr sz="1655"/>
            </a:lvl4pPr>
            <a:lvl5pPr>
              <a:defRPr sz="1655"/>
            </a:lvl5pPr>
            <a:lvl6pPr>
              <a:defRPr sz="1655"/>
            </a:lvl6pPr>
            <a:lvl7pPr>
              <a:defRPr sz="1655"/>
            </a:lvl7pPr>
            <a:lvl8pPr>
              <a:defRPr sz="1655"/>
            </a:lvl8pPr>
            <a:lvl9pPr>
              <a:defRPr sz="165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94356" y="2267903"/>
            <a:ext cx="3251264" cy="4201570"/>
          </a:xfrm>
        </p:spPr>
        <p:txBody>
          <a:bodyPr/>
          <a:lstStyle>
            <a:lvl1pPr marL="0" indent="0">
              <a:buNone/>
              <a:defRPr sz="1325"/>
            </a:lvl1pPr>
            <a:lvl2pPr marL="377825" indent="0">
              <a:buNone/>
              <a:defRPr sz="1160"/>
            </a:lvl2pPr>
            <a:lvl3pPr marL="756285" indent="0">
              <a:buNone/>
              <a:defRPr sz="990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90395" indent="0">
              <a:buNone/>
              <a:defRPr sz="825"/>
            </a:lvl6pPr>
            <a:lvl7pPr marL="2268220" indent="0">
              <a:buNone/>
              <a:defRPr sz="825"/>
            </a:lvl7pPr>
            <a:lvl8pPr marL="2646045" indent="0">
              <a:buNone/>
              <a:defRPr sz="825"/>
            </a:lvl8pPr>
            <a:lvl9pPr marL="3024505" indent="0">
              <a:buNone/>
              <a:defRPr sz="82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919995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503978"/>
            <a:ext cx="3251264" cy="1763924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85579" y="1088453"/>
            <a:ext cx="5103316" cy="5372269"/>
          </a:xfrm>
        </p:spPr>
        <p:txBody>
          <a:bodyPr/>
          <a:lstStyle>
            <a:lvl1pPr marL="0" indent="0">
              <a:buNone/>
              <a:defRPr sz="2645"/>
            </a:lvl1pPr>
            <a:lvl2pPr marL="377825" indent="0">
              <a:buNone/>
              <a:defRPr sz="2315"/>
            </a:lvl2pPr>
            <a:lvl3pPr marL="756285" indent="0">
              <a:buNone/>
              <a:defRPr sz="1985"/>
            </a:lvl3pPr>
            <a:lvl4pPr marL="1134110" indent="0">
              <a:buNone/>
              <a:defRPr sz="1655"/>
            </a:lvl4pPr>
            <a:lvl5pPr marL="1511935" indent="0">
              <a:buNone/>
              <a:defRPr sz="1655"/>
            </a:lvl5pPr>
            <a:lvl6pPr marL="1890395" indent="0">
              <a:buNone/>
              <a:defRPr sz="1655"/>
            </a:lvl6pPr>
            <a:lvl7pPr marL="2268220" indent="0">
              <a:buNone/>
              <a:defRPr sz="1655"/>
            </a:lvl7pPr>
            <a:lvl8pPr marL="2646045" indent="0">
              <a:buNone/>
              <a:defRPr sz="1655"/>
            </a:lvl8pPr>
            <a:lvl9pPr marL="3024505" indent="0">
              <a:buNone/>
              <a:defRPr sz="1655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94356" y="2267903"/>
            <a:ext cx="3251264" cy="4201570"/>
          </a:xfrm>
        </p:spPr>
        <p:txBody>
          <a:bodyPr/>
          <a:lstStyle>
            <a:lvl1pPr marL="0" indent="0">
              <a:buNone/>
              <a:defRPr sz="1325"/>
            </a:lvl1pPr>
            <a:lvl2pPr marL="377825" indent="0">
              <a:buNone/>
              <a:defRPr sz="1160"/>
            </a:lvl2pPr>
            <a:lvl3pPr marL="756285" indent="0">
              <a:buNone/>
              <a:defRPr sz="990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90395" indent="0">
              <a:buNone/>
              <a:defRPr sz="825"/>
            </a:lvl6pPr>
            <a:lvl7pPr marL="2268220" indent="0">
              <a:buNone/>
              <a:defRPr sz="825"/>
            </a:lvl7pPr>
            <a:lvl8pPr marL="2646045" indent="0">
              <a:buNone/>
              <a:defRPr sz="825"/>
            </a:lvl8pPr>
            <a:lvl9pPr marL="3024505" indent="0">
              <a:buNone/>
              <a:defRPr sz="82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576554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640298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06866" y="1944688"/>
            <a:ext cx="2267347" cy="4383087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4825" y="1944688"/>
            <a:ext cx="6670601" cy="438308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2472651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-9525"/>
            <a:ext cx="10080625" cy="7569200"/>
            <a:chOff x="0" y="-8467"/>
            <a:chExt cx="12192000" cy="6866467"/>
          </a:xfrm>
        </p:grpSpPr>
        <p:cxnSp>
          <p:nvCxnSpPr>
            <p:cNvPr id="5" name="Straight Connector 31"/>
            <p:cNvCxnSpPr/>
            <p:nvPr/>
          </p:nvCxnSpPr>
          <p:spPr>
            <a:xfrm>
              <a:off x="9371521" y="174"/>
              <a:ext cx="1219199" cy="6857826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20"/>
            <p:cNvCxnSpPr/>
            <p:nvPr/>
          </p:nvCxnSpPr>
          <p:spPr>
            <a:xfrm flipH="1">
              <a:off x="7424641" y="3681107"/>
              <a:ext cx="4763519" cy="3176893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23"/>
            <p:cNvSpPr/>
            <p:nvPr/>
          </p:nvSpPr>
          <p:spPr>
            <a:xfrm>
              <a:off x="9181440" y="-8467"/>
              <a:ext cx="3006720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25"/>
            <p:cNvSpPr/>
            <p:nvPr/>
          </p:nvSpPr>
          <p:spPr>
            <a:xfrm>
              <a:off x="9603840" y="-8467"/>
              <a:ext cx="2588160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Isosceles Triangle 26"/>
            <p:cNvSpPr/>
            <p:nvPr/>
          </p:nvSpPr>
          <p:spPr>
            <a:xfrm>
              <a:off x="8931840" y="3047456"/>
              <a:ext cx="3260160" cy="3810544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27"/>
            <p:cNvSpPr/>
            <p:nvPr/>
          </p:nvSpPr>
          <p:spPr>
            <a:xfrm>
              <a:off x="9335040" y="-8467"/>
              <a:ext cx="2853120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28"/>
            <p:cNvSpPr/>
            <p:nvPr/>
          </p:nvSpPr>
          <p:spPr>
            <a:xfrm>
              <a:off x="10897920" y="-8467"/>
              <a:ext cx="1290240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Rectangle 29"/>
            <p:cNvSpPr/>
            <p:nvPr/>
          </p:nvSpPr>
          <p:spPr>
            <a:xfrm>
              <a:off x="10938241" y="-8467"/>
              <a:ext cx="1249919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Isosceles Triangle 30"/>
            <p:cNvSpPr/>
            <p:nvPr/>
          </p:nvSpPr>
          <p:spPr>
            <a:xfrm>
              <a:off x="10371840" y="3590380"/>
              <a:ext cx="1816320" cy="32676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Isosceles Triangle 18"/>
            <p:cNvSpPr/>
            <p:nvPr/>
          </p:nvSpPr>
          <p:spPr>
            <a:xfrm rot="10800000">
              <a:off x="0" y="174"/>
              <a:ext cx="842881" cy="5665411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6077" y="2650553"/>
            <a:ext cx="6421881" cy="1814743"/>
          </a:xfrm>
        </p:spPr>
        <p:txBody>
          <a:bodyPr>
            <a:noAutofit/>
          </a:bodyPr>
          <a:lstStyle>
            <a:lvl1pPr algn="r">
              <a:defRPr sz="3968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6077" y="4465295"/>
            <a:ext cx="6421881" cy="1209128"/>
          </a:xfrm>
        </p:spPr>
        <p:txBody>
          <a:bodyPr anchor="ctr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09048219-42CA-4EC7-851B-FBD19B131044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D0754F23-86B3-4FC6-AA6C-0E8C014849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6848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968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8546CD29-D7E4-4561-81C7-DFC5D589B7B1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+mn-lt"/>
                <a:ea typeface="Droid Sans Fallback" charset="-122"/>
              </a:defRPr>
            </a:lvl1pPr>
          </a:lstStyle>
          <a:p>
            <a:pPr>
              <a:defRPr/>
            </a:pPr>
            <a:fld id="{DEF9E42D-D4E9-4539-9C48-DA203382A37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0374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2977208"/>
            <a:ext cx="7107922" cy="2013467"/>
          </a:xfrm>
        </p:spPr>
        <p:txBody>
          <a:bodyPr/>
          <a:lstStyle>
            <a:lvl1pPr algn="l">
              <a:defRPr sz="4409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948432"/>
          </a:xfrm>
        </p:spPr>
        <p:txBody>
          <a:bodyPr anchor="ctr"/>
          <a:lstStyle>
            <a:lvl1pPr marL="0" indent="0" algn="l">
              <a:buNone/>
              <a:defRPr sz="220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023196B0-8DEE-4A3D-BCBF-B7F85905B26C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DADEAA80-A78C-4C74-818A-CA9FA2A314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25206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0036" y="2381649"/>
            <a:ext cx="3459456" cy="427783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08503" y="2381651"/>
            <a:ext cx="3459456" cy="427783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79110B2A-7728-458F-99D3-B5ED5363BEC0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91421A52-0B5D-4556-97AD-84374D1029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606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8722" y="2382084"/>
            <a:ext cx="3460769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8722" y="3017307"/>
            <a:ext cx="3460769" cy="36421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07192" y="2382084"/>
            <a:ext cx="3460765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07193" y="3017307"/>
            <a:ext cx="3460764" cy="36421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BD17F116-2D70-4A53-A4A0-7198DF28C105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D76E76F5-9EFD-45BF-9486-70506A7A49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0168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671971"/>
            <a:ext cx="7107922" cy="14559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AA618EF0-6F1C-4F55-BC2A-0C8EA3D3C12C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320BB91D-0EAA-4C10-933C-8307CD64AE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87974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DA41520F-A9DD-4BCA-B62E-8C3F9FD6D708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1D9F0971-74A3-4653-A36A-91DE7F5DFA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3092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1651933"/>
            <a:ext cx="3187012" cy="1409272"/>
          </a:xfrm>
        </p:spPr>
        <p:txBody>
          <a:bodyPr anchor="b"/>
          <a:lstStyle>
            <a:lvl1pPr>
              <a:defRPr sz="220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6059" y="567610"/>
            <a:ext cx="3731899" cy="60918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036" y="3061205"/>
            <a:ext cx="3187012" cy="2848876"/>
          </a:xfrm>
        </p:spPr>
        <p:txBody>
          <a:bodyPr/>
          <a:lstStyle>
            <a:lvl1pPr marL="0" indent="0">
              <a:buNone/>
              <a:defRPr sz="1543"/>
            </a:lvl1pPr>
            <a:lvl2pPr marL="503821" indent="0">
              <a:buNone/>
              <a:defRPr sz="1543"/>
            </a:lvl2pPr>
            <a:lvl3pPr marL="1007641" indent="0">
              <a:buNone/>
              <a:defRPr sz="1323"/>
            </a:lvl3pPr>
            <a:lvl4pPr marL="1511462" indent="0">
              <a:buNone/>
              <a:defRPr sz="1102"/>
            </a:lvl4pPr>
            <a:lvl5pPr marL="2015281" indent="0">
              <a:buNone/>
              <a:defRPr sz="1102"/>
            </a:lvl5pPr>
            <a:lvl6pPr marL="2519102" indent="0">
              <a:buNone/>
              <a:defRPr sz="1102"/>
            </a:lvl6pPr>
            <a:lvl7pPr marL="3022922" indent="0">
              <a:buNone/>
              <a:defRPr sz="1102"/>
            </a:lvl7pPr>
            <a:lvl8pPr marL="3526743" indent="0">
              <a:buNone/>
              <a:defRPr sz="1102"/>
            </a:lvl8pPr>
            <a:lvl9pPr marL="4030563" indent="0">
              <a:buNone/>
              <a:defRPr sz="110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E380CC84-27C7-433B-8149-58AB9F1235B2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8F50088F-0171-4C9C-959A-C69D3FE3EB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82454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5291772"/>
            <a:ext cx="7107921" cy="624724"/>
          </a:xfrm>
        </p:spPr>
        <p:txBody>
          <a:bodyPr anchor="b"/>
          <a:lstStyle>
            <a:lvl1pPr algn="l">
              <a:defRPr sz="2646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0036" y="671971"/>
            <a:ext cx="7107922" cy="4239192"/>
          </a:xfrm>
        </p:spPr>
        <p:txBody>
          <a:bodyPr rtlCol="0">
            <a:normAutofit/>
          </a:bodyPr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036" y="5916496"/>
            <a:ext cx="7107921" cy="742987"/>
          </a:xfrm>
        </p:spPr>
        <p:txBody>
          <a:bodyPr/>
          <a:lstStyle>
            <a:lvl1pPr marL="0" indent="0">
              <a:buNone/>
              <a:defRPr sz="132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CFAF9EFC-9B2D-4622-9E7C-A6949228648F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E0200F5D-5420-4DCB-996B-A6078E0242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1908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671971"/>
            <a:ext cx="7107922" cy="3751839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27788"/>
            <a:ext cx="7107922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95ED12C1-101D-488F-BD71-2CEA6566B273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A27F7A2B-4F6F-47D5-9748-B67345913E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16428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9"/>
          <p:cNvSpPr txBox="1"/>
          <p:nvPr/>
        </p:nvSpPr>
        <p:spPr>
          <a:xfrm>
            <a:off x="447675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6" name="TextBox 21"/>
          <p:cNvSpPr txBox="1"/>
          <p:nvPr/>
        </p:nvSpPr>
        <p:spPr>
          <a:xfrm>
            <a:off x="7353300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”</a:t>
            </a:r>
            <a:endParaRPr lang="en-US" dirty="0">
              <a:solidFill>
                <a:srgbClr val="4F81BD">
                  <a:lumMod val="60000"/>
                  <a:lumOff val="40000"/>
                </a:srgbClr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48" y="671971"/>
            <a:ext cx="6692416" cy="3331857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29555" y="4003828"/>
            <a:ext cx="5973402" cy="419982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76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27788"/>
            <a:ext cx="7107922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A2A3E7AE-6E8A-4CE1-9BF9-EE65A040F45D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96CB9774-12B4-4DB2-80DF-A46DE793D1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5388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2129659"/>
            <a:ext cx="7107922" cy="2861014"/>
          </a:xfrm>
        </p:spPr>
        <p:txBody>
          <a:bodyPr anchor="b"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7493FADE-AA8C-4AB3-A1A4-8C67EF5FEC36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942844F3-1D14-4B90-94CC-D17C0595A3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33785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3"/>
          <p:cNvSpPr txBox="1"/>
          <p:nvPr/>
        </p:nvSpPr>
        <p:spPr>
          <a:xfrm>
            <a:off x="447675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6" name="TextBox 24"/>
          <p:cNvSpPr txBox="1"/>
          <p:nvPr/>
        </p:nvSpPr>
        <p:spPr>
          <a:xfrm>
            <a:off x="7353300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48" y="671971"/>
            <a:ext cx="6692416" cy="3331857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034" y="4423810"/>
            <a:ext cx="7107923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D0C39549-1B73-43A2-A06D-8875BD3F6075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745E1D84-F39F-41A5-A9E2-86155C0EA2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73658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035" y="671971"/>
            <a:ext cx="7100923" cy="3331857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034" y="4423810"/>
            <a:ext cx="7107923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accent1"/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281F8E3A-D1FA-4513-B53E-DE8CEAF2C51A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802BBD4B-9EEB-4982-8293-215B6BD215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3087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CF8822CA-C536-4B81-993B-351FB1BF9D29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94F539C4-9FC4-4A7E-A7E8-27002A9FD9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59920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7856" y="671972"/>
            <a:ext cx="1078791" cy="578875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0037" y="671971"/>
            <a:ext cx="5837494" cy="57887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8B5D03CD-0841-4385-B7DE-9F24553A30C9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F0AE6569-4407-4AB6-8FDF-43319AFEE9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59918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-9525"/>
            <a:ext cx="10080625" cy="7569200"/>
            <a:chOff x="0" y="-8467"/>
            <a:chExt cx="12192000" cy="6866467"/>
          </a:xfrm>
        </p:grpSpPr>
        <p:cxnSp>
          <p:nvCxnSpPr>
            <p:cNvPr id="5" name="Straight Connector 31"/>
            <p:cNvCxnSpPr/>
            <p:nvPr/>
          </p:nvCxnSpPr>
          <p:spPr>
            <a:xfrm>
              <a:off x="9371521" y="174"/>
              <a:ext cx="1219199" cy="6857826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20"/>
            <p:cNvCxnSpPr/>
            <p:nvPr/>
          </p:nvCxnSpPr>
          <p:spPr>
            <a:xfrm flipH="1">
              <a:off x="7424641" y="3681107"/>
              <a:ext cx="4763519" cy="3176893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23"/>
            <p:cNvSpPr/>
            <p:nvPr/>
          </p:nvSpPr>
          <p:spPr>
            <a:xfrm>
              <a:off x="9181440" y="-8467"/>
              <a:ext cx="3006720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25"/>
            <p:cNvSpPr/>
            <p:nvPr/>
          </p:nvSpPr>
          <p:spPr>
            <a:xfrm>
              <a:off x="9603840" y="-8467"/>
              <a:ext cx="2588160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Isosceles Triangle 26"/>
            <p:cNvSpPr/>
            <p:nvPr/>
          </p:nvSpPr>
          <p:spPr>
            <a:xfrm>
              <a:off x="8931840" y="3047456"/>
              <a:ext cx="3260160" cy="3810544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27"/>
            <p:cNvSpPr/>
            <p:nvPr/>
          </p:nvSpPr>
          <p:spPr>
            <a:xfrm>
              <a:off x="9335040" y="-8467"/>
              <a:ext cx="2853120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28"/>
            <p:cNvSpPr/>
            <p:nvPr/>
          </p:nvSpPr>
          <p:spPr>
            <a:xfrm>
              <a:off x="10897920" y="-8467"/>
              <a:ext cx="1290240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Rectangle 29"/>
            <p:cNvSpPr/>
            <p:nvPr/>
          </p:nvSpPr>
          <p:spPr>
            <a:xfrm>
              <a:off x="10938241" y="-8467"/>
              <a:ext cx="1249919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Isosceles Triangle 30"/>
            <p:cNvSpPr/>
            <p:nvPr/>
          </p:nvSpPr>
          <p:spPr>
            <a:xfrm>
              <a:off x="10371840" y="3590380"/>
              <a:ext cx="1816320" cy="32676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Isosceles Triangle 18"/>
            <p:cNvSpPr/>
            <p:nvPr/>
          </p:nvSpPr>
          <p:spPr>
            <a:xfrm rot="10800000">
              <a:off x="0" y="174"/>
              <a:ext cx="842881" cy="5665411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6077" y="2650553"/>
            <a:ext cx="6421881" cy="1814743"/>
          </a:xfrm>
        </p:spPr>
        <p:txBody>
          <a:bodyPr>
            <a:noAutofit/>
          </a:bodyPr>
          <a:lstStyle>
            <a:lvl1pPr algn="r">
              <a:defRPr sz="3968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6077" y="4465295"/>
            <a:ext cx="6421881" cy="1209128"/>
          </a:xfrm>
        </p:spPr>
        <p:txBody>
          <a:bodyPr anchor="ctr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63AACEBF-B377-4F35-A813-F1E4B24ADCAC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C432E128-BAC4-4236-A52B-B9188F8016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39216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968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74470359-540C-4A6F-ABBB-2C23AE291597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+mn-lt"/>
                <a:ea typeface="Droid Sans Fallback" charset="-122"/>
              </a:defRPr>
            </a:lvl1pPr>
          </a:lstStyle>
          <a:p>
            <a:pPr>
              <a:defRPr/>
            </a:pPr>
            <a:fld id="{E2B9C83D-6E22-41C3-A862-B989784535A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27827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2977208"/>
            <a:ext cx="7107922" cy="2013467"/>
          </a:xfrm>
        </p:spPr>
        <p:txBody>
          <a:bodyPr/>
          <a:lstStyle>
            <a:lvl1pPr algn="l">
              <a:defRPr sz="4409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948432"/>
          </a:xfrm>
        </p:spPr>
        <p:txBody>
          <a:bodyPr anchor="ctr"/>
          <a:lstStyle>
            <a:lvl1pPr marL="0" indent="0" algn="l">
              <a:buNone/>
              <a:defRPr sz="220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2A320126-EB7B-4BBB-AC2F-3D462EC7F507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278BC5E0-5768-496B-89BE-AA4A5B51DC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71920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0036" y="2381649"/>
            <a:ext cx="3459456" cy="427783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08503" y="2381651"/>
            <a:ext cx="3459456" cy="427783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7DC4CF4F-5392-4F34-AC65-255EBA592B65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C1DC10B4-41A5-41C7-89A2-7886F6C061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0382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8722" y="2382084"/>
            <a:ext cx="3460769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8722" y="3017307"/>
            <a:ext cx="3460769" cy="36421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07192" y="2382084"/>
            <a:ext cx="3460765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07193" y="3017307"/>
            <a:ext cx="3460764" cy="36421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31DA14F6-950F-4EBB-8F9A-B5F98A7F3CAA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80F03A62-3620-433C-8741-BC346029A6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00312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671971"/>
            <a:ext cx="7107922" cy="14559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D94D35ED-5484-41DA-B777-AB4230A7736D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26D8E672-8D19-46B7-947E-5111E758FA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93577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C44810C9-BBF7-4273-ABEE-B4AEB7E58BF7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38A19A47-0868-4488-B231-6EE65D4EA5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57792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1651933"/>
            <a:ext cx="3187012" cy="1409272"/>
          </a:xfrm>
        </p:spPr>
        <p:txBody>
          <a:bodyPr anchor="b"/>
          <a:lstStyle>
            <a:lvl1pPr>
              <a:defRPr sz="220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6059" y="567610"/>
            <a:ext cx="3731899" cy="60918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036" y="3061205"/>
            <a:ext cx="3187012" cy="2848876"/>
          </a:xfrm>
        </p:spPr>
        <p:txBody>
          <a:bodyPr/>
          <a:lstStyle>
            <a:lvl1pPr marL="0" indent="0">
              <a:buNone/>
              <a:defRPr sz="1543"/>
            </a:lvl1pPr>
            <a:lvl2pPr marL="503821" indent="0">
              <a:buNone/>
              <a:defRPr sz="1543"/>
            </a:lvl2pPr>
            <a:lvl3pPr marL="1007641" indent="0">
              <a:buNone/>
              <a:defRPr sz="1323"/>
            </a:lvl3pPr>
            <a:lvl4pPr marL="1511462" indent="0">
              <a:buNone/>
              <a:defRPr sz="1102"/>
            </a:lvl4pPr>
            <a:lvl5pPr marL="2015281" indent="0">
              <a:buNone/>
              <a:defRPr sz="1102"/>
            </a:lvl5pPr>
            <a:lvl6pPr marL="2519102" indent="0">
              <a:buNone/>
              <a:defRPr sz="1102"/>
            </a:lvl6pPr>
            <a:lvl7pPr marL="3022922" indent="0">
              <a:buNone/>
              <a:defRPr sz="1102"/>
            </a:lvl7pPr>
            <a:lvl8pPr marL="3526743" indent="0">
              <a:buNone/>
              <a:defRPr sz="1102"/>
            </a:lvl8pPr>
            <a:lvl9pPr marL="4030563" indent="0">
              <a:buNone/>
              <a:defRPr sz="110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A3A5D561-7334-428C-B746-6178ACA7D912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703D88C4-9588-491B-9F54-EFF026D57C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98747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5291772"/>
            <a:ext cx="7107921" cy="624724"/>
          </a:xfrm>
        </p:spPr>
        <p:txBody>
          <a:bodyPr anchor="b"/>
          <a:lstStyle>
            <a:lvl1pPr algn="l">
              <a:defRPr sz="2646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0036" y="671971"/>
            <a:ext cx="7107922" cy="4239192"/>
          </a:xfrm>
        </p:spPr>
        <p:txBody>
          <a:bodyPr rtlCol="0">
            <a:normAutofit/>
          </a:bodyPr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036" y="5916496"/>
            <a:ext cx="7107921" cy="742987"/>
          </a:xfrm>
        </p:spPr>
        <p:txBody>
          <a:bodyPr/>
          <a:lstStyle>
            <a:lvl1pPr marL="0" indent="0">
              <a:buNone/>
              <a:defRPr sz="132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8A776258-270C-4908-BAD6-8E6FD454B5F2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D7D2798D-0796-4583-BAF4-DA406F4B7D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84414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671971"/>
            <a:ext cx="7107922" cy="3751839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27788"/>
            <a:ext cx="7107922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335BF2CF-CF20-469E-B2B7-75710D7FB3C4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66747447-211E-4A9B-BE1A-2A23B202A5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4963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9"/>
          <p:cNvSpPr txBox="1"/>
          <p:nvPr/>
        </p:nvSpPr>
        <p:spPr>
          <a:xfrm>
            <a:off x="447675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6" name="TextBox 21"/>
          <p:cNvSpPr txBox="1"/>
          <p:nvPr/>
        </p:nvSpPr>
        <p:spPr>
          <a:xfrm>
            <a:off x="7353300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”</a:t>
            </a:r>
            <a:endParaRPr lang="en-US" dirty="0">
              <a:solidFill>
                <a:srgbClr val="4F81BD">
                  <a:lumMod val="60000"/>
                  <a:lumOff val="40000"/>
                </a:srgbClr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48" y="671971"/>
            <a:ext cx="6692416" cy="3331857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29555" y="4003828"/>
            <a:ext cx="5973402" cy="419982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76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27788"/>
            <a:ext cx="7107922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966BB550-66F6-4143-8378-14ADF6751BD4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BC0E4BCF-0C0A-4BD2-8478-467B7F15BA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18105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2129659"/>
            <a:ext cx="7107922" cy="2861014"/>
          </a:xfrm>
        </p:spPr>
        <p:txBody>
          <a:bodyPr anchor="b"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1FC19E63-AB7A-4090-B205-FF57B3539DBE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ED8CCA2A-E2CF-4350-89D5-FF6C2950EF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41310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3"/>
          <p:cNvSpPr txBox="1"/>
          <p:nvPr/>
        </p:nvSpPr>
        <p:spPr>
          <a:xfrm>
            <a:off x="447675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6" name="TextBox 24"/>
          <p:cNvSpPr txBox="1"/>
          <p:nvPr/>
        </p:nvSpPr>
        <p:spPr>
          <a:xfrm>
            <a:off x="7353300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48" y="671971"/>
            <a:ext cx="6692416" cy="3331857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034" y="4423810"/>
            <a:ext cx="7107923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E679AE72-A73F-4D9D-8B50-F54214AF54CD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300CE5E2-0EBF-42FC-A94B-7EB8ABC522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99981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035" y="671971"/>
            <a:ext cx="7100923" cy="3331857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034" y="4423810"/>
            <a:ext cx="7107923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accent1"/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67B5CED7-1998-4E5E-9B8B-9004EE4CB076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6FD38B81-AB6E-4067-BDDB-926D7DA7F1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38798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2B17443E-8179-4B30-8813-8E523BED9EE2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B33777A8-F8AF-425E-B2F1-175073B93A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26413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7856" y="671972"/>
            <a:ext cx="1078791" cy="578875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0037" y="671971"/>
            <a:ext cx="5837494" cy="57887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0E6E1AA8-0DA2-44B2-AE35-299F3050E980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B0CEB3E3-C8BD-4DEF-A199-C6FEA13A16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86434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-9525"/>
            <a:ext cx="10080625" cy="7569200"/>
            <a:chOff x="0" y="-8467"/>
            <a:chExt cx="12192000" cy="6866467"/>
          </a:xfrm>
        </p:grpSpPr>
        <p:cxnSp>
          <p:nvCxnSpPr>
            <p:cNvPr id="5" name="Straight Connector 31"/>
            <p:cNvCxnSpPr/>
            <p:nvPr/>
          </p:nvCxnSpPr>
          <p:spPr>
            <a:xfrm>
              <a:off x="9371521" y="174"/>
              <a:ext cx="1219199" cy="6857826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20"/>
            <p:cNvCxnSpPr/>
            <p:nvPr/>
          </p:nvCxnSpPr>
          <p:spPr>
            <a:xfrm flipH="1">
              <a:off x="7424641" y="3681107"/>
              <a:ext cx="4763519" cy="3176893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23"/>
            <p:cNvSpPr/>
            <p:nvPr/>
          </p:nvSpPr>
          <p:spPr>
            <a:xfrm>
              <a:off x="9181440" y="-8467"/>
              <a:ext cx="3006720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25"/>
            <p:cNvSpPr/>
            <p:nvPr/>
          </p:nvSpPr>
          <p:spPr>
            <a:xfrm>
              <a:off x="9603840" y="-8467"/>
              <a:ext cx="2588160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Isosceles Triangle 26"/>
            <p:cNvSpPr/>
            <p:nvPr/>
          </p:nvSpPr>
          <p:spPr>
            <a:xfrm>
              <a:off x="8931840" y="3047456"/>
              <a:ext cx="3260160" cy="3810544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27"/>
            <p:cNvSpPr/>
            <p:nvPr/>
          </p:nvSpPr>
          <p:spPr>
            <a:xfrm>
              <a:off x="9335040" y="-8467"/>
              <a:ext cx="2853120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28"/>
            <p:cNvSpPr/>
            <p:nvPr/>
          </p:nvSpPr>
          <p:spPr>
            <a:xfrm>
              <a:off x="10897920" y="-8467"/>
              <a:ext cx="1290240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Rectangle 29"/>
            <p:cNvSpPr/>
            <p:nvPr/>
          </p:nvSpPr>
          <p:spPr>
            <a:xfrm>
              <a:off x="10938241" y="-8467"/>
              <a:ext cx="1249919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Isosceles Triangle 30"/>
            <p:cNvSpPr/>
            <p:nvPr/>
          </p:nvSpPr>
          <p:spPr>
            <a:xfrm>
              <a:off x="10371840" y="3590380"/>
              <a:ext cx="1816320" cy="32676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Isosceles Triangle 18"/>
            <p:cNvSpPr/>
            <p:nvPr/>
          </p:nvSpPr>
          <p:spPr>
            <a:xfrm rot="10800000">
              <a:off x="0" y="174"/>
              <a:ext cx="842881" cy="5665411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6077" y="2650553"/>
            <a:ext cx="6421881" cy="1814743"/>
          </a:xfrm>
        </p:spPr>
        <p:txBody>
          <a:bodyPr>
            <a:noAutofit/>
          </a:bodyPr>
          <a:lstStyle>
            <a:lvl1pPr algn="r">
              <a:defRPr sz="3968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6077" y="4465295"/>
            <a:ext cx="6421881" cy="1209128"/>
          </a:xfrm>
        </p:spPr>
        <p:txBody>
          <a:bodyPr anchor="ctr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C38616BD-21C2-45BB-A118-C24DA17B0FFA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8985464D-4A48-4444-8628-096A00BF0C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3247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968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65E2DE16-77D2-446D-8C37-9086C4F7164C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+mn-lt"/>
                <a:ea typeface="Droid Sans Fallback" charset="-122"/>
              </a:defRPr>
            </a:lvl1pPr>
          </a:lstStyle>
          <a:p>
            <a:pPr>
              <a:defRPr/>
            </a:pPr>
            <a:fld id="{AFF6EA45-0342-4FAC-969B-1BEC28AF2A8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42933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2977208"/>
            <a:ext cx="7107922" cy="2013467"/>
          </a:xfrm>
        </p:spPr>
        <p:txBody>
          <a:bodyPr/>
          <a:lstStyle>
            <a:lvl1pPr algn="l">
              <a:defRPr sz="4409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948432"/>
          </a:xfrm>
        </p:spPr>
        <p:txBody>
          <a:bodyPr anchor="ctr"/>
          <a:lstStyle>
            <a:lvl1pPr marL="0" indent="0" algn="l">
              <a:buNone/>
              <a:defRPr sz="220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93B6B434-1BEF-4038-84F9-AFB09A178BE4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40179573-B656-4866-BBAB-C95164BB5A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43983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0036" y="2381649"/>
            <a:ext cx="3459456" cy="427783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08503" y="2381651"/>
            <a:ext cx="3459456" cy="427783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F7B55DBF-813E-4BDC-95D3-F165764005CC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D55336DF-AE6C-47A4-B947-D974EF2A5C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4143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8722" y="2382084"/>
            <a:ext cx="3460769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8722" y="3017307"/>
            <a:ext cx="3460769" cy="36421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07192" y="2382084"/>
            <a:ext cx="3460765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07193" y="3017307"/>
            <a:ext cx="3460764" cy="36421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5440171F-58C5-4721-A930-ABF074BF0FC6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BC0F510B-31FD-4140-AAA2-C7075849F2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7662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671971"/>
            <a:ext cx="7107922" cy="14559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2F821658-6499-408D-8E4E-D64B4D6A6576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6CFA2B70-41A2-4C12-A449-8F3D67C127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9371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4EF8E5D7-9889-47FF-88C5-040B3DFFE22A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AB92DEDF-105E-48A7-8C5B-E3A5317CF8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74919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1651933"/>
            <a:ext cx="3187012" cy="1409272"/>
          </a:xfrm>
        </p:spPr>
        <p:txBody>
          <a:bodyPr anchor="b"/>
          <a:lstStyle>
            <a:lvl1pPr>
              <a:defRPr sz="220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6059" y="567610"/>
            <a:ext cx="3731899" cy="60918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036" y="3061205"/>
            <a:ext cx="3187012" cy="2848876"/>
          </a:xfrm>
        </p:spPr>
        <p:txBody>
          <a:bodyPr/>
          <a:lstStyle>
            <a:lvl1pPr marL="0" indent="0">
              <a:buNone/>
              <a:defRPr sz="1543"/>
            </a:lvl1pPr>
            <a:lvl2pPr marL="503821" indent="0">
              <a:buNone/>
              <a:defRPr sz="1543"/>
            </a:lvl2pPr>
            <a:lvl3pPr marL="1007641" indent="0">
              <a:buNone/>
              <a:defRPr sz="1323"/>
            </a:lvl3pPr>
            <a:lvl4pPr marL="1511462" indent="0">
              <a:buNone/>
              <a:defRPr sz="1102"/>
            </a:lvl4pPr>
            <a:lvl5pPr marL="2015281" indent="0">
              <a:buNone/>
              <a:defRPr sz="1102"/>
            </a:lvl5pPr>
            <a:lvl6pPr marL="2519102" indent="0">
              <a:buNone/>
              <a:defRPr sz="1102"/>
            </a:lvl6pPr>
            <a:lvl7pPr marL="3022922" indent="0">
              <a:buNone/>
              <a:defRPr sz="1102"/>
            </a:lvl7pPr>
            <a:lvl8pPr marL="3526743" indent="0">
              <a:buNone/>
              <a:defRPr sz="1102"/>
            </a:lvl8pPr>
            <a:lvl9pPr marL="4030563" indent="0">
              <a:buNone/>
              <a:defRPr sz="110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4C7B5BD3-67D8-4DE6-83B5-E689ADB3CC6F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1439DEA5-B1E7-4869-B6C1-04C7247C44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8727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5291772"/>
            <a:ext cx="7107921" cy="624724"/>
          </a:xfrm>
        </p:spPr>
        <p:txBody>
          <a:bodyPr anchor="b"/>
          <a:lstStyle>
            <a:lvl1pPr algn="l">
              <a:defRPr sz="2646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0036" y="671971"/>
            <a:ext cx="7107922" cy="4239192"/>
          </a:xfrm>
        </p:spPr>
        <p:txBody>
          <a:bodyPr rtlCol="0">
            <a:normAutofit/>
          </a:bodyPr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036" y="5916496"/>
            <a:ext cx="7107921" cy="742987"/>
          </a:xfrm>
        </p:spPr>
        <p:txBody>
          <a:bodyPr/>
          <a:lstStyle>
            <a:lvl1pPr marL="0" indent="0">
              <a:buNone/>
              <a:defRPr sz="132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41A8234E-DF8D-49E9-B37E-DC3344BEF507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CD29E4B3-A6D0-4A17-BB22-E2C267C37F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12309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671971"/>
            <a:ext cx="7107922" cy="3751839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27788"/>
            <a:ext cx="7107922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3200D023-6795-4450-A898-F5D112BC5BFD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81A6084A-08BD-40D3-B321-5B635B018B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67449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9"/>
          <p:cNvSpPr txBox="1"/>
          <p:nvPr/>
        </p:nvSpPr>
        <p:spPr>
          <a:xfrm>
            <a:off x="447675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6" name="TextBox 21"/>
          <p:cNvSpPr txBox="1"/>
          <p:nvPr/>
        </p:nvSpPr>
        <p:spPr>
          <a:xfrm>
            <a:off x="7353300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”</a:t>
            </a:r>
            <a:endParaRPr lang="en-US" dirty="0">
              <a:solidFill>
                <a:srgbClr val="4F81BD">
                  <a:lumMod val="60000"/>
                  <a:lumOff val="40000"/>
                </a:srgbClr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48" y="671971"/>
            <a:ext cx="6692416" cy="3331857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29555" y="4003828"/>
            <a:ext cx="5973402" cy="419982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76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27788"/>
            <a:ext cx="7107922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69362C2F-0522-4F84-A95C-0B7B736DF86D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20A42E08-6526-4859-AAA4-2C5CBB6853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42580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2129659"/>
            <a:ext cx="7107922" cy="2861014"/>
          </a:xfrm>
        </p:spPr>
        <p:txBody>
          <a:bodyPr anchor="b"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15373345-7F05-4B3A-BCAB-17887A585242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9169020A-E715-4AD8-AE20-FDFC144794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32696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3"/>
          <p:cNvSpPr txBox="1"/>
          <p:nvPr/>
        </p:nvSpPr>
        <p:spPr>
          <a:xfrm>
            <a:off x="447675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6" name="TextBox 24"/>
          <p:cNvSpPr txBox="1"/>
          <p:nvPr/>
        </p:nvSpPr>
        <p:spPr>
          <a:xfrm>
            <a:off x="7353300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48" y="671971"/>
            <a:ext cx="6692416" cy="3331857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034" y="4423810"/>
            <a:ext cx="7107923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EDF51B61-BFFF-42EC-B0B9-FCA1D64980CB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3577ACB9-73D6-4493-92B8-A5A5F039F4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61804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035" y="671971"/>
            <a:ext cx="7100923" cy="3331857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034" y="4423810"/>
            <a:ext cx="7107923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accent1"/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3F4C7A58-E2C1-4A7B-B0E0-06AE7441C0CC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B30350D0-6C20-4044-B272-79BBAF04AC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76054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6494087E-D8A2-4EF0-80A1-32AA90B084E1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94DC053D-3BBF-48F4-B9A8-CBEECD89DF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01166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7856" y="671972"/>
            <a:ext cx="1078791" cy="578875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0037" y="671971"/>
            <a:ext cx="5837494" cy="57887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EE4A3EDB-F6ED-4E1B-8E17-0E81078663A6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78A26AB6-534B-4F4C-97AE-1BD01EBF5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25243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-9525"/>
            <a:ext cx="10080625" cy="7569200"/>
            <a:chOff x="0" y="-8467"/>
            <a:chExt cx="12192000" cy="6866467"/>
          </a:xfrm>
        </p:grpSpPr>
        <p:cxnSp>
          <p:nvCxnSpPr>
            <p:cNvPr id="5" name="Straight Connector 31"/>
            <p:cNvCxnSpPr/>
            <p:nvPr/>
          </p:nvCxnSpPr>
          <p:spPr>
            <a:xfrm>
              <a:off x="9371521" y="174"/>
              <a:ext cx="1219199" cy="6857826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20"/>
            <p:cNvCxnSpPr/>
            <p:nvPr/>
          </p:nvCxnSpPr>
          <p:spPr>
            <a:xfrm flipH="1">
              <a:off x="7424641" y="3681107"/>
              <a:ext cx="4763519" cy="3176893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23"/>
            <p:cNvSpPr/>
            <p:nvPr/>
          </p:nvSpPr>
          <p:spPr>
            <a:xfrm>
              <a:off x="9181440" y="-8467"/>
              <a:ext cx="3006720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25"/>
            <p:cNvSpPr/>
            <p:nvPr/>
          </p:nvSpPr>
          <p:spPr>
            <a:xfrm>
              <a:off x="9603840" y="-8467"/>
              <a:ext cx="2588160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Isosceles Triangle 26"/>
            <p:cNvSpPr/>
            <p:nvPr/>
          </p:nvSpPr>
          <p:spPr>
            <a:xfrm>
              <a:off x="8931840" y="3047456"/>
              <a:ext cx="3260160" cy="3810544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27"/>
            <p:cNvSpPr/>
            <p:nvPr/>
          </p:nvSpPr>
          <p:spPr>
            <a:xfrm>
              <a:off x="9335040" y="-8467"/>
              <a:ext cx="2853120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28"/>
            <p:cNvSpPr/>
            <p:nvPr/>
          </p:nvSpPr>
          <p:spPr>
            <a:xfrm>
              <a:off x="10897920" y="-8467"/>
              <a:ext cx="1290240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Rectangle 29"/>
            <p:cNvSpPr/>
            <p:nvPr/>
          </p:nvSpPr>
          <p:spPr>
            <a:xfrm>
              <a:off x="10938241" y="-8467"/>
              <a:ext cx="1249919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Isosceles Triangle 30"/>
            <p:cNvSpPr/>
            <p:nvPr/>
          </p:nvSpPr>
          <p:spPr>
            <a:xfrm>
              <a:off x="10371840" y="3590380"/>
              <a:ext cx="1816320" cy="32676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Isosceles Triangle 18"/>
            <p:cNvSpPr/>
            <p:nvPr/>
          </p:nvSpPr>
          <p:spPr>
            <a:xfrm rot="10800000">
              <a:off x="0" y="174"/>
              <a:ext cx="842881" cy="5665411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6077" y="2650553"/>
            <a:ext cx="6421881" cy="1814743"/>
          </a:xfrm>
        </p:spPr>
        <p:txBody>
          <a:bodyPr>
            <a:noAutofit/>
          </a:bodyPr>
          <a:lstStyle>
            <a:lvl1pPr algn="r">
              <a:defRPr sz="3968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6077" y="4465295"/>
            <a:ext cx="6421881" cy="1209128"/>
          </a:xfrm>
        </p:spPr>
        <p:txBody>
          <a:bodyPr anchor="ctr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0BD9469D-5747-42CC-9B22-BB428DA5EFE2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104EDBEC-F858-4601-ACFD-AF573C0DFD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60268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968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F5F18503-65B6-4783-ADA8-FAE209A80F6A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+mn-lt"/>
                <a:ea typeface="Droid Sans Fallback" charset="-122"/>
              </a:defRPr>
            </a:lvl1pPr>
          </a:lstStyle>
          <a:p>
            <a:pPr>
              <a:defRPr/>
            </a:pPr>
            <a:fld id="{92E3D55A-B253-46DD-85C3-68CD7545935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72107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2977208"/>
            <a:ext cx="7107922" cy="2013467"/>
          </a:xfrm>
        </p:spPr>
        <p:txBody>
          <a:bodyPr/>
          <a:lstStyle>
            <a:lvl1pPr algn="l">
              <a:defRPr sz="4409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948432"/>
          </a:xfrm>
        </p:spPr>
        <p:txBody>
          <a:bodyPr anchor="ctr"/>
          <a:lstStyle>
            <a:lvl1pPr marL="0" indent="0" algn="l">
              <a:buNone/>
              <a:defRPr sz="220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4606FD8D-2D42-49DB-8681-022690D330B3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8A27FDC7-56CF-4DFE-9666-538F4974FC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35813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0036" y="2381649"/>
            <a:ext cx="3459456" cy="427783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08503" y="2381651"/>
            <a:ext cx="3459456" cy="427783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D1B42B9D-F738-4485-9B08-F15028E36DAE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5629B8CE-2406-4210-B142-6661C5256A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6325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8722" y="2382084"/>
            <a:ext cx="3460769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8722" y="3017307"/>
            <a:ext cx="3460769" cy="36421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07192" y="2382084"/>
            <a:ext cx="3460765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07193" y="3017307"/>
            <a:ext cx="3460764" cy="36421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D630DF34-8577-4B9B-80BE-C4DA854D82E5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54A8105E-09EB-4BA0-9821-48FFF3393D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16494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671971"/>
            <a:ext cx="7107922" cy="14559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B1037317-531B-4F46-8447-F413C74EE22E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24178435-9656-4F58-92C8-6702FAC714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64254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F02B76AF-5898-4273-97E2-53E44BD4F9D0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1D659395-858F-473E-96CA-DFE440E9E0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8360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1651933"/>
            <a:ext cx="3187012" cy="1409272"/>
          </a:xfrm>
        </p:spPr>
        <p:txBody>
          <a:bodyPr anchor="b"/>
          <a:lstStyle>
            <a:lvl1pPr>
              <a:defRPr sz="220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6059" y="567610"/>
            <a:ext cx="3731899" cy="60918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036" y="3061205"/>
            <a:ext cx="3187012" cy="2848876"/>
          </a:xfrm>
        </p:spPr>
        <p:txBody>
          <a:bodyPr/>
          <a:lstStyle>
            <a:lvl1pPr marL="0" indent="0">
              <a:buNone/>
              <a:defRPr sz="1543"/>
            </a:lvl1pPr>
            <a:lvl2pPr marL="503821" indent="0">
              <a:buNone/>
              <a:defRPr sz="1543"/>
            </a:lvl2pPr>
            <a:lvl3pPr marL="1007641" indent="0">
              <a:buNone/>
              <a:defRPr sz="1323"/>
            </a:lvl3pPr>
            <a:lvl4pPr marL="1511462" indent="0">
              <a:buNone/>
              <a:defRPr sz="1102"/>
            </a:lvl4pPr>
            <a:lvl5pPr marL="2015281" indent="0">
              <a:buNone/>
              <a:defRPr sz="1102"/>
            </a:lvl5pPr>
            <a:lvl6pPr marL="2519102" indent="0">
              <a:buNone/>
              <a:defRPr sz="1102"/>
            </a:lvl6pPr>
            <a:lvl7pPr marL="3022922" indent="0">
              <a:buNone/>
              <a:defRPr sz="1102"/>
            </a:lvl7pPr>
            <a:lvl8pPr marL="3526743" indent="0">
              <a:buNone/>
              <a:defRPr sz="1102"/>
            </a:lvl8pPr>
            <a:lvl9pPr marL="4030563" indent="0">
              <a:buNone/>
              <a:defRPr sz="110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AC1F5293-9D49-49A4-8F15-D5ADCCC87895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CCC2E281-A1F7-47A0-AB45-AD352820E4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22450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5291772"/>
            <a:ext cx="7107921" cy="624724"/>
          </a:xfrm>
        </p:spPr>
        <p:txBody>
          <a:bodyPr anchor="b"/>
          <a:lstStyle>
            <a:lvl1pPr algn="l">
              <a:defRPr sz="2646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0036" y="671971"/>
            <a:ext cx="7107922" cy="4239192"/>
          </a:xfrm>
        </p:spPr>
        <p:txBody>
          <a:bodyPr rtlCol="0">
            <a:normAutofit/>
          </a:bodyPr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036" y="5916496"/>
            <a:ext cx="7107921" cy="742987"/>
          </a:xfrm>
        </p:spPr>
        <p:txBody>
          <a:bodyPr/>
          <a:lstStyle>
            <a:lvl1pPr marL="0" indent="0">
              <a:buNone/>
              <a:defRPr sz="132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31E35CE9-5EBD-4D6F-9DAC-97A5DC39BBA9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EF5919EA-79A2-4DF8-99CC-D072541DA3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023960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671971"/>
            <a:ext cx="7107922" cy="3751839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27788"/>
            <a:ext cx="7107922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2D55AF0C-B28C-480C-AABF-0204BC9589E9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08DC72A9-EB16-4DEF-800B-E804CA6BF9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76388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9"/>
          <p:cNvSpPr txBox="1"/>
          <p:nvPr/>
        </p:nvSpPr>
        <p:spPr>
          <a:xfrm>
            <a:off x="447675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6" name="TextBox 21"/>
          <p:cNvSpPr txBox="1"/>
          <p:nvPr/>
        </p:nvSpPr>
        <p:spPr>
          <a:xfrm>
            <a:off x="7353300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”</a:t>
            </a:r>
            <a:endParaRPr lang="en-US" dirty="0">
              <a:solidFill>
                <a:srgbClr val="4F81BD">
                  <a:lumMod val="60000"/>
                  <a:lumOff val="40000"/>
                </a:srgbClr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48" y="671971"/>
            <a:ext cx="6692416" cy="3331857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29555" y="4003828"/>
            <a:ext cx="5973402" cy="419982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76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27788"/>
            <a:ext cx="7107922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C3DF8324-7AED-4FB0-9745-8031E8B3C3DC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F3CFFC17-CED1-4F2A-A17C-6063A63319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2001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2129659"/>
            <a:ext cx="7107922" cy="2861014"/>
          </a:xfrm>
        </p:spPr>
        <p:txBody>
          <a:bodyPr anchor="b"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6EB140FC-5BDF-4117-96FE-5C33655098E8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EDF74FFF-D694-4CC4-B244-4BB2FF620F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02841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3"/>
          <p:cNvSpPr txBox="1"/>
          <p:nvPr/>
        </p:nvSpPr>
        <p:spPr>
          <a:xfrm>
            <a:off x="447675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6" name="TextBox 24"/>
          <p:cNvSpPr txBox="1"/>
          <p:nvPr/>
        </p:nvSpPr>
        <p:spPr>
          <a:xfrm>
            <a:off x="7353300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48" y="671971"/>
            <a:ext cx="6692416" cy="3331857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034" y="4423810"/>
            <a:ext cx="7107923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D76F4AFF-0EA2-4DCA-B656-54E76C36352D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5A878046-6A1A-4EB3-9ACA-9E67746B96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92628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035" y="671971"/>
            <a:ext cx="7100923" cy="3331857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034" y="4423810"/>
            <a:ext cx="7107923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accent1"/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ED3C8A09-072D-4178-9587-EA613596D89E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CE540659-9763-4104-8595-EC407DED42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20250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7AB9556D-4A56-4B3C-818F-30383E961998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A966F18F-47D8-4013-A327-E509601E99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81907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7856" y="671972"/>
            <a:ext cx="1078791" cy="578875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0037" y="671971"/>
            <a:ext cx="5837494" cy="57887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CECC0461-0EB3-4F9E-974D-ED5D6F9F3AAC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BE6A19DD-A718-4A98-9789-9BA7C70975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76921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-9525"/>
            <a:ext cx="10080625" cy="7569200"/>
            <a:chOff x="0" y="-8467"/>
            <a:chExt cx="12192000" cy="6866467"/>
          </a:xfrm>
        </p:grpSpPr>
        <p:cxnSp>
          <p:nvCxnSpPr>
            <p:cNvPr id="5" name="Straight Connector 31"/>
            <p:cNvCxnSpPr/>
            <p:nvPr/>
          </p:nvCxnSpPr>
          <p:spPr>
            <a:xfrm>
              <a:off x="9371521" y="174"/>
              <a:ext cx="1219199" cy="6857826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20"/>
            <p:cNvCxnSpPr/>
            <p:nvPr/>
          </p:nvCxnSpPr>
          <p:spPr>
            <a:xfrm flipH="1">
              <a:off x="7424641" y="3681107"/>
              <a:ext cx="4763519" cy="3176893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23"/>
            <p:cNvSpPr/>
            <p:nvPr/>
          </p:nvSpPr>
          <p:spPr>
            <a:xfrm>
              <a:off x="9181440" y="-8467"/>
              <a:ext cx="3006720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25"/>
            <p:cNvSpPr/>
            <p:nvPr/>
          </p:nvSpPr>
          <p:spPr>
            <a:xfrm>
              <a:off x="9603840" y="-8467"/>
              <a:ext cx="2588160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Isosceles Triangle 26"/>
            <p:cNvSpPr/>
            <p:nvPr/>
          </p:nvSpPr>
          <p:spPr>
            <a:xfrm>
              <a:off x="8931840" y="3047456"/>
              <a:ext cx="3260160" cy="3810544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27"/>
            <p:cNvSpPr/>
            <p:nvPr/>
          </p:nvSpPr>
          <p:spPr>
            <a:xfrm>
              <a:off x="9335040" y="-8467"/>
              <a:ext cx="2853120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28"/>
            <p:cNvSpPr/>
            <p:nvPr/>
          </p:nvSpPr>
          <p:spPr>
            <a:xfrm>
              <a:off x="10897920" y="-8467"/>
              <a:ext cx="1290240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Rectangle 29"/>
            <p:cNvSpPr/>
            <p:nvPr/>
          </p:nvSpPr>
          <p:spPr>
            <a:xfrm>
              <a:off x="10938241" y="-8467"/>
              <a:ext cx="1249919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Isosceles Triangle 30"/>
            <p:cNvSpPr/>
            <p:nvPr/>
          </p:nvSpPr>
          <p:spPr>
            <a:xfrm>
              <a:off x="10371840" y="3590380"/>
              <a:ext cx="1816320" cy="32676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Isosceles Triangle 18"/>
            <p:cNvSpPr/>
            <p:nvPr/>
          </p:nvSpPr>
          <p:spPr>
            <a:xfrm rot="10800000">
              <a:off x="0" y="174"/>
              <a:ext cx="842881" cy="5665411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6077" y="2650553"/>
            <a:ext cx="6421881" cy="1814743"/>
          </a:xfrm>
        </p:spPr>
        <p:txBody>
          <a:bodyPr>
            <a:noAutofit/>
          </a:bodyPr>
          <a:lstStyle>
            <a:lvl1pPr algn="r">
              <a:defRPr sz="3968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6077" y="4465295"/>
            <a:ext cx="6421881" cy="1209128"/>
          </a:xfrm>
        </p:spPr>
        <p:txBody>
          <a:bodyPr anchor="ctr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94ED6815-94C2-4E1C-A8DD-A24A15890BF3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D4F75A3B-0987-4828-AC59-26FC71CEF0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55554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968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63D419E5-A000-4F6A-9ED6-ED3F76EE5D4B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+mn-lt"/>
                <a:ea typeface="Droid Sans Fallback" charset="-122"/>
              </a:defRPr>
            </a:lvl1pPr>
          </a:lstStyle>
          <a:p>
            <a:pPr>
              <a:defRPr/>
            </a:pPr>
            <a:fld id="{230974D0-650A-4C36-A4D1-B67CC0B5474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967926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2977208"/>
            <a:ext cx="7107922" cy="2013467"/>
          </a:xfrm>
        </p:spPr>
        <p:txBody>
          <a:bodyPr/>
          <a:lstStyle>
            <a:lvl1pPr algn="l">
              <a:defRPr sz="4409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948432"/>
          </a:xfrm>
        </p:spPr>
        <p:txBody>
          <a:bodyPr anchor="ctr"/>
          <a:lstStyle>
            <a:lvl1pPr marL="0" indent="0" algn="l">
              <a:buNone/>
              <a:defRPr sz="220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455E5AA2-3D70-48C9-906E-D382D1D4C401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3BF57D38-582D-4319-9A65-5623AC1BB5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205117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0036" y="2381649"/>
            <a:ext cx="3459456" cy="427783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08503" y="2381651"/>
            <a:ext cx="3459456" cy="427783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F6B135C8-43D8-416D-891C-ED0C8FCF23A6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75110FD1-0C17-4D5F-90DE-799F676D41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512170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8722" y="2382084"/>
            <a:ext cx="3460769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8722" y="3017307"/>
            <a:ext cx="3460769" cy="36421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07192" y="2382084"/>
            <a:ext cx="3460765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07193" y="3017307"/>
            <a:ext cx="3460764" cy="36421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6F4BDC86-2240-4EBE-841C-65E9023EA672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FCF5413C-693D-4511-8216-A51DE2BFDA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60017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671971"/>
            <a:ext cx="7107922" cy="14559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A9219DDA-E66F-4E65-86E9-32F9477DD694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39736A8F-09E5-4BFE-A9BB-7986E324B0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360787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667A192E-4BA1-4F90-B8EB-C51ECF3C8145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3D9BCDE2-810A-46F5-847D-623E0F9C39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037686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1651933"/>
            <a:ext cx="3187012" cy="1409272"/>
          </a:xfrm>
        </p:spPr>
        <p:txBody>
          <a:bodyPr anchor="b"/>
          <a:lstStyle>
            <a:lvl1pPr>
              <a:defRPr sz="220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6059" y="567610"/>
            <a:ext cx="3731899" cy="60918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036" y="3061205"/>
            <a:ext cx="3187012" cy="2848876"/>
          </a:xfrm>
        </p:spPr>
        <p:txBody>
          <a:bodyPr/>
          <a:lstStyle>
            <a:lvl1pPr marL="0" indent="0">
              <a:buNone/>
              <a:defRPr sz="1543"/>
            </a:lvl1pPr>
            <a:lvl2pPr marL="503821" indent="0">
              <a:buNone/>
              <a:defRPr sz="1543"/>
            </a:lvl2pPr>
            <a:lvl3pPr marL="1007641" indent="0">
              <a:buNone/>
              <a:defRPr sz="1323"/>
            </a:lvl3pPr>
            <a:lvl4pPr marL="1511462" indent="0">
              <a:buNone/>
              <a:defRPr sz="1102"/>
            </a:lvl4pPr>
            <a:lvl5pPr marL="2015281" indent="0">
              <a:buNone/>
              <a:defRPr sz="1102"/>
            </a:lvl5pPr>
            <a:lvl6pPr marL="2519102" indent="0">
              <a:buNone/>
              <a:defRPr sz="1102"/>
            </a:lvl6pPr>
            <a:lvl7pPr marL="3022922" indent="0">
              <a:buNone/>
              <a:defRPr sz="1102"/>
            </a:lvl7pPr>
            <a:lvl8pPr marL="3526743" indent="0">
              <a:buNone/>
              <a:defRPr sz="1102"/>
            </a:lvl8pPr>
            <a:lvl9pPr marL="4030563" indent="0">
              <a:buNone/>
              <a:defRPr sz="110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CF52CEA3-72E2-4556-BD6B-28DB73BD9F49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870F024A-B08C-4451-A6DE-2FF3E5C9DD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6790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5291772"/>
            <a:ext cx="7107921" cy="624724"/>
          </a:xfrm>
        </p:spPr>
        <p:txBody>
          <a:bodyPr anchor="b"/>
          <a:lstStyle>
            <a:lvl1pPr algn="l">
              <a:defRPr sz="2646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0036" y="671971"/>
            <a:ext cx="7107922" cy="4239192"/>
          </a:xfrm>
        </p:spPr>
        <p:txBody>
          <a:bodyPr rtlCol="0">
            <a:normAutofit/>
          </a:bodyPr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036" y="5916496"/>
            <a:ext cx="7107921" cy="742987"/>
          </a:xfrm>
        </p:spPr>
        <p:txBody>
          <a:bodyPr/>
          <a:lstStyle>
            <a:lvl1pPr marL="0" indent="0">
              <a:buNone/>
              <a:defRPr sz="132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F056ECA2-C8F2-4660-8FFF-B0A3DBAEC70F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F655D2BC-3A06-443F-95E1-72CAD2D5DD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838381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671971"/>
            <a:ext cx="7107922" cy="3751839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27788"/>
            <a:ext cx="7107922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C2815DD3-48A1-4165-82CF-4AC6102C7726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4938B5A6-0592-49C9-80E4-D7FDA7C4D2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470119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9"/>
          <p:cNvSpPr txBox="1"/>
          <p:nvPr/>
        </p:nvSpPr>
        <p:spPr>
          <a:xfrm>
            <a:off x="447675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6" name="TextBox 21"/>
          <p:cNvSpPr txBox="1"/>
          <p:nvPr/>
        </p:nvSpPr>
        <p:spPr>
          <a:xfrm>
            <a:off x="7353300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”</a:t>
            </a:r>
            <a:endParaRPr lang="en-US" dirty="0">
              <a:solidFill>
                <a:srgbClr val="4F81BD">
                  <a:lumMod val="60000"/>
                  <a:lumOff val="40000"/>
                </a:srgbClr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48" y="671971"/>
            <a:ext cx="6692416" cy="3331857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29555" y="4003828"/>
            <a:ext cx="5973402" cy="419982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76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27788"/>
            <a:ext cx="7107922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C0928AE7-B04E-47A6-8BBF-B84578226037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DDC9AF24-2E43-4175-913F-4BE345B663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245608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2129659"/>
            <a:ext cx="7107922" cy="2861014"/>
          </a:xfrm>
        </p:spPr>
        <p:txBody>
          <a:bodyPr anchor="b"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6BB29A40-6958-4078-A913-40492420D4EF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75072F56-3D24-4956-9AE1-06B501F5EF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63537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3"/>
          <p:cNvSpPr txBox="1"/>
          <p:nvPr/>
        </p:nvSpPr>
        <p:spPr>
          <a:xfrm>
            <a:off x="447675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6" name="TextBox 24"/>
          <p:cNvSpPr txBox="1"/>
          <p:nvPr/>
        </p:nvSpPr>
        <p:spPr>
          <a:xfrm>
            <a:off x="7353300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48" y="671971"/>
            <a:ext cx="6692416" cy="3331857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034" y="4423810"/>
            <a:ext cx="7107923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2378E079-7534-4EBC-8986-46B5B3938492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32340A21-816C-4795-8D4A-84A2BB5A4B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23209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035" y="671971"/>
            <a:ext cx="7100923" cy="3331857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034" y="4423810"/>
            <a:ext cx="7107923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accent1"/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B7A3BE5A-6771-430C-97C1-BD4A89E237A4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83A70F38-68EA-4551-8985-1CDA01EBD3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950068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FFFCFAEC-86BA-4BD8-B9E6-940F10612C2D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1976C131-DF51-423C-B65A-FF71C2652D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702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7856" y="671972"/>
            <a:ext cx="1078791" cy="578875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0037" y="671971"/>
            <a:ext cx="5837494" cy="57887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F071B387-EA17-4DDB-AC92-D49C9A6D92D6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2BEC0594-CC24-4B5C-B8E3-ACDD308D56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83949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-9525"/>
            <a:ext cx="10080625" cy="7569200"/>
            <a:chOff x="0" y="-8467"/>
            <a:chExt cx="12192000" cy="6866467"/>
          </a:xfrm>
        </p:grpSpPr>
        <p:cxnSp>
          <p:nvCxnSpPr>
            <p:cNvPr id="5" name="Straight Connector 31"/>
            <p:cNvCxnSpPr/>
            <p:nvPr/>
          </p:nvCxnSpPr>
          <p:spPr>
            <a:xfrm>
              <a:off x="9371521" y="174"/>
              <a:ext cx="1219199" cy="6857826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20"/>
            <p:cNvCxnSpPr/>
            <p:nvPr/>
          </p:nvCxnSpPr>
          <p:spPr>
            <a:xfrm flipH="1">
              <a:off x="7424641" y="3681107"/>
              <a:ext cx="4763519" cy="3176893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23"/>
            <p:cNvSpPr/>
            <p:nvPr/>
          </p:nvSpPr>
          <p:spPr>
            <a:xfrm>
              <a:off x="9181440" y="-8467"/>
              <a:ext cx="3006720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25"/>
            <p:cNvSpPr/>
            <p:nvPr/>
          </p:nvSpPr>
          <p:spPr>
            <a:xfrm>
              <a:off x="9603840" y="-8467"/>
              <a:ext cx="2588160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Isosceles Triangle 26"/>
            <p:cNvSpPr/>
            <p:nvPr/>
          </p:nvSpPr>
          <p:spPr>
            <a:xfrm>
              <a:off x="8931840" y="3047456"/>
              <a:ext cx="3260160" cy="3810544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27"/>
            <p:cNvSpPr/>
            <p:nvPr/>
          </p:nvSpPr>
          <p:spPr>
            <a:xfrm>
              <a:off x="9335040" y="-8467"/>
              <a:ext cx="2853120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28"/>
            <p:cNvSpPr/>
            <p:nvPr/>
          </p:nvSpPr>
          <p:spPr>
            <a:xfrm>
              <a:off x="10897920" y="-8467"/>
              <a:ext cx="1290240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Rectangle 29"/>
            <p:cNvSpPr/>
            <p:nvPr/>
          </p:nvSpPr>
          <p:spPr>
            <a:xfrm>
              <a:off x="10938241" y="-8467"/>
              <a:ext cx="1249919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Isosceles Triangle 30"/>
            <p:cNvSpPr/>
            <p:nvPr/>
          </p:nvSpPr>
          <p:spPr>
            <a:xfrm>
              <a:off x="10371840" y="3590380"/>
              <a:ext cx="1816320" cy="32676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Isosceles Triangle 18"/>
            <p:cNvSpPr/>
            <p:nvPr/>
          </p:nvSpPr>
          <p:spPr>
            <a:xfrm rot="10800000">
              <a:off x="0" y="174"/>
              <a:ext cx="842881" cy="5665411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6077" y="2650553"/>
            <a:ext cx="6421881" cy="1814743"/>
          </a:xfrm>
        </p:spPr>
        <p:txBody>
          <a:bodyPr>
            <a:noAutofit/>
          </a:bodyPr>
          <a:lstStyle>
            <a:lvl1pPr algn="r">
              <a:defRPr sz="3968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6077" y="4465295"/>
            <a:ext cx="6421881" cy="1209128"/>
          </a:xfrm>
        </p:spPr>
        <p:txBody>
          <a:bodyPr anchor="ctr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EA574B0E-C4E9-4FFD-8C6E-8E044F132499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672328A1-4410-451B-AAC1-CB3BBF9DBC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140412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968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BB04D782-9474-4108-9DF3-DEB354458118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+mn-lt"/>
                <a:ea typeface="Droid Sans Fallback" charset="-122"/>
              </a:defRPr>
            </a:lvl1pPr>
          </a:lstStyle>
          <a:p>
            <a:pPr>
              <a:defRPr/>
            </a:pPr>
            <a:fld id="{07757EF7-6C1C-4F01-AE60-D2A9FA7A5BE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713834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2977208"/>
            <a:ext cx="7107922" cy="2013467"/>
          </a:xfrm>
        </p:spPr>
        <p:txBody>
          <a:bodyPr/>
          <a:lstStyle>
            <a:lvl1pPr algn="l">
              <a:defRPr sz="4409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948432"/>
          </a:xfrm>
        </p:spPr>
        <p:txBody>
          <a:bodyPr anchor="ctr"/>
          <a:lstStyle>
            <a:lvl1pPr marL="0" indent="0" algn="l">
              <a:buNone/>
              <a:defRPr sz="220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E5CBAEFA-1C0E-4F3D-A49F-684152879D37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F43153EC-8F4A-4151-913D-77ECB2B69F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172502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0036" y="2381649"/>
            <a:ext cx="3459456" cy="427783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08503" y="2381651"/>
            <a:ext cx="3459456" cy="427783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609E5A36-01C6-4891-93A9-488D3B898EDA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6DED521D-381D-4B67-850A-EFC09674BF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810100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8722" y="2382084"/>
            <a:ext cx="3460769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8722" y="3017307"/>
            <a:ext cx="3460769" cy="36421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07192" y="2382084"/>
            <a:ext cx="3460765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07193" y="3017307"/>
            <a:ext cx="3460764" cy="36421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6E35F08A-7279-4F46-98F4-F468A65AFC82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67A9FCF0-21BB-4FA2-8998-213C6225F4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034914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671971"/>
            <a:ext cx="7107922" cy="14559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9CACB060-4075-45A8-8993-FCFB363A345F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01046E59-FB0A-4B40-9640-8A479F80E3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679869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275DF04B-9A32-4141-9FD0-C36D5620F550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BE6A6E17-7082-4CD2-A098-1159F8AB06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268398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1651933"/>
            <a:ext cx="3187012" cy="1409272"/>
          </a:xfrm>
        </p:spPr>
        <p:txBody>
          <a:bodyPr anchor="b"/>
          <a:lstStyle>
            <a:lvl1pPr>
              <a:defRPr sz="220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6059" y="567610"/>
            <a:ext cx="3731899" cy="60918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036" y="3061205"/>
            <a:ext cx="3187012" cy="2848876"/>
          </a:xfrm>
        </p:spPr>
        <p:txBody>
          <a:bodyPr/>
          <a:lstStyle>
            <a:lvl1pPr marL="0" indent="0">
              <a:buNone/>
              <a:defRPr sz="1543"/>
            </a:lvl1pPr>
            <a:lvl2pPr marL="503821" indent="0">
              <a:buNone/>
              <a:defRPr sz="1543"/>
            </a:lvl2pPr>
            <a:lvl3pPr marL="1007641" indent="0">
              <a:buNone/>
              <a:defRPr sz="1323"/>
            </a:lvl3pPr>
            <a:lvl4pPr marL="1511462" indent="0">
              <a:buNone/>
              <a:defRPr sz="1102"/>
            </a:lvl4pPr>
            <a:lvl5pPr marL="2015281" indent="0">
              <a:buNone/>
              <a:defRPr sz="1102"/>
            </a:lvl5pPr>
            <a:lvl6pPr marL="2519102" indent="0">
              <a:buNone/>
              <a:defRPr sz="1102"/>
            </a:lvl6pPr>
            <a:lvl7pPr marL="3022922" indent="0">
              <a:buNone/>
              <a:defRPr sz="1102"/>
            </a:lvl7pPr>
            <a:lvl8pPr marL="3526743" indent="0">
              <a:buNone/>
              <a:defRPr sz="1102"/>
            </a:lvl8pPr>
            <a:lvl9pPr marL="4030563" indent="0">
              <a:buNone/>
              <a:defRPr sz="110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22F59E23-9B82-48E8-97F5-1377FFC88C5D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A87FAFE0-2334-48AA-B538-703AB6EB2B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820273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5291772"/>
            <a:ext cx="7107921" cy="624724"/>
          </a:xfrm>
        </p:spPr>
        <p:txBody>
          <a:bodyPr anchor="b"/>
          <a:lstStyle>
            <a:lvl1pPr algn="l">
              <a:defRPr sz="2646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0036" y="671971"/>
            <a:ext cx="7107922" cy="4239192"/>
          </a:xfrm>
        </p:spPr>
        <p:txBody>
          <a:bodyPr rtlCol="0">
            <a:normAutofit/>
          </a:bodyPr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036" y="5916496"/>
            <a:ext cx="7107921" cy="742987"/>
          </a:xfrm>
        </p:spPr>
        <p:txBody>
          <a:bodyPr/>
          <a:lstStyle>
            <a:lvl1pPr marL="0" indent="0">
              <a:buNone/>
              <a:defRPr sz="132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DE0E7982-6451-4244-BE52-BA0E658C14CE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B13AA449-4B9A-4200-9D2C-BB60BE5170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996619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671971"/>
            <a:ext cx="7107922" cy="3751839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27788"/>
            <a:ext cx="7107922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44D28056-9D90-4A29-B8C5-5ABFB6106456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650A1846-E626-4263-98B0-7C1F3F9DFB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377039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9"/>
          <p:cNvSpPr txBox="1"/>
          <p:nvPr/>
        </p:nvSpPr>
        <p:spPr>
          <a:xfrm>
            <a:off x="447675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6" name="TextBox 21"/>
          <p:cNvSpPr txBox="1"/>
          <p:nvPr/>
        </p:nvSpPr>
        <p:spPr>
          <a:xfrm>
            <a:off x="7353300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”</a:t>
            </a:r>
            <a:endParaRPr lang="en-US" dirty="0">
              <a:solidFill>
                <a:srgbClr val="4F81BD">
                  <a:lumMod val="60000"/>
                  <a:lumOff val="40000"/>
                </a:srgbClr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48" y="671971"/>
            <a:ext cx="6692416" cy="3331857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29555" y="4003828"/>
            <a:ext cx="5973402" cy="419982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76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27788"/>
            <a:ext cx="7107922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8E33F696-EFD6-40A7-AF50-A69F763BB696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7E4340BA-9EE6-4A42-9B81-AEB6FF35DC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452524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2129659"/>
            <a:ext cx="7107922" cy="2861014"/>
          </a:xfrm>
        </p:spPr>
        <p:txBody>
          <a:bodyPr anchor="b"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7FF7815F-CE4D-467A-AF9F-CF528ABB648E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81703AD3-5990-416C-9DB0-809FD604B9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98316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3"/>
          <p:cNvSpPr txBox="1"/>
          <p:nvPr/>
        </p:nvSpPr>
        <p:spPr>
          <a:xfrm>
            <a:off x="447675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6" name="TextBox 24"/>
          <p:cNvSpPr txBox="1"/>
          <p:nvPr/>
        </p:nvSpPr>
        <p:spPr>
          <a:xfrm>
            <a:off x="7353300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48" y="671971"/>
            <a:ext cx="6692416" cy="3331857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034" y="4423810"/>
            <a:ext cx="7107923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1CB51DCA-4908-48C5-8735-9CEA8AD6D0C5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4D9613B9-FFA8-44A7-9803-932CE40F59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317138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035" y="671971"/>
            <a:ext cx="7100923" cy="3331857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034" y="4423810"/>
            <a:ext cx="7107923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accent1"/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BDAADCA3-9720-48FC-B5B9-A53EFBC3BAF6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B520CB44-F895-42F4-9679-168725573F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397477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26E02E70-FE75-4111-B59C-CB107B6B7D9D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00724BEB-C260-4C66-B9A0-F66BCBC9E9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99674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7856" y="671972"/>
            <a:ext cx="1078791" cy="578875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0037" y="671971"/>
            <a:ext cx="5837494" cy="57887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D42AAF34-C4D8-42E0-912B-85D5B4115BF4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33A1A77C-0804-4F88-9414-4AAA3B8B86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08815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-9525"/>
            <a:ext cx="10080625" cy="7569200"/>
            <a:chOff x="0" y="-8467"/>
            <a:chExt cx="12192000" cy="6866467"/>
          </a:xfrm>
        </p:grpSpPr>
        <p:cxnSp>
          <p:nvCxnSpPr>
            <p:cNvPr id="5" name="Straight Connector 31"/>
            <p:cNvCxnSpPr/>
            <p:nvPr/>
          </p:nvCxnSpPr>
          <p:spPr>
            <a:xfrm>
              <a:off x="9371521" y="174"/>
              <a:ext cx="1219199" cy="6857826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20"/>
            <p:cNvCxnSpPr/>
            <p:nvPr/>
          </p:nvCxnSpPr>
          <p:spPr>
            <a:xfrm flipH="1">
              <a:off x="7424641" y="3681107"/>
              <a:ext cx="4763519" cy="3176893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23"/>
            <p:cNvSpPr/>
            <p:nvPr/>
          </p:nvSpPr>
          <p:spPr>
            <a:xfrm>
              <a:off x="9181440" y="-8467"/>
              <a:ext cx="3006720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25"/>
            <p:cNvSpPr/>
            <p:nvPr/>
          </p:nvSpPr>
          <p:spPr>
            <a:xfrm>
              <a:off x="9603840" y="-8467"/>
              <a:ext cx="2588160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Isosceles Triangle 26"/>
            <p:cNvSpPr/>
            <p:nvPr/>
          </p:nvSpPr>
          <p:spPr>
            <a:xfrm>
              <a:off x="8931840" y="3047456"/>
              <a:ext cx="3260160" cy="3810544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27"/>
            <p:cNvSpPr/>
            <p:nvPr/>
          </p:nvSpPr>
          <p:spPr>
            <a:xfrm>
              <a:off x="9335040" y="-8467"/>
              <a:ext cx="2853120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28"/>
            <p:cNvSpPr/>
            <p:nvPr/>
          </p:nvSpPr>
          <p:spPr>
            <a:xfrm>
              <a:off x="10897920" y="-8467"/>
              <a:ext cx="1290240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Rectangle 29"/>
            <p:cNvSpPr/>
            <p:nvPr/>
          </p:nvSpPr>
          <p:spPr>
            <a:xfrm>
              <a:off x="10938241" y="-8467"/>
              <a:ext cx="1249919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Isosceles Triangle 30"/>
            <p:cNvSpPr/>
            <p:nvPr/>
          </p:nvSpPr>
          <p:spPr>
            <a:xfrm>
              <a:off x="10371840" y="3590380"/>
              <a:ext cx="1816320" cy="32676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Isosceles Triangle 18"/>
            <p:cNvSpPr/>
            <p:nvPr/>
          </p:nvSpPr>
          <p:spPr>
            <a:xfrm rot="10800000">
              <a:off x="0" y="174"/>
              <a:ext cx="842881" cy="5665411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6077" y="2650553"/>
            <a:ext cx="6421881" cy="1814743"/>
          </a:xfrm>
        </p:spPr>
        <p:txBody>
          <a:bodyPr>
            <a:noAutofit/>
          </a:bodyPr>
          <a:lstStyle>
            <a:lvl1pPr algn="r">
              <a:defRPr sz="3968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6077" y="4465295"/>
            <a:ext cx="6421881" cy="1209128"/>
          </a:xfrm>
        </p:spPr>
        <p:txBody>
          <a:bodyPr anchor="ctr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CE8D4605-537F-4285-8824-23E71CA0FB94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3A6ECA57-BF30-42CE-A6D4-8FFA4B38E8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78930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968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81519107-53C2-4BD6-B19C-76FFDC186EB4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+mn-lt"/>
                <a:ea typeface="Droid Sans Fallback" charset="-122"/>
              </a:defRPr>
            </a:lvl1pPr>
          </a:lstStyle>
          <a:p>
            <a:pPr>
              <a:defRPr/>
            </a:pPr>
            <a:fld id="{6B225C9F-C79A-4D1A-B576-E72AEFB313E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26988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2977208"/>
            <a:ext cx="7107922" cy="2013467"/>
          </a:xfrm>
        </p:spPr>
        <p:txBody>
          <a:bodyPr/>
          <a:lstStyle>
            <a:lvl1pPr algn="l">
              <a:defRPr sz="4409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948432"/>
          </a:xfrm>
        </p:spPr>
        <p:txBody>
          <a:bodyPr anchor="ctr"/>
          <a:lstStyle>
            <a:lvl1pPr marL="0" indent="0" algn="l">
              <a:buNone/>
              <a:defRPr sz="220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901950A2-300D-4B7F-8CF3-C55FB886C6DF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C3B9EE54-5184-4D43-9A2D-EC7C33DB01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83775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0036" y="2381649"/>
            <a:ext cx="3459456" cy="427783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08503" y="2381651"/>
            <a:ext cx="3459456" cy="427783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C428D60B-E900-44C2-80A6-75548897F2E3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796BEAAC-77BA-4764-88BB-00D17B7FC9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231215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8722" y="2382084"/>
            <a:ext cx="3460769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8722" y="3017307"/>
            <a:ext cx="3460769" cy="36421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07192" y="2382084"/>
            <a:ext cx="3460765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07193" y="3017307"/>
            <a:ext cx="3460764" cy="36421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C3769D7C-5CDC-4FDE-A943-53C5A6EAA72F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526016E1-6B83-442C-9AC8-CECD63E4A6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200417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671971"/>
            <a:ext cx="7107922" cy="14559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C1DCE84D-9B15-4FA8-8337-825918799140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5862AF1F-A88C-4560-AB57-F13C366E1E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086079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26EB7247-C216-42B4-9943-DDC9E08ED1FB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C881125D-466D-4BBA-8803-17C2F28BDA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236661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1651933"/>
            <a:ext cx="3187012" cy="1409272"/>
          </a:xfrm>
        </p:spPr>
        <p:txBody>
          <a:bodyPr anchor="b"/>
          <a:lstStyle>
            <a:lvl1pPr>
              <a:defRPr sz="220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6059" y="567610"/>
            <a:ext cx="3731899" cy="60918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036" y="3061205"/>
            <a:ext cx="3187012" cy="2848876"/>
          </a:xfrm>
        </p:spPr>
        <p:txBody>
          <a:bodyPr/>
          <a:lstStyle>
            <a:lvl1pPr marL="0" indent="0">
              <a:buNone/>
              <a:defRPr sz="1543"/>
            </a:lvl1pPr>
            <a:lvl2pPr marL="503821" indent="0">
              <a:buNone/>
              <a:defRPr sz="1543"/>
            </a:lvl2pPr>
            <a:lvl3pPr marL="1007641" indent="0">
              <a:buNone/>
              <a:defRPr sz="1323"/>
            </a:lvl3pPr>
            <a:lvl4pPr marL="1511462" indent="0">
              <a:buNone/>
              <a:defRPr sz="1102"/>
            </a:lvl4pPr>
            <a:lvl5pPr marL="2015281" indent="0">
              <a:buNone/>
              <a:defRPr sz="1102"/>
            </a:lvl5pPr>
            <a:lvl6pPr marL="2519102" indent="0">
              <a:buNone/>
              <a:defRPr sz="1102"/>
            </a:lvl6pPr>
            <a:lvl7pPr marL="3022922" indent="0">
              <a:buNone/>
              <a:defRPr sz="1102"/>
            </a:lvl7pPr>
            <a:lvl8pPr marL="3526743" indent="0">
              <a:buNone/>
              <a:defRPr sz="1102"/>
            </a:lvl8pPr>
            <a:lvl9pPr marL="4030563" indent="0">
              <a:buNone/>
              <a:defRPr sz="110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5F0E9408-9589-4FA4-A96E-B9C3FCB3CD4C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4D49BAB0-074F-4651-9DB9-60466E26D7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240166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5291772"/>
            <a:ext cx="7107921" cy="624724"/>
          </a:xfrm>
        </p:spPr>
        <p:txBody>
          <a:bodyPr anchor="b"/>
          <a:lstStyle>
            <a:lvl1pPr algn="l">
              <a:defRPr sz="2646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0036" y="671971"/>
            <a:ext cx="7107922" cy="4239192"/>
          </a:xfrm>
        </p:spPr>
        <p:txBody>
          <a:bodyPr rtlCol="0">
            <a:normAutofit/>
          </a:bodyPr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036" y="5916496"/>
            <a:ext cx="7107921" cy="742987"/>
          </a:xfrm>
        </p:spPr>
        <p:txBody>
          <a:bodyPr/>
          <a:lstStyle>
            <a:lvl1pPr marL="0" indent="0">
              <a:buNone/>
              <a:defRPr sz="132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D3FCBA07-3AC8-47F8-83CE-4DE23D0E312D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1F678E0C-83ED-4896-AA1C-D7042E7659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373569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671971"/>
            <a:ext cx="7107922" cy="3751839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27788"/>
            <a:ext cx="7107922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F85DECE5-86C1-4CE5-BDEF-C8FAAD500017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37757B3D-2869-4A07-A29B-8B333A5B60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946233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9"/>
          <p:cNvSpPr txBox="1"/>
          <p:nvPr/>
        </p:nvSpPr>
        <p:spPr>
          <a:xfrm>
            <a:off x="447675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6" name="TextBox 21"/>
          <p:cNvSpPr txBox="1"/>
          <p:nvPr/>
        </p:nvSpPr>
        <p:spPr>
          <a:xfrm>
            <a:off x="7353300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”</a:t>
            </a:r>
            <a:endParaRPr lang="en-US" dirty="0">
              <a:solidFill>
                <a:srgbClr val="4F81BD">
                  <a:lumMod val="60000"/>
                  <a:lumOff val="40000"/>
                </a:srgbClr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48" y="671971"/>
            <a:ext cx="6692416" cy="3331857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29555" y="4003828"/>
            <a:ext cx="5973402" cy="419982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76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27788"/>
            <a:ext cx="7107922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02404CCB-F0CE-4CC0-BA3D-8396AFD61864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0E12A7AB-7C33-43A7-905F-A25D77DA5A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709891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2129659"/>
            <a:ext cx="7107922" cy="2861014"/>
          </a:xfrm>
        </p:spPr>
        <p:txBody>
          <a:bodyPr anchor="b"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D16AFC68-F20D-438E-874C-1A7BBA76048D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82B70E99-2493-441E-9BD5-C87B758D32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65126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3"/>
          <p:cNvSpPr txBox="1"/>
          <p:nvPr/>
        </p:nvSpPr>
        <p:spPr>
          <a:xfrm>
            <a:off x="447675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6" name="TextBox 24"/>
          <p:cNvSpPr txBox="1"/>
          <p:nvPr/>
        </p:nvSpPr>
        <p:spPr>
          <a:xfrm>
            <a:off x="7353300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48" y="671971"/>
            <a:ext cx="6692416" cy="3331857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034" y="4423810"/>
            <a:ext cx="7107923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9FA2CB9E-2807-4303-89FE-DC7297B1FBE1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00CEE30E-70EA-4633-A902-BF9B53B25F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880742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035" y="671971"/>
            <a:ext cx="7100923" cy="3331857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034" y="4423810"/>
            <a:ext cx="7107923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accent1"/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02AC00CA-0D87-4AA1-BDCB-715273CFF0E1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DEEB5938-DCEF-4CE4-9C35-7729AA1170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30498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41EF718C-989A-41AE-93F5-90C68983D729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213222E9-2CA1-478A-91FA-F4EFC8E68B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474474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7856" y="671972"/>
            <a:ext cx="1078791" cy="578875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0037" y="671971"/>
            <a:ext cx="5837494" cy="57887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66CD7303-63D4-4A66-8B2F-0E0BA72B0FCB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ea typeface="Droid Sans Fallback" charset="-122"/>
              </a:defRPr>
            </a:lvl1pPr>
          </a:lstStyle>
          <a:p>
            <a:pPr>
              <a:defRPr/>
            </a:pPr>
            <a:fld id="{8CCAB675-C1F7-4F55-B0E0-FF3D20D6BC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757221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-9525"/>
            <a:ext cx="10080625" cy="7569200"/>
            <a:chOff x="0" y="-8467"/>
            <a:chExt cx="12192000" cy="6866467"/>
          </a:xfrm>
        </p:grpSpPr>
        <p:cxnSp>
          <p:nvCxnSpPr>
            <p:cNvPr id="5" name="Straight Connector 31"/>
            <p:cNvCxnSpPr/>
            <p:nvPr/>
          </p:nvCxnSpPr>
          <p:spPr>
            <a:xfrm>
              <a:off x="9371521" y="174"/>
              <a:ext cx="1219199" cy="6857826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20"/>
            <p:cNvCxnSpPr/>
            <p:nvPr/>
          </p:nvCxnSpPr>
          <p:spPr>
            <a:xfrm flipH="1">
              <a:off x="7424641" y="3681107"/>
              <a:ext cx="4763519" cy="3176893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23"/>
            <p:cNvSpPr/>
            <p:nvPr/>
          </p:nvSpPr>
          <p:spPr>
            <a:xfrm>
              <a:off x="9181440" y="-8467"/>
              <a:ext cx="3006720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25"/>
            <p:cNvSpPr/>
            <p:nvPr/>
          </p:nvSpPr>
          <p:spPr>
            <a:xfrm>
              <a:off x="9603840" y="-8467"/>
              <a:ext cx="2588160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Isosceles Triangle 26"/>
            <p:cNvSpPr/>
            <p:nvPr/>
          </p:nvSpPr>
          <p:spPr>
            <a:xfrm>
              <a:off x="8931840" y="3047456"/>
              <a:ext cx="3260160" cy="3810544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27"/>
            <p:cNvSpPr/>
            <p:nvPr/>
          </p:nvSpPr>
          <p:spPr>
            <a:xfrm>
              <a:off x="9335040" y="-8467"/>
              <a:ext cx="2853120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28"/>
            <p:cNvSpPr/>
            <p:nvPr/>
          </p:nvSpPr>
          <p:spPr>
            <a:xfrm>
              <a:off x="10897920" y="-8467"/>
              <a:ext cx="1290240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Rectangle 29"/>
            <p:cNvSpPr/>
            <p:nvPr/>
          </p:nvSpPr>
          <p:spPr>
            <a:xfrm>
              <a:off x="10938241" y="-8467"/>
              <a:ext cx="1249919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Isosceles Triangle 30"/>
            <p:cNvSpPr/>
            <p:nvPr/>
          </p:nvSpPr>
          <p:spPr>
            <a:xfrm>
              <a:off x="10371840" y="3590380"/>
              <a:ext cx="1816320" cy="32676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Isosceles Triangle 18"/>
            <p:cNvSpPr/>
            <p:nvPr/>
          </p:nvSpPr>
          <p:spPr>
            <a:xfrm rot="10800000">
              <a:off x="0" y="174"/>
              <a:ext cx="842881" cy="5665411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6077" y="2650553"/>
            <a:ext cx="6421881" cy="1814743"/>
          </a:xfrm>
        </p:spPr>
        <p:txBody>
          <a:bodyPr>
            <a:noAutofit/>
          </a:bodyPr>
          <a:lstStyle>
            <a:lvl1pPr algn="r">
              <a:defRPr sz="3968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6077" y="4465295"/>
            <a:ext cx="6421881" cy="1209128"/>
          </a:xfrm>
        </p:spPr>
        <p:txBody>
          <a:bodyPr anchor="ctr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7914BC90-D998-4547-8985-AA7E8B8D1263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9EE4CC3A-C336-4DA8-88BA-808B548A42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9863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968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0FAD1476-F03E-477B-9EAD-38EB96FDAFC3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smtClean="0">
                <a:latin typeface="+mn-lt"/>
                <a:ea typeface="Droid Sans Fallback" charset="-122"/>
              </a:defRPr>
            </a:lvl1pPr>
          </a:lstStyle>
          <a:p>
            <a:pPr>
              <a:defRPr/>
            </a:pPr>
            <a:fld id="{D90819FB-C247-4485-BB74-5FDC5E9806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717326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2977208"/>
            <a:ext cx="7107922" cy="2013467"/>
          </a:xfrm>
        </p:spPr>
        <p:txBody>
          <a:bodyPr/>
          <a:lstStyle>
            <a:lvl1pPr algn="l">
              <a:defRPr sz="4409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948432"/>
          </a:xfrm>
        </p:spPr>
        <p:txBody>
          <a:bodyPr anchor="ctr"/>
          <a:lstStyle>
            <a:lvl1pPr marL="0" indent="0" algn="l">
              <a:buNone/>
              <a:defRPr sz="220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710375B9-FFE8-44C0-B020-7082E6512DC0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3F0C94E5-6CFA-491E-B3D9-99EECA9A92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812783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0036" y="2381649"/>
            <a:ext cx="3459456" cy="427783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08503" y="2381651"/>
            <a:ext cx="3459456" cy="427783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7E989CD5-075B-4F90-8357-E38C64C95C49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1E43E311-5C3C-4EC1-A07B-132B7DAA4B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331754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8722" y="2382084"/>
            <a:ext cx="3460769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8722" y="3017307"/>
            <a:ext cx="3460769" cy="36421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07192" y="2382084"/>
            <a:ext cx="3460765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07193" y="3017307"/>
            <a:ext cx="3460764" cy="36421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1D159579-7B45-491C-8D91-0C66BDCE4493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6853E685-7B92-49FB-868C-170D3D71A3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61433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671971"/>
            <a:ext cx="7107922" cy="14559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30980500-722D-4E54-9F34-C49E393899B8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8568A18C-F10E-45BE-B657-1ED0CA22E5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603369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9DC0CA41-60D8-4B63-B10B-2F50B8462777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C7794134-FC7C-4826-B683-B0B9D623AF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039658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1651933"/>
            <a:ext cx="3187012" cy="1409272"/>
          </a:xfrm>
        </p:spPr>
        <p:txBody>
          <a:bodyPr anchor="b"/>
          <a:lstStyle>
            <a:lvl1pPr>
              <a:defRPr sz="220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6059" y="567610"/>
            <a:ext cx="3731899" cy="60918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036" y="3061205"/>
            <a:ext cx="3187012" cy="2848876"/>
          </a:xfrm>
        </p:spPr>
        <p:txBody>
          <a:bodyPr/>
          <a:lstStyle>
            <a:lvl1pPr marL="0" indent="0">
              <a:buNone/>
              <a:defRPr sz="1543"/>
            </a:lvl1pPr>
            <a:lvl2pPr marL="503821" indent="0">
              <a:buNone/>
              <a:defRPr sz="1543"/>
            </a:lvl2pPr>
            <a:lvl3pPr marL="1007641" indent="0">
              <a:buNone/>
              <a:defRPr sz="1323"/>
            </a:lvl3pPr>
            <a:lvl4pPr marL="1511462" indent="0">
              <a:buNone/>
              <a:defRPr sz="1102"/>
            </a:lvl4pPr>
            <a:lvl5pPr marL="2015281" indent="0">
              <a:buNone/>
              <a:defRPr sz="1102"/>
            </a:lvl5pPr>
            <a:lvl6pPr marL="2519102" indent="0">
              <a:buNone/>
              <a:defRPr sz="1102"/>
            </a:lvl6pPr>
            <a:lvl7pPr marL="3022922" indent="0">
              <a:buNone/>
              <a:defRPr sz="1102"/>
            </a:lvl7pPr>
            <a:lvl8pPr marL="3526743" indent="0">
              <a:buNone/>
              <a:defRPr sz="1102"/>
            </a:lvl8pPr>
            <a:lvl9pPr marL="4030563" indent="0">
              <a:buNone/>
              <a:defRPr sz="110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586E1CA0-12D8-4F9F-B13E-5C254C882048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A4B69308-DE4F-4960-8A94-35454DEF57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851235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5291772"/>
            <a:ext cx="7107921" cy="624724"/>
          </a:xfrm>
        </p:spPr>
        <p:txBody>
          <a:bodyPr anchor="b"/>
          <a:lstStyle>
            <a:lvl1pPr algn="l">
              <a:defRPr sz="2646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0036" y="671971"/>
            <a:ext cx="7107922" cy="4239192"/>
          </a:xfrm>
        </p:spPr>
        <p:txBody>
          <a:bodyPr anchor="t"/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036" y="5916496"/>
            <a:ext cx="7107921" cy="742987"/>
          </a:xfrm>
        </p:spPr>
        <p:txBody>
          <a:bodyPr/>
          <a:lstStyle>
            <a:lvl1pPr marL="0" indent="0">
              <a:buNone/>
              <a:defRPr sz="132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DBC86602-63A0-4779-A430-CDEFE7FD2B7A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B86E3F92-85CE-43EA-BFBF-2820D4EB14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346681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671971"/>
            <a:ext cx="7107922" cy="3751839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27788"/>
            <a:ext cx="7107922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1CFE6343-E091-4BFE-BC4A-7B45DF5D25E5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4FDC644E-D031-48E2-872F-1727BEA553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127294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9"/>
          <p:cNvSpPr txBox="1"/>
          <p:nvPr/>
        </p:nvSpPr>
        <p:spPr>
          <a:xfrm>
            <a:off x="447675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6" name="TextBox 21"/>
          <p:cNvSpPr txBox="1"/>
          <p:nvPr/>
        </p:nvSpPr>
        <p:spPr>
          <a:xfrm>
            <a:off x="7353300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”</a:t>
            </a:r>
            <a:endParaRPr lang="en-US" dirty="0">
              <a:solidFill>
                <a:srgbClr val="4F81BD">
                  <a:lumMod val="60000"/>
                  <a:lumOff val="40000"/>
                </a:srgbClr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48" y="671971"/>
            <a:ext cx="6692416" cy="3331857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29555" y="4003828"/>
            <a:ext cx="5973402" cy="419982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76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27788"/>
            <a:ext cx="7107922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B198C1A8-0889-4C1E-9E27-CE6EA0FDF870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B72FDF72-08B2-43CD-9692-C684F5B48F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555047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2129659"/>
            <a:ext cx="7107922" cy="2861014"/>
          </a:xfrm>
        </p:spPr>
        <p:txBody>
          <a:bodyPr anchor="b"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 anchor="t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85C29E39-C481-49F1-8C0E-0839EFD7D095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F0CC29DE-BC72-40E7-8379-4CF8D0022F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27224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3"/>
          <p:cNvSpPr txBox="1"/>
          <p:nvPr/>
        </p:nvSpPr>
        <p:spPr>
          <a:xfrm>
            <a:off x="447675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6" name="TextBox 24"/>
          <p:cNvSpPr txBox="1"/>
          <p:nvPr/>
        </p:nvSpPr>
        <p:spPr>
          <a:xfrm>
            <a:off x="7353300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48" y="671971"/>
            <a:ext cx="6692416" cy="3331857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034" y="4423810"/>
            <a:ext cx="7107923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 anchor="t"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7CABEDB9-F744-4B15-9477-8B6A4D62732D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2C13163C-C0DC-4E3E-AA38-D706FE924B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514933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035" y="671971"/>
            <a:ext cx="7100923" cy="3331857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034" y="4423810"/>
            <a:ext cx="7107923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accent1"/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 anchor="t"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147596CE-8ACE-4E37-B553-0C1C0C3C23A7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645759CA-FF9D-4767-8C69-BA63B77932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086433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AEFCDC2E-1E68-46CF-8A09-C3DEBED757B1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5F2470AF-7885-407A-B234-05F8F14196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827522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7856" y="671972"/>
            <a:ext cx="1078791" cy="578875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0037" y="671971"/>
            <a:ext cx="5837494" cy="57887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B293EEFC-58B2-4E99-B876-E836D505F7DC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AF87BFAB-8782-40F9-A7AF-7F3F2D4698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902075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-9525"/>
            <a:ext cx="10080625" cy="7569200"/>
            <a:chOff x="0" y="-8467"/>
            <a:chExt cx="12192000" cy="6866467"/>
          </a:xfrm>
        </p:grpSpPr>
        <p:cxnSp>
          <p:nvCxnSpPr>
            <p:cNvPr id="5" name="Straight Connector 31"/>
            <p:cNvCxnSpPr/>
            <p:nvPr/>
          </p:nvCxnSpPr>
          <p:spPr>
            <a:xfrm>
              <a:off x="9371521" y="174"/>
              <a:ext cx="1219199" cy="6857826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20"/>
            <p:cNvCxnSpPr/>
            <p:nvPr/>
          </p:nvCxnSpPr>
          <p:spPr>
            <a:xfrm flipH="1">
              <a:off x="7424641" y="3681107"/>
              <a:ext cx="4763519" cy="3176893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23"/>
            <p:cNvSpPr/>
            <p:nvPr/>
          </p:nvSpPr>
          <p:spPr>
            <a:xfrm>
              <a:off x="9181440" y="-8467"/>
              <a:ext cx="3006720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25"/>
            <p:cNvSpPr/>
            <p:nvPr/>
          </p:nvSpPr>
          <p:spPr>
            <a:xfrm>
              <a:off x="9603840" y="-8467"/>
              <a:ext cx="2588160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Isosceles Triangle 26"/>
            <p:cNvSpPr/>
            <p:nvPr/>
          </p:nvSpPr>
          <p:spPr>
            <a:xfrm>
              <a:off x="8931840" y="3047456"/>
              <a:ext cx="3260160" cy="3810544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27"/>
            <p:cNvSpPr/>
            <p:nvPr/>
          </p:nvSpPr>
          <p:spPr>
            <a:xfrm>
              <a:off x="9335040" y="-8467"/>
              <a:ext cx="2853120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28"/>
            <p:cNvSpPr/>
            <p:nvPr/>
          </p:nvSpPr>
          <p:spPr>
            <a:xfrm>
              <a:off x="10897920" y="-8467"/>
              <a:ext cx="1290240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Rectangle 29"/>
            <p:cNvSpPr/>
            <p:nvPr/>
          </p:nvSpPr>
          <p:spPr>
            <a:xfrm>
              <a:off x="10938241" y="-8467"/>
              <a:ext cx="1249919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Isosceles Triangle 30"/>
            <p:cNvSpPr/>
            <p:nvPr/>
          </p:nvSpPr>
          <p:spPr>
            <a:xfrm>
              <a:off x="10371840" y="3590380"/>
              <a:ext cx="1816320" cy="32676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Isosceles Triangle 18"/>
            <p:cNvSpPr/>
            <p:nvPr/>
          </p:nvSpPr>
          <p:spPr>
            <a:xfrm rot="10800000">
              <a:off x="0" y="174"/>
              <a:ext cx="842881" cy="5665411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6077" y="2650553"/>
            <a:ext cx="6421881" cy="1814743"/>
          </a:xfrm>
        </p:spPr>
        <p:txBody>
          <a:bodyPr>
            <a:noAutofit/>
          </a:bodyPr>
          <a:lstStyle>
            <a:lvl1pPr algn="r">
              <a:defRPr sz="3968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6077" y="4465295"/>
            <a:ext cx="6421881" cy="1209128"/>
          </a:xfrm>
        </p:spPr>
        <p:txBody>
          <a:bodyPr anchor="ctr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0D541DB9-C88B-4538-917C-3BA6AAB57967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ACC4B807-BAD5-4864-B3A7-22FE714FE0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92853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968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66C7C518-C330-48E1-ACB4-B649E96C6039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smtClean="0">
                <a:latin typeface="+mn-lt"/>
                <a:ea typeface="Droid Sans Fallback" charset="-122"/>
              </a:defRPr>
            </a:lvl1pPr>
          </a:lstStyle>
          <a:p>
            <a:pPr>
              <a:defRPr/>
            </a:pPr>
            <a:fld id="{A72C05D2-AB71-4E63-805C-DFEC67C260D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99543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2977208"/>
            <a:ext cx="7107922" cy="2013467"/>
          </a:xfrm>
        </p:spPr>
        <p:txBody>
          <a:bodyPr/>
          <a:lstStyle>
            <a:lvl1pPr algn="l">
              <a:defRPr sz="4409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948432"/>
          </a:xfrm>
        </p:spPr>
        <p:txBody>
          <a:bodyPr anchor="ctr"/>
          <a:lstStyle>
            <a:lvl1pPr marL="0" indent="0" algn="l">
              <a:buNone/>
              <a:defRPr sz="220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84BE6E7E-1CD0-4B31-A2A5-C515AF812BDC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42803A70-D0DF-416B-AEB1-752B0CBB1A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521091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0036" y="2381649"/>
            <a:ext cx="3459456" cy="427783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08503" y="2381651"/>
            <a:ext cx="3459456" cy="427783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AF0C394A-A42C-4E08-90C3-A46F8D6AE44E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B32CB28C-BEA7-4633-86AD-C57F68100A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082471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8722" y="2382084"/>
            <a:ext cx="3460769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8722" y="3017307"/>
            <a:ext cx="3460769" cy="36421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07192" y="2382084"/>
            <a:ext cx="3460765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07193" y="3017307"/>
            <a:ext cx="3460764" cy="36421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795DFD3D-4CBE-453B-A078-F1CEE773C52D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87DC67A1-7CBA-4E5F-8F15-0F65AB9814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35977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671971"/>
            <a:ext cx="7107922" cy="14559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513EE35B-5A5B-48DD-BDAB-BE8E8A0C2D67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662DC18F-EBE5-4856-B284-7A275A4A51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30540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7BC5FBD2-4383-4B13-AF28-71D609629DEA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56EAEE5A-052B-4BED-8CCB-CFAC38D6F5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1586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1651933"/>
            <a:ext cx="3187012" cy="1409272"/>
          </a:xfrm>
        </p:spPr>
        <p:txBody>
          <a:bodyPr anchor="b"/>
          <a:lstStyle>
            <a:lvl1pPr>
              <a:defRPr sz="220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6059" y="567610"/>
            <a:ext cx="3731899" cy="60918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036" y="3061205"/>
            <a:ext cx="3187012" cy="2848876"/>
          </a:xfrm>
        </p:spPr>
        <p:txBody>
          <a:bodyPr/>
          <a:lstStyle>
            <a:lvl1pPr marL="0" indent="0">
              <a:buNone/>
              <a:defRPr sz="1543"/>
            </a:lvl1pPr>
            <a:lvl2pPr marL="503821" indent="0">
              <a:buNone/>
              <a:defRPr sz="1543"/>
            </a:lvl2pPr>
            <a:lvl3pPr marL="1007641" indent="0">
              <a:buNone/>
              <a:defRPr sz="1323"/>
            </a:lvl3pPr>
            <a:lvl4pPr marL="1511462" indent="0">
              <a:buNone/>
              <a:defRPr sz="1102"/>
            </a:lvl4pPr>
            <a:lvl5pPr marL="2015281" indent="0">
              <a:buNone/>
              <a:defRPr sz="1102"/>
            </a:lvl5pPr>
            <a:lvl6pPr marL="2519102" indent="0">
              <a:buNone/>
              <a:defRPr sz="1102"/>
            </a:lvl6pPr>
            <a:lvl7pPr marL="3022922" indent="0">
              <a:buNone/>
              <a:defRPr sz="1102"/>
            </a:lvl7pPr>
            <a:lvl8pPr marL="3526743" indent="0">
              <a:buNone/>
              <a:defRPr sz="1102"/>
            </a:lvl8pPr>
            <a:lvl9pPr marL="4030563" indent="0">
              <a:buNone/>
              <a:defRPr sz="110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516E5B23-884E-4EC4-9ABA-D768BF624927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77308DBF-B0A6-413D-B58A-6CB60F27EA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935805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5291772"/>
            <a:ext cx="7107921" cy="624724"/>
          </a:xfrm>
        </p:spPr>
        <p:txBody>
          <a:bodyPr anchor="b"/>
          <a:lstStyle>
            <a:lvl1pPr algn="l">
              <a:defRPr sz="2646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0036" y="671971"/>
            <a:ext cx="7107922" cy="4239192"/>
          </a:xfrm>
        </p:spPr>
        <p:txBody>
          <a:bodyPr anchor="t"/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036" y="5916496"/>
            <a:ext cx="7107921" cy="742987"/>
          </a:xfrm>
        </p:spPr>
        <p:txBody>
          <a:bodyPr/>
          <a:lstStyle>
            <a:lvl1pPr marL="0" indent="0">
              <a:buNone/>
              <a:defRPr sz="132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C6723CF0-B91D-445D-8863-4ECCC7F55E3E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AD03FB67-18CC-4958-BA5D-31F6BD1417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607522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671971"/>
            <a:ext cx="7107922" cy="3751839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27788"/>
            <a:ext cx="7107922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A37B3A47-FD73-47FD-A44F-11EF33E9AE72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3E43E729-018F-4970-A1CE-9688B28DB6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517583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9"/>
          <p:cNvSpPr txBox="1"/>
          <p:nvPr/>
        </p:nvSpPr>
        <p:spPr>
          <a:xfrm>
            <a:off x="447675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6" name="TextBox 21"/>
          <p:cNvSpPr txBox="1"/>
          <p:nvPr/>
        </p:nvSpPr>
        <p:spPr>
          <a:xfrm>
            <a:off x="7353300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”</a:t>
            </a:r>
            <a:endParaRPr lang="en-US" dirty="0">
              <a:solidFill>
                <a:srgbClr val="4F81BD">
                  <a:lumMod val="60000"/>
                  <a:lumOff val="40000"/>
                </a:srgbClr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48" y="671971"/>
            <a:ext cx="6692416" cy="3331857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29555" y="4003828"/>
            <a:ext cx="5973402" cy="419982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76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27788"/>
            <a:ext cx="7107922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7E35E32A-2485-40F0-B4D5-CE54940372E7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EFB17352-B990-44CA-BB5D-BAA31AD776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97633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2129659"/>
            <a:ext cx="7107922" cy="2861014"/>
          </a:xfrm>
        </p:spPr>
        <p:txBody>
          <a:bodyPr anchor="b"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 anchor="t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4E5536FE-36BC-4F4C-85C1-1CBCCD1559E7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DA0EB44E-BD57-4D2B-944C-4FA3147A22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049196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3"/>
          <p:cNvSpPr txBox="1"/>
          <p:nvPr/>
        </p:nvSpPr>
        <p:spPr>
          <a:xfrm>
            <a:off x="447675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6" name="TextBox 24"/>
          <p:cNvSpPr txBox="1"/>
          <p:nvPr/>
        </p:nvSpPr>
        <p:spPr>
          <a:xfrm>
            <a:off x="7353300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48" y="671971"/>
            <a:ext cx="6692416" cy="3331857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034" y="4423810"/>
            <a:ext cx="7107923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 anchor="t"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F7B12019-0733-4816-944C-8DCD1FC8415C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AE74C196-040A-4346-BD22-C79E9DE708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749841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035" y="671971"/>
            <a:ext cx="7100923" cy="3331857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034" y="4423810"/>
            <a:ext cx="7107923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accent1"/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 anchor="t"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5799B6F7-AEEF-4B93-A4C6-FD28CAC17DD4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5DB957EC-53BF-43F5-BB20-03ACB0F41B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72166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9AAD251D-788F-4249-9837-2D379C8746CB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2F14D606-E426-4977-A4FD-5AB23BD157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875992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7856" y="671972"/>
            <a:ext cx="1078791" cy="578875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0037" y="671971"/>
            <a:ext cx="5837494" cy="57887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99E4E0BD-3F12-492A-8E8B-4C71BE87B4E5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13226F4F-7963-44BC-B396-B9DDF82E0F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989267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-9525"/>
            <a:ext cx="10080625" cy="7569200"/>
            <a:chOff x="0" y="-8467"/>
            <a:chExt cx="12192000" cy="6866467"/>
          </a:xfrm>
        </p:grpSpPr>
        <p:cxnSp>
          <p:nvCxnSpPr>
            <p:cNvPr id="5" name="Straight Connector 31"/>
            <p:cNvCxnSpPr/>
            <p:nvPr/>
          </p:nvCxnSpPr>
          <p:spPr>
            <a:xfrm>
              <a:off x="9371521" y="174"/>
              <a:ext cx="1219199" cy="6857826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20"/>
            <p:cNvCxnSpPr/>
            <p:nvPr/>
          </p:nvCxnSpPr>
          <p:spPr>
            <a:xfrm flipH="1">
              <a:off x="7424641" y="3681107"/>
              <a:ext cx="4763519" cy="3176893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23"/>
            <p:cNvSpPr/>
            <p:nvPr/>
          </p:nvSpPr>
          <p:spPr>
            <a:xfrm>
              <a:off x="9181440" y="-8467"/>
              <a:ext cx="3006720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25"/>
            <p:cNvSpPr/>
            <p:nvPr/>
          </p:nvSpPr>
          <p:spPr>
            <a:xfrm>
              <a:off x="9603840" y="-8467"/>
              <a:ext cx="2588160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Isosceles Triangle 26"/>
            <p:cNvSpPr/>
            <p:nvPr/>
          </p:nvSpPr>
          <p:spPr>
            <a:xfrm>
              <a:off x="8931840" y="3047456"/>
              <a:ext cx="3260160" cy="3810544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27"/>
            <p:cNvSpPr/>
            <p:nvPr/>
          </p:nvSpPr>
          <p:spPr>
            <a:xfrm>
              <a:off x="9335040" y="-8467"/>
              <a:ext cx="2853120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28"/>
            <p:cNvSpPr/>
            <p:nvPr/>
          </p:nvSpPr>
          <p:spPr>
            <a:xfrm>
              <a:off x="10897920" y="-8467"/>
              <a:ext cx="1290240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Rectangle 29"/>
            <p:cNvSpPr/>
            <p:nvPr/>
          </p:nvSpPr>
          <p:spPr>
            <a:xfrm>
              <a:off x="10938241" y="-8467"/>
              <a:ext cx="1249919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Isosceles Triangle 30"/>
            <p:cNvSpPr/>
            <p:nvPr/>
          </p:nvSpPr>
          <p:spPr>
            <a:xfrm>
              <a:off x="10371840" y="3590380"/>
              <a:ext cx="1816320" cy="32676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Isosceles Triangle 18"/>
            <p:cNvSpPr/>
            <p:nvPr/>
          </p:nvSpPr>
          <p:spPr>
            <a:xfrm rot="10800000">
              <a:off x="0" y="174"/>
              <a:ext cx="842881" cy="5665411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6077" y="2650553"/>
            <a:ext cx="6421881" cy="1814743"/>
          </a:xfrm>
        </p:spPr>
        <p:txBody>
          <a:bodyPr>
            <a:noAutofit/>
          </a:bodyPr>
          <a:lstStyle>
            <a:lvl1pPr algn="r">
              <a:defRPr sz="3968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6077" y="4465295"/>
            <a:ext cx="6421881" cy="1209128"/>
          </a:xfrm>
        </p:spPr>
        <p:txBody>
          <a:bodyPr anchor="ctr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BD0BE4F8-2DB8-4CBB-9BF4-90CB44D29339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A36D33CC-8BCD-44E4-B12A-8229E93452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014060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968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AF10F8FE-3AA3-4ACD-AEA1-2F46C07FDD00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smtClean="0">
                <a:latin typeface="+mn-lt"/>
                <a:ea typeface="Droid Sans Fallback" charset="-122"/>
              </a:defRPr>
            </a:lvl1pPr>
          </a:lstStyle>
          <a:p>
            <a:pPr>
              <a:defRPr/>
            </a:pPr>
            <a:fld id="{7E94504B-2ED1-43DE-946A-F0BC6A9D9BF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767851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2977208"/>
            <a:ext cx="7107922" cy="2013467"/>
          </a:xfrm>
        </p:spPr>
        <p:txBody>
          <a:bodyPr/>
          <a:lstStyle>
            <a:lvl1pPr algn="l">
              <a:defRPr sz="4409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948432"/>
          </a:xfrm>
        </p:spPr>
        <p:txBody>
          <a:bodyPr anchor="ctr"/>
          <a:lstStyle>
            <a:lvl1pPr marL="0" indent="0" algn="l">
              <a:buNone/>
              <a:defRPr sz="220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1CB10435-AD0A-4854-8886-D9B44FEFBCC1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34B97DE2-FFD6-4748-B02A-68EDA82344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027674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0036" y="2381649"/>
            <a:ext cx="3459456" cy="427783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08503" y="2381651"/>
            <a:ext cx="3459456" cy="427783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EEE7356D-A084-4830-BAF0-32B8DFF33D7F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CFD23BBD-DB1F-4A7A-B1C0-411A81EBED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098329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8722" y="2382084"/>
            <a:ext cx="3460769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8722" y="3017307"/>
            <a:ext cx="3460769" cy="36421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07192" y="2382084"/>
            <a:ext cx="3460765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07193" y="3017307"/>
            <a:ext cx="3460764" cy="36421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7780D454-1177-407B-A72B-0504198E5C43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EC5A9D48-477D-420A-8C0E-A32D76C3DF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773566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671971"/>
            <a:ext cx="7107922" cy="14559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A0ADCFB8-1626-4379-A770-D35DAECF0AF3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2A5D089C-FBA4-4D49-BA51-190F13DEAC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80392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BF287C0F-16AE-4D51-8CB5-2CB8117A3954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3AF0D641-2A22-411A-B422-FCAC9F74FC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65831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1651933"/>
            <a:ext cx="3187012" cy="1409272"/>
          </a:xfrm>
        </p:spPr>
        <p:txBody>
          <a:bodyPr anchor="b"/>
          <a:lstStyle>
            <a:lvl1pPr>
              <a:defRPr sz="220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6059" y="567610"/>
            <a:ext cx="3731899" cy="60918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036" y="3061205"/>
            <a:ext cx="3187012" cy="2848876"/>
          </a:xfrm>
        </p:spPr>
        <p:txBody>
          <a:bodyPr/>
          <a:lstStyle>
            <a:lvl1pPr marL="0" indent="0">
              <a:buNone/>
              <a:defRPr sz="1543"/>
            </a:lvl1pPr>
            <a:lvl2pPr marL="503821" indent="0">
              <a:buNone/>
              <a:defRPr sz="1543"/>
            </a:lvl2pPr>
            <a:lvl3pPr marL="1007641" indent="0">
              <a:buNone/>
              <a:defRPr sz="1323"/>
            </a:lvl3pPr>
            <a:lvl4pPr marL="1511462" indent="0">
              <a:buNone/>
              <a:defRPr sz="1102"/>
            </a:lvl4pPr>
            <a:lvl5pPr marL="2015281" indent="0">
              <a:buNone/>
              <a:defRPr sz="1102"/>
            </a:lvl5pPr>
            <a:lvl6pPr marL="2519102" indent="0">
              <a:buNone/>
              <a:defRPr sz="1102"/>
            </a:lvl6pPr>
            <a:lvl7pPr marL="3022922" indent="0">
              <a:buNone/>
              <a:defRPr sz="1102"/>
            </a:lvl7pPr>
            <a:lvl8pPr marL="3526743" indent="0">
              <a:buNone/>
              <a:defRPr sz="1102"/>
            </a:lvl8pPr>
            <a:lvl9pPr marL="4030563" indent="0">
              <a:buNone/>
              <a:defRPr sz="110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6788F383-C394-4DDD-A049-3C76A8C35CE9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D84B418B-9BCD-4E5E-BD4A-F11ACC7D68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668238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5291772"/>
            <a:ext cx="7107921" cy="624724"/>
          </a:xfrm>
        </p:spPr>
        <p:txBody>
          <a:bodyPr anchor="b"/>
          <a:lstStyle>
            <a:lvl1pPr algn="l">
              <a:defRPr sz="2646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0036" y="671971"/>
            <a:ext cx="7107922" cy="4239192"/>
          </a:xfrm>
        </p:spPr>
        <p:txBody>
          <a:bodyPr anchor="t"/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036" y="5916496"/>
            <a:ext cx="7107921" cy="742987"/>
          </a:xfrm>
        </p:spPr>
        <p:txBody>
          <a:bodyPr/>
          <a:lstStyle>
            <a:lvl1pPr marL="0" indent="0">
              <a:buNone/>
              <a:defRPr sz="132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2D238517-3690-41C9-9FBC-1C8742177D3C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449AFFFA-0E18-4D54-A1B5-D6BAC15E56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786164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671971"/>
            <a:ext cx="7107922" cy="3751839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27788"/>
            <a:ext cx="7107922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B5D7C88C-AB88-4A14-93A1-AB369A3E777A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40EF56D8-3D5C-4FF6-A113-D380C043FD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862307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9"/>
          <p:cNvSpPr txBox="1"/>
          <p:nvPr/>
        </p:nvSpPr>
        <p:spPr>
          <a:xfrm>
            <a:off x="447675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6" name="TextBox 21"/>
          <p:cNvSpPr txBox="1"/>
          <p:nvPr/>
        </p:nvSpPr>
        <p:spPr>
          <a:xfrm>
            <a:off x="7353300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”</a:t>
            </a:r>
            <a:endParaRPr lang="en-US" dirty="0">
              <a:solidFill>
                <a:srgbClr val="4F81BD">
                  <a:lumMod val="60000"/>
                  <a:lumOff val="40000"/>
                </a:srgbClr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48" y="671971"/>
            <a:ext cx="6692416" cy="3331857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29555" y="4003828"/>
            <a:ext cx="5973402" cy="419982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76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27788"/>
            <a:ext cx="7107922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253A8742-B3B4-47A6-8379-FF8788C1EFDA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C6F8042E-B664-49B1-AE24-43D4CFA393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093238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2129659"/>
            <a:ext cx="7107922" cy="2861014"/>
          </a:xfrm>
        </p:spPr>
        <p:txBody>
          <a:bodyPr anchor="b"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 anchor="t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67E545E6-832B-420B-B44B-8373A093D27F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D82EFB03-53A6-4DA4-A15B-C2613DA0F5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425806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3"/>
          <p:cNvSpPr txBox="1"/>
          <p:nvPr/>
        </p:nvSpPr>
        <p:spPr>
          <a:xfrm>
            <a:off x="447675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6" name="TextBox 24"/>
          <p:cNvSpPr txBox="1"/>
          <p:nvPr/>
        </p:nvSpPr>
        <p:spPr>
          <a:xfrm>
            <a:off x="7353300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48" y="671971"/>
            <a:ext cx="6692416" cy="3331857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034" y="4423810"/>
            <a:ext cx="7107923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 anchor="t"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7B891FE6-6423-483D-941A-8D719FD04E9F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46AF3F41-3537-4697-BA5C-6EF5DF5E35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163793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035" y="671971"/>
            <a:ext cx="7100923" cy="3331857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034" y="4423810"/>
            <a:ext cx="7107923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accent1"/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 anchor="t"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794A6057-5E03-4158-A7D0-12FE4BABF1C6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68DCC989-EC8C-423C-808B-468DD59170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341263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AB6D1838-BE4A-4951-8CC0-DCF06BA89C87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E279A867-FA13-4EEC-8989-3D32446714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076580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7856" y="671972"/>
            <a:ext cx="1078791" cy="578875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0037" y="671971"/>
            <a:ext cx="5837494" cy="57887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701E494B-8D30-482C-857A-70247C007F30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16C28BBF-E39E-4779-B30E-B5569597AF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565826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-9525"/>
            <a:ext cx="10080625" cy="7569200"/>
            <a:chOff x="0" y="-8467"/>
            <a:chExt cx="12192000" cy="6866467"/>
          </a:xfrm>
        </p:grpSpPr>
        <p:cxnSp>
          <p:nvCxnSpPr>
            <p:cNvPr id="5" name="Straight Connector 31"/>
            <p:cNvCxnSpPr/>
            <p:nvPr/>
          </p:nvCxnSpPr>
          <p:spPr>
            <a:xfrm>
              <a:off x="9371521" y="174"/>
              <a:ext cx="1219199" cy="6857826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20"/>
            <p:cNvCxnSpPr/>
            <p:nvPr/>
          </p:nvCxnSpPr>
          <p:spPr>
            <a:xfrm flipH="1">
              <a:off x="7424641" y="3681107"/>
              <a:ext cx="4763519" cy="3176893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23"/>
            <p:cNvSpPr/>
            <p:nvPr/>
          </p:nvSpPr>
          <p:spPr>
            <a:xfrm>
              <a:off x="9181440" y="-8467"/>
              <a:ext cx="3006720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25"/>
            <p:cNvSpPr/>
            <p:nvPr/>
          </p:nvSpPr>
          <p:spPr>
            <a:xfrm>
              <a:off x="9603840" y="-8467"/>
              <a:ext cx="2588160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Isosceles Triangle 26"/>
            <p:cNvSpPr/>
            <p:nvPr/>
          </p:nvSpPr>
          <p:spPr>
            <a:xfrm>
              <a:off x="8931840" y="3047456"/>
              <a:ext cx="3260160" cy="3810544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27"/>
            <p:cNvSpPr/>
            <p:nvPr/>
          </p:nvSpPr>
          <p:spPr>
            <a:xfrm>
              <a:off x="9335040" y="-8467"/>
              <a:ext cx="2853120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28"/>
            <p:cNvSpPr/>
            <p:nvPr/>
          </p:nvSpPr>
          <p:spPr>
            <a:xfrm>
              <a:off x="10897920" y="-8467"/>
              <a:ext cx="1290240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Rectangle 29"/>
            <p:cNvSpPr/>
            <p:nvPr/>
          </p:nvSpPr>
          <p:spPr>
            <a:xfrm>
              <a:off x="10938241" y="-8467"/>
              <a:ext cx="1249919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Isosceles Triangle 30"/>
            <p:cNvSpPr/>
            <p:nvPr/>
          </p:nvSpPr>
          <p:spPr>
            <a:xfrm>
              <a:off x="10371840" y="3590380"/>
              <a:ext cx="1816320" cy="32676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Isosceles Triangle 18"/>
            <p:cNvSpPr/>
            <p:nvPr/>
          </p:nvSpPr>
          <p:spPr>
            <a:xfrm rot="10800000">
              <a:off x="0" y="174"/>
              <a:ext cx="842881" cy="5665411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6077" y="2650553"/>
            <a:ext cx="6421881" cy="1814743"/>
          </a:xfrm>
        </p:spPr>
        <p:txBody>
          <a:bodyPr>
            <a:noAutofit/>
          </a:bodyPr>
          <a:lstStyle>
            <a:lvl1pPr algn="r">
              <a:defRPr sz="3968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6077" y="4465295"/>
            <a:ext cx="6421881" cy="1209128"/>
          </a:xfrm>
        </p:spPr>
        <p:txBody>
          <a:bodyPr anchor="ctr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BFEA80A7-F885-4401-9BDB-F5A6FE66E836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C8C6CB6E-E5EC-4066-A13E-51A73CE8AC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150987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968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95CB3B9F-6796-4968-9646-872F6ACDDCCF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smtClean="0">
                <a:latin typeface="+mn-lt"/>
                <a:ea typeface="Droid Sans Fallback" charset="-122"/>
              </a:defRPr>
            </a:lvl1pPr>
          </a:lstStyle>
          <a:p>
            <a:pPr>
              <a:defRPr/>
            </a:pPr>
            <a:fld id="{64370AD3-AFB8-4730-9D8F-3C25AA62066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097230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2977208"/>
            <a:ext cx="7107922" cy="2013467"/>
          </a:xfrm>
        </p:spPr>
        <p:txBody>
          <a:bodyPr/>
          <a:lstStyle>
            <a:lvl1pPr algn="l">
              <a:defRPr sz="4409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948432"/>
          </a:xfrm>
        </p:spPr>
        <p:txBody>
          <a:bodyPr anchor="ctr"/>
          <a:lstStyle>
            <a:lvl1pPr marL="0" indent="0" algn="l">
              <a:buNone/>
              <a:defRPr sz="220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0F49B135-67EA-407C-9E5D-7399B8F8D1B4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E52FDEF8-2947-45C2-8B0B-5D5DC523F9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282109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0036" y="2381649"/>
            <a:ext cx="3459456" cy="427783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08503" y="2381651"/>
            <a:ext cx="3459456" cy="427783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8291ECB8-7133-4D22-871C-C83293BB1CC0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1F0CED1D-0576-4863-B201-C5525C0E03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786020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8722" y="2382084"/>
            <a:ext cx="3460769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8722" y="3017307"/>
            <a:ext cx="3460769" cy="36421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07192" y="2382084"/>
            <a:ext cx="3460765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07193" y="3017307"/>
            <a:ext cx="3460764" cy="36421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75C8894C-7671-4B05-AB09-1E324E0023F1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3A645ED4-1ECE-401D-8119-043D6367BC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152998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671971"/>
            <a:ext cx="7107922" cy="14559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5F515F6F-6DE3-41BB-ACBA-C7B5291A9917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E395D86C-0A40-4D9E-9FF9-F5F4FBCB2B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980172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D05CDD7B-6162-4ECF-8E76-1E0C41F8179D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1484F0A4-C44B-4BF4-AE77-5CCC576F43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932843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1651933"/>
            <a:ext cx="3187012" cy="1409272"/>
          </a:xfrm>
        </p:spPr>
        <p:txBody>
          <a:bodyPr anchor="b"/>
          <a:lstStyle>
            <a:lvl1pPr>
              <a:defRPr sz="220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6059" y="567610"/>
            <a:ext cx="3731899" cy="60918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036" y="3061205"/>
            <a:ext cx="3187012" cy="2848876"/>
          </a:xfrm>
        </p:spPr>
        <p:txBody>
          <a:bodyPr/>
          <a:lstStyle>
            <a:lvl1pPr marL="0" indent="0">
              <a:buNone/>
              <a:defRPr sz="1543"/>
            </a:lvl1pPr>
            <a:lvl2pPr marL="503821" indent="0">
              <a:buNone/>
              <a:defRPr sz="1543"/>
            </a:lvl2pPr>
            <a:lvl3pPr marL="1007641" indent="0">
              <a:buNone/>
              <a:defRPr sz="1323"/>
            </a:lvl3pPr>
            <a:lvl4pPr marL="1511462" indent="0">
              <a:buNone/>
              <a:defRPr sz="1102"/>
            </a:lvl4pPr>
            <a:lvl5pPr marL="2015281" indent="0">
              <a:buNone/>
              <a:defRPr sz="1102"/>
            </a:lvl5pPr>
            <a:lvl6pPr marL="2519102" indent="0">
              <a:buNone/>
              <a:defRPr sz="1102"/>
            </a:lvl6pPr>
            <a:lvl7pPr marL="3022922" indent="0">
              <a:buNone/>
              <a:defRPr sz="1102"/>
            </a:lvl7pPr>
            <a:lvl8pPr marL="3526743" indent="0">
              <a:buNone/>
              <a:defRPr sz="1102"/>
            </a:lvl8pPr>
            <a:lvl9pPr marL="4030563" indent="0">
              <a:buNone/>
              <a:defRPr sz="110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350AAD4E-F1AB-43C2-BA5E-CB2E6DAA322F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EE4F5E7B-B062-4B9B-AF93-CBC35CAC7F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40862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5291772"/>
            <a:ext cx="7107921" cy="624724"/>
          </a:xfrm>
        </p:spPr>
        <p:txBody>
          <a:bodyPr anchor="b"/>
          <a:lstStyle>
            <a:lvl1pPr algn="l">
              <a:defRPr sz="2646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0036" y="671971"/>
            <a:ext cx="7107922" cy="4239192"/>
          </a:xfrm>
        </p:spPr>
        <p:txBody>
          <a:bodyPr anchor="t"/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036" y="5916496"/>
            <a:ext cx="7107921" cy="742987"/>
          </a:xfrm>
        </p:spPr>
        <p:txBody>
          <a:bodyPr/>
          <a:lstStyle>
            <a:lvl1pPr marL="0" indent="0">
              <a:buNone/>
              <a:defRPr sz="132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8102494E-2833-4466-BDDC-1D22A49CB5DF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8D6D6608-4E4C-4A55-825C-47C4F8F20F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023599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671971"/>
            <a:ext cx="7107922" cy="3751839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27788"/>
            <a:ext cx="7107922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D55AA9F9-F407-45F3-BFE6-E5D157CB25F0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340BFE42-0301-4858-8651-265D23DC62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351608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9"/>
          <p:cNvSpPr txBox="1"/>
          <p:nvPr/>
        </p:nvSpPr>
        <p:spPr>
          <a:xfrm>
            <a:off x="447675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6" name="TextBox 21"/>
          <p:cNvSpPr txBox="1"/>
          <p:nvPr/>
        </p:nvSpPr>
        <p:spPr>
          <a:xfrm>
            <a:off x="7353300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”</a:t>
            </a:r>
            <a:endParaRPr lang="en-US" dirty="0">
              <a:solidFill>
                <a:srgbClr val="4F81BD">
                  <a:lumMod val="60000"/>
                  <a:lumOff val="40000"/>
                </a:srgbClr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48" y="671971"/>
            <a:ext cx="6692416" cy="3331857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29555" y="4003828"/>
            <a:ext cx="5973402" cy="419982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76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27788"/>
            <a:ext cx="7107922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556701AF-1FD3-439E-99FC-22FE31A54210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BA3BC85C-CF6B-424B-AE1D-769C3E1952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75506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2129659"/>
            <a:ext cx="7107922" cy="2861014"/>
          </a:xfrm>
        </p:spPr>
        <p:txBody>
          <a:bodyPr anchor="b"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 anchor="t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3A0E9FBE-B41E-433E-A429-E0481C1B8101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5F799FFF-0AB1-4FFB-A444-550BFD5634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483854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3"/>
          <p:cNvSpPr txBox="1"/>
          <p:nvPr/>
        </p:nvSpPr>
        <p:spPr>
          <a:xfrm>
            <a:off x="447675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6" name="TextBox 24"/>
          <p:cNvSpPr txBox="1"/>
          <p:nvPr/>
        </p:nvSpPr>
        <p:spPr>
          <a:xfrm>
            <a:off x="7353300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48" y="671971"/>
            <a:ext cx="6692416" cy="3331857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034" y="4423810"/>
            <a:ext cx="7107923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 anchor="t"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3CBA5B41-6203-4EC4-92C4-15966F4FEBB8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A4D0B27E-79C2-418B-8FEB-6EAE054E96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359371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035" y="671971"/>
            <a:ext cx="7100923" cy="3331857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034" y="4423810"/>
            <a:ext cx="7107923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accent1"/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 anchor="t"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59679CEE-C434-4440-A744-B15358D92ED9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015001D3-CB0D-4005-8727-4373AAF99A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209319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322F3B2F-3D6D-4FEA-88BA-48EF0D2B7082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E304E9F3-72D1-46E0-94A9-D90C7ECDFE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456509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7856" y="671972"/>
            <a:ext cx="1078791" cy="578875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0037" y="671971"/>
            <a:ext cx="5837494" cy="57887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7C7382C7-94D7-432C-B6B9-0C5FC0D63AC9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EE5B99CD-6AD8-484D-9F75-4DA985D140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217123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-9525"/>
            <a:ext cx="10080625" cy="7569200"/>
            <a:chOff x="0" y="-8467"/>
            <a:chExt cx="12192000" cy="6866467"/>
          </a:xfrm>
        </p:grpSpPr>
        <p:cxnSp>
          <p:nvCxnSpPr>
            <p:cNvPr id="5" name="Straight Connector 31"/>
            <p:cNvCxnSpPr/>
            <p:nvPr/>
          </p:nvCxnSpPr>
          <p:spPr>
            <a:xfrm>
              <a:off x="9371521" y="174"/>
              <a:ext cx="1219199" cy="6857826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20"/>
            <p:cNvCxnSpPr/>
            <p:nvPr/>
          </p:nvCxnSpPr>
          <p:spPr>
            <a:xfrm flipH="1">
              <a:off x="7424641" y="3681107"/>
              <a:ext cx="4763519" cy="3176893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23"/>
            <p:cNvSpPr/>
            <p:nvPr/>
          </p:nvSpPr>
          <p:spPr>
            <a:xfrm>
              <a:off x="9181440" y="-8467"/>
              <a:ext cx="3006720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25"/>
            <p:cNvSpPr/>
            <p:nvPr/>
          </p:nvSpPr>
          <p:spPr>
            <a:xfrm>
              <a:off x="9603840" y="-8467"/>
              <a:ext cx="2588160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Isosceles Triangle 26"/>
            <p:cNvSpPr/>
            <p:nvPr/>
          </p:nvSpPr>
          <p:spPr>
            <a:xfrm>
              <a:off x="8931840" y="3047456"/>
              <a:ext cx="3260160" cy="3810544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27"/>
            <p:cNvSpPr/>
            <p:nvPr/>
          </p:nvSpPr>
          <p:spPr>
            <a:xfrm>
              <a:off x="9335040" y="-8467"/>
              <a:ext cx="2853120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28"/>
            <p:cNvSpPr/>
            <p:nvPr/>
          </p:nvSpPr>
          <p:spPr>
            <a:xfrm>
              <a:off x="10897920" y="-8467"/>
              <a:ext cx="1290240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Rectangle 29"/>
            <p:cNvSpPr/>
            <p:nvPr/>
          </p:nvSpPr>
          <p:spPr>
            <a:xfrm>
              <a:off x="10938241" y="-8467"/>
              <a:ext cx="1249919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Isosceles Triangle 30"/>
            <p:cNvSpPr/>
            <p:nvPr/>
          </p:nvSpPr>
          <p:spPr>
            <a:xfrm>
              <a:off x="10371840" y="3590380"/>
              <a:ext cx="1816320" cy="32676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Isosceles Triangle 18"/>
            <p:cNvSpPr/>
            <p:nvPr/>
          </p:nvSpPr>
          <p:spPr>
            <a:xfrm rot="10800000">
              <a:off x="0" y="174"/>
              <a:ext cx="842881" cy="5665411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6077" y="2650553"/>
            <a:ext cx="6421881" cy="1814743"/>
          </a:xfrm>
        </p:spPr>
        <p:txBody>
          <a:bodyPr>
            <a:noAutofit/>
          </a:bodyPr>
          <a:lstStyle>
            <a:lvl1pPr algn="r">
              <a:defRPr sz="3968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6077" y="4465295"/>
            <a:ext cx="6421881" cy="1209128"/>
          </a:xfrm>
        </p:spPr>
        <p:txBody>
          <a:bodyPr anchor="ctr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FC946EBC-1B97-44FE-8121-FDC684607694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DBF27EEB-0746-45FA-9948-B782AB6419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336118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968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DAAF24BC-D30B-48B0-B812-FF9E3B1EFE58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smtClean="0">
                <a:latin typeface="+mn-lt"/>
                <a:ea typeface="Droid Sans Fallback" charset="-122"/>
              </a:defRPr>
            </a:lvl1pPr>
          </a:lstStyle>
          <a:p>
            <a:pPr>
              <a:defRPr/>
            </a:pPr>
            <a:fld id="{1E9A737F-E48F-4856-AEA4-ED250A6FBE4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468670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2977208"/>
            <a:ext cx="7107922" cy="2013467"/>
          </a:xfrm>
        </p:spPr>
        <p:txBody>
          <a:bodyPr/>
          <a:lstStyle>
            <a:lvl1pPr algn="l">
              <a:defRPr sz="4409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948432"/>
          </a:xfrm>
        </p:spPr>
        <p:txBody>
          <a:bodyPr anchor="ctr"/>
          <a:lstStyle>
            <a:lvl1pPr marL="0" indent="0" algn="l">
              <a:buNone/>
              <a:defRPr sz="220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B7EB774C-3D80-4680-829D-F9E5CAC76D2A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EE6DDB77-4749-4711-B023-B1D3FEC48D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099943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0036" y="2381649"/>
            <a:ext cx="3459456" cy="427783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08503" y="2381651"/>
            <a:ext cx="3459456" cy="427783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13C05C7D-418B-4F4C-A81D-1FB6DEC2A878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6BA38526-5279-4385-8680-809A330A3B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842344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8722" y="2382084"/>
            <a:ext cx="3460769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8722" y="3017307"/>
            <a:ext cx="3460769" cy="36421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07192" y="2382084"/>
            <a:ext cx="3460765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07193" y="3017307"/>
            <a:ext cx="3460764" cy="36421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54AAE57D-73F7-4D28-A008-E1B1E64F5294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8EEA14A7-458C-488D-8D83-86A0BDD725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377441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671971"/>
            <a:ext cx="7107922" cy="14559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36601510-1B87-4CA8-B9FC-44001E0C7212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05F76CF6-C4E6-40F9-93B4-66EDA4C6BC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414237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9F12AE31-E0EA-4E3E-AF3D-0E455ABB3AD8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87984C88-695C-4B6D-B3A6-230B87DF45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22554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1651933"/>
            <a:ext cx="3187012" cy="1409272"/>
          </a:xfrm>
        </p:spPr>
        <p:txBody>
          <a:bodyPr anchor="b"/>
          <a:lstStyle>
            <a:lvl1pPr>
              <a:defRPr sz="220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6059" y="567610"/>
            <a:ext cx="3731899" cy="60918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036" y="3061205"/>
            <a:ext cx="3187012" cy="2848876"/>
          </a:xfrm>
        </p:spPr>
        <p:txBody>
          <a:bodyPr/>
          <a:lstStyle>
            <a:lvl1pPr marL="0" indent="0">
              <a:buNone/>
              <a:defRPr sz="1543"/>
            </a:lvl1pPr>
            <a:lvl2pPr marL="503821" indent="0">
              <a:buNone/>
              <a:defRPr sz="1543"/>
            </a:lvl2pPr>
            <a:lvl3pPr marL="1007641" indent="0">
              <a:buNone/>
              <a:defRPr sz="1323"/>
            </a:lvl3pPr>
            <a:lvl4pPr marL="1511462" indent="0">
              <a:buNone/>
              <a:defRPr sz="1102"/>
            </a:lvl4pPr>
            <a:lvl5pPr marL="2015281" indent="0">
              <a:buNone/>
              <a:defRPr sz="1102"/>
            </a:lvl5pPr>
            <a:lvl6pPr marL="2519102" indent="0">
              <a:buNone/>
              <a:defRPr sz="1102"/>
            </a:lvl6pPr>
            <a:lvl7pPr marL="3022922" indent="0">
              <a:buNone/>
              <a:defRPr sz="1102"/>
            </a:lvl7pPr>
            <a:lvl8pPr marL="3526743" indent="0">
              <a:buNone/>
              <a:defRPr sz="1102"/>
            </a:lvl8pPr>
            <a:lvl9pPr marL="4030563" indent="0">
              <a:buNone/>
              <a:defRPr sz="110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6991404C-C0C6-42C5-B119-C84A4A9D9567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FCA29BE4-0FEE-4697-9DEB-9AE84C9E2A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985959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5291772"/>
            <a:ext cx="7107921" cy="624724"/>
          </a:xfrm>
        </p:spPr>
        <p:txBody>
          <a:bodyPr anchor="b"/>
          <a:lstStyle>
            <a:lvl1pPr algn="l">
              <a:defRPr sz="2646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0036" y="671971"/>
            <a:ext cx="7107922" cy="4239192"/>
          </a:xfrm>
        </p:spPr>
        <p:txBody>
          <a:bodyPr anchor="t"/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036" y="5916496"/>
            <a:ext cx="7107921" cy="742987"/>
          </a:xfrm>
        </p:spPr>
        <p:txBody>
          <a:bodyPr/>
          <a:lstStyle>
            <a:lvl1pPr marL="0" indent="0">
              <a:buNone/>
              <a:defRPr sz="132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2F25E42D-1AC7-4DE6-BD72-D4C03C8511B1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B6C17D43-BF4F-4BDD-B288-A43E571EFB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376056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671971"/>
            <a:ext cx="7107922" cy="3751839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27788"/>
            <a:ext cx="7107922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A06433B2-7150-4E36-B4C5-8961F302BF03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16AC93F7-BBD7-414D-846B-04434840F2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918695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9"/>
          <p:cNvSpPr txBox="1"/>
          <p:nvPr/>
        </p:nvSpPr>
        <p:spPr>
          <a:xfrm>
            <a:off x="447675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6" name="TextBox 21"/>
          <p:cNvSpPr txBox="1"/>
          <p:nvPr/>
        </p:nvSpPr>
        <p:spPr>
          <a:xfrm>
            <a:off x="7353300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”</a:t>
            </a:r>
            <a:endParaRPr lang="en-US" dirty="0">
              <a:solidFill>
                <a:srgbClr val="4F81BD">
                  <a:lumMod val="60000"/>
                  <a:lumOff val="40000"/>
                </a:srgbClr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48" y="671971"/>
            <a:ext cx="6692416" cy="3331857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29555" y="4003828"/>
            <a:ext cx="5973402" cy="419982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76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27788"/>
            <a:ext cx="7107922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D3329CE9-C6F5-4933-81FF-BF40FB223303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1FAF414D-78A2-41CE-9F44-950D15E390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034459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2129659"/>
            <a:ext cx="7107922" cy="2861014"/>
          </a:xfrm>
        </p:spPr>
        <p:txBody>
          <a:bodyPr anchor="b"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 anchor="t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CBA7FE98-7935-4C2F-931B-2AD15F1FBC8E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7C1DCF76-2236-485C-A889-0A97B20E71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455153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3"/>
          <p:cNvSpPr txBox="1"/>
          <p:nvPr/>
        </p:nvSpPr>
        <p:spPr>
          <a:xfrm>
            <a:off x="447675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6" name="TextBox 24"/>
          <p:cNvSpPr txBox="1"/>
          <p:nvPr/>
        </p:nvSpPr>
        <p:spPr>
          <a:xfrm>
            <a:off x="7353300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48" y="671971"/>
            <a:ext cx="6692416" cy="3331857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034" y="4423810"/>
            <a:ext cx="7107923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 anchor="t"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A2936B91-E4B8-4D9D-8D53-17B95FC6D7B2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4D0C8AD3-F9AA-463C-9B13-D5FCDF2BB1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718763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035" y="671971"/>
            <a:ext cx="7100923" cy="3331857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034" y="4423810"/>
            <a:ext cx="7107923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accent1"/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 anchor="t"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652FB379-ABB9-4EAB-9FE7-C9B48AC03B91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BE04C505-506C-4CB6-B546-89A7466EBD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432117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DDE7B006-286C-4299-835F-809B575532F3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1B1FFB06-6A72-4FCC-9A36-6E66D175FF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357476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7856" y="671972"/>
            <a:ext cx="1078791" cy="578875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0037" y="671971"/>
            <a:ext cx="5837494" cy="57887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EEA20925-319E-479C-8222-FBB6CF282A1C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B19DE325-8FA7-4066-B72F-4E05B376FF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215156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-9525"/>
            <a:ext cx="10080625" cy="7569200"/>
            <a:chOff x="0" y="-8467"/>
            <a:chExt cx="12192000" cy="6866467"/>
          </a:xfrm>
        </p:grpSpPr>
        <p:cxnSp>
          <p:nvCxnSpPr>
            <p:cNvPr id="5" name="Straight Connector 31"/>
            <p:cNvCxnSpPr/>
            <p:nvPr/>
          </p:nvCxnSpPr>
          <p:spPr>
            <a:xfrm>
              <a:off x="9371521" y="174"/>
              <a:ext cx="1219199" cy="6857826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20"/>
            <p:cNvCxnSpPr/>
            <p:nvPr/>
          </p:nvCxnSpPr>
          <p:spPr>
            <a:xfrm flipH="1">
              <a:off x="7424641" y="3681107"/>
              <a:ext cx="4763519" cy="3176893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23"/>
            <p:cNvSpPr/>
            <p:nvPr/>
          </p:nvSpPr>
          <p:spPr>
            <a:xfrm>
              <a:off x="9181440" y="-8467"/>
              <a:ext cx="3006720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25"/>
            <p:cNvSpPr/>
            <p:nvPr/>
          </p:nvSpPr>
          <p:spPr>
            <a:xfrm>
              <a:off x="9603840" y="-8467"/>
              <a:ext cx="2588160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Isosceles Triangle 26"/>
            <p:cNvSpPr/>
            <p:nvPr/>
          </p:nvSpPr>
          <p:spPr>
            <a:xfrm>
              <a:off x="8931840" y="3047456"/>
              <a:ext cx="3260160" cy="3810544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27"/>
            <p:cNvSpPr/>
            <p:nvPr/>
          </p:nvSpPr>
          <p:spPr>
            <a:xfrm>
              <a:off x="9335040" y="-8467"/>
              <a:ext cx="2853120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28"/>
            <p:cNvSpPr/>
            <p:nvPr/>
          </p:nvSpPr>
          <p:spPr>
            <a:xfrm>
              <a:off x="10897920" y="-8467"/>
              <a:ext cx="1290240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Rectangle 29"/>
            <p:cNvSpPr/>
            <p:nvPr/>
          </p:nvSpPr>
          <p:spPr>
            <a:xfrm>
              <a:off x="10938241" y="-8467"/>
              <a:ext cx="1249919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Isosceles Triangle 30"/>
            <p:cNvSpPr/>
            <p:nvPr/>
          </p:nvSpPr>
          <p:spPr>
            <a:xfrm>
              <a:off x="10371840" y="3590380"/>
              <a:ext cx="1816320" cy="32676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Isosceles Triangle 18"/>
            <p:cNvSpPr/>
            <p:nvPr/>
          </p:nvSpPr>
          <p:spPr>
            <a:xfrm rot="10800000">
              <a:off x="0" y="174"/>
              <a:ext cx="842881" cy="5665411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6077" y="2650553"/>
            <a:ext cx="6421881" cy="1814743"/>
          </a:xfrm>
        </p:spPr>
        <p:txBody>
          <a:bodyPr>
            <a:noAutofit/>
          </a:bodyPr>
          <a:lstStyle>
            <a:lvl1pPr algn="r">
              <a:defRPr sz="3968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6077" y="4465295"/>
            <a:ext cx="6421881" cy="1209128"/>
          </a:xfrm>
        </p:spPr>
        <p:txBody>
          <a:bodyPr anchor="ctr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75E0BD23-FAB0-42D2-8306-727EF5D3819B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8948242C-0D6E-4746-8241-3771CCDB5B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098821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968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AED95AB1-AB4A-42F5-A69A-7CCB9C31B4C7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smtClean="0">
                <a:latin typeface="+mn-lt"/>
                <a:ea typeface="Droid Sans Fallback" charset="-122"/>
              </a:defRPr>
            </a:lvl1pPr>
          </a:lstStyle>
          <a:p>
            <a:pPr>
              <a:defRPr/>
            </a:pPr>
            <a:fld id="{77607AEE-F02C-4BC1-9C67-CCC4F5BBE34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541968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2977208"/>
            <a:ext cx="7107922" cy="2013467"/>
          </a:xfrm>
        </p:spPr>
        <p:txBody>
          <a:bodyPr/>
          <a:lstStyle>
            <a:lvl1pPr algn="l">
              <a:defRPr sz="4409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948432"/>
          </a:xfrm>
        </p:spPr>
        <p:txBody>
          <a:bodyPr anchor="ctr"/>
          <a:lstStyle>
            <a:lvl1pPr marL="0" indent="0" algn="l">
              <a:buNone/>
              <a:defRPr sz="220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EF3E79AB-9862-4D1B-A143-61497515212A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1B6BEB32-374F-4AF3-832E-2845D41A20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28361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0036" y="2381649"/>
            <a:ext cx="3459456" cy="427783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08503" y="2381651"/>
            <a:ext cx="3459456" cy="427783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B75B8C52-151C-4BF5-B67D-118BC9C8CE2B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82985663-ED74-451F-AF1A-6656DEB537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92937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8722" y="2382084"/>
            <a:ext cx="3460769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8722" y="3017307"/>
            <a:ext cx="3460769" cy="36421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07192" y="2382084"/>
            <a:ext cx="3460765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07193" y="3017307"/>
            <a:ext cx="3460764" cy="36421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EF97E1AD-99F2-4F56-8BC7-6BD0F93DFD12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995C295A-9FF4-4860-9151-C764372241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10707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671971"/>
            <a:ext cx="7107922" cy="14559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FCD58F25-DF87-4BE4-A2C6-EA7A7B6BF7DF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9432E27A-85D9-4CAE-B5E5-1A2E89F8AE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515519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33FFAD2B-E0DE-487D-A1E7-33B79C092467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A09325C1-8BBA-4B73-A2AB-DECA706CB4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286654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1651933"/>
            <a:ext cx="3187012" cy="1409272"/>
          </a:xfrm>
        </p:spPr>
        <p:txBody>
          <a:bodyPr anchor="b"/>
          <a:lstStyle>
            <a:lvl1pPr>
              <a:defRPr sz="220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6059" y="567610"/>
            <a:ext cx="3731899" cy="60918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036" y="3061205"/>
            <a:ext cx="3187012" cy="2848876"/>
          </a:xfrm>
        </p:spPr>
        <p:txBody>
          <a:bodyPr/>
          <a:lstStyle>
            <a:lvl1pPr marL="0" indent="0">
              <a:buNone/>
              <a:defRPr sz="1543"/>
            </a:lvl1pPr>
            <a:lvl2pPr marL="503821" indent="0">
              <a:buNone/>
              <a:defRPr sz="1543"/>
            </a:lvl2pPr>
            <a:lvl3pPr marL="1007641" indent="0">
              <a:buNone/>
              <a:defRPr sz="1323"/>
            </a:lvl3pPr>
            <a:lvl4pPr marL="1511462" indent="0">
              <a:buNone/>
              <a:defRPr sz="1102"/>
            </a:lvl4pPr>
            <a:lvl5pPr marL="2015281" indent="0">
              <a:buNone/>
              <a:defRPr sz="1102"/>
            </a:lvl5pPr>
            <a:lvl6pPr marL="2519102" indent="0">
              <a:buNone/>
              <a:defRPr sz="1102"/>
            </a:lvl6pPr>
            <a:lvl7pPr marL="3022922" indent="0">
              <a:buNone/>
              <a:defRPr sz="1102"/>
            </a:lvl7pPr>
            <a:lvl8pPr marL="3526743" indent="0">
              <a:buNone/>
              <a:defRPr sz="1102"/>
            </a:lvl8pPr>
            <a:lvl9pPr marL="4030563" indent="0">
              <a:buNone/>
              <a:defRPr sz="110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98A788FD-941A-4E22-961C-82E49841A124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74AC8E50-EE8B-4635-AC54-B123B1344D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372099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5291772"/>
            <a:ext cx="7107921" cy="624724"/>
          </a:xfrm>
        </p:spPr>
        <p:txBody>
          <a:bodyPr anchor="b"/>
          <a:lstStyle>
            <a:lvl1pPr algn="l">
              <a:defRPr sz="2646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0036" y="671971"/>
            <a:ext cx="7107922" cy="4239192"/>
          </a:xfrm>
        </p:spPr>
        <p:txBody>
          <a:bodyPr anchor="t"/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036" y="5916496"/>
            <a:ext cx="7107921" cy="742987"/>
          </a:xfrm>
        </p:spPr>
        <p:txBody>
          <a:bodyPr/>
          <a:lstStyle>
            <a:lvl1pPr marL="0" indent="0">
              <a:buNone/>
              <a:defRPr sz="132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0E437723-80D8-4143-9E4E-427C657730D4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5CCB51CC-1DE5-4641-9558-5D2DFA3E33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201101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671971"/>
            <a:ext cx="7107922" cy="3751839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27788"/>
            <a:ext cx="7107922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4B3F3EF5-37EE-492F-A9AA-5E957A152C8A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D631CC49-0E18-4E57-86B0-C4BBC867E9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276358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9"/>
          <p:cNvSpPr txBox="1"/>
          <p:nvPr/>
        </p:nvSpPr>
        <p:spPr>
          <a:xfrm>
            <a:off x="447675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6" name="TextBox 21"/>
          <p:cNvSpPr txBox="1"/>
          <p:nvPr/>
        </p:nvSpPr>
        <p:spPr>
          <a:xfrm>
            <a:off x="7353300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”</a:t>
            </a:r>
            <a:endParaRPr lang="en-US" dirty="0">
              <a:solidFill>
                <a:srgbClr val="4F81BD">
                  <a:lumMod val="60000"/>
                  <a:lumOff val="40000"/>
                </a:srgbClr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48" y="671971"/>
            <a:ext cx="6692416" cy="3331857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29555" y="4003828"/>
            <a:ext cx="5973402" cy="419982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76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27788"/>
            <a:ext cx="7107922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46028CDB-859A-430A-BE98-68C42F647CA7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6B69EE84-0F2F-406A-8A6C-1261A0D6DA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725698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2129659"/>
            <a:ext cx="7107922" cy="2861014"/>
          </a:xfrm>
        </p:spPr>
        <p:txBody>
          <a:bodyPr anchor="b"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 anchor="t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5220D4B6-AC3E-45C3-9B09-BA49AB221407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46398BD3-BAD2-461B-B796-37AF27617F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795921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3"/>
          <p:cNvSpPr txBox="1"/>
          <p:nvPr/>
        </p:nvSpPr>
        <p:spPr>
          <a:xfrm>
            <a:off x="447675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6" name="TextBox 24"/>
          <p:cNvSpPr txBox="1"/>
          <p:nvPr/>
        </p:nvSpPr>
        <p:spPr>
          <a:xfrm>
            <a:off x="7353300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48" y="671971"/>
            <a:ext cx="6692416" cy="3331857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034" y="4423810"/>
            <a:ext cx="7107923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 anchor="t"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B9DCA523-A3CC-4BE0-9F20-D62E454A8481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92D076A2-B3D9-42EE-ABEE-7E88BA505E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588961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035" y="671971"/>
            <a:ext cx="7100923" cy="3331857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034" y="4423810"/>
            <a:ext cx="7107923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accent1"/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 anchor="t"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525C0E81-D8E9-4ABE-B99C-5A54D5F0353A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89CE4916-715E-4C8D-82FD-8126491040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703719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6913C8D2-0B06-485F-90DC-82FDE9A6FD2A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74B24E1A-0BC4-4ABB-9DAC-C077C728DF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765762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7856" y="671972"/>
            <a:ext cx="1078791" cy="578875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0037" y="671971"/>
            <a:ext cx="5837494" cy="57887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58EF71F6-1193-4209-8B77-4D90C7891645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590B9A4C-F380-46C2-AC8A-FC99E785A7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172664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-9525"/>
            <a:ext cx="10080625" cy="7569200"/>
            <a:chOff x="0" y="-8467"/>
            <a:chExt cx="12192000" cy="6866467"/>
          </a:xfrm>
        </p:grpSpPr>
        <p:cxnSp>
          <p:nvCxnSpPr>
            <p:cNvPr id="5" name="Straight Connector 31"/>
            <p:cNvCxnSpPr/>
            <p:nvPr/>
          </p:nvCxnSpPr>
          <p:spPr>
            <a:xfrm>
              <a:off x="9371521" y="174"/>
              <a:ext cx="1219199" cy="6857826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20"/>
            <p:cNvCxnSpPr/>
            <p:nvPr/>
          </p:nvCxnSpPr>
          <p:spPr>
            <a:xfrm flipH="1">
              <a:off x="7424641" y="3681107"/>
              <a:ext cx="4763519" cy="3176893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23"/>
            <p:cNvSpPr/>
            <p:nvPr/>
          </p:nvSpPr>
          <p:spPr>
            <a:xfrm>
              <a:off x="9181440" y="-8467"/>
              <a:ext cx="3006720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25"/>
            <p:cNvSpPr/>
            <p:nvPr/>
          </p:nvSpPr>
          <p:spPr>
            <a:xfrm>
              <a:off x="9603840" y="-8467"/>
              <a:ext cx="2588160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Isosceles Triangle 26"/>
            <p:cNvSpPr/>
            <p:nvPr/>
          </p:nvSpPr>
          <p:spPr>
            <a:xfrm>
              <a:off x="8931840" y="3047456"/>
              <a:ext cx="3260160" cy="3810544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27"/>
            <p:cNvSpPr/>
            <p:nvPr/>
          </p:nvSpPr>
          <p:spPr>
            <a:xfrm>
              <a:off x="9335040" y="-8467"/>
              <a:ext cx="2853120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28"/>
            <p:cNvSpPr/>
            <p:nvPr/>
          </p:nvSpPr>
          <p:spPr>
            <a:xfrm>
              <a:off x="10897920" y="-8467"/>
              <a:ext cx="1290240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Rectangle 29"/>
            <p:cNvSpPr/>
            <p:nvPr/>
          </p:nvSpPr>
          <p:spPr>
            <a:xfrm>
              <a:off x="10938241" y="-8467"/>
              <a:ext cx="1249919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Isosceles Triangle 30"/>
            <p:cNvSpPr/>
            <p:nvPr/>
          </p:nvSpPr>
          <p:spPr>
            <a:xfrm>
              <a:off x="10371840" y="3590380"/>
              <a:ext cx="1816320" cy="32676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Isosceles Triangle 18"/>
            <p:cNvSpPr/>
            <p:nvPr/>
          </p:nvSpPr>
          <p:spPr>
            <a:xfrm rot="10800000">
              <a:off x="0" y="174"/>
              <a:ext cx="842881" cy="5665411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6077" y="2650553"/>
            <a:ext cx="6421881" cy="1814743"/>
          </a:xfrm>
        </p:spPr>
        <p:txBody>
          <a:bodyPr>
            <a:noAutofit/>
          </a:bodyPr>
          <a:lstStyle>
            <a:lvl1pPr algn="r">
              <a:defRPr sz="3968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6077" y="4465295"/>
            <a:ext cx="6421881" cy="1209128"/>
          </a:xfrm>
        </p:spPr>
        <p:txBody>
          <a:bodyPr anchor="ctr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6F5BAFC5-94BC-46EA-BFFA-30C61D6E707B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51C2D795-F9C2-475E-ACD4-21D1DC60EA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143623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968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A127C162-A891-4E7A-B1FA-49C7C47B06A3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smtClean="0">
                <a:latin typeface="+mn-lt"/>
                <a:ea typeface="Droid Sans Fallback" charset="-122"/>
              </a:defRPr>
            </a:lvl1pPr>
          </a:lstStyle>
          <a:p>
            <a:pPr>
              <a:defRPr/>
            </a:pPr>
            <a:fld id="{6999298B-277D-44BF-8305-93D26272526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680783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2977208"/>
            <a:ext cx="7107922" cy="2013467"/>
          </a:xfrm>
        </p:spPr>
        <p:txBody>
          <a:bodyPr/>
          <a:lstStyle>
            <a:lvl1pPr algn="l">
              <a:defRPr sz="4409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948432"/>
          </a:xfrm>
        </p:spPr>
        <p:txBody>
          <a:bodyPr anchor="ctr"/>
          <a:lstStyle>
            <a:lvl1pPr marL="0" indent="0" algn="l">
              <a:buNone/>
              <a:defRPr sz="220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8997F930-BF75-48DC-927A-5DD4E1CF1ACF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E0A331A1-264B-450F-A903-AFD083447D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206686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0036" y="2381649"/>
            <a:ext cx="3459456" cy="427783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08503" y="2381651"/>
            <a:ext cx="3459456" cy="427783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C7BBFDCA-6BAF-4C37-812C-F41EC254FB7D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7E171BA7-102C-4BA8-B2BE-839BD4E02D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829921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8722" y="2382084"/>
            <a:ext cx="3460769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8722" y="3017307"/>
            <a:ext cx="3460769" cy="36421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07192" y="2382084"/>
            <a:ext cx="3460765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07193" y="3017307"/>
            <a:ext cx="3460764" cy="36421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48ED7493-40E3-4840-88B3-3927C504B4C0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4B7E28AD-FEE0-4BC6-BE53-CAB795E83C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610173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671971"/>
            <a:ext cx="7107922" cy="14559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C4A49051-BC36-4F4D-BBCB-57BA06D6262D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5E7B70F6-6F14-4557-9D25-E03E7CBC2F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012528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F074EF2E-58AE-48BE-9F4C-E93554FDE35E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19927147-A147-4701-9804-2466E2DCA3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71159"/>
      </p:ext>
    </p:extLst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1651933"/>
            <a:ext cx="3187012" cy="1409272"/>
          </a:xfrm>
        </p:spPr>
        <p:txBody>
          <a:bodyPr anchor="b"/>
          <a:lstStyle>
            <a:lvl1pPr>
              <a:defRPr sz="220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6059" y="567610"/>
            <a:ext cx="3731899" cy="60918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036" y="3061205"/>
            <a:ext cx="3187012" cy="2848876"/>
          </a:xfrm>
        </p:spPr>
        <p:txBody>
          <a:bodyPr/>
          <a:lstStyle>
            <a:lvl1pPr marL="0" indent="0">
              <a:buNone/>
              <a:defRPr sz="1543"/>
            </a:lvl1pPr>
            <a:lvl2pPr marL="503821" indent="0">
              <a:buNone/>
              <a:defRPr sz="1543"/>
            </a:lvl2pPr>
            <a:lvl3pPr marL="1007641" indent="0">
              <a:buNone/>
              <a:defRPr sz="1323"/>
            </a:lvl3pPr>
            <a:lvl4pPr marL="1511462" indent="0">
              <a:buNone/>
              <a:defRPr sz="1102"/>
            </a:lvl4pPr>
            <a:lvl5pPr marL="2015281" indent="0">
              <a:buNone/>
              <a:defRPr sz="1102"/>
            </a:lvl5pPr>
            <a:lvl6pPr marL="2519102" indent="0">
              <a:buNone/>
              <a:defRPr sz="1102"/>
            </a:lvl6pPr>
            <a:lvl7pPr marL="3022922" indent="0">
              <a:buNone/>
              <a:defRPr sz="1102"/>
            </a:lvl7pPr>
            <a:lvl8pPr marL="3526743" indent="0">
              <a:buNone/>
              <a:defRPr sz="1102"/>
            </a:lvl8pPr>
            <a:lvl9pPr marL="4030563" indent="0">
              <a:buNone/>
              <a:defRPr sz="110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20834BD8-C03D-48B0-A4DE-6B2A7851C218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81C1EDD6-8D5F-41C0-9C90-3B13B77BDC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479837"/>
      </p:ext>
    </p:extLst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5291772"/>
            <a:ext cx="7107921" cy="624724"/>
          </a:xfrm>
        </p:spPr>
        <p:txBody>
          <a:bodyPr anchor="b"/>
          <a:lstStyle>
            <a:lvl1pPr algn="l">
              <a:defRPr sz="2646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0036" y="671971"/>
            <a:ext cx="7107922" cy="4239192"/>
          </a:xfrm>
        </p:spPr>
        <p:txBody>
          <a:bodyPr anchor="t"/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036" y="5916496"/>
            <a:ext cx="7107921" cy="742987"/>
          </a:xfrm>
        </p:spPr>
        <p:txBody>
          <a:bodyPr/>
          <a:lstStyle>
            <a:lvl1pPr marL="0" indent="0">
              <a:buNone/>
              <a:defRPr sz="132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A7D89454-2938-49A5-BC25-465A3944A8F0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68CB2638-017B-486F-98DF-6291BAA80B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225332"/>
      </p:ext>
    </p:extLst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671971"/>
            <a:ext cx="7107922" cy="3751839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27788"/>
            <a:ext cx="7107922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486D3ABE-E34E-4202-994B-D78C56DB8E7A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21E0EDB3-5481-462F-BE2F-F7D010A8E9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057456"/>
      </p:ext>
    </p:extLst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9"/>
          <p:cNvSpPr txBox="1"/>
          <p:nvPr/>
        </p:nvSpPr>
        <p:spPr>
          <a:xfrm>
            <a:off x="447675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6" name="TextBox 21"/>
          <p:cNvSpPr txBox="1"/>
          <p:nvPr/>
        </p:nvSpPr>
        <p:spPr>
          <a:xfrm>
            <a:off x="7353300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”</a:t>
            </a:r>
            <a:endParaRPr lang="en-US" dirty="0">
              <a:solidFill>
                <a:srgbClr val="4F81BD">
                  <a:lumMod val="60000"/>
                  <a:lumOff val="40000"/>
                </a:srgbClr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48" y="671971"/>
            <a:ext cx="6692416" cy="3331857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29555" y="4003828"/>
            <a:ext cx="5973402" cy="419982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76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27788"/>
            <a:ext cx="7107922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889B83A1-08A1-4995-81D3-31822F48E01D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E336EFCE-3F7D-4BD9-95B7-A2D631DAA9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039242"/>
      </p:ext>
    </p:extLst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2129659"/>
            <a:ext cx="7107922" cy="2861014"/>
          </a:xfrm>
        </p:spPr>
        <p:txBody>
          <a:bodyPr anchor="b"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 anchor="t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46C2275E-061C-429F-86C0-E974DC3FD5AD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D507400B-7D60-4A8B-AC79-813F01B884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74944"/>
      </p:ext>
    </p:extLst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3"/>
          <p:cNvSpPr txBox="1"/>
          <p:nvPr/>
        </p:nvSpPr>
        <p:spPr>
          <a:xfrm>
            <a:off x="447675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6" name="TextBox 24"/>
          <p:cNvSpPr txBox="1"/>
          <p:nvPr/>
        </p:nvSpPr>
        <p:spPr>
          <a:xfrm>
            <a:off x="7353300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48" y="671971"/>
            <a:ext cx="6692416" cy="3331857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034" y="4423810"/>
            <a:ext cx="7107923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 anchor="t"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D17EBDE7-9FFB-4885-A306-304F3E36DCA7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041C4D0B-DE4C-49C3-A87B-AE3E3570F4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703919"/>
      </p:ext>
    </p:extLst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035" y="671971"/>
            <a:ext cx="7100923" cy="3331857"/>
          </a:xfrm>
        </p:spPr>
        <p:txBody>
          <a:bodyPr/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034" y="4423810"/>
            <a:ext cx="7107923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accent1"/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 anchor="t"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EBB9C6AF-8D07-4496-90B8-5D949B9FF750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C7EF7683-7307-4481-94B8-E1F6C5BDE1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489551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16B1C43E-4675-4CB1-9686-70AAEBE5C01F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52147ED3-6C10-4D30-A73A-7FD5759FE3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143325"/>
      </p:ext>
    </p:extLst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7856" y="671972"/>
            <a:ext cx="1078791" cy="578875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0037" y="671971"/>
            <a:ext cx="5837494" cy="57887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fld id="{CC5D5108-9FE3-46A7-9D13-C54E5C205A86}" type="datetime1">
              <a:rPr lang="en-US" altLang="zh-CN"/>
              <a:pPr>
                <a:defRPr/>
              </a:pPr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Droid Sans Fallback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eaLnBrk="0" fontAlgn="base" hangingPunct="0">
              <a:spcBef>
                <a:spcPct val="0"/>
              </a:spcBef>
              <a:spcAft>
                <a:spcPct val="0"/>
              </a:spcAft>
              <a:defRPr dirty="0">
                <a:ea typeface="Droid Sans Fallback" charset="-122"/>
              </a:defRPr>
            </a:lvl1pPr>
          </a:lstStyle>
          <a:p>
            <a:pPr>
              <a:defRPr/>
            </a:pPr>
            <a:fld id="{8F477B13-38C8-4538-8F3D-25A9141A9C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449014"/>
      </p:ext>
    </p:extLst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9333"/>
            <a:ext cx="10080625" cy="7569008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6077" y="2650553"/>
            <a:ext cx="6421881" cy="1814743"/>
          </a:xfrm>
        </p:spPr>
        <p:txBody>
          <a:bodyPr anchor="ctr">
            <a:noAutofit/>
          </a:bodyPr>
          <a:lstStyle>
            <a:lvl1pPr algn="r">
              <a:defRPr sz="3968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6077" y="4465295"/>
            <a:ext cx="6421881" cy="1209128"/>
          </a:xfrm>
        </p:spPr>
        <p:txBody>
          <a:bodyPr anchor="ctr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C9DED-7116-441B-A0DF-F992E77604B5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9022365"/>
      </p:ext>
    </p:extLst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968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C20C5-5541-430E-99A8-78E4E676FFB6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D57F1E4F-1CFF-5643-939E-217C01CDF565}" type="slidenum">
              <a:rPr lang="en-US" smtClean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030801"/>
      </p:ext>
    </p:extLst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2977208"/>
            <a:ext cx="7107922" cy="2013467"/>
          </a:xfrm>
        </p:spPr>
        <p:txBody>
          <a:bodyPr anchor="ctr"/>
          <a:lstStyle>
            <a:lvl1pPr algn="l">
              <a:defRPr sz="4409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948432"/>
          </a:xfrm>
        </p:spPr>
        <p:txBody>
          <a:bodyPr anchor="ctr"/>
          <a:lstStyle>
            <a:lvl1pPr marL="0" indent="0" algn="l">
              <a:buNone/>
              <a:defRPr sz="220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51DF7-B517-4A34-B334-EDDDC558C397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64117"/>
      </p:ext>
    </p:extLst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0036" y="2381649"/>
            <a:ext cx="3459456" cy="427783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08503" y="2381651"/>
            <a:ext cx="3459456" cy="427783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2F0A-A2EE-4F7E-B069-111E4459EB83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1196481"/>
      </p:ext>
    </p:extLst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8722" y="2382084"/>
            <a:ext cx="3460769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8722" y="3017307"/>
            <a:ext cx="3460769" cy="364217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07192" y="2382084"/>
            <a:ext cx="3460765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07193" y="3017307"/>
            <a:ext cx="3460764" cy="364217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97F7A-1362-41D5-8176-78E6544A0C39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8731963"/>
      </p:ext>
    </p:extLst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671971"/>
            <a:ext cx="7107922" cy="14559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D6AC9-C91B-41F0-A54D-0045A783293D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485220"/>
      </p:ext>
    </p:extLst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6D182-882D-42BD-ABCD-288C7FEE4331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8913009"/>
      </p:ext>
    </p:extLst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1651933"/>
            <a:ext cx="3187012" cy="1409272"/>
          </a:xfrm>
        </p:spPr>
        <p:txBody>
          <a:bodyPr anchor="b">
            <a:normAutofit/>
          </a:bodyPr>
          <a:lstStyle>
            <a:lvl1pPr>
              <a:defRPr sz="220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6059" y="567610"/>
            <a:ext cx="3731899" cy="6091873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036" y="3061205"/>
            <a:ext cx="3187012" cy="2848876"/>
          </a:xfrm>
        </p:spPr>
        <p:txBody>
          <a:bodyPr>
            <a:normAutofit/>
          </a:bodyPr>
          <a:lstStyle>
            <a:lvl1pPr marL="0" indent="0">
              <a:buNone/>
              <a:defRPr sz="1543"/>
            </a:lvl1pPr>
            <a:lvl2pPr marL="503821" indent="0">
              <a:buNone/>
              <a:defRPr sz="1543"/>
            </a:lvl2pPr>
            <a:lvl3pPr marL="1007641" indent="0">
              <a:buNone/>
              <a:defRPr sz="1323"/>
            </a:lvl3pPr>
            <a:lvl4pPr marL="1511462" indent="0">
              <a:buNone/>
              <a:defRPr sz="1102"/>
            </a:lvl4pPr>
            <a:lvl5pPr marL="2015281" indent="0">
              <a:buNone/>
              <a:defRPr sz="1102"/>
            </a:lvl5pPr>
            <a:lvl6pPr marL="2519102" indent="0">
              <a:buNone/>
              <a:defRPr sz="1102"/>
            </a:lvl6pPr>
            <a:lvl7pPr marL="3022922" indent="0">
              <a:buNone/>
              <a:defRPr sz="1102"/>
            </a:lvl7pPr>
            <a:lvl8pPr marL="3526743" indent="0">
              <a:buNone/>
              <a:defRPr sz="1102"/>
            </a:lvl8pPr>
            <a:lvl9pPr marL="4030563" indent="0">
              <a:buNone/>
              <a:defRPr sz="110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6442F-5C83-46DB-AA07-F3D54F35D450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706489"/>
      </p:ext>
    </p:extLst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5291772"/>
            <a:ext cx="7107921" cy="624724"/>
          </a:xfrm>
        </p:spPr>
        <p:txBody>
          <a:bodyPr anchor="b">
            <a:normAutofit/>
          </a:bodyPr>
          <a:lstStyle>
            <a:lvl1pPr algn="l">
              <a:defRPr sz="2646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0036" y="671971"/>
            <a:ext cx="7107922" cy="4239192"/>
          </a:xfrm>
        </p:spPr>
        <p:txBody>
          <a:bodyPr anchor="t">
            <a:normAutofit/>
          </a:bodyPr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036" y="5916496"/>
            <a:ext cx="7107921" cy="742987"/>
          </a:xfrm>
        </p:spPr>
        <p:txBody>
          <a:bodyPr>
            <a:normAutofit/>
          </a:bodyPr>
          <a:lstStyle>
            <a:lvl1pPr marL="0" indent="0">
              <a:buNone/>
              <a:defRPr sz="132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53604-B7F7-4C3D-A324-B0ACF3C73506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435537"/>
      </p:ext>
    </p:extLst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671971"/>
            <a:ext cx="7107922" cy="3751839"/>
          </a:xfrm>
        </p:spPr>
        <p:txBody>
          <a:bodyPr anchor="ctr">
            <a:normAutofit/>
          </a:bodyPr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27788"/>
            <a:ext cx="7107922" cy="1731695"/>
          </a:xfrm>
        </p:spPr>
        <p:txBody>
          <a:bodyPr anchor="ctr">
            <a:normAutofit/>
          </a:bodyPr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B84DC-2974-46BE-B453-8C9BE47C97D5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0692586"/>
      </p:ext>
    </p:extLst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48" y="671971"/>
            <a:ext cx="6692416" cy="3331857"/>
          </a:xfrm>
        </p:spPr>
        <p:txBody>
          <a:bodyPr anchor="ctr">
            <a:normAutofit/>
          </a:bodyPr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29555" y="4003828"/>
            <a:ext cx="5973402" cy="419982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76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27788"/>
            <a:ext cx="7107922" cy="1731695"/>
          </a:xfrm>
        </p:spPr>
        <p:txBody>
          <a:bodyPr anchor="ctr">
            <a:normAutofit/>
          </a:bodyPr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46146-A22E-46BB-9695-B52DB1332B17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48031" y="871246"/>
            <a:ext cx="504031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2945" y="3181894"/>
            <a:ext cx="504031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”</a:t>
            </a:r>
            <a:endParaRPr lang="en-US" dirty="0">
              <a:solidFill>
                <a:srgbClr val="4F81BD">
                  <a:lumMod val="60000"/>
                  <a:lumOff val="40000"/>
                </a:srgbClr>
              </a:solidFill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5267045"/>
      </p:ext>
    </p:extLst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2129659"/>
            <a:ext cx="7107922" cy="2861014"/>
          </a:xfrm>
        </p:spPr>
        <p:txBody>
          <a:bodyPr anchor="b">
            <a:normAutofit/>
          </a:bodyPr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 anchor="t">
            <a:normAutofit/>
          </a:bodyPr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59CA-9846-45FF-98E9-141CFFE3E3E4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1282105"/>
      </p:ext>
    </p:extLst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48" y="671971"/>
            <a:ext cx="6692416" cy="3331857"/>
          </a:xfrm>
        </p:spPr>
        <p:txBody>
          <a:bodyPr anchor="ctr">
            <a:normAutofit/>
          </a:bodyPr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034" y="4423810"/>
            <a:ext cx="7107923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 anchor="t">
            <a:normAutofit/>
          </a:bodyPr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987AB-DA9E-4D3B-A3E5-2538A8970EF1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48031" y="871246"/>
            <a:ext cx="504031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2945" y="3181894"/>
            <a:ext cx="504031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73662878"/>
      </p:ext>
    </p:extLst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035" y="671971"/>
            <a:ext cx="7100923" cy="3331857"/>
          </a:xfrm>
        </p:spPr>
        <p:txBody>
          <a:bodyPr anchor="ctr">
            <a:normAutofit/>
          </a:bodyPr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034" y="4423810"/>
            <a:ext cx="7107923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accent1"/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 anchor="t">
            <a:normAutofit/>
          </a:bodyPr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7338C-0163-4341-B646-736093F497CE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2706422"/>
      </p:ext>
    </p:extLst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081AA-4B36-43ED-93DF-772BC41D56D4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6761281"/>
      </p:ext>
    </p:extLst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7856" y="671972"/>
            <a:ext cx="1078791" cy="5788752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0037" y="671971"/>
            <a:ext cx="5837494" cy="57887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D2DBD-725E-4A4D-92BC-5A958102AA5E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8404383"/>
      </p:ext>
    </p:extLst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9333"/>
            <a:ext cx="10080625" cy="7569008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6077" y="2650553"/>
            <a:ext cx="6421881" cy="1814743"/>
          </a:xfrm>
        </p:spPr>
        <p:txBody>
          <a:bodyPr anchor="ctr">
            <a:noAutofit/>
          </a:bodyPr>
          <a:lstStyle>
            <a:lvl1pPr algn="r">
              <a:defRPr sz="3968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6077" y="4465295"/>
            <a:ext cx="6421881" cy="1209128"/>
          </a:xfrm>
        </p:spPr>
        <p:txBody>
          <a:bodyPr anchor="ctr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C9DED-7116-441B-A0DF-F992E77604B5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8686922"/>
      </p:ext>
    </p:extLst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968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C20C5-5541-430E-99A8-78E4E676FFB6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D57F1E4F-1CFF-5643-939E-217C01CDF565}" type="slidenum">
              <a:rPr lang="en-US" smtClean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4723311"/>
      </p:ext>
    </p:extLst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2977208"/>
            <a:ext cx="7107922" cy="2013467"/>
          </a:xfrm>
        </p:spPr>
        <p:txBody>
          <a:bodyPr anchor="ctr"/>
          <a:lstStyle>
            <a:lvl1pPr algn="l">
              <a:defRPr sz="4409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948432"/>
          </a:xfrm>
        </p:spPr>
        <p:txBody>
          <a:bodyPr anchor="ctr"/>
          <a:lstStyle>
            <a:lvl1pPr marL="0" indent="0" algn="l">
              <a:buNone/>
              <a:defRPr sz="220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51DF7-B517-4A34-B334-EDDDC558C397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1108430"/>
      </p:ext>
    </p:extLst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0036" y="2381649"/>
            <a:ext cx="3459456" cy="427783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08503" y="2381651"/>
            <a:ext cx="3459456" cy="427783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2F0A-A2EE-4F7E-B069-111E4459EB83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433962"/>
      </p:ext>
    </p:extLst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8722" y="2382084"/>
            <a:ext cx="3460769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8722" y="3017307"/>
            <a:ext cx="3460769" cy="364217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07192" y="2382084"/>
            <a:ext cx="3460765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07193" y="3017307"/>
            <a:ext cx="3460764" cy="364217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97F7A-1362-41D5-8176-78E6544A0C39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6518083"/>
      </p:ext>
    </p:extLst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671971"/>
            <a:ext cx="7107922" cy="14559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D6AC9-C91B-41F0-A54D-0045A783293D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1707688"/>
      </p:ext>
    </p:extLst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6D182-882D-42BD-ABCD-288C7FEE4331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046742"/>
      </p:ext>
    </p:extLst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1651933"/>
            <a:ext cx="3187012" cy="1409272"/>
          </a:xfrm>
        </p:spPr>
        <p:txBody>
          <a:bodyPr anchor="b">
            <a:normAutofit/>
          </a:bodyPr>
          <a:lstStyle>
            <a:lvl1pPr>
              <a:defRPr sz="220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6059" y="567610"/>
            <a:ext cx="3731899" cy="6091873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036" y="3061205"/>
            <a:ext cx="3187012" cy="2848876"/>
          </a:xfrm>
        </p:spPr>
        <p:txBody>
          <a:bodyPr>
            <a:normAutofit/>
          </a:bodyPr>
          <a:lstStyle>
            <a:lvl1pPr marL="0" indent="0">
              <a:buNone/>
              <a:defRPr sz="1543"/>
            </a:lvl1pPr>
            <a:lvl2pPr marL="503821" indent="0">
              <a:buNone/>
              <a:defRPr sz="1543"/>
            </a:lvl2pPr>
            <a:lvl3pPr marL="1007641" indent="0">
              <a:buNone/>
              <a:defRPr sz="1323"/>
            </a:lvl3pPr>
            <a:lvl4pPr marL="1511462" indent="0">
              <a:buNone/>
              <a:defRPr sz="1102"/>
            </a:lvl4pPr>
            <a:lvl5pPr marL="2015281" indent="0">
              <a:buNone/>
              <a:defRPr sz="1102"/>
            </a:lvl5pPr>
            <a:lvl6pPr marL="2519102" indent="0">
              <a:buNone/>
              <a:defRPr sz="1102"/>
            </a:lvl6pPr>
            <a:lvl7pPr marL="3022922" indent="0">
              <a:buNone/>
              <a:defRPr sz="1102"/>
            </a:lvl7pPr>
            <a:lvl8pPr marL="3526743" indent="0">
              <a:buNone/>
              <a:defRPr sz="1102"/>
            </a:lvl8pPr>
            <a:lvl9pPr marL="4030563" indent="0">
              <a:buNone/>
              <a:defRPr sz="110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6442F-5C83-46DB-AA07-F3D54F35D450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658131"/>
      </p:ext>
    </p:extLst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5291772"/>
            <a:ext cx="7107921" cy="624724"/>
          </a:xfrm>
        </p:spPr>
        <p:txBody>
          <a:bodyPr anchor="b">
            <a:normAutofit/>
          </a:bodyPr>
          <a:lstStyle>
            <a:lvl1pPr algn="l">
              <a:defRPr sz="2646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0036" y="671971"/>
            <a:ext cx="7107922" cy="4239192"/>
          </a:xfrm>
        </p:spPr>
        <p:txBody>
          <a:bodyPr anchor="t">
            <a:normAutofit/>
          </a:bodyPr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036" y="5916496"/>
            <a:ext cx="7107921" cy="742987"/>
          </a:xfrm>
        </p:spPr>
        <p:txBody>
          <a:bodyPr>
            <a:normAutofit/>
          </a:bodyPr>
          <a:lstStyle>
            <a:lvl1pPr marL="0" indent="0">
              <a:buNone/>
              <a:defRPr sz="132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53604-B7F7-4C3D-A324-B0ACF3C73506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192145"/>
      </p:ext>
    </p:extLst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671971"/>
            <a:ext cx="7107922" cy="3751839"/>
          </a:xfrm>
        </p:spPr>
        <p:txBody>
          <a:bodyPr anchor="ctr">
            <a:normAutofit/>
          </a:bodyPr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27788"/>
            <a:ext cx="7107922" cy="1731695"/>
          </a:xfrm>
        </p:spPr>
        <p:txBody>
          <a:bodyPr anchor="ctr">
            <a:normAutofit/>
          </a:bodyPr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B84DC-2974-46BE-B453-8C9BE47C97D5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3491477"/>
      </p:ext>
    </p:extLst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48" y="671971"/>
            <a:ext cx="6692416" cy="3331857"/>
          </a:xfrm>
        </p:spPr>
        <p:txBody>
          <a:bodyPr anchor="ctr">
            <a:normAutofit/>
          </a:bodyPr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29555" y="4003828"/>
            <a:ext cx="5973402" cy="419982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76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27788"/>
            <a:ext cx="7107922" cy="1731695"/>
          </a:xfrm>
        </p:spPr>
        <p:txBody>
          <a:bodyPr anchor="ctr">
            <a:normAutofit/>
          </a:bodyPr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46146-A22E-46BB-9695-B52DB1332B17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48031" y="871246"/>
            <a:ext cx="504031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2945" y="3181894"/>
            <a:ext cx="504031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”</a:t>
            </a:r>
            <a:endParaRPr lang="en-US" dirty="0">
              <a:solidFill>
                <a:srgbClr val="4F81BD">
                  <a:lumMod val="60000"/>
                  <a:lumOff val="40000"/>
                </a:srgbClr>
              </a:solidFill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2420272"/>
      </p:ext>
    </p:extLst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2129659"/>
            <a:ext cx="7107922" cy="2861014"/>
          </a:xfrm>
        </p:spPr>
        <p:txBody>
          <a:bodyPr anchor="b">
            <a:normAutofit/>
          </a:bodyPr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 anchor="t">
            <a:normAutofit/>
          </a:bodyPr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59CA-9846-45FF-98E9-141CFFE3E3E4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6524701"/>
      </p:ext>
    </p:extLst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48" y="671971"/>
            <a:ext cx="6692416" cy="3331857"/>
          </a:xfrm>
        </p:spPr>
        <p:txBody>
          <a:bodyPr anchor="ctr">
            <a:normAutofit/>
          </a:bodyPr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034" y="4423810"/>
            <a:ext cx="7107923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 anchor="t">
            <a:normAutofit/>
          </a:bodyPr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987AB-DA9E-4D3B-A3E5-2538A8970EF1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48031" y="871246"/>
            <a:ext cx="504031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2945" y="3181894"/>
            <a:ext cx="504031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78971992"/>
      </p:ext>
    </p:extLst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035" y="671971"/>
            <a:ext cx="7100923" cy="3331857"/>
          </a:xfrm>
        </p:spPr>
        <p:txBody>
          <a:bodyPr anchor="ctr">
            <a:normAutofit/>
          </a:bodyPr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034" y="4423810"/>
            <a:ext cx="7107923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accent1"/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 anchor="t">
            <a:normAutofit/>
          </a:bodyPr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7338C-0163-4341-B646-736093F497CE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390892"/>
      </p:ext>
    </p:extLst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081AA-4B36-43ED-93DF-772BC41D56D4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5179895"/>
      </p:ext>
    </p:extLst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7856" y="671972"/>
            <a:ext cx="1078791" cy="5788752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0037" y="671971"/>
            <a:ext cx="5837494" cy="57887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D2DBD-725E-4A4D-92BC-5A958102AA5E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9248511"/>
      </p:ext>
    </p:extLst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9333"/>
            <a:ext cx="10080625" cy="7569008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6077" y="2650553"/>
            <a:ext cx="6421881" cy="1814743"/>
          </a:xfrm>
        </p:spPr>
        <p:txBody>
          <a:bodyPr anchor="ctr">
            <a:noAutofit/>
          </a:bodyPr>
          <a:lstStyle>
            <a:lvl1pPr algn="r">
              <a:defRPr sz="3968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6077" y="4465295"/>
            <a:ext cx="6421881" cy="1209128"/>
          </a:xfrm>
        </p:spPr>
        <p:txBody>
          <a:bodyPr anchor="ctr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C9DED-7116-441B-A0DF-F992E77604B5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36707"/>
      </p:ext>
    </p:extLst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968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C20C5-5541-430E-99A8-78E4E676FFB6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D57F1E4F-1CFF-5643-939E-217C01CDF565}" type="slidenum">
              <a:rPr lang="en-US" smtClean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689892"/>
      </p:ext>
    </p:extLst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2977208"/>
            <a:ext cx="7107922" cy="2013467"/>
          </a:xfrm>
        </p:spPr>
        <p:txBody>
          <a:bodyPr anchor="ctr"/>
          <a:lstStyle>
            <a:lvl1pPr algn="l">
              <a:defRPr sz="4409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948432"/>
          </a:xfrm>
        </p:spPr>
        <p:txBody>
          <a:bodyPr anchor="ctr"/>
          <a:lstStyle>
            <a:lvl1pPr marL="0" indent="0" algn="l">
              <a:buNone/>
              <a:defRPr sz="220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51DF7-B517-4A34-B334-EDDDC558C397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2293232"/>
      </p:ext>
    </p:extLst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0036" y="2381649"/>
            <a:ext cx="3459456" cy="427783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08503" y="2381651"/>
            <a:ext cx="3459456" cy="427783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2F0A-A2EE-4F7E-B069-111E4459EB83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7572246"/>
      </p:ext>
    </p:extLst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8722" y="2382084"/>
            <a:ext cx="3460769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8722" y="3017307"/>
            <a:ext cx="3460769" cy="364217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07192" y="2382084"/>
            <a:ext cx="3460765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07193" y="3017307"/>
            <a:ext cx="3460764" cy="364217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97F7A-1362-41D5-8176-78E6544A0C39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026259"/>
      </p:ext>
    </p:extLst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671971"/>
            <a:ext cx="7107922" cy="14559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D6AC9-C91B-41F0-A54D-0045A783293D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6213447"/>
      </p:ext>
    </p:extLst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6D182-882D-42BD-ABCD-288C7FEE4331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9636798"/>
      </p:ext>
    </p:extLst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1651933"/>
            <a:ext cx="3187012" cy="1409272"/>
          </a:xfrm>
        </p:spPr>
        <p:txBody>
          <a:bodyPr anchor="b">
            <a:normAutofit/>
          </a:bodyPr>
          <a:lstStyle>
            <a:lvl1pPr>
              <a:defRPr sz="220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6059" y="567610"/>
            <a:ext cx="3731899" cy="6091873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036" y="3061205"/>
            <a:ext cx="3187012" cy="2848876"/>
          </a:xfrm>
        </p:spPr>
        <p:txBody>
          <a:bodyPr>
            <a:normAutofit/>
          </a:bodyPr>
          <a:lstStyle>
            <a:lvl1pPr marL="0" indent="0">
              <a:buNone/>
              <a:defRPr sz="1543"/>
            </a:lvl1pPr>
            <a:lvl2pPr marL="503821" indent="0">
              <a:buNone/>
              <a:defRPr sz="1543"/>
            </a:lvl2pPr>
            <a:lvl3pPr marL="1007641" indent="0">
              <a:buNone/>
              <a:defRPr sz="1323"/>
            </a:lvl3pPr>
            <a:lvl4pPr marL="1511462" indent="0">
              <a:buNone/>
              <a:defRPr sz="1102"/>
            </a:lvl4pPr>
            <a:lvl5pPr marL="2015281" indent="0">
              <a:buNone/>
              <a:defRPr sz="1102"/>
            </a:lvl5pPr>
            <a:lvl6pPr marL="2519102" indent="0">
              <a:buNone/>
              <a:defRPr sz="1102"/>
            </a:lvl6pPr>
            <a:lvl7pPr marL="3022922" indent="0">
              <a:buNone/>
              <a:defRPr sz="1102"/>
            </a:lvl7pPr>
            <a:lvl8pPr marL="3526743" indent="0">
              <a:buNone/>
              <a:defRPr sz="1102"/>
            </a:lvl8pPr>
            <a:lvl9pPr marL="4030563" indent="0">
              <a:buNone/>
              <a:defRPr sz="110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6442F-5C83-46DB-AA07-F3D54F35D450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3972504"/>
      </p:ext>
    </p:extLst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5291772"/>
            <a:ext cx="7107921" cy="624724"/>
          </a:xfrm>
        </p:spPr>
        <p:txBody>
          <a:bodyPr anchor="b">
            <a:normAutofit/>
          </a:bodyPr>
          <a:lstStyle>
            <a:lvl1pPr algn="l">
              <a:defRPr sz="2646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0036" y="671971"/>
            <a:ext cx="7107922" cy="4239192"/>
          </a:xfrm>
        </p:spPr>
        <p:txBody>
          <a:bodyPr anchor="t">
            <a:normAutofit/>
          </a:bodyPr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036" y="5916496"/>
            <a:ext cx="7107921" cy="742987"/>
          </a:xfrm>
        </p:spPr>
        <p:txBody>
          <a:bodyPr>
            <a:normAutofit/>
          </a:bodyPr>
          <a:lstStyle>
            <a:lvl1pPr marL="0" indent="0">
              <a:buNone/>
              <a:defRPr sz="132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53604-B7F7-4C3D-A324-B0ACF3C73506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0556750"/>
      </p:ext>
    </p:extLst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671971"/>
            <a:ext cx="7107922" cy="3751839"/>
          </a:xfrm>
        </p:spPr>
        <p:txBody>
          <a:bodyPr anchor="ctr">
            <a:normAutofit/>
          </a:bodyPr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27788"/>
            <a:ext cx="7107922" cy="1731695"/>
          </a:xfrm>
        </p:spPr>
        <p:txBody>
          <a:bodyPr anchor="ctr">
            <a:normAutofit/>
          </a:bodyPr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B84DC-2974-46BE-B453-8C9BE47C97D5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4319618"/>
      </p:ext>
    </p:extLst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48" y="671971"/>
            <a:ext cx="6692416" cy="3331857"/>
          </a:xfrm>
        </p:spPr>
        <p:txBody>
          <a:bodyPr anchor="ctr">
            <a:normAutofit/>
          </a:bodyPr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29555" y="4003828"/>
            <a:ext cx="5973402" cy="419982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76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27788"/>
            <a:ext cx="7107922" cy="1731695"/>
          </a:xfrm>
        </p:spPr>
        <p:txBody>
          <a:bodyPr anchor="ctr">
            <a:normAutofit/>
          </a:bodyPr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46146-A22E-46BB-9695-B52DB1332B17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48031" y="871246"/>
            <a:ext cx="504031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2945" y="3181894"/>
            <a:ext cx="504031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”</a:t>
            </a:r>
            <a:endParaRPr lang="en-US" dirty="0">
              <a:solidFill>
                <a:srgbClr val="4F81BD">
                  <a:lumMod val="60000"/>
                  <a:lumOff val="40000"/>
                </a:srgbClr>
              </a:solidFill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1273320"/>
      </p:ext>
    </p:extLst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2129659"/>
            <a:ext cx="7107922" cy="2861014"/>
          </a:xfrm>
        </p:spPr>
        <p:txBody>
          <a:bodyPr anchor="b">
            <a:normAutofit/>
          </a:bodyPr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 anchor="t">
            <a:normAutofit/>
          </a:bodyPr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59CA-9846-45FF-98E9-141CFFE3E3E4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645635"/>
      </p:ext>
    </p:extLst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48" y="671971"/>
            <a:ext cx="6692416" cy="3331857"/>
          </a:xfrm>
        </p:spPr>
        <p:txBody>
          <a:bodyPr anchor="ctr">
            <a:normAutofit/>
          </a:bodyPr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034" y="4423810"/>
            <a:ext cx="7107923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 anchor="t">
            <a:normAutofit/>
          </a:bodyPr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987AB-DA9E-4D3B-A3E5-2538A8970EF1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48031" y="871246"/>
            <a:ext cx="504031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2945" y="3181894"/>
            <a:ext cx="504031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34204449"/>
      </p:ext>
    </p:extLst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035" y="671971"/>
            <a:ext cx="7100923" cy="3331857"/>
          </a:xfrm>
        </p:spPr>
        <p:txBody>
          <a:bodyPr anchor="ctr">
            <a:normAutofit/>
          </a:bodyPr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034" y="4423810"/>
            <a:ext cx="7107923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accent1"/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 anchor="t">
            <a:normAutofit/>
          </a:bodyPr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7338C-0163-4341-B646-736093F497CE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1278406"/>
      </p:ext>
    </p:extLst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081AA-4B36-43ED-93DF-772BC41D56D4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7150496"/>
      </p:ext>
    </p:extLst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7856" y="671972"/>
            <a:ext cx="1078791" cy="5788752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0037" y="671971"/>
            <a:ext cx="5837494" cy="57887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D2DBD-725E-4A4D-92BC-5A958102AA5E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666455"/>
      </p:ext>
    </p:extLst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9333"/>
            <a:ext cx="10080625" cy="7569008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6077" y="2650553"/>
            <a:ext cx="6421881" cy="1814743"/>
          </a:xfrm>
        </p:spPr>
        <p:txBody>
          <a:bodyPr anchor="ctr">
            <a:noAutofit/>
          </a:bodyPr>
          <a:lstStyle>
            <a:lvl1pPr algn="r">
              <a:defRPr sz="3968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6077" y="4465295"/>
            <a:ext cx="6421881" cy="1209128"/>
          </a:xfrm>
        </p:spPr>
        <p:txBody>
          <a:bodyPr anchor="ctr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C9DED-7116-441B-A0DF-F992E77604B5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1521857"/>
      </p:ext>
    </p:extLst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968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C20C5-5541-430E-99A8-78E4E676FFB6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D57F1E4F-1CFF-5643-939E-217C01CDF565}" type="slidenum">
              <a:rPr lang="en-US" smtClean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8897079"/>
      </p:ext>
    </p:extLst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2977208"/>
            <a:ext cx="7107922" cy="2013467"/>
          </a:xfrm>
        </p:spPr>
        <p:txBody>
          <a:bodyPr anchor="ctr"/>
          <a:lstStyle>
            <a:lvl1pPr algn="l">
              <a:defRPr sz="4409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948432"/>
          </a:xfrm>
        </p:spPr>
        <p:txBody>
          <a:bodyPr anchor="ctr"/>
          <a:lstStyle>
            <a:lvl1pPr marL="0" indent="0" algn="l">
              <a:buNone/>
              <a:defRPr sz="220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51DF7-B517-4A34-B334-EDDDC558C397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1087104"/>
      </p:ext>
    </p:extLst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0036" y="2381649"/>
            <a:ext cx="3459456" cy="427783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08503" y="2381651"/>
            <a:ext cx="3459456" cy="427783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2F0A-A2EE-4F7E-B069-111E4459EB83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9009444"/>
      </p:ext>
    </p:extLst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8722" y="2382084"/>
            <a:ext cx="3460769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8722" y="3017307"/>
            <a:ext cx="3460769" cy="364217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07192" y="2382084"/>
            <a:ext cx="3460765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07193" y="3017307"/>
            <a:ext cx="3460764" cy="364217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97F7A-1362-41D5-8176-78E6544A0C39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2137581"/>
      </p:ext>
    </p:extLst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671971"/>
            <a:ext cx="7107922" cy="14559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D6AC9-C91B-41F0-A54D-0045A783293D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8796493"/>
      </p:ext>
    </p:extLst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6D182-882D-42BD-ABCD-288C7FEE4331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9149835"/>
      </p:ext>
    </p:extLst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1651933"/>
            <a:ext cx="3187012" cy="1409272"/>
          </a:xfrm>
        </p:spPr>
        <p:txBody>
          <a:bodyPr anchor="b">
            <a:normAutofit/>
          </a:bodyPr>
          <a:lstStyle>
            <a:lvl1pPr>
              <a:defRPr sz="220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6059" y="567610"/>
            <a:ext cx="3731899" cy="6091873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036" y="3061205"/>
            <a:ext cx="3187012" cy="2848876"/>
          </a:xfrm>
        </p:spPr>
        <p:txBody>
          <a:bodyPr>
            <a:normAutofit/>
          </a:bodyPr>
          <a:lstStyle>
            <a:lvl1pPr marL="0" indent="0">
              <a:buNone/>
              <a:defRPr sz="1543"/>
            </a:lvl1pPr>
            <a:lvl2pPr marL="503821" indent="0">
              <a:buNone/>
              <a:defRPr sz="1543"/>
            </a:lvl2pPr>
            <a:lvl3pPr marL="1007641" indent="0">
              <a:buNone/>
              <a:defRPr sz="1323"/>
            </a:lvl3pPr>
            <a:lvl4pPr marL="1511462" indent="0">
              <a:buNone/>
              <a:defRPr sz="1102"/>
            </a:lvl4pPr>
            <a:lvl5pPr marL="2015281" indent="0">
              <a:buNone/>
              <a:defRPr sz="1102"/>
            </a:lvl5pPr>
            <a:lvl6pPr marL="2519102" indent="0">
              <a:buNone/>
              <a:defRPr sz="1102"/>
            </a:lvl6pPr>
            <a:lvl7pPr marL="3022922" indent="0">
              <a:buNone/>
              <a:defRPr sz="1102"/>
            </a:lvl7pPr>
            <a:lvl8pPr marL="3526743" indent="0">
              <a:buNone/>
              <a:defRPr sz="1102"/>
            </a:lvl8pPr>
            <a:lvl9pPr marL="4030563" indent="0">
              <a:buNone/>
              <a:defRPr sz="110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6442F-5C83-46DB-AA07-F3D54F35D450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0196299"/>
      </p:ext>
    </p:extLst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5291772"/>
            <a:ext cx="7107921" cy="624724"/>
          </a:xfrm>
        </p:spPr>
        <p:txBody>
          <a:bodyPr anchor="b">
            <a:normAutofit/>
          </a:bodyPr>
          <a:lstStyle>
            <a:lvl1pPr algn="l">
              <a:defRPr sz="2646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0036" y="671971"/>
            <a:ext cx="7107922" cy="4239192"/>
          </a:xfrm>
        </p:spPr>
        <p:txBody>
          <a:bodyPr anchor="t">
            <a:normAutofit/>
          </a:bodyPr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036" y="5916496"/>
            <a:ext cx="7107921" cy="742987"/>
          </a:xfrm>
        </p:spPr>
        <p:txBody>
          <a:bodyPr>
            <a:normAutofit/>
          </a:bodyPr>
          <a:lstStyle>
            <a:lvl1pPr marL="0" indent="0">
              <a:buNone/>
              <a:defRPr sz="132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53604-B7F7-4C3D-A324-B0ACF3C73506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4229254"/>
      </p:ext>
    </p:extLst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671971"/>
            <a:ext cx="7107922" cy="3751839"/>
          </a:xfrm>
        </p:spPr>
        <p:txBody>
          <a:bodyPr anchor="ctr">
            <a:normAutofit/>
          </a:bodyPr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27788"/>
            <a:ext cx="7107922" cy="1731695"/>
          </a:xfrm>
        </p:spPr>
        <p:txBody>
          <a:bodyPr anchor="ctr">
            <a:normAutofit/>
          </a:bodyPr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B84DC-2974-46BE-B453-8C9BE47C97D5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9969747"/>
      </p:ext>
    </p:extLst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48" y="671971"/>
            <a:ext cx="6692416" cy="3331857"/>
          </a:xfrm>
        </p:spPr>
        <p:txBody>
          <a:bodyPr anchor="ctr">
            <a:normAutofit/>
          </a:bodyPr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29555" y="4003828"/>
            <a:ext cx="5973402" cy="419982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76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27788"/>
            <a:ext cx="7107922" cy="1731695"/>
          </a:xfrm>
        </p:spPr>
        <p:txBody>
          <a:bodyPr anchor="ctr">
            <a:normAutofit/>
          </a:bodyPr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46146-A22E-46BB-9695-B52DB1332B17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48031" y="871246"/>
            <a:ext cx="504031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2945" y="3181894"/>
            <a:ext cx="504031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”</a:t>
            </a:r>
            <a:endParaRPr lang="en-US" dirty="0">
              <a:solidFill>
                <a:srgbClr val="4F81BD">
                  <a:lumMod val="60000"/>
                  <a:lumOff val="40000"/>
                </a:srgbClr>
              </a:solidFill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2780548"/>
      </p:ext>
    </p:extLst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2129659"/>
            <a:ext cx="7107922" cy="2861014"/>
          </a:xfrm>
        </p:spPr>
        <p:txBody>
          <a:bodyPr anchor="b">
            <a:normAutofit/>
          </a:bodyPr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 anchor="t">
            <a:normAutofit/>
          </a:bodyPr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59CA-9846-45FF-98E9-141CFFE3E3E4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4354220"/>
      </p:ext>
    </p:extLst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48" y="671971"/>
            <a:ext cx="6692416" cy="3331857"/>
          </a:xfrm>
        </p:spPr>
        <p:txBody>
          <a:bodyPr anchor="ctr">
            <a:normAutofit/>
          </a:bodyPr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034" y="4423810"/>
            <a:ext cx="7107923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 anchor="t">
            <a:normAutofit/>
          </a:bodyPr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987AB-DA9E-4D3B-A3E5-2538A8970EF1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48031" y="871246"/>
            <a:ext cx="504031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2945" y="3181894"/>
            <a:ext cx="504031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78570703"/>
      </p:ext>
    </p:extLst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035" y="671971"/>
            <a:ext cx="7100923" cy="3331857"/>
          </a:xfrm>
        </p:spPr>
        <p:txBody>
          <a:bodyPr anchor="ctr">
            <a:normAutofit/>
          </a:bodyPr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034" y="4423810"/>
            <a:ext cx="7107923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accent1"/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 anchor="t">
            <a:normAutofit/>
          </a:bodyPr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7338C-0163-4341-B646-736093F497CE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9417322"/>
      </p:ext>
    </p:extLst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081AA-4B36-43ED-93DF-772BC41D56D4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0040837"/>
      </p:ext>
    </p:extLst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7856" y="671972"/>
            <a:ext cx="1078791" cy="5788752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0037" y="671971"/>
            <a:ext cx="5837494" cy="57887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D2DBD-725E-4A4D-92BC-5A958102AA5E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5986203"/>
      </p:ext>
    </p:extLst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9333"/>
            <a:ext cx="10080625" cy="7569008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6077" y="2650553"/>
            <a:ext cx="6421881" cy="1814743"/>
          </a:xfrm>
        </p:spPr>
        <p:txBody>
          <a:bodyPr anchor="ctr">
            <a:noAutofit/>
          </a:bodyPr>
          <a:lstStyle>
            <a:lvl1pPr algn="r">
              <a:defRPr sz="3968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6077" y="4465295"/>
            <a:ext cx="6421881" cy="1209128"/>
          </a:xfrm>
        </p:spPr>
        <p:txBody>
          <a:bodyPr anchor="ctr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C9DED-7116-441B-A0DF-F992E77604B5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9451362"/>
      </p:ext>
    </p:extLst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968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C20C5-5541-430E-99A8-78E4E676FFB6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D57F1E4F-1CFF-5643-939E-217C01CDF565}" type="slidenum">
              <a:rPr lang="en-US" smtClean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0698953"/>
      </p:ext>
    </p:extLst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2977208"/>
            <a:ext cx="7107922" cy="2013467"/>
          </a:xfrm>
        </p:spPr>
        <p:txBody>
          <a:bodyPr anchor="ctr"/>
          <a:lstStyle>
            <a:lvl1pPr algn="l">
              <a:defRPr sz="4409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948432"/>
          </a:xfrm>
        </p:spPr>
        <p:txBody>
          <a:bodyPr anchor="ctr"/>
          <a:lstStyle>
            <a:lvl1pPr marL="0" indent="0" algn="l">
              <a:buNone/>
              <a:defRPr sz="220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51DF7-B517-4A34-B334-EDDDC558C397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439594"/>
      </p:ext>
    </p:extLst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0036" y="2381649"/>
            <a:ext cx="3459456" cy="427783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08503" y="2381651"/>
            <a:ext cx="3459456" cy="427783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2F0A-A2EE-4F7E-B069-111E4459EB83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3646192"/>
      </p:ext>
    </p:extLst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8722" y="2382084"/>
            <a:ext cx="3460769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8722" y="3017307"/>
            <a:ext cx="3460769" cy="364217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07192" y="2382084"/>
            <a:ext cx="3460765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07193" y="3017307"/>
            <a:ext cx="3460764" cy="364217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97F7A-1362-41D5-8176-78E6544A0C39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393371"/>
      </p:ext>
    </p:extLst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671971"/>
            <a:ext cx="7107922" cy="14559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D6AC9-C91B-41F0-A54D-0045A783293D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7485195"/>
      </p:ext>
    </p:extLst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6D182-882D-42BD-ABCD-288C7FEE4331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0556833"/>
      </p:ext>
    </p:extLst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1651933"/>
            <a:ext cx="3187012" cy="1409272"/>
          </a:xfrm>
        </p:spPr>
        <p:txBody>
          <a:bodyPr anchor="b">
            <a:normAutofit/>
          </a:bodyPr>
          <a:lstStyle>
            <a:lvl1pPr>
              <a:defRPr sz="220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6059" y="567610"/>
            <a:ext cx="3731899" cy="6091873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036" y="3061205"/>
            <a:ext cx="3187012" cy="2848876"/>
          </a:xfrm>
        </p:spPr>
        <p:txBody>
          <a:bodyPr>
            <a:normAutofit/>
          </a:bodyPr>
          <a:lstStyle>
            <a:lvl1pPr marL="0" indent="0">
              <a:buNone/>
              <a:defRPr sz="1543"/>
            </a:lvl1pPr>
            <a:lvl2pPr marL="503821" indent="0">
              <a:buNone/>
              <a:defRPr sz="1543"/>
            </a:lvl2pPr>
            <a:lvl3pPr marL="1007641" indent="0">
              <a:buNone/>
              <a:defRPr sz="1323"/>
            </a:lvl3pPr>
            <a:lvl4pPr marL="1511462" indent="0">
              <a:buNone/>
              <a:defRPr sz="1102"/>
            </a:lvl4pPr>
            <a:lvl5pPr marL="2015281" indent="0">
              <a:buNone/>
              <a:defRPr sz="1102"/>
            </a:lvl5pPr>
            <a:lvl6pPr marL="2519102" indent="0">
              <a:buNone/>
              <a:defRPr sz="1102"/>
            </a:lvl6pPr>
            <a:lvl7pPr marL="3022922" indent="0">
              <a:buNone/>
              <a:defRPr sz="1102"/>
            </a:lvl7pPr>
            <a:lvl8pPr marL="3526743" indent="0">
              <a:buNone/>
              <a:defRPr sz="1102"/>
            </a:lvl8pPr>
            <a:lvl9pPr marL="4030563" indent="0">
              <a:buNone/>
              <a:defRPr sz="110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6442F-5C83-46DB-AA07-F3D54F35D450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506224"/>
      </p:ext>
    </p:extLst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5291772"/>
            <a:ext cx="7107921" cy="624724"/>
          </a:xfrm>
        </p:spPr>
        <p:txBody>
          <a:bodyPr anchor="b">
            <a:normAutofit/>
          </a:bodyPr>
          <a:lstStyle>
            <a:lvl1pPr algn="l">
              <a:defRPr sz="2646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0036" y="671971"/>
            <a:ext cx="7107922" cy="4239192"/>
          </a:xfrm>
        </p:spPr>
        <p:txBody>
          <a:bodyPr anchor="t">
            <a:normAutofit/>
          </a:bodyPr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036" y="5916496"/>
            <a:ext cx="7107921" cy="742987"/>
          </a:xfrm>
        </p:spPr>
        <p:txBody>
          <a:bodyPr>
            <a:normAutofit/>
          </a:bodyPr>
          <a:lstStyle>
            <a:lvl1pPr marL="0" indent="0">
              <a:buNone/>
              <a:defRPr sz="132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53604-B7F7-4C3D-A324-B0ACF3C73506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0263344"/>
      </p:ext>
    </p:extLst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671971"/>
            <a:ext cx="7107922" cy="3751839"/>
          </a:xfrm>
        </p:spPr>
        <p:txBody>
          <a:bodyPr anchor="ctr">
            <a:normAutofit/>
          </a:bodyPr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27788"/>
            <a:ext cx="7107922" cy="1731695"/>
          </a:xfrm>
        </p:spPr>
        <p:txBody>
          <a:bodyPr anchor="ctr">
            <a:normAutofit/>
          </a:bodyPr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B84DC-2974-46BE-B453-8C9BE47C97D5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3039827"/>
      </p:ext>
    </p:extLst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48" y="671971"/>
            <a:ext cx="6692416" cy="3331857"/>
          </a:xfrm>
        </p:spPr>
        <p:txBody>
          <a:bodyPr anchor="ctr">
            <a:normAutofit/>
          </a:bodyPr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29555" y="4003828"/>
            <a:ext cx="5973402" cy="419982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76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27788"/>
            <a:ext cx="7107922" cy="1731695"/>
          </a:xfrm>
        </p:spPr>
        <p:txBody>
          <a:bodyPr anchor="ctr">
            <a:normAutofit/>
          </a:bodyPr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46146-A22E-46BB-9695-B52DB1332B17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48031" y="871246"/>
            <a:ext cx="504031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2945" y="3181894"/>
            <a:ext cx="504031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”</a:t>
            </a:r>
            <a:endParaRPr lang="en-US" dirty="0">
              <a:solidFill>
                <a:srgbClr val="4F81BD">
                  <a:lumMod val="60000"/>
                  <a:lumOff val="40000"/>
                </a:srgbClr>
              </a:solidFill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9764747"/>
      </p:ext>
    </p:extLst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2129659"/>
            <a:ext cx="7107922" cy="2861014"/>
          </a:xfrm>
        </p:spPr>
        <p:txBody>
          <a:bodyPr anchor="b">
            <a:normAutofit/>
          </a:bodyPr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 anchor="t">
            <a:normAutofit/>
          </a:bodyPr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59CA-9846-45FF-98E9-141CFFE3E3E4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6329393"/>
      </p:ext>
    </p:extLst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48" y="671971"/>
            <a:ext cx="6692416" cy="3331857"/>
          </a:xfrm>
        </p:spPr>
        <p:txBody>
          <a:bodyPr anchor="ctr">
            <a:normAutofit/>
          </a:bodyPr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034" y="4423810"/>
            <a:ext cx="7107923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 anchor="t">
            <a:normAutofit/>
          </a:bodyPr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987AB-DA9E-4D3B-A3E5-2538A8970EF1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48031" y="871246"/>
            <a:ext cx="504031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2945" y="3181894"/>
            <a:ext cx="504031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1992270"/>
      </p:ext>
    </p:extLst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035" y="671971"/>
            <a:ext cx="7100923" cy="3331857"/>
          </a:xfrm>
        </p:spPr>
        <p:txBody>
          <a:bodyPr anchor="ctr">
            <a:normAutofit/>
          </a:bodyPr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034" y="4423810"/>
            <a:ext cx="7107923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accent1"/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 anchor="t">
            <a:normAutofit/>
          </a:bodyPr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7338C-0163-4341-B646-736093F497CE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5555505"/>
      </p:ext>
    </p:extLst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081AA-4B36-43ED-93DF-772BC41D56D4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444251"/>
      </p:ext>
    </p:extLst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7856" y="671972"/>
            <a:ext cx="1078791" cy="5788752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0037" y="671971"/>
            <a:ext cx="5837494" cy="57887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D2DBD-725E-4A4D-92BC-5A958102AA5E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556337"/>
      </p:ext>
    </p:extLst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9333"/>
            <a:ext cx="10080625" cy="7569008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6077" y="2650553"/>
            <a:ext cx="6421881" cy="1814743"/>
          </a:xfrm>
        </p:spPr>
        <p:txBody>
          <a:bodyPr anchor="ctr">
            <a:noAutofit/>
          </a:bodyPr>
          <a:lstStyle>
            <a:lvl1pPr algn="r">
              <a:defRPr sz="3968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6077" y="4465295"/>
            <a:ext cx="6421881" cy="1209128"/>
          </a:xfrm>
        </p:spPr>
        <p:txBody>
          <a:bodyPr anchor="ctr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C9DED-7116-441B-A0DF-F992E77604B5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9683686"/>
      </p:ext>
    </p:extLst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968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C20C5-5541-430E-99A8-78E4E676FFB6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D57F1E4F-1CFF-5643-939E-217C01CDF565}" type="slidenum">
              <a:rPr lang="en-US" smtClean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2521289"/>
      </p:ext>
    </p:extLst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2977208"/>
            <a:ext cx="7107922" cy="2013467"/>
          </a:xfrm>
        </p:spPr>
        <p:txBody>
          <a:bodyPr anchor="ctr"/>
          <a:lstStyle>
            <a:lvl1pPr algn="l">
              <a:defRPr sz="4409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948432"/>
          </a:xfrm>
        </p:spPr>
        <p:txBody>
          <a:bodyPr anchor="ctr"/>
          <a:lstStyle>
            <a:lvl1pPr marL="0" indent="0" algn="l">
              <a:buNone/>
              <a:defRPr sz="220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51DF7-B517-4A34-B334-EDDDC558C397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3820421"/>
      </p:ext>
    </p:extLst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0036" y="2381649"/>
            <a:ext cx="3459456" cy="427783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08503" y="2381651"/>
            <a:ext cx="3459456" cy="427783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2F0A-A2EE-4F7E-B069-111E4459EB83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405489"/>
      </p:ext>
    </p:extLst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8722" y="2382084"/>
            <a:ext cx="3460769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8722" y="3017307"/>
            <a:ext cx="3460769" cy="364217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07192" y="2382084"/>
            <a:ext cx="3460765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07193" y="3017307"/>
            <a:ext cx="3460764" cy="364217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97F7A-1362-41D5-8176-78E6544A0C39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518940"/>
      </p:ext>
    </p:extLst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671971"/>
            <a:ext cx="7107922" cy="14559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D6AC9-C91B-41F0-A54D-0045A783293D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9185574"/>
      </p:ext>
    </p:extLst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6D182-882D-42BD-ABCD-288C7FEE4331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1921475"/>
      </p:ext>
    </p:extLst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1651933"/>
            <a:ext cx="3187012" cy="1409272"/>
          </a:xfrm>
        </p:spPr>
        <p:txBody>
          <a:bodyPr anchor="b">
            <a:normAutofit/>
          </a:bodyPr>
          <a:lstStyle>
            <a:lvl1pPr>
              <a:defRPr sz="220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6059" y="567610"/>
            <a:ext cx="3731899" cy="6091873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036" y="3061205"/>
            <a:ext cx="3187012" cy="2848876"/>
          </a:xfrm>
        </p:spPr>
        <p:txBody>
          <a:bodyPr>
            <a:normAutofit/>
          </a:bodyPr>
          <a:lstStyle>
            <a:lvl1pPr marL="0" indent="0">
              <a:buNone/>
              <a:defRPr sz="1543"/>
            </a:lvl1pPr>
            <a:lvl2pPr marL="503821" indent="0">
              <a:buNone/>
              <a:defRPr sz="1543"/>
            </a:lvl2pPr>
            <a:lvl3pPr marL="1007641" indent="0">
              <a:buNone/>
              <a:defRPr sz="1323"/>
            </a:lvl3pPr>
            <a:lvl4pPr marL="1511462" indent="0">
              <a:buNone/>
              <a:defRPr sz="1102"/>
            </a:lvl4pPr>
            <a:lvl5pPr marL="2015281" indent="0">
              <a:buNone/>
              <a:defRPr sz="1102"/>
            </a:lvl5pPr>
            <a:lvl6pPr marL="2519102" indent="0">
              <a:buNone/>
              <a:defRPr sz="1102"/>
            </a:lvl6pPr>
            <a:lvl7pPr marL="3022922" indent="0">
              <a:buNone/>
              <a:defRPr sz="1102"/>
            </a:lvl7pPr>
            <a:lvl8pPr marL="3526743" indent="0">
              <a:buNone/>
              <a:defRPr sz="1102"/>
            </a:lvl8pPr>
            <a:lvl9pPr marL="4030563" indent="0">
              <a:buNone/>
              <a:defRPr sz="110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6442F-5C83-46DB-AA07-F3D54F35D450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4180173"/>
      </p:ext>
    </p:extLst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5291772"/>
            <a:ext cx="7107921" cy="624724"/>
          </a:xfrm>
        </p:spPr>
        <p:txBody>
          <a:bodyPr anchor="b">
            <a:normAutofit/>
          </a:bodyPr>
          <a:lstStyle>
            <a:lvl1pPr algn="l">
              <a:defRPr sz="2646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0036" y="671971"/>
            <a:ext cx="7107922" cy="4239192"/>
          </a:xfrm>
        </p:spPr>
        <p:txBody>
          <a:bodyPr anchor="t">
            <a:normAutofit/>
          </a:bodyPr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036" y="5916496"/>
            <a:ext cx="7107921" cy="742987"/>
          </a:xfrm>
        </p:spPr>
        <p:txBody>
          <a:bodyPr>
            <a:normAutofit/>
          </a:bodyPr>
          <a:lstStyle>
            <a:lvl1pPr marL="0" indent="0">
              <a:buNone/>
              <a:defRPr sz="132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53604-B7F7-4C3D-A324-B0ACF3C73506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0246752"/>
      </p:ext>
    </p:extLst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671971"/>
            <a:ext cx="7107922" cy="3751839"/>
          </a:xfrm>
        </p:spPr>
        <p:txBody>
          <a:bodyPr anchor="ctr">
            <a:normAutofit/>
          </a:bodyPr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27788"/>
            <a:ext cx="7107922" cy="1731695"/>
          </a:xfrm>
        </p:spPr>
        <p:txBody>
          <a:bodyPr anchor="ctr">
            <a:normAutofit/>
          </a:bodyPr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B84DC-2974-46BE-B453-8C9BE47C97D5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4964830"/>
      </p:ext>
    </p:extLst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48" y="671971"/>
            <a:ext cx="6692416" cy="3331857"/>
          </a:xfrm>
        </p:spPr>
        <p:txBody>
          <a:bodyPr anchor="ctr">
            <a:normAutofit/>
          </a:bodyPr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29555" y="4003828"/>
            <a:ext cx="5973402" cy="419982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76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27788"/>
            <a:ext cx="7107922" cy="1731695"/>
          </a:xfrm>
        </p:spPr>
        <p:txBody>
          <a:bodyPr anchor="ctr">
            <a:normAutofit/>
          </a:bodyPr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46146-A22E-46BB-9695-B52DB1332B17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48031" y="871246"/>
            <a:ext cx="504031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2945" y="3181894"/>
            <a:ext cx="504031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”</a:t>
            </a:r>
            <a:endParaRPr lang="en-US" dirty="0">
              <a:solidFill>
                <a:srgbClr val="4F81BD">
                  <a:lumMod val="60000"/>
                  <a:lumOff val="40000"/>
                </a:srgbClr>
              </a:solidFill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011169"/>
      </p:ext>
    </p:extLst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2129659"/>
            <a:ext cx="7107922" cy="2861014"/>
          </a:xfrm>
        </p:spPr>
        <p:txBody>
          <a:bodyPr anchor="b">
            <a:normAutofit/>
          </a:bodyPr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 anchor="t">
            <a:normAutofit/>
          </a:bodyPr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59CA-9846-45FF-98E9-141CFFE3E3E4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7091070"/>
      </p:ext>
    </p:extLst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48" y="671971"/>
            <a:ext cx="6692416" cy="3331857"/>
          </a:xfrm>
        </p:spPr>
        <p:txBody>
          <a:bodyPr anchor="ctr">
            <a:normAutofit/>
          </a:bodyPr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034" y="4423810"/>
            <a:ext cx="7107923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 anchor="t">
            <a:normAutofit/>
          </a:bodyPr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987AB-DA9E-4D3B-A3E5-2538A8970EF1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48031" y="871246"/>
            <a:ext cx="504031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2945" y="3181894"/>
            <a:ext cx="504031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8818" dirty="0">
                <a:ln w="3175" cmpd="sng"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latin typeface="Arial"/>
                <a:ea typeface="+mn-ea"/>
                <a:cs typeface="+mn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81300268"/>
      </p:ext>
    </p:extLst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035" y="671971"/>
            <a:ext cx="7100923" cy="3331857"/>
          </a:xfrm>
        </p:spPr>
        <p:txBody>
          <a:bodyPr anchor="ctr">
            <a:normAutofit/>
          </a:bodyPr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034" y="4423810"/>
            <a:ext cx="7107923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accent1"/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 anchor="t">
            <a:normAutofit/>
          </a:bodyPr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7338C-0163-4341-B646-736093F497CE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4562551"/>
      </p:ext>
    </p:extLst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081AA-4B36-43ED-93DF-772BC41D56D4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013725"/>
      </p:ext>
    </p:extLst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7856" y="671972"/>
            <a:ext cx="1078791" cy="5788752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0037" y="671971"/>
            <a:ext cx="5837494" cy="57887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D2DBD-725E-4A4D-92BC-5A958102AA5E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4F81BD"/>
                </a:solidFill>
              </a:rPr>
              <a:pPr/>
              <a:t>‹#›</a:t>
            </a:fld>
            <a:endParaRPr 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534378"/>
      </p:ext>
    </p:extLst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9333"/>
            <a:ext cx="10080625" cy="7569008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6077" y="2650553"/>
            <a:ext cx="6421881" cy="1814743"/>
          </a:xfrm>
        </p:spPr>
        <p:txBody>
          <a:bodyPr anchor="ctr">
            <a:noAutofit/>
          </a:bodyPr>
          <a:lstStyle>
            <a:lvl1pPr algn="r">
              <a:defRPr sz="529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6077" y="4465295"/>
            <a:ext cx="6421881" cy="1209128"/>
          </a:xfrm>
        </p:spPr>
        <p:txBody>
          <a:bodyPr anchor="ctr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C9DED-7116-441B-A0DF-F992E77604B5}" type="datetime1">
              <a:rPr lang="en-US" altLang="zh-CN" smtClean="0"/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705635"/>
      </p:ext>
    </p:extLst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968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C20C5-5541-430E-99A8-78E4E676FFB6}" type="datetime1">
              <a:rPr lang="en-US" altLang="zh-CN" smtClean="0"/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168566"/>
      </p:ext>
    </p:extLst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2977208"/>
            <a:ext cx="7107922" cy="2013467"/>
          </a:xfrm>
        </p:spPr>
        <p:txBody>
          <a:bodyPr anchor="ctr"/>
          <a:lstStyle>
            <a:lvl1pPr algn="l">
              <a:defRPr sz="4409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948432"/>
          </a:xfrm>
        </p:spPr>
        <p:txBody>
          <a:bodyPr anchor="ctr"/>
          <a:lstStyle>
            <a:lvl1pPr marL="0" indent="0" algn="l">
              <a:buNone/>
              <a:defRPr sz="220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51DF7-B517-4A34-B334-EDDDC558C397}" type="datetime1">
              <a:rPr lang="en-US" altLang="zh-CN" smtClean="0"/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746207"/>
      </p:ext>
    </p:extLst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0036" y="2381649"/>
            <a:ext cx="3459456" cy="427783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08503" y="2381651"/>
            <a:ext cx="3459456" cy="427783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2F0A-A2EE-4F7E-B069-111E4459EB83}" type="datetime1">
              <a:rPr lang="en-US" altLang="zh-CN" smtClean="0"/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550095"/>
      </p:ext>
    </p:extLst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8722" y="2382084"/>
            <a:ext cx="3460769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8722" y="3017307"/>
            <a:ext cx="3460769" cy="364217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07192" y="2382084"/>
            <a:ext cx="3460765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07193" y="3017307"/>
            <a:ext cx="3460764" cy="364217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97F7A-1362-41D5-8176-78E6544A0C39}" type="datetime1">
              <a:rPr lang="en-US" altLang="zh-CN" smtClean="0"/>
              <a:t>8/26/2025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300576"/>
      </p:ext>
    </p:extLst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671971"/>
            <a:ext cx="7107922" cy="14559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D6AC9-C91B-41F0-A54D-0045A783293D}" type="datetime1">
              <a:rPr lang="en-US" altLang="zh-CN" smtClean="0"/>
              <a:t>8/26/2025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626027"/>
      </p:ext>
    </p:extLst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6D182-882D-42BD-ABCD-288C7FEE4331}" type="datetime1">
              <a:rPr lang="en-US" altLang="zh-CN" smtClean="0"/>
              <a:t>8/26/2025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616704"/>
      </p:ext>
    </p:extLst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1651933"/>
            <a:ext cx="3187012" cy="1409272"/>
          </a:xfrm>
        </p:spPr>
        <p:txBody>
          <a:bodyPr anchor="b">
            <a:normAutofit/>
          </a:bodyPr>
          <a:lstStyle>
            <a:lvl1pPr>
              <a:defRPr sz="220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6059" y="567610"/>
            <a:ext cx="3731899" cy="6091873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036" y="3061205"/>
            <a:ext cx="3187012" cy="2848876"/>
          </a:xfrm>
        </p:spPr>
        <p:txBody>
          <a:bodyPr>
            <a:normAutofit/>
          </a:bodyPr>
          <a:lstStyle>
            <a:lvl1pPr marL="0" indent="0">
              <a:buNone/>
              <a:defRPr sz="1543"/>
            </a:lvl1pPr>
            <a:lvl2pPr marL="503821" indent="0">
              <a:buNone/>
              <a:defRPr sz="1543"/>
            </a:lvl2pPr>
            <a:lvl3pPr marL="1007641" indent="0">
              <a:buNone/>
              <a:defRPr sz="1323"/>
            </a:lvl3pPr>
            <a:lvl4pPr marL="1511462" indent="0">
              <a:buNone/>
              <a:defRPr sz="1102"/>
            </a:lvl4pPr>
            <a:lvl5pPr marL="2015281" indent="0">
              <a:buNone/>
              <a:defRPr sz="1102"/>
            </a:lvl5pPr>
            <a:lvl6pPr marL="2519102" indent="0">
              <a:buNone/>
              <a:defRPr sz="1102"/>
            </a:lvl6pPr>
            <a:lvl7pPr marL="3022922" indent="0">
              <a:buNone/>
              <a:defRPr sz="1102"/>
            </a:lvl7pPr>
            <a:lvl8pPr marL="3526743" indent="0">
              <a:buNone/>
              <a:defRPr sz="1102"/>
            </a:lvl8pPr>
            <a:lvl9pPr marL="4030563" indent="0">
              <a:buNone/>
              <a:defRPr sz="110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6442F-5C83-46DB-AA07-F3D54F35D450}" type="datetime1">
              <a:rPr lang="en-US" altLang="zh-CN" smtClean="0"/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059793"/>
      </p:ext>
    </p:extLst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5291772"/>
            <a:ext cx="7107921" cy="624724"/>
          </a:xfrm>
        </p:spPr>
        <p:txBody>
          <a:bodyPr anchor="b">
            <a:normAutofit/>
          </a:bodyPr>
          <a:lstStyle>
            <a:lvl1pPr algn="l">
              <a:defRPr sz="2646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0036" y="671971"/>
            <a:ext cx="7107922" cy="4239192"/>
          </a:xfrm>
        </p:spPr>
        <p:txBody>
          <a:bodyPr anchor="t">
            <a:normAutofit/>
          </a:bodyPr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036" y="5916496"/>
            <a:ext cx="7107921" cy="742987"/>
          </a:xfrm>
        </p:spPr>
        <p:txBody>
          <a:bodyPr>
            <a:normAutofit/>
          </a:bodyPr>
          <a:lstStyle>
            <a:lvl1pPr marL="0" indent="0">
              <a:buNone/>
              <a:defRPr sz="132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53604-B7F7-4C3D-A324-B0ACF3C73506}" type="datetime1">
              <a:rPr lang="en-US" altLang="zh-CN" smtClean="0"/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929689"/>
      </p:ext>
    </p:extLst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671971"/>
            <a:ext cx="7107922" cy="3751839"/>
          </a:xfrm>
        </p:spPr>
        <p:txBody>
          <a:bodyPr anchor="ctr">
            <a:normAutofit/>
          </a:bodyPr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27788"/>
            <a:ext cx="7107922" cy="1731695"/>
          </a:xfrm>
        </p:spPr>
        <p:txBody>
          <a:bodyPr anchor="ctr">
            <a:normAutofit/>
          </a:bodyPr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B84DC-2974-46BE-B453-8C9BE47C97D5}" type="datetime1">
              <a:rPr lang="en-US" altLang="zh-CN" smtClean="0"/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48366"/>
      </p:ext>
    </p:extLst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48" y="671971"/>
            <a:ext cx="6692416" cy="3331857"/>
          </a:xfrm>
        </p:spPr>
        <p:txBody>
          <a:bodyPr anchor="ctr">
            <a:normAutofit/>
          </a:bodyPr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29555" y="4003828"/>
            <a:ext cx="5973402" cy="419982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76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27788"/>
            <a:ext cx="7107922" cy="1731695"/>
          </a:xfrm>
        </p:spPr>
        <p:txBody>
          <a:bodyPr anchor="ctr">
            <a:normAutofit/>
          </a:bodyPr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46146-A22E-46BB-9695-B52DB1332B17}" type="datetime1">
              <a:rPr lang="en-US" altLang="zh-CN" smtClean="0"/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48031" y="871246"/>
            <a:ext cx="504031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lvl="0"/>
            <a:r>
              <a:rPr lang="en-US" sz="881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2945" y="3181894"/>
            <a:ext cx="504031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lvl="0"/>
            <a:r>
              <a:rPr lang="en-US" sz="881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984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60495874"/>
      </p:ext>
    </p:extLst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36" y="2129659"/>
            <a:ext cx="7107922" cy="2861014"/>
          </a:xfrm>
        </p:spPr>
        <p:txBody>
          <a:bodyPr anchor="b">
            <a:normAutofit/>
          </a:bodyPr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 anchor="t">
            <a:normAutofit/>
          </a:bodyPr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59CA-9846-45FF-98E9-141CFFE3E3E4}" type="datetime1">
              <a:rPr lang="en-US" altLang="zh-CN" smtClean="0"/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579172"/>
      </p:ext>
    </p:extLst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48" y="671971"/>
            <a:ext cx="6692416" cy="3331857"/>
          </a:xfrm>
        </p:spPr>
        <p:txBody>
          <a:bodyPr anchor="ctr">
            <a:normAutofit/>
          </a:bodyPr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034" y="4423810"/>
            <a:ext cx="7107923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 anchor="t">
            <a:normAutofit/>
          </a:bodyPr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987AB-DA9E-4D3B-A3E5-2538A8970EF1}" type="datetime1">
              <a:rPr lang="en-US" altLang="zh-CN" smtClean="0"/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48031" y="871246"/>
            <a:ext cx="504031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lvl="0"/>
            <a:r>
              <a:rPr lang="en-US" sz="881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2945" y="3181894"/>
            <a:ext cx="504031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lvl="0"/>
            <a:r>
              <a:rPr lang="en-US" sz="881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44292180"/>
      </p:ext>
    </p:extLst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035" y="671971"/>
            <a:ext cx="7100923" cy="3331857"/>
          </a:xfrm>
        </p:spPr>
        <p:txBody>
          <a:bodyPr anchor="ctr">
            <a:normAutofit/>
          </a:bodyPr>
          <a:lstStyle>
            <a:lvl1pPr algn="l">
              <a:defRPr sz="485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034" y="4423810"/>
            <a:ext cx="7107923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accent1"/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036" y="4990673"/>
            <a:ext cx="7107922" cy="1668810"/>
          </a:xfrm>
        </p:spPr>
        <p:txBody>
          <a:bodyPr anchor="t">
            <a:normAutofit/>
          </a:bodyPr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7338C-0163-4341-B646-736093F497CE}" type="datetime1">
              <a:rPr lang="en-US" altLang="zh-CN" smtClean="0"/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663383"/>
      </p:ext>
    </p:extLst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081AA-4B36-43ED-93DF-772BC41D56D4}" type="datetime1">
              <a:rPr lang="en-US" altLang="zh-CN" smtClean="0"/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331121"/>
      </p:ext>
    </p:extLst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7856" y="671972"/>
            <a:ext cx="1078791" cy="5788752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0037" y="671971"/>
            <a:ext cx="5837494" cy="57887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D2DBD-725E-4A4D-92BC-5A958102AA5E}" type="datetime1">
              <a:rPr lang="en-US" altLang="zh-CN" smtClean="0"/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04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7.xml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6.xml"/><Relationship Id="rId17" Type="http://schemas.openxmlformats.org/officeDocument/2006/relationships/theme" Target="../theme/theme5.xml"/><Relationship Id="rId2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70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64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8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83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82.xml"/><Relationship Id="rId17" Type="http://schemas.openxmlformats.org/officeDocument/2006/relationships/theme" Target="../theme/theme6.xml"/><Relationship Id="rId2" Type="http://schemas.openxmlformats.org/officeDocument/2006/relationships/slideLayout" Target="../slideLayouts/slideLayout72.xml"/><Relationship Id="rId16" Type="http://schemas.openxmlformats.org/officeDocument/2006/relationships/slideLayout" Target="../slideLayouts/slideLayout86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8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4.xml"/><Relationship Id="rId13" Type="http://schemas.openxmlformats.org/officeDocument/2006/relationships/slideLayout" Target="../slideLayouts/slideLayout99.xml"/><Relationship Id="rId3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3.xml"/><Relationship Id="rId12" Type="http://schemas.openxmlformats.org/officeDocument/2006/relationships/slideLayout" Target="../slideLayouts/slideLayout98.xml"/><Relationship Id="rId17" Type="http://schemas.openxmlformats.org/officeDocument/2006/relationships/theme" Target="../theme/theme7.xml"/><Relationship Id="rId2" Type="http://schemas.openxmlformats.org/officeDocument/2006/relationships/slideLayout" Target="../slideLayouts/slideLayout88.xml"/><Relationship Id="rId16" Type="http://schemas.openxmlformats.org/officeDocument/2006/relationships/slideLayout" Target="../slideLayouts/slideLayout102.xml"/><Relationship Id="rId1" Type="http://schemas.openxmlformats.org/officeDocument/2006/relationships/slideLayout" Target="../slideLayouts/slideLayout87.xml"/><Relationship Id="rId6" Type="http://schemas.openxmlformats.org/officeDocument/2006/relationships/slideLayout" Target="../slideLayouts/slideLayout92.xml"/><Relationship Id="rId11" Type="http://schemas.openxmlformats.org/officeDocument/2006/relationships/slideLayout" Target="../slideLayouts/slideLayout97.xml"/><Relationship Id="rId5" Type="http://schemas.openxmlformats.org/officeDocument/2006/relationships/slideLayout" Target="../slideLayouts/slideLayout91.xml"/><Relationship Id="rId15" Type="http://schemas.openxmlformats.org/officeDocument/2006/relationships/slideLayout" Target="../slideLayouts/slideLayout101.xml"/><Relationship Id="rId10" Type="http://schemas.openxmlformats.org/officeDocument/2006/relationships/slideLayout" Target="../slideLayouts/slideLayout96.xml"/><Relationship Id="rId4" Type="http://schemas.openxmlformats.org/officeDocument/2006/relationships/slideLayout" Target="../slideLayouts/slideLayout90.xml"/><Relationship Id="rId9" Type="http://schemas.openxmlformats.org/officeDocument/2006/relationships/slideLayout" Target="../slideLayouts/slideLayout95.xml"/><Relationship Id="rId14" Type="http://schemas.openxmlformats.org/officeDocument/2006/relationships/slideLayout" Target="../slideLayouts/slideLayout100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0.xml"/><Relationship Id="rId13" Type="http://schemas.openxmlformats.org/officeDocument/2006/relationships/slideLayout" Target="../slideLayouts/slideLayout115.xml"/><Relationship Id="rId3" Type="http://schemas.openxmlformats.org/officeDocument/2006/relationships/slideLayout" Target="../slideLayouts/slideLayout105.xml"/><Relationship Id="rId7" Type="http://schemas.openxmlformats.org/officeDocument/2006/relationships/slideLayout" Target="../slideLayouts/slideLayout109.xml"/><Relationship Id="rId12" Type="http://schemas.openxmlformats.org/officeDocument/2006/relationships/slideLayout" Target="../slideLayouts/slideLayout114.xml"/><Relationship Id="rId17" Type="http://schemas.openxmlformats.org/officeDocument/2006/relationships/theme" Target="../theme/theme8.xml"/><Relationship Id="rId2" Type="http://schemas.openxmlformats.org/officeDocument/2006/relationships/slideLayout" Target="../slideLayouts/slideLayout104.xml"/><Relationship Id="rId16" Type="http://schemas.openxmlformats.org/officeDocument/2006/relationships/slideLayout" Target="../slideLayouts/slideLayout118.xml"/><Relationship Id="rId1" Type="http://schemas.openxmlformats.org/officeDocument/2006/relationships/slideLayout" Target="../slideLayouts/slideLayout103.xml"/><Relationship Id="rId6" Type="http://schemas.openxmlformats.org/officeDocument/2006/relationships/slideLayout" Target="../slideLayouts/slideLayout108.xml"/><Relationship Id="rId11" Type="http://schemas.openxmlformats.org/officeDocument/2006/relationships/slideLayout" Target="../slideLayouts/slideLayout113.xml"/><Relationship Id="rId5" Type="http://schemas.openxmlformats.org/officeDocument/2006/relationships/slideLayout" Target="../slideLayouts/slideLayout107.xml"/><Relationship Id="rId15" Type="http://schemas.openxmlformats.org/officeDocument/2006/relationships/slideLayout" Target="../slideLayouts/slideLayout117.xml"/><Relationship Id="rId10" Type="http://schemas.openxmlformats.org/officeDocument/2006/relationships/slideLayout" Target="../slideLayouts/slideLayout112.xml"/><Relationship Id="rId4" Type="http://schemas.openxmlformats.org/officeDocument/2006/relationships/slideLayout" Target="../slideLayouts/slideLayout106.xml"/><Relationship Id="rId9" Type="http://schemas.openxmlformats.org/officeDocument/2006/relationships/slideLayout" Target="../slideLayouts/slideLayout111.xml"/><Relationship Id="rId14" Type="http://schemas.openxmlformats.org/officeDocument/2006/relationships/slideLayout" Target="../slideLayouts/slideLayout11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6.xml"/><Relationship Id="rId13" Type="http://schemas.openxmlformats.org/officeDocument/2006/relationships/slideLayout" Target="../slideLayouts/slideLayout131.xml"/><Relationship Id="rId3" Type="http://schemas.openxmlformats.org/officeDocument/2006/relationships/slideLayout" Target="../slideLayouts/slideLayout121.xml"/><Relationship Id="rId7" Type="http://schemas.openxmlformats.org/officeDocument/2006/relationships/slideLayout" Target="../slideLayouts/slideLayout125.xml"/><Relationship Id="rId12" Type="http://schemas.openxmlformats.org/officeDocument/2006/relationships/slideLayout" Target="../slideLayouts/slideLayout130.xml"/><Relationship Id="rId17" Type="http://schemas.openxmlformats.org/officeDocument/2006/relationships/theme" Target="../theme/theme9.xml"/><Relationship Id="rId2" Type="http://schemas.openxmlformats.org/officeDocument/2006/relationships/slideLayout" Target="../slideLayouts/slideLayout120.xml"/><Relationship Id="rId16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19.xml"/><Relationship Id="rId6" Type="http://schemas.openxmlformats.org/officeDocument/2006/relationships/slideLayout" Target="../slideLayouts/slideLayout124.xml"/><Relationship Id="rId11" Type="http://schemas.openxmlformats.org/officeDocument/2006/relationships/slideLayout" Target="../slideLayouts/slideLayout129.xml"/><Relationship Id="rId5" Type="http://schemas.openxmlformats.org/officeDocument/2006/relationships/slideLayout" Target="../slideLayouts/slideLayout123.xml"/><Relationship Id="rId15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28.xml"/><Relationship Id="rId4" Type="http://schemas.openxmlformats.org/officeDocument/2006/relationships/slideLayout" Target="../slideLayouts/slideLayout122.xml"/><Relationship Id="rId9" Type="http://schemas.openxmlformats.org/officeDocument/2006/relationships/slideLayout" Target="../slideLayouts/slideLayout127.xml"/><Relationship Id="rId14" Type="http://schemas.openxmlformats.org/officeDocument/2006/relationships/slideLayout" Target="../slideLayouts/slideLayout132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2.xml"/><Relationship Id="rId13" Type="http://schemas.openxmlformats.org/officeDocument/2006/relationships/slideLayout" Target="../slideLayouts/slideLayout147.xml"/><Relationship Id="rId3" Type="http://schemas.openxmlformats.org/officeDocument/2006/relationships/slideLayout" Target="../slideLayouts/slideLayout137.xml"/><Relationship Id="rId7" Type="http://schemas.openxmlformats.org/officeDocument/2006/relationships/slideLayout" Target="../slideLayouts/slideLayout141.xml"/><Relationship Id="rId12" Type="http://schemas.openxmlformats.org/officeDocument/2006/relationships/slideLayout" Target="../slideLayouts/slideLayout146.xml"/><Relationship Id="rId17" Type="http://schemas.openxmlformats.org/officeDocument/2006/relationships/theme" Target="../theme/theme10.xml"/><Relationship Id="rId2" Type="http://schemas.openxmlformats.org/officeDocument/2006/relationships/slideLayout" Target="../slideLayouts/slideLayout136.xml"/><Relationship Id="rId16" Type="http://schemas.openxmlformats.org/officeDocument/2006/relationships/slideLayout" Target="../slideLayouts/slideLayout150.xml"/><Relationship Id="rId1" Type="http://schemas.openxmlformats.org/officeDocument/2006/relationships/slideLayout" Target="../slideLayouts/slideLayout135.xml"/><Relationship Id="rId6" Type="http://schemas.openxmlformats.org/officeDocument/2006/relationships/slideLayout" Target="../slideLayouts/slideLayout140.xml"/><Relationship Id="rId11" Type="http://schemas.openxmlformats.org/officeDocument/2006/relationships/slideLayout" Target="../slideLayouts/slideLayout145.xml"/><Relationship Id="rId5" Type="http://schemas.openxmlformats.org/officeDocument/2006/relationships/slideLayout" Target="../slideLayouts/slideLayout139.xml"/><Relationship Id="rId15" Type="http://schemas.openxmlformats.org/officeDocument/2006/relationships/slideLayout" Target="../slideLayouts/slideLayout149.xml"/><Relationship Id="rId10" Type="http://schemas.openxmlformats.org/officeDocument/2006/relationships/slideLayout" Target="../slideLayouts/slideLayout144.xml"/><Relationship Id="rId4" Type="http://schemas.openxmlformats.org/officeDocument/2006/relationships/slideLayout" Target="../slideLayouts/slideLayout138.xml"/><Relationship Id="rId9" Type="http://schemas.openxmlformats.org/officeDocument/2006/relationships/slideLayout" Target="../slideLayouts/slideLayout143.xml"/><Relationship Id="rId14" Type="http://schemas.openxmlformats.org/officeDocument/2006/relationships/slideLayout" Target="../slideLayouts/slideLayout148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8.xml"/><Relationship Id="rId13" Type="http://schemas.openxmlformats.org/officeDocument/2006/relationships/slideLayout" Target="../slideLayouts/slideLayout163.xml"/><Relationship Id="rId3" Type="http://schemas.openxmlformats.org/officeDocument/2006/relationships/slideLayout" Target="../slideLayouts/slideLayout153.xml"/><Relationship Id="rId7" Type="http://schemas.openxmlformats.org/officeDocument/2006/relationships/slideLayout" Target="../slideLayouts/slideLayout157.xml"/><Relationship Id="rId12" Type="http://schemas.openxmlformats.org/officeDocument/2006/relationships/slideLayout" Target="../slideLayouts/slideLayout162.xml"/><Relationship Id="rId17" Type="http://schemas.openxmlformats.org/officeDocument/2006/relationships/theme" Target="../theme/theme11.xml"/><Relationship Id="rId2" Type="http://schemas.openxmlformats.org/officeDocument/2006/relationships/slideLayout" Target="../slideLayouts/slideLayout152.xml"/><Relationship Id="rId16" Type="http://schemas.openxmlformats.org/officeDocument/2006/relationships/slideLayout" Target="../slideLayouts/slideLayout166.xml"/><Relationship Id="rId1" Type="http://schemas.openxmlformats.org/officeDocument/2006/relationships/slideLayout" Target="../slideLayouts/slideLayout151.xml"/><Relationship Id="rId6" Type="http://schemas.openxmlformats.org/officeDocument/2006/relationships/slideLayout" Target="../slideLayouts/slideLayout156.xml"/><Relationship Id="rId11" Type="http://schemas.openxmlformats.org/officeDocument/2006/relationships/slideLayout" Target="../slideLayouts/slideLayout161.xml"/><Relationship Id="rId5" Type="http://schemas.openxmlformats.org/officeDocument/2006/relationships/slideLayout" Target="../slideLayouts/slideLayout155.xml"/><Relationship Id="rId15" Type="http://schemas.openxmlformats.org/officeDocument/2006/relationships/slideLayout" Target="../slideLayouts/slideLayout165.xml"/><Relationship Id="rId10" Type="http://schemas.openxmlformats.org/officeDocument/2006/relationships/slideLayout" Target="../slideLayouts/slideLayout160.xml"/><Relationship Id="rId4" Type="http://schemas.openxmlformats.org/officeDocument/2006/relationships/slideLayout" Target="../slideLayouts/slideLayout154.xml"/><Relationship Id="rId9" Type="http://schemas.openxmlformats.org/officeDocument/2006/relationships/slideLayout" Target="../slideLayouts/slideLayout159.xml"/><Relationship Id="rId14" Type="http://schemas.openxmlformats.org/officeDocument/2006/relationships/slideLayout" Target="../slideLayouts/slideLayout164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4.xml"/><Relationship Id="rId13" Type="http://schemas.openxmlformats.org/officeDocument/2006/relationships/slideLayout" Target="../slideLayouts/slideLayout179.xml"/><Relationship Id="rId3" Type="http://schemas.openxmlformats.org/officeDocument/2006/relationships/slideLayout" Target="../slideLayouts/slideLayout169.xml"/><Relationship Id="rId7" Type="http://schemas.openxmlformats.org/officeDocument/2006/relationships/slideLayout" Target="../slideLayouts/slideLayout173.xml"/><Relationship Id="rId12" Type="http://schemas.openxmlformats.org/officeDocument/2006/relationships/slideLayout" Target="../slideLayouts/slideLayout178.xml"/><Relationship Id="rId17" Type="http://schemas.openxmlformats.org/officeDocument/2006/relationships/theme" Target="../theme/theme12.xml"/><Relationship Id="rId2" Type="http://schemas.openxmlformats.org/officeDocument/2006/relationships/slideLayout" Target="../slideLayouts/slideLayout168.xml"/><Relationship Id="rId16" Type="http://schemas.openxmlformats.org/officeDocument/2006/relationships/slideLayout" Target="../slideLayouts/slideLayout182.xml"/><Relationship Id="rId1" Type="http://schemas.openxmlformats.org/officeDocument/2006/relationships/slideLayout" Target="../slideLayouts/slideLayout167.xml"/><Relationship Id="rId6" Type="http://schemas.openxmlformats.org/officeDocument/2006/relationships/slideLayout" Target="../slideLayouts/slideLayout172.xml"/><Relationship Id="rId11" Type="http://schemas.openxmlformats.org/officeDocument/2006/relationships/slideLayout" Target="../slideLayouts/slideLayout177.xml"/><Relationship Id="rId5" Type="http://schemas.openxmlformats.org/officeDocument/2006/relationships/slideLayout" Target="../slideLayouts/slideLayout171.xml"/><Relationship Id="rId15" Type="http://schemas.openxmlformats.org/officeDocument/2006/relationships/slideLayout" Target="../slideLayouts/slideLayout181.xml"/><Relationship Id="rId10" Type="http://schemas.openxmlformats.org/officeDocument/2006/relationships/slideLayout" Target="../slideLayouts/slideLayout176.xml"/><Relationship Id="rId4" Type="http://schemas.openxmlformats.org/officeDocument/2006/relationships/slideLayout" Target="../slideLayouts/slideLayout170.xml"/><Relationship Id="rId9" Type="http://schemas.openxmlformats.org/officeDocument/2006/relationships/slideLayout" Target="../slideLayouts/slideLayout175.xml"/><Relationship Id="rId14" Type="http://schemas.openxmlformats.org/officeDocument/2006/relationships/slideLayout" Target="../slideLayouts/slideLayout180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5.xml"/><Relationship Id="rId3" Type="http://schemas.openxmlformats.org/officeDocument/2006/relationships/slideLayout" Target="../slideLayouts/slideLayout185.xml"/><Relationship Id="rId7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4.xml"/><Relationship Id="rId17" Type="http://schemas.openxmlformats.org/officeDocument/2006/relationships/theme" Target="../theme/theme13.xml"/><Relationship Id="rId2" Type="http://schemas.openxmlformats.org/officeDocument/2006/relationships/slideLayout" Target="../slideLayouts/slideLayout184.xml"/><Relationship Id="rId16" Type="http://schemas.openxmlformats.org/officeDocument/2006/relationships/slideLayout" Target="../slideLayouts/slideLayout198.xml"/><Relationship Id="rId1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93.xml"/><Relationship Id="rId5" Type="http://schemas.openxmlformats.org/officeDocument/2006/relationships/slideLayout" Target="../slideLayouts/slideLayout187.xml"/><Relationship Id="rId15" Type="http://schemas.openxmlformats.org/officeDocument/2006/relationships/slideLayout" Target="../slideLayouts/slideLayout197.xml"/><Relationship Id="rId10" Type="http://schemas.openxmlformats.org/officeDocument/2006/relationships/slideLayout" Target="../slideLayouts/slideLayout192.xml"/><Relationship Id="rId4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6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6.xml"/><Relationship Id="rId13" Type="http://schemas.openxmlformats.org/officeDocument/2006/relationships/slideLayout" Target="../slideLayouts/slideLayout211.xml"/><Relationship Id="rId3" Type="http://schemas.openxmlformats.org/officeDocument/2006/relationships/slideLayout" Target="../slideLayouts/slideLayout201.xml"/><Relationship Id="rId7" Type="http://schemas.openxmlformats.org/officeDocument/2006/relationships/slideLayout" Target="../slideLayouts/slideLayout205.xml"/><Relationship Id="rId12" Type="http://schemas.openxmlformats.org/officeDocument/2006/relationships/slideLayout" Target="../slideLayouts/slideLayout210.xml"/><Relationship Id="rId17" Type="http://schemas.openxmlformats.org/officeDocument/2006/relationships/theme" Target="../theme/theme14.xml"/><Relationship Id="rId2" Type="http://schemas.openxmlformats.org/officeDocument/2006/relationships/slideLayout" Target="../slideLayouts/slideLayout200.xml"/><Relationship Id="rId16" Type="http://schemas.openxmlformats.org/officeDocument/2006/relationships/slideLayout" Target="../slideLayouts/slideLayout214.xml"/><Relationship Id="rId1" Type="http://schemas.openxmlformats.org/officeDocument/2006/relationships/slideLayout" Target="../slideLayouts/slideLayout199.xml"/><Relationship Id="rId6" Type="http://schemas.openxmlformats.org/officeDocument/2006/relationships/slideLayout" Target="../slideLayouts/slideLayout204.xml"/><Relationship Id="rId11" Type="http://schemas.openxmlformats.org/officeDocument/2006/relationships/slideLayout" Target="../slideLayouts/slideLayout209.xml"/><Relationship Id="rId5" Type="http://schemas.openxmlformats.org/officeDocument/2006/relationships/slideLayout" Target="../slideLayouts/slideLayout203.xml"/><Relationship Id="rId15" Type="http://schemas.openxmlformats.org/officeDocument/2006/relationships/slideLayout" Target="../slideLayouts/slideLayout213.xml"/><Relationship Id="rId10" Type="http://schemas.openxmlformats.org/officeDocument/2006/relationships/slideLayout" Target="../slideLayouts/slideLayout208.xml"/><Relationship Id="rId4" Type="http://schemas.openxmlformats.org/officeDocument/2006/relationships/slideLayout" Target="../slideLayouts/slideLayout202.xml"/><Relationship Id="rId9" Type="http://schemas.openxmlformats.org/officeDocument/2006/relationships/slideLayout" Target="../slideLayouts/slideLayout207.xml"/><Relationship Id="rId14" Type="http://schemas.openxmlformats.org/officeDocument/2006/relationships/slideLayout" Target="../slideLayouts/slideLayout212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2.xml"/><Relationship Id="rId13" Type="http://schemas.openxmlformats.org/officeDocument/2006/relationships/slideLayout" Target="../slideLayouts/slideLayout227.xml"/><Relationship Id="rId3" Type="http://schemas.openxmlformats.org/officeDocument/2006/relationships/slideLayout" Target="../slideLayouts/slideLayout217.xml"/><Relationship Id="rId7" Type="http://schemas.openxmlformats.org/officeDocument/2006/relationships/slideLayout" Target="../slideLayouts/slideLayout221.xml"/><Relationship Id="rId12" Type="http://schemas.openxmlformats.org/officeDocument/2006/relationships/slideLayout" Target="../slideLayouts/slideLayout226.xml"/><Relationship Id="rId17" Type="http://schemas.openxmlformats.org/officeDocument/2006/relationships/theme" Target="../theme/theme15.xml"/><Relationship Id="rId2" Type="http://schemas.openxmlformats.org/officeDocument/2006/relationships/slideLayout" Target="../slideLayouts/slideLayout216.xml"/><Relationship Id="rId16" Type="http://schemas.openxmlformats.org/officeDocument/2006/relationships/slideLayout" Target="../slideLayouts/slideLayout230.xml"/><Relationship Id="rId1" Type="http://schemas.openxmlformats.org/officeDocument/2006/relationships/slideLayout" Target="../slideLayouts/slideLayout215.xml"/><Relationship Id="rId6" Type="http://schemas.openxmlformats.org/officeDocument/2006/relationships/slideLayout" Target="../slideLayouts/slideLayout220.xml"/><Relationship Id="rId11" Type="http://schemas.openxmlformats.org/officeDocument/2006/relationships/slideLayout" Target="../slideLayouts/slideLayout225.xml"/><Relationship Id="rId5" Type="http://schemas.openxmlformats.org/officeDocument/2006/relationships/slideLayout" Target="../slideLayouts/slideLayout219.xml"/><Relationship Id="rId15" Type="http://schemas.openxmlformats.org/officeDocument/2006/relationships/slideLayout" Target="../slideLayouts/slideLayout229.xml"/><Relationship Id="rId10" Type="http://schemas.openxmlformats.org/officeDocument/2006/relationships/slideLayout" Target="../slideLayouts/slideLayout224.xml"/><Relationship Id="rId4" Type="http://schemas.openxmlformats.org/officeDocument/2006/relationships/slideLayout" Target="../slideLayouts/slideLayout218.xml"/><Relationship Id="rId9" Type="http://schemas.openxmlformats.org/officeDocument/2006/relationships/slideLayout" Target="../slideLayouts/slideLayout223.xml"/><Relationship Id="rId14" Type="http://schemas.openxmlformats.org/officeDocument/2006/relationships/slideLayout" Target="../slideLayouts/slideLayout228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8.xml"/><Relationship Id="rId13" Type="http://schemas.openxmlformats.org/officeDocument/2006/relationships/slideLayout" Target="../slideLayouts/slideLayout243.xml"/><Relationship Id="rId3" Type="http://schemas.openxmlformats.org/officeDocument/2006/relationships/slideLayout" Target="../slideLayouts/slideLayout233.xml"/><Relationship Id="rId7" Type="http://schemas.openxmlformats.org/officeDocument/2006/relationships/slideLayout" Target="../slideLayouts/slideLayout237.xml"/><Relationship Id="rId12" Type="http://schemas.openxmlformats.org/officeDocument/2006/relationships/slideLayout" Target="../slideLayouts/slideLayout242.xml"/><Relationship Id="rId17" Type="http://schemas.openxmlformats.org/officeDocument/2006/relationships/theme" Target="../theme/theme16.xml"/><Relationship Id="rId2" Type="http://schemas.openxmlformats.org/officeDocument/2006/relationships/slideLayout" Target="../slideLayouts/slideLayout232.xml"/><Relationship Id="rId16" Type="http://schemas.openxmlformats.org/officeDocument/2006/relationships/slideLayout" Target="../slideLayouts/slideLayout246.xml"/><Relationship Id="rId1" Type="http://schemas.openxmlformats.org/officeDocument/2006/relationships/slideLayout" Target="../slideLayouts/slideLayout231.xml"/><Relationship Id="rId6" Type="http://schemas.openxmlformats.org/officeDocument/2006/relationships/slideLayout" Target="../slideLayouts/slideLayout236.xml"/><Relationship Id="rId11" Type="http://schemas.openxmlformats.org/officeDocument/2006/relationships/slideLayout" Target="../slideLayouts/slideLayout241.xml"/><Relationship Id="rId5" Type="http://schemas.openxmlformats.org/officeDocument/2006/relationships/slideLayout" Target="../slideLayouts/slideLayout235.xml"/><Relationship Id="rId15" Type="http://schemas.openxmlformats.org/officeDocument/2006/relationships/slideLayout" Target="../slideLayouts/slideLayout245.xml"/><Relationship Id="rId10" Type="http://schemas.openxmlformats.org/officeDocument/2006/relationships/slideLayout" Target="../slideLayouts/slideLayout240.xml"/><Relationship Id="rId4" Type="http://schemas.openxmlformats.org/officeDocument/2006/relationships/slideLayout" Target="../slideLayouts/slideLayout234.xml"/><Relationship Id="rId9" Type="http://schemas.openxmlformats.org/officeDocument/2006/relationships/slideLayout" Target="../slideLayouts/slideLayout239.xml"/><Relationship Id="rId14" Type="http://schemas.openxmlformats.org/officeDocument/2006/relationships/slideLayout" Target="../slideLayouts/slideLayout244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4.xml"/><Relationship Id="rId13" Type="http://schemas.openxmlformats.org/officeDocument/2006/relationships/slideLayout" Target="../slideLayouts/slideLayout259.xml"/><Relationship Id="rId3" Type="http://schemas.openxmlformats.org/officeDocument/2006/relationships/slideLayout" Target="../slideLayouts/slideLayout249.xml"/><Relationship Id="rId7" Type="http://schemas.openxmlformats.org/officeDocument/2006/relationships/slideLayout" Target="../slideLayouts/slideLayout253.xml"/><Relationship Id="rId12" Type="http://schemas.openxmlformats.org/officeDocument/2006/relationships/slideLayout" Target="../slideLayouts/slideLayout258.xml"/><Relationship Id="rId17" Type="http://schemas.openxmlformats.org/officeDocument/2006/relationships/theme" Target="../theme/theme17.xml"/><Relationship Id="rId2" Type="http://schemas.openxmlformats.org/officeDocument/2006/relationships/slideLayout" Target="../slideLayouts/slideLayout248.xml"/><Relationship Id="rId16" Type="http://schemas.openxmlformats.org/officeDocument/2006/relationships/slideLayout" Target="../slideLayouts/slideLayout262.xml"/><Relationship Id="rId1" Type="http://schemas.openxmlformats.org/officeDocument/2006/relationships/slideLayout" Target="../slideLayouts/slideLayout247.xml"/><Relationship Id="rId6" Type="http://schemas.openxmlformats.org/officeDocument/2006/relationships/slideLayout" Target="../slideLayouts/slideLayout252.xml"/><Relationship Id="rId11" Type="http://schemas.openxmlformats.org/officeDocument/2006/relationships/slideLayout" Target="../slideLayouts/slideLayout257.xml"/><Relationship Id="rId5" Type="http://schemas.openxmlformats.org/officeDocument/2006/relationships/slideLayout" Target="../slideLayouts/slideLayout251.xml"/><Relationship Id="rId15" Type="http://schemas.openxmlformats.org/officeDocument/2006/relationships/slideLayout" Target="../slideLayouts/slideLayout261.xml"/><Relationship Id="rId10" Type="http://schemas.openxmlformats.org/officeDocument/2006/relationships/slideLayout" Target="../slideLayouts/slideLayout256.xml"/><Relationship Id="rId4" Type="http://schemas.openxmlformats.org/officeDocument/2006/relationships/slideLayout" Target="../slideLayouts/slideLayout250.xml"/><Relationship Id="rId9" Type="http://schemas.openxmlformats.org/officeDocument/2006/relationships/slideLayout" Target="../slideLayouts/slideLayout255.xml"/><Relationship Id="rId14" Type="http://schemas.openxmlformats.org/officeDocument/2006/relationships/slideLayout" Target="../slideLayouts/slideLayout260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0.xml"/><Relationship Id="rId13" Type="http://schemas.openxmlformats.org/officeDocument/2006/relationships/slideLayout" Target="../slideLayouts/slideLayout275.xml"/><Relationship Id="rId3" Type="http://schemas.openxmlformats.org/officeDocument/2006/relationships/slideLayout" Target="../slideLayouts/slideLayout265.xml"/><Relationship Id="rId7" Type="http://schemas.openxmlformats.org/officeDocument/2006/relationships/slideLayout" Target="../slideLayouts/slideLayout269.xml"/><Relationship Id="rId12" Type="http://schemas.openxmlformats.org/officeDocument/2006/relationships/slideLayout" Target="../slideLayouts/slideLayout274.xml"/><Relationship Id="rId17" Type="http://schemas.openxmlformats.org/officeDocument/2006/relationships/theme" Target="../theme/theme18.xml"/><Relationship Id="rId2" Type="http://schemas.openxmlformats.org/officeDocument/2006/relationships/slideLayout" Target="../slideLayouts/slideLayout264.xml"/><Relationship Id="rId16" Type="http://schemas.openxmlformats.org/officeDocument/2006/relationships/slideLayout" Target="../slideLayouts/slideLayout278.xml"/><Relationship Id="rId1" Type="http://schemas.openxmlformats.org/officeDocument/2006/relationships/slideLayout" Target="../slideLayouts/slideLayout263.xml"/><Relationship Id="rId6" Type="http://schemas.openxmlformats.org/officeDocument/2006/relationships/slideLayout" Target="../slideLayouts/slideLayout268.xml"/><Relationship Id="rId11" Type="http://schemas.openxmlformats.org/officeDocument/2006/relationships/slideLayout" Target="../slideLayouts/slideLayout273.xml"/><Relationship Id="rId5" Type="http://schemas.openxmlformats.org/officeDocument/2006/relationships/slideLayout" Target="../slideLayouts/slideLayout267.xml"/><Relationship Id="rId15" Type="http://schemas.openxmlformats.org/officeDocument/2006/relationships/slideLayout" Target="../slideLayouts/slideLayout277.xml"/><Relationship Id="rId10" Type="http://schemas.openxmlformats.org/officeDocument/2006/relationships/slideLayout" Target="../slideLayouts/slideLayout272.xml"/><Relationship Id="rId4" Type="http://schemas.openxmlformats.org/officeDocument/2006/relationships/slideLayout" Target="../slideLayouts/slideLayout266.xml"/><Relationship Id="rId9" Type="http://schemas.openxmlformats.org/officeDocument/2006/relationships/slideLayout" Target="../slideLayouts/slideLayout271.xml"/><Relationship Id="rId14" Type="http://schemas.openxmlformats.org/officeDocument/2006/relationships/slideLayout" Target="../slideLayouts/slideLayout276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6.xml"/><Relationship Id="rId13" Type="http://schemas.openxmlformats.org/officeDocument/2006/relationships/slideLayout" Target="../slideLayouts/slideLayout291.xml"/><Relationship Id="rId3" Type="http://schemas.openxmlformats.org/officeDocument/2006/relationships/slideLayout" Target="../slideLayouts/slideLayout281.xml"/><Relationship Id="rId7" Type="http://schemas.openxmlformats.org/officeDocument/2006/relationships/slideLayout" Target="../slideLayouts/slideLayout285.xml"/><Relationship Id="rId12" Type="http://schemas.openxmlformats.org/officeDocument/2006/relationships/slideLayout" Target="../slideLayouts/slideLayout290.xml"/><Relationship Id="rId17" Type="http://schemas.openxmlformats.org/officeDocument/2006/relationships/theme" Target="../theme/theme19.xml"/><Relationship Id="rId2" Type="http://schemas.openxmlformats.org/officeDocument/2006/relationships/slideLayout" Target="../slideLayouts/slideLayout280.xml"/><Relationship Id="rId16" Type="http://schemas.openxmlformats.org/officeDocument/2006/relationships/slideLayout" Target="../slideLayouts/slideLayout294.xml"/><Relationship Id="rId1" Type="http://schemas.openxmlformats.org/officeDocument/2006/relationships/slideLayout" Target="../slideLayouts/slideLayout279.xml"/><Relationship Id="rId6" Type="http://schemas.openxmlformats.org/officeDocument/2006/relationships/slideLayout" Target="../slideLayouts/slideLayout284.xml"/><Relationship Id="rId11" Type="http://schemas.openxmlformats.org/officeDocument/2006/relationships/slideLayout" Target="../slideLayouts/slideLayout289.xml"/><Relationship Id="rId5" Type="http://schemas.openxmlformats.org/officeDocument/2006/relationships/slideLayout" Target="../slideLayouts/slideLayout283.xml"/><Relationship Id="rId15" Type="http://schemas.openxmlformats.org/officeDocument/2006/relationships/slideLayout" Target="../slideLayouts/slideLayout293.xml"/><Relationship Id="rId10" Type="http://schemas.openxmlformats.org/officeDocument/2006/relationships/slideLayout" Target="../slideLayouts/slideLayout288.xml"/><Relationship Id="rId4" Type="http://schemas.openxmlformats.org/officeDocument/2006/relationships/slideLayout" Target="../slideLayouts/slideLayout282.xml"/><Relationship Id="rId9" Type="http://schemas.openxmlformats.org/officeDocument/2006/relationships/slideLayout" Target="../slideLayouts/slideLayout287.xml"/><Relationship Id="rId14" Type="http://schemas.openxmlformats.org/officeDocument/2006/relationships/slideLayout" Target="../slideLayouts/slideLayout292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2.xml"/><Relationship Id="rId13" Type="http://schemas.openxmlformats.org/officeDocument/2006/relationships/slideLayout" Target="../slideLayouts/slideLayout307.xml"/><Relationship Id="rId3" Type="http://schemas.openxmlformats.org/officeDocument/2006/relationships/slideLayout" Target="../slideLayouts/slideLayout297.xml"/><Relationship Id="rId7" Type="http://schemas.openxmlformats.org/officeDocument/2006/relationships/slideLayout" Target="../slideLayouts/slideLayout301.xml"/><Relationship Id="rId12" Type="http://schemas.openxmlformats.org/officeDocument/2006/relationships/slideLayout" Target="../slideLayouts/slideLayout306.xml"/><Relationship Id="rId17" Type="http://schemas.openxmlformats.org/officeDocument/2006/relationships/theme" Target="../theme/theme20.xml"/><Relationship Id="rId2" Type="http://schemas.openxmlformats.org/officeDocument/2006/relationships/slideLayout" Target="../slideLayouts/slideLayout296.xml"/><Relationship Id="rId16" Type="http://schemas.openxmlformats.org/officeDocument/2006/relationships/slideLayout" Target="../slideLayouts/slideLayout310.xml"/><Relationship Id="rId1" Type="http://schemas.openxmlformats.org/officeDocument/2006/relationships/slideLayout" Target="../slideLayouts/slideLayout295.xml"/><Relationship Id="rId6" Type="http://schemas.openxmlformats.org/officeDocument/2006/relationships/slideLayout" Target="../slideLayouts/slideLayout300.xml"/><Relationship Id="rId11" Type="http://schemas.openxmlformats.org/officeDocument/2006/relationships/slideLayout" Target="../slideLayouts/slideLayout305.xml"/><Relationship Id="rId5" Type="http://schemas.openxmlformats.org/officeDocument/2006/relationships/slideLayout" Target="../slideLayouts/slideLayout299.xml"/><Relationship Id="rId15" Type="http://schemas.openxmlformats.org/officeDocument/2006/relationships/slideLayout" Target="../slideLayouts/slideLayout309.xml"/><Relationship Id="rId10" Type="http://schemas.openxmlformats.org/officeDocument/2006/relationships/slideLayout" Target="../slideLayouts/slideLayout304.xml"/><Relationship Id="rId4" Type="http://schemas.openxmlformats.org/officeDocument/2006/relationships/slideLayout" Target="../slideLayouts/slideLayout298.xml"/><Relationship Id="rId9" Type="http://schemas.openxmlformats.org/officeDocument/2006/relationships/slideLayout" Target="../slideLayouts/slideLayout303.xml"/><Relationship Id="rId14" Type="http://schemas.openxmlformats.org/officeDocument/2006/relationships/slideLayout" Target="../slideLayouts/slideLayout308.xml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8.xml"/><Relationship Id="rId13" Type="http://schemas.openxmlformats.org/officeDocument/2006/relationships/slideLayout" Target="../slideLayouts/slideLayout323.xml"/><Relationship Id="rId3" Type="http://schemas.openxmlformats.org/officeDocument/2006/relationships/slideLayout" Target="../slideLayouts/slideLayout313.xml"/><Relationship Id="rId7" Type="http://schemas.openxmlformats.org/officeDocument/2006/relationships/slideLayout" Target="../slideLayouts/slideLayout317.xml"/><Relationship Id="rId12" Type="http://schemas.openxmlformats.org/officeDocument/2006/relationships/slideLayout" Target="../slideLayouts/slideLayout322.xml"/><Relationship Id="rId17" Type="http://schemas.openxmlformats.org/officeDocument/2006/relationships/theme" Target="../theme/theme21.xml"/><Relationship Id="rId2" Type="http://schemas.openxmlformats.org/officeDocument/2006/relationships/slideLayout" Target="../slideLayouts/slideLayout312.xml"/><Relationship Id="rId16" Type="http://schemas.openxmlformats.org/officeDocument/2006/relationships/slideLayout" Target="../slideLayouts/slideLayout326.xml"/><Relationship Id="rId1" Type="http://schemas.openxmlformats.org/officeDocument/2006/relationships/slideLayout" Target="../slideLayouts/slideLayout311.xml"/><Relationship Id="rId6" Type="http://schemas.openxmlformats.org/officeDocument/2006/relationships/slideLayout" Target="../slideLayouts/slideLayout316.xml"/><Relationship Id="rId11" Type="http://schemas.openxmlformats.org/officeDocument/2006/relationships/slideLayout" Target="../slideLayouts/slideLayout321.xml"/><Relationship Id="rId5" Type="http://schemas.openxmlformats.org/officeDocument/2006/relationships/slideLayout" Target="../slideLayouts/slideLayout315.xml"/><Relationship Id="rId15" Type="http://schemas.openxmlformats.org/officeDocument/2006/relationships/slideLayout" Target="../slideLayouts/slideLayout325.xml"/><Relationship Id="rId10" Type="http://schemas.openxmlformats.org/officeDocument/2006/relationships/slideLayout" Target="../slideLayouts/slideLayout320.xml"/><Relationship Id="rId4" Type="http://schemas.openxmlformats.org/officeDocument/2006/relationships/slideLayout" Target="../slideLayouts/slideLayout314.xml"/><Relationship Id="rId9" Type="http://schemas.openxmlformats.org/officeDocument/2006/relationships/slideLayout" Target="../slideLayouts/slideLayout319.xml"/><Relationship Id="rId14" Type="http://schemas.openxmlformats.org/officeDocument/2006/relationships/slideLayout" Target="../slideLayouts/slideLayout324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4.xml"/><Relationship Id="rId13" Type="http://schemas.openxmlformats.org/officeDocument/2006/relationships/slideLayout" Target="../slideLayouts/slideLayout339.xml"/><Relationship Id="rId3" Type="http://schemas.openxmlformats.org/officeDocument/2006/relationships/slideLayout" Target="../slideLayouts/slideLayout329.xml"/><Relationship Id="rId7" Type="http://schemas.openxmlformats.org/officeDocument/2006/relationships/slideLayout" Target="../slideLayouts/slideLayout333.xml"/><Relationship Id="rId12" Type="http://schemas.openxmlformats.org/officeDocument/2006/relationships/slideLayout" Target="../slideLayouts/slideLayout338.xml"/><Relationship Id="rId17" Type="http://schemas.openxmlformats.org/officeDocument/2006/relationships/theme" Target="../theme/theme22.xml"/><Relationship Id="rId2" Type="http://schemas.openxmlformats.org/officeDocument/2006/relationships/slideLayout" Target="../slideLayouts/slideLayout328.xml"/><Relationship Id="rId16" Type="http://schemas.openxmlformats.org/officeDocument/2006/relationships/slideLayout" Target="../slideLayouts/slideLayout342.xml"/><Relationship Id="rId1" Type="http://schemas.openxmlformats.org/officeDocument/2006/relationships/slideLayout" Target="../slideLayouts/slideLayout327.xml"/><Relationship Id="rId6" Type="http://schemas.openxmlformats.org/officeDocument/2006/relationships/slideLayout" Target="../slideLayouts/slideLayout332.xml"/><Relationship Id="rId11" Type="http://schemas.openxmlformats.org/officeDocument/2006/relationships/slideLayout" Target="../slideLayouts/slideLayout337.xml"/><Relationship Id="rId5" Type="http://schemas.openxmlformats.org/officeDocument/2006/relationships/slideLayout" Target="../slideLayouts/slideLayout331.xml"/><Relationship Id="rId15" Type="http://schemas.openxmlformats.org/officeDocument/2006/relationships/slideLayout" Target="../slideLayouts/slideLayout341.xml"/><Relationship Id="rId10" Type="http://schemas.openxmlformats.org/officeDocument/2006/relationships/slideLayout" Target="../slideLayouts/slideLayout336.xml"/><Relationship Id="rId4" Type="http://schemas.openxmlformats.org/officeDocument/2006/relationships/slideLayout" Target="../slideLayouts/slideLayout330.xml"/><Relationship Id="rId9" Type="http://schemas.openxmlformats.org/officeDocument/2006/relationships/slideLayout" Target="../slideLayouts/slideLayout335.xml"/><Relationship Id="rId14" Type="http://schemas.openxmlformats.org/officeDocument/2006/relationships/slideLayout" Target="../slideLayouts/slideLayout340.xml"/></Relationships>
</file>

<file path=ppt/slideMasters/_rels/slideMaster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0.xml"/><Relationship Id="rId13" Type="http://schemas.openxmlformats.org/officeDocument/2006/relationships/slideLayout" Target="../slideLayouts/slideLayout355.xml"/><Relationship Id="rId3" Type="http://schemas.openxmlformats.org/officeDocument/2006/relationships/slideLayout" Target="../slideLayouts/slideLayout345.xml"/><Relationship Id="rId7" Type="http://schemas.openxmlformats.org/officeDocument/2006/relationships/slideLayout" Target="../slideLayouts/slideLayout349.xml"/><Relationship Id="rId12" Type="http://schemas.openxmlformats.org/officeDocument/2006/relationships/slideLayout" Target="../slideLayouts/slideLayout354.xml"/><Relationship Id="rId17" Type="http://schemas.openxmlformats.org/officeDocument/2006/relationships/theme" Target="../theme/theme23.xml"/><Relationship Id="rId2" Type="http://schemas.openxmlformats.org/officeDocument/2006/relationships/slideLayout" Target="../slideLayouts/slideLayout344.xml"/><Relationship Id="rId16" Type="http://schemas.openxmlformats.org/officeDocument/2006/relationships/slideLayout" Target="../slideLayouts/slideLayout358.xml"/><Relationship Id="rId1" Type="http://schemas.openxmlformats.org/officeDocument/2006/relationships/slideLayout" Target="../slideLayouts/slideLayout343.xml"/><Relationship Id="rId6" Type="http://schemas.openxmlformats.org/officeDocument/2006/relationships/slideLayout" Target="../slideLayouts/slideLayout348.xml"/><Relationship Id="rId11" Type="http://schemas.openxmlformats.org/officeDocument/2006/relationships/slideLayout" Target="../slideLayouts/slideLayout353.xml"/><Relationship Id="rId5" Type="http://schemas.openxmlformats.org/officeDocument/2006/relationships/slideLayout" Target="../slideLayouts/slideLayout347.xml"/><Relationship Id="rId15" Type="http://schemas.openxmlformats.org/officeDocument/2006/relationships/slideLayout" Target="../slideLayouts/slideLayout357.xml"/><Relationship Id="rId10" Type="http://schemas.openxmlformats.org/officeDocument/2006/relationships/slideLayout" Target="../slideLayouts/slideLayout352.xml"/><Relationship Id="rId4" Type="http://schemas.openxmlformats.org/officeDocument/2006/relationships/slideLayout" Target="../slideLayouts/slideLayout346.xml"/><Relationship Id="rId9" Type="http://schemas.openxmlformats.org/officeDocument/2006/relationships/slideLayout" Target="../slideLayouts/slideLayout351.xml"/><Relationship Id="rId14" Type="http://schemas.openxmlformats.org/officeDocument/2006/relationships/slideLayout" Target="../slideLayouts/slideLayout3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99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"/>
          <p:cNvSpPr>
            <a:spLocks noChangeArrowheads="1"/>
          </p:cNvSpPr>
          <p:nvPr/>
        </p:nvSpPr>
        <p:spPr bwMode="auto">
          <a:xfrm>
            <a:off x="144463" y="161925"/>
            <a:ext cx="9791700" cy="6613525"/>
          </a:xfrm>
          <a:prstGeom prst="roundRect">
            <a:avLst>
              <a:gd name="adj" fmla="val 2810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Font typeface="Times New Roman" panose="02020603050405020304" pitchFamily="18" charset="0"/>
              <a:buNone/>
            </a:pP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03238" y="301625"/>
            <a:ext cx="7847012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the title text format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503238" y="1728788"/>
            <a:ext cx="9069387" cy="438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2268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the outline text format</a:t>
            </a:r>
          </a:p>
          <a:p>
            <a:pPr lvl="1"/>
            <a:r>
              <a:rPr lang="en-US" altLang="zh-CN"/>
              <a:t>Second Outline Level</a:t>
            </a:r>
          </a:p>
          <a:p>
            <a:pPr lvl="2"/>
            <a:r>
              <a:rPr lang="en-US" altLang="zh-CN"/>
              <a:t>Third Outline Level</a:t>
            </a:r>
          </a:p>
          <a:p>
            <a:pPr lvl="3"/>
            <a:r>
              <a:rPr lang="en-US" altLang="zh-CN"/>
              <a:t>Fourth Outline Level</a:t>
            </a:r>
          </a:p>
          <a:p>
            <a:pPr lvl="4"/>
            <a:r>
              <a:rPr lang="en-US" altLang="zh-CN"/>
              <a:t>Fifth Outline Level</a:t>
            </a:r>
          </a:p>
          <a:p>
            <a:pPr lvl="4"/>
            <a:r>
              <a:rPr lang="en-US" altLang="zh-CN"/>
              <a:t>Sixth Outline Level</a:t>
            </a:r>
          </a:p>
          <a:p>
            <a:pPr lvl="4"/>
            <a:r>
              <a:rPr lang="en-US" altLang="zh-CN"/>
              <a:t>Seventh Outline Level</a:t>
            </a:r>
          </a:p>
        </p:txBody>
      </p:sp>
      <p:sp>
        <p:nvSpPr>
          <p:cNvPr id="1029" name="Rectangle 5"/>
          <p:cNvSpPr>
            <a:spLocks noGrp="1"/>
          </p:cNvSpPr>
          <p:nvPr>
            <p:ph type="dt"/>
          </p:nvPr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>
            <a:lvl1pPr eaLnBrk="1" hangingPunct="1">
              <a:lnSpc>
                <a:spcPct val="116000"/>
              </a:lnSpc>
              <a:buFont typeface="Times New Roman" panose="02020603050405020304" pitchFamily="2" charset="0"/>
              <a:buChar char="•"/>
              <a:defRPr sz="1000" noProof="1">
                <a:latin typeface="Comic Sans MS" panose="030F0702030302020204" pitchFamily="2" charset="0"/>
                <a:ea typeface="宋体" panose="02010600030101010101" pitchFamily="2" charset="-122"/>
                <a:cs typeface="楷体_GB2312" panose="02010609030101010101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1030" name="Rectangle 6"/>
          <p:cNvSpPr>
            <a:spLocks noGrp="1"/>
          </p:cNvSpPr>
          <p:nvPr>
            <p:ph type="ftr"/>
          </p:nvPr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>
            <a:lvl1pPr algn="ctr" eaLnBrk="1" hangingPunct="1">
              <a:lnSpc>
                <a:spcPct val="116000"/>
              </a:lnSpc>
              <a:buFont typeface="Times New Roman" panose="02020603050405020304" pitchFamily="2" charset="0"/>
              <a:buChar char="•"/>
              <a:defRPr sz="1000" noProof="1">
                <a:latin typeface="Comic Sans MS" panose="030F0702030302020204" pitchFamily="2" charset="0"/>
                <a:ea typeface="Droid Sans Fallback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1" name="Rectangle 7"/>
          <p:cNvSpPr>
            <a:spLocks noGrp="1"/>
          </p:cNvSpPr>
          <p:nvPr>
            <p:ph type="sldNum"/>
          </p:nvPr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>
            <a:lvl1pPr algn="r" eaLnBrk="1" hangingPunct="1">
              <a:lnSpc>
                <a:spcPct val="116000"/>
              </a:lnSpc>
              <a:buFont typeface="Times New Roman" panose="02020603050405020304" pitchFamily="2" charset="0"/>
              <a:buChar char="•"/>
              <a:defRPr sz="1200" noProof="1">
                <a:latin typeface="Comic Sans MS" panose="030F0702030302020204" pitchFamily="2" charset="0"/>
                <a:ea typeface="宋体" panose="02010600030101010101" pitchFamily="2" charset="-122"/>
                <a:cs typeface="楷体_GB2312" panose="02010609030101010101" charset="-122"/>
              </a:defRPr>
            </a:lvl1pPr>
          </a:lstStyle>
          <a:p>
            <a:pPr>
              <a:defRPr/>
            </a:pPr>
            <a:fld id="{817E1FF3-D7D3-4B3D-A2CC-2D1D96C2092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1439863" y="1223963"/>
            <a:ext cx="8640762" cy="14446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0047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Font typeface="Times New Roman" panose="02020603050405020304" pitchFamily="18" charset="0"/>
              <a:buNone/>
            </a:pPr>
            <a:endParaRPr lang="en-US" altLang="zh-CN">
              <a:ea typeface="宋体" panose="02010600030101010101" pitchFamily="2" charset="-122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8100" y="215900"/>
            <a:ext cx="936625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642" r:id="rId1"/>
    <p:sldLayoutId id="2147484643" r:id="rId2"/>
    <p:sldLayoutId id="2147484644" r:id="rId3"/>
    <p:sldLayoutId id="2147484645" r:id="rId4"/>
    <p:sldLayoutId id="2147484646" r:id="rId5"/>
    <p:sldLayoutId id="2147484647" r:id="rId6"/>
    <p:sldLayoutId id="2147484648" r:id="rId7"/>
    <p:sldLayoutId id="2147484649" r:id="rId8"/>
    <p:sldLayoutId id="2147484650" r:id="rId9"/>
    <p:sldLayoutId id="2147484651" r:id="rId10"/>
    <p:sldLayoutId id="2147484652" r:id="rId11"/>
  </p:sldLayoutIdLst>
  <p:txStyles>
    <p:titleStyle>
      <a:lvl1pPr algn="l" defTabSz="449263" rtl="0" eaLnBrk="0" fontAlgn="base" hangingPunct="0">
        <a:lnSpc>
          <a:spcPct val="110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000" kern="1200">
          <a:solidFill>
            <a:srgbClr val="000000"/>
          </a:solidFill>
          <a:latin typeface="+mj-lt"/>
          <a:ea typeface="楷体_GB2312" panose="02010609030101010101" charset="-122"/>
          <a:cs typeface="楷体_GB2312"/>
        </a:defRPr>
      </a:lvl1pPr>
      <a:lvl2pPr algn="l" defTabSz="449263" rtl="0" eaLnBrk="0" fontAlgn="base" hangingPunct="0">
        <a:lnSpc>
          <a:spcPct val="110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000">
          <a:solidFill>
            <a:srgbClr val="000000"/>
          </a:solidFill>
          <a:latin typeface="Arial" panose="020B0604020202020204" pitchFamily="34" charset="0"/>
          <a:ea typeface="楷体_GB2312" pitchFamily="1" charset="-122"/>
          <a:cs typeface="楷体_GB2312"/>
        </a:defRPr>
      </a:lvl2pPr>
      <a:lvl3pPr algn="l" defTabSz="449263" rtl="0" eaLnBrk="0" fontAlgn="base" hangingPunct="0">
        <a:lnSpc>
          <a:spcPct val="110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000">
          <a:solidFill>
            <a:srgbClr val="000000"/>
          </a:solidFill>
          <a:latin typeface="Arial" panose="020B0604020202020204" pitchFamily="34" charset="0"/>
          <a:ea typeface="楷体_GB2312" pitchFamily="1" charset="-122"/>
          <a:cs typeface="楷体_GB2312"/>
        </a:defRPr>
      </a:lvl3pPr>
      <a:lvl4pPr algn="l" defTabSz="449263" rtl="0" eaLnBrk="0" fontAlgn="base" hangingPunct="0">
        <a:lnSpc>
          <a:spcPct val="110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000">
          <a:solidFill>
            <a:srgbClr val="000000"/>
          </a:solidFill>
          <a:latin typeface="Arial" panose="020B0604020202020204" pitchFamily="34" charset="0"/>
          <a:ea typeface="楷体_GB2312" pitchFamily="1" charset="-122"/>
          <a:cs typeface="楷体_GB2312"/>
        </a:defRPr>
      </a:lvl4pPr>
      <a:lvl5pPr algn="l" defTabSz="449263" rtl="0" eaLnBrk="0" fontAlgn="base" hangingPunct="0">
        <a:lnSpc>
          <a:spcPct val="110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000">
          <a:solidFill>
            <a:srgbClr val="000000"/>
          </a:solidFill>
          <a:latin typeface="Arial" panose="020B0604020202020204" pitchFamily="34" charset="0"/>
          <a:ea typeface="楷体_GB2312" pitchFamily="1" charset="-122"/>
          <a:cs typeface="楷体_GB2312"/>
        </a:defRPr>
      </a:lvl5pPr>
      <a:lvl6pPr marL="457200" algn="l" defTabSz="449263" rtl="0" eaLnBrk="0" fontAlgn="base" hangingPunct="0">
        <a:lnSpc>
          <a:spcPct val="110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000">
          <a:solidFill>
            <a:srgbClr val="000000"/>
          </a:solidFill>
          <a:latin typeface="Arial" panose="020B0604020202020204" pitchFamily="34" charset="0"/>
          <a:ea typeface="楷体_GB2312" pitchFamily="1" charset="-122"/>
        </a:defRPr>
      </a:lvl6pPr>
      <a:lvl7pPr marL="914400" algn="l" defTabSz="449263" rtl="0" eaLnBrk="0" fontAlgn="base" hangingPunct="0">
        <a:lnSpc>
          <a:spcPct val="110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000">
          <a:solidFill>
            <a:srgbClr val="000000"/>
          </a:solidFill>
          <a:latin typeface="Arial" panose="020B0604020202020204" pitchFamily="34" charset="0"/>
          <a:ea typeface="楷体_GB2312" pitchFamily="1" charset="-122"/>
        </a:defRPr>
      </a:lvl7pPr>
      <a:lvl8pPr marL="1371600" algn="l" defTabSz="449263" rtl="0" eaLnBrk="0" fontAlgn="base" hangingPunct="0">
        <a:lnSpc>
          <a:spcPct val="110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000">
          <a:solidFill>
            <a:srgbClr val="000000"/>
          </a:solidFill>
          <a:latin typeface="Arial" panose="020B0604020202020204" pitchFamily="34" charset="0"/>
          <a:ea typeface="楷体_GB2312" pitchFamily="1" charset="-122"/>
        </a:defRPr>
      </a:lvl8pPr>
      <a:lvl9pPr marL="1828800" algn="l" defTabSz="449263" rtl="0" eaLnBrk="0" fontAlgn="base" hangingPunct="0">
        <a:lnSpc>
          <a:spcPct val="110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000">
          <a:solidFill>
            <a:srgbClr val="000000"/>
          </a:solidFill>
          <a:latin typeface="Arial" panose="020B0604020202020204" pitchFamily="34" charset="0"/>
          <a:ea typeface="楷体_GB2312" pitchFamily="1" charset="-122"/>
        </a:defRPr>
      </a:lvl9pPr>
    </p:titleStyle>
    <p:bodyStyle>
      <a:lvl1pPr marL="342900" indent="-342900" algn="l" defTabSz="449263" rtl="0" eaLnBrk="0" fontAlgn="base" hangingPunct="0">
        <a:lnSpc>
          <a:spcPct val="95000"/>
        </a:lnSpc>
        <a:spcBef>
          <a:spcPct val="0"/>
        </a:spcBef>
        <a:spcAft>
          <a:spcPts val="1413"/>
        </a:spcAft>
        <a:buSzPct val="100000"/>
        <a:buFont typeface="Times New Roman" panose="02020603050405020304" pitchFamily="18" charset="0"/>
        <a:buChar char="•"/>
        <a:defRPr sz="3600" kern="1200">
          <a:solidFill>
            <a:srgbClr val="000000"/>
          </a:solidFill>
          <a:latin typeface="+mn-lt"/>
          <a:ea typeface="楷体_GB2312" panose="02010609030101010101" charset="-122"/>
          <a:cs typeface="楷体_GB2312"/>
        </a:defRPr>
      </a:lvl1pPr>
      <a:lvl2pPr marL="742950" lvl="1" indent="-285750" algn="l" defTabSz="449263" rtl="0" eaLnBrk="0" fontAlgn="base" hangingPunct="0">
        <a:lnSpc>
          <a:spcPct val="95000"/>
        </a:lnSpc>
        <a:spcBef>
          <a:spcPct val="0"/>
        </a:spcBef>
        <a:spcAft>
          <a:spcPts val="1138"/>
        </a:spcAft>
        <a:buSzPct val="100000"/>
        <a:buFont typeface="Times New Roman" panose="02020603050405020304" pitchFamily="18" charset="0"/>
        <a:buChar char="–"/>
        <a:defRPr sz="2800" kern="1200">
          <a:solidFill>
            <a:srgbClr val="000000"/>
          </a:solidFill>
          <a:latin typeface="+mn-lt"/>
          <a:ea typeface="楷体_GB2312" panose="02010609030101010101" charset="-122"/>
          <a:cs typeface="楷体_GB2312"/>
        </a:defRPr>
      </a:lvl2pPr>
      <a:lvl3pPr marL="1143000" lvl="2" indent="-228600" algn="l" defTabSz="449263" rtl="0" eaLnBrk="0" fontAlgn="base" hangingPunct="0">
        <a:lnSpc>
          <a:spcPct val="95000"/>
        </a:lnSpc>
        <a:spcBef>
          <a:spcPct val="0"/>
        </a:spcBef>
        <a:spcAft>
          <a:spcPts val="850"/>
        </a:spcAft>
        <a:buSzPct val="100000"/>
        <a:buFont typeface="Times New Roman" panose="02020603050405020304" pitchFamily="18" charset="0"/>
        <a:buChar char="•"/>
        <a:defRPr sz="2400" kern="1200">
          <a:solidFill>
            <a:srgbClr val="000000"/>
          </a:solidFill>
          <a:latin typeface="+mn-lt"/>
          <a:ea typeface="楷体_GB2312" panose="02010609030101010101" charset="-122"/>
          <a:cs typeface="楷体_GB2312"/>
        </a:defRPr>
      </a:lvl3pPr>
      <a:lvl4pPr marL="1600200" lvl="3" indent="-228600" algn="l" defTabSz="449263" rtl="0" eaLnBrk="0" fontAlgn="base" hangingPunct="0">
        <a:lnSpc>
          <a:spcPct val="95000"/>
        </a:lnSpc>
        <a:spcBef>
          <a:spcPct val="0"/>
        </a:spcBef>
        <a:spcAft>
          <a:spcPts val="575"/>
        </a:spcAft>
        <a:buSzPct val="100000"/>
        <a:buFont typeface="Times New Roman" panose="02020603050405020304" pitchFamily="18" charset="0"/>
        <a:buChar char="–"/>
        <a:defRPr sz="2000" kern="1200">
          <a:solidFill>
            <a:srgbClr val="000000"/>
          </a:solidFill>
          <a:latin typeface="+mn-lt"/>
          <a:ea typeface="楷体_GB2312" panose="02010609030101010101" charset="-122"/>
          <a:cs typeface="楷体_GB2312"/>
        </a:defRPr>
      </a:lvl4pPr>
      <a:lvl5pPr marL="2057400" lvl="4" indent="-228600" algn="l" defTabSz="449263" rtl="0" eaLnBrk="0" fontAlgn="base" hangingPunct="0">
        <a:lnSpc>
          <a:spcPct val="95000"/>
        </a:lnSpc>
        <a:spcBef>
          <a:spcPct val="0"/>
        </a:spcBef>
        <a:spcAft>
          <a:spcPts val="288"/>
        </a:spcAft>
        <a:buSzPct val="100000"/>
        <a:buFont typeface="Times New Roman" panose="02020603050405020304" pitchFamily="18" charset="0"/>
        <a:buChar char="»"/>
        <a:defRPr sz="1400" kern="1200">
          <a:solidFill>
            <a:srgbClr val="000000"/>
          </a:solidFill>
          <a:latin typeface="+mn-lt"/>
          <a:ea typeface="楷体_GB2312" panose="02010609030101010101" charset="-122"/>
          <a:cs typeface="楷体_GB2312"/>
        </a:defRPr>
      </a:lvl5pPr>
      <a:lvl6pPr marL="2514600" lvl="5" indent="-512064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971800" lvl="6" indent="-512064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429000" lvl="7" indent="-512064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886200" lvl="8" indent="-512064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44958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495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2pPr>
      <a:lvl3pPr marL="1143000" lvl="2" indent="-228600" algn="l" defTabSz="4495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3pPr>
      <a:lvl4pPr marL="1600200" lvl="3" indent="-228600" algn="l" defTabSz="4495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4pPr>
      <a:lvl5pPr marL="2057400" lvl="4" indent="-228600" algn="l" defTabSz="4495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5pPr>
      <a:lvl6pPr marL="2286000" lvl="5" indent="-228600" algn="l" defTabSz="4495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743200" lvl="6" indent="-228600" algn="l" defTabSz="4495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200400" lvl="7" indent="-228600" algn="l" defTabSz="4495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657600" lvl="8" indent="-228600" algn="l" defTabSz="4495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99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2"/>
          <p:cNvSpPr>
            <a:spLocks noChangeArrowheads="1"/>
          </p:cNvSpPr>
          <p:nvPr/>
        </p:nvSpPr>
        <p:spPr bwMode="auto">
          <a:xfrm>
            <a:off x="-325438" y="5975350"/>
            <a:ext cx="2052638" cy="2160588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FFF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lnSpc>
                <a:spcPct val="93000"/>
              </a:lnSpc>
              <a:buFont typeface="Times New Roman" panose="02020603050405020304" pitchFamily="18" charset="0"/>
              <a:buNone/>
            </a:pP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051" name="AutoShape 3"/>
          <p:cNvSpPr>
            <a:spLocks noChangeArrowheads="1"/>
          </p:cNvSpPr>
          <p:nvPr/>
        </p:nvSpPr>
        <p:spPr bwMode="auto">
          <a:xfrm>
            <a:off x="4679950" y="296863"/>
            <a:ext cx="5256213" cy="6330950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lnSpc>
                <a:spcPct val="93000"/>
              </a:lnSpc>
              <a:buFont typeface="Times New Roman" panose="02020603050405020304" pitchFamily="18" charset="0"/>
              <a:buNone/>
            </a:pP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052" name="Rectangle 5"/>
          <p:cNvSpPr>
            <a:spLocks noChangeArrowheads="1"/>
          </p:cNvSpPr>
          <p:nvPr/>
        </p:nvSpPr>
        <p:spPr bwMode="auto">
          <a:xfrm>
            <a:off x="0" y="4356100"/>
            <a:ext cx="8496300" cy="1584325"/>
          </a:xfrm>
          <a:prstGeom prst="rect">
            <a:avLst/>
          </a:prstGeom>
          <a:gradFill rotWithShape="0">
            <a:gsLst>
              <a:gs pos="0">
                <a:srgbClr val="0047FF"/>
              </a:gs>
              <a:gs pos="100000">
                <a:srgbClr val="99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lnSpc>
                <a:spcPct val="93000"/>
              </a:lnSpc>
              <a:buFont typeface="Times New Roman" panose="02020603050405020304" pitchFamily="18" charset="0"/>
              <a:buNone/>
            </a:pP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053" name="Rectangle 6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04825" y="4500563"/>
            <a:ext cx="7486650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the title text format</a:t>
            </a:r>
          </a:p>
        </p:txBody>
      </p:sp>
      <p:sp>
        <p:nvSpPr>
          <p:cNvPr id="2054" name="Rectangle 7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67288" y="1944688"/>
            <a:ext cx="4606925" cy="438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28224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the outline text format</a:t>
            </a:r>
          </a:p>
          <a:p>
            <a:pPr lvl="1"/>
            <a:r>
              <a:rPr lang="en-US" altLang="zh-CN"/>
              <a:t>Second Outline Level</a:t>
            </a:r>
          </a:p>
          <a:p>
            <a:pPr lvl="2"/>
            <a:r>
              <a:rPr lang="en-US" altLang="zh-CN"/>
              <a:t>Third Outline Level</a:t>
            </a:r>
          </a:p>
          <a:p>
            <a:pPr lvl="3"/>
            <a:r>
              <a:rPr lang="en-US" altLang="zh-CN"/>
              <a:t>Fourth Outline Level</a:t>
            </a:r>
          </a:p>
          <a:p>
            <a:pPr lvl="4"/>
            <a:r>
              <a:rPr lang="en-US" altLang="zh-CN"/>
              <a:t>Fifth Outline Level</a:t>
            </a:r>
          </a:p>
          <a:p>
            <a:pPr lvl="4"/>
            <a:r>
              <a:rPr lang="en-US" altLang="zh-CN"/>
              <a:t>Sixth Outline Level</a:t>
            </a:r>
          </a:p>
          <a:p>
            <a:pPr lvl="4"/>
            <a:r>
              <a:rPr lang="en-US" altLang="zh-CN"/>
              <a:t>Seventh Outline Level</a:t>
            </a:r>
          </a:p>
        </p:txBody>
      </p:sp>
      <p:sp>
        <p:nvSpPr>
          <p:cNvPr id="2055" name="AutoShape 8"/>
          <p:cNvSpPr>
            <a:spLocks noChangeArrowheads="1"/>
          </p:cNvSpPr>
          <p:nvPr/>
        </p:nvSpPr>
        <p:spPr bwMode="auto">
          <a:xfrm>
            <a:off x="-180975" y="-252413"/>
            <a:ext cx="2052638" cy="2125663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FFF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lnSpc>
                <a:spcPct val="93000"/>
              </a:lnSpc>
              <a:buFont typeface="Times New Roman" panose="02020603050405020304" pitchFamily="18" charset="0"/>
              <a:buNone/>
            </a:pP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056" name="AutoShape 9"/>
          <p:cNvSpPr>
            <a:spLocks noChangeArrowheads="1"/>
          </p:cNvSpPr>
          <p:nvPr/>
        </p:nvSpPr>
        <p:spPr bwMode="auto">
          <a:xfrm>
            <a:off x="1079500" y="-366713"/>
            <a:ext cx="1295400" cy="1230313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99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lnSpc>
                <a:spcPct val="93000"/>
              </a:lnSpc>
              <a:buFont typeface="Times New Roman" panose="02020603050405020304" pitchFamily="18" charset="0"/>
              <a:buNone/>
            </a:pP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057" name="AutoShape 10"/>
          <p:cNvSpPr>
            <a:spLocks noChangeArrowheads="1"/>
          </p:cNvSpPr>
          <p:nvPr/>
        </p:nvSpPr>
        <p:spPr bwMode="auto">
          <a:xfrm>
            <a:off x="-325438" y="1152525"/>
            <a:ext cx="4141788" cy="1295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dist="101823" dir="2700000" algn="ctr" rotWithShape="0">
              <a:srgbClr val="C0C0C0">
                <a:alpha val="25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lnSpc>
                <a:spcPct val="93000"/>
              </a:lnSpc>
              <a:buFont typeface="Times New Roman" panose="02020603050405020304" pitchFamily="18" charset="0"/>
              <a:buNone/>
            </a:pP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058" name="AutoShape 11"/>
          <p:cNvSpPr>
            <a:spLocks noChangeArrowheads="1"/>
          </p:cNvSpPr>
          <p:nvPr/>
        </p:nvSpPr>
        <p:spPr bwMode="auto">
          <a:xfrm flipH="1" flipV="1">
            <a:off x="9361488" y="-927100"/>
            <a:ext cx="2087562" cy="20955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FFF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lnSpc>
                <a:spcPct val="93000"/>
              </a:lnSpc>
              <a:buFont typeface="Times New Roman" panose="02020603050405020304" pitchFamily="18" charset="0"/>
              <a:buNone/>
            </a:pPr>
            <a:endParaRPr lang="en-US" altLang="zh-CN">
              <a:ea typeface="宋体" panose="02010600030101010101" pitchFamily="2" charset="-122"/>
            </a:endParaRPr>
          </a:p>
        </p:txBody>
      </p:sp>
      <p:pic>
        <p:nvPicPr>
          <p:cNvPr id="2059" name="Picture 1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625" y="1116013"/>
            <a:ext cx="1368425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60" name="AutoShape 4"/>
          <p:cNvSpPr>
            <a:spLocks noChangeArrowheads="1"/>
          </p:cNvSpPr>
          <p:nvPr/>
        </p:nvSpPr>
        <p:spPr bwMode="auto">
          <a:xfrm>
            <a:off x="9215438" y="3384550"/>
            <a:ext cx="1800225" cy="12954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B2B2B2">
                  <a:alpha val="0"/>
                </a:srgb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lnSpc>
                <a:spcPct val="93000"/>
              </a:lnSpc>
              <a:buFont typeface="Times New Roman" panose="02020603050405020304" pitchFamily="18" charset="0"/>
              <a:buNone/>
            </a:pPr>
            <a:endParaRPr lang="zh-CN" altLang="en-US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31" r:id="rId1"/>
    <p:sldLayoutId id="2147484632" r:id="rId2"/>
    <p:sldLayoutId id="2147484633" r:id="rId3"/>
    <p:sldLayoutId id="2147484634" r:id="rId4"/>
    <p:sldLayoutId id="2147484635" r:id="rId5"/>
    <p:sldLayoutId id="2147484636" r:id="rId6"/>
    <p:sldLayoutId id="2147484637" r:id="rId7"/>
    <p:sldLayoutId id="2147484638" r:id="rId8"/>
    <p:sldLayoutId id="2147484639" r:id="rId9"/>
    <p:sldLayoutId id="2147484640" r:id="rId10"/>
    <p:sldLayoutId id="2147484641" r:id="rId11"/>
  </p:sldLayoutIdLst>
  <p:txStyles>
    <p:titleStyle>
      <a:lvl1pPr algn="l" defTabSz="449263" rtl="0" eaLnBrk="0" fontAlgn="base" hangingPunct="0">
        <a:lnSpc>
          <a:spcPct val="110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000" b="1" kern="1200">
          <a:solidFill>
            <a:srgbClr val="FFFFFF"/>
          </a:solidFill>
          <a:latin typeface="+mj-lt"/>
          <a:ea typeface="楷体_GB2312" panose="02010609030101010101" charset="-122"/>
          <a:cs typeface="楷体_GB2312"/>
        </a:defRPr>
      </a:lvl1pPr>
      <a:lvl2pPr algn="l" defTabSz="449263" rtl="0" eaLnBrk="0" fontAlgn="base" hangingPunct="0">
        <a:lnSpc>
          <a:spcPct val="110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000" b="1">
          <a:solidFill>
            <a:srgbClr val="FFFFFF"/>
          </a:solidFill>
          <a:latin typeface="Arial" panose="020B0604020202020204" pitchFamily="34" charset="0"/>
          <a:ea typeface="楷体_GB2312" pitchFamily="1" charset="-122"/>
          <a:cs typeface="楷体_GB2312"/>
        </a:defRPr>
      </a:lvl2pPr>
      <a:lvl3pPr algn="l" defTabSz="449263" rtl="0" eaLnBrk="0" fontAlgn="base" hangingPunct="0">
        <a:lnSpc>
          <a:spcPct val="110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000" b="1">
          <a:solidFill>
            <a:srgbClr val="FFFFFF"/>
          </a:solidFill>
          <a:latin typeface="Arial" panose="020B0604020202020204" pitchFamily="34" charset="0"/>
          <a:ea typeface="楷体_GB2312" pitchFamily="1" charset="-122"/>
          <a:cs typeface="楷体_GB2312"/>
        </a:defRPr>
      </a:lvl3pPr>
      <a:lvl4pPr algn="l" defTabSz="449263" rtl="0" eaLnBrk="0" fontAlgn="base" hangingPunct="0">
        <a:lnSpc>
          <a:spcPct val="110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000" b="1">
          <a:solidFill>
            <a:srgbClr val="FFFFFF"/>
          </a:solidFill>
          <a:latin typeface="Arial" panose="020B0604020202020204" pitchFamily="34" charset="0"/>
          <a:ea typeface="楷体_GB2312" pitchFamily="1" charset="-122"/>
          <a:cs typeface="楷体_GB2312"/>
        </a:defRPr>
      </a:lvl4pPr>
      <a:lvl5pPr algn="l" defTabSz="449263" rtl="0" eaLnBrk="0" fontAlgn="base" hangingPunct="0">
        <a:lnSpc>
          <a:spcPct val="110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000" b="1">
          <a:solidFill>
            <a:srgbClr val="FFFFFF"/>
          </a:solidFill>
          <a:latin typeface="Arial" panose="020B0604020202020204" pitchFamily="34" charset="0"/>
          <a:ea typeface="楷体_GB2312" pitchFamily="1" charset="-122"/>
          <a:cs typeface="楷体_GB2312"/>
        </a:defRPr>
      </a:lvl5pPr>
      <a:lvl6pPr marL="457200" algn="l" defTabSz="449263" rtl="0" eaLnBrk="0" fontAlgn="base" hangingPunct="0">
        <a:lnSpc>
          <a:spcPct val="110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000" b="1">
          <a:solidFill>
            <a:srgbClr val="FFFFFF"/>
          </a:solidFill>
          <a:latin typeface="Arial" panose="020B0604020202020204" pitchFamily="34" charset="0"/>
          <a:ea typeface="楷体_GB2312" pitchFamily="1" charset="-122"/>
        </a:defRPr>
      </a:lvl6pPr>
      <a:lvl7pPr marL="914400" algn="l" defTabSz="449263" rtl="0" eaLnBrk="0" fontAlgn="base" hangingPunct="0">
        <a:lnSpc>
          <a:spcPct val="110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000" b="1">
          <a:solidFill>
            <a:srgbClr val="FFFFFF"/>
          </a:solidFill>
          <a:latin typeface="Arial" panose="020B0604020202020204" pitchFamily="34" charset="0"/>
          <a:ea typeface="楷体_GB2312" pitchFamily="1" charset="-122"/>
        </a:defRPr>
      </a:lvl7pPr>
      <a:lvl8pPr marL="1371600" algn="l" defTabSz="449263" rtl="0" eaLnBrk="0" fontAlgn="base" hangingPunct="0">
        <a:lnSpc>
          <a:spcPct val="110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000" b="1">
          <a:solidFill>
            <a:srgbClr val="FFFFFF"/>
          </a:solidFill>
          <a:latin typeface="Arial" panose="020B0604020202020204" pitchFamily="34" charset="0"/>
          <a:ea typeface="楷体_GB2312" pitchFamily="1" charset="-122"/>
        </a:defRPr>
      </a:lvl8pPr>
      <a:lvl9pPr marL="1828800" algn="l" defTabSz="449263" rtl="0" eaLnBrk="0" fontAlgn="base" hangingPunct="0">
        <a:lnSpc>
          <a:spcPct val="110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000" b="1">
          <a:solidFill>
            <a:srgbClr val="FFFFFF"/>
          </a:solidFill>
          <a:latin typeface="Arial" panose="020B0604020202020204" pitchFamily="34" charset="0"/>
          <a:ea typeface="楷体_GB2312" pitchFamily="1" charset="-122"/>
        </a:defRPr>
      </a:lvl9pPr>
    </p:titleStyle>
    <p:bodyStyle>
      <a:lvl1pPr marL="342900" indent="-342900" algn="l" defTabSz="449263" rtl="0" eaLnBrk="0" fontAlgn="base" hangingPunct="0">
        <a:lnSpc>
          <a:spcPct val="93000"/>
        </a:lnSpc>
        <a:spcBef>
          <a:spcPct val="0"/>
        </a:spcBef>
        <a:spcAft>
          <a:spcPts val="1425"/>
        </a:spcAft>
        <a:buSzPct val="100000"/>
        <a:buFont typeface="Times New Roman" panose="02020603050405020304" pitchFamily="18" charset="0"/>
        <a:buChar char="•"/>
        <a:defRPr sz="3200" kern="1200">
          <a:solidFill>
            <a:srgbClr val="000000"/>
          </a:solidFill>
          <a:latin typeface="+mn-lt"/>
          <a:ea typeface="楷体_GB2312" panose="02010609030101010101" charset="-122"/>
          <a:cs typeface="楷体_GB2312"/>
        </a:defRPr>
      </a:lvl1pPr>
      <a:lvl2pPr marL="742950" lvl="1" indent="-285750" algn="l" defTabSz="449263" rtl="0" eaLnBrk="0" fontAlgn="base" hangingPunct="0">
        <a:lnSpc>
          <a:spcPct val="93000"/>
        </a:lnSpc>
        <a:spcBef>
          <a:spcPct val="0"/>
        </a:spcBef>
        <a:spcAft>
          <a:spcPts val="1138"/>
        </a:spcAft>
        <a:buSzPct val="100000"/>
        <a:buFont typeface="Times New Roman" panose="02020603050405020304" pitchFamily="18" charset="0"/>
        <a:buChar char="–"/>
        <a:defRPr sz="2800" kern="1200">
          <a:solidFill>
            <a:srgbClr val="000000"/>
          </a:solidFill>
          <a:latin typeface="+mn-lt"/>
          <a:ea typeface="楷体_GB2312" panose="02010609030101010101" charset="-122"/>
          <a:cs typeface="楷体_GB2312"/>
        </a:defRPr>
      </a:lvl2pPr>
      <a:lvl3pPr marL="1143000" lvl="2" indent="-228600" algn="l" defTabSz="449263" rtl="0" eaLnBrk="0" fontAlgn="base" hangingPunct="0">
        <a:lnSpc>
          <a:spcPct val="93000"/>
        </a:lnSpc>
        <a:spcBef>
          <a:spcPct val="0"/>
        </a:spcBef>
        <a:spcAft>
          <a:spcPts val="850"/>
        </a:spcAft>
        <a:buSzPct val="100000"/>
        <a:buFont typeface="Times New Roman" panose="02020603050405020304" pitchFamily="18" charset="0"/>
        <a:buChar char="•"/>
        <a:defRPr sz="2400" kern="1200">
          <a:solidFill>
            <a:srgbClr val="000000"/>
          </a:solidFill>
          <a:latin typeface="+mn-lt"/>
          <a:ea typeface="楷体_GB2312" panose="02010609030101010101" charset="-122"/>
          <a:cs typeface="楷体_GB2312"/>
        </a:defRPr>
      </a:lvl3pPr>
      <a:lvl4pPr marL="1600200" lvl="3" indent="-228600" algn="l" defTabSz="449263" rtl="0" eaLnBrk="0" fontAlgn="base" hangingPunct="0">
        <a:lnSpc>
          <a:spcPct val="93000"/>
        </a:lnSpc>
        <a:spcBef>
          <a:spcPct val="0"/>
        </a:spcBef>
        <a:spcAft>
          <a:spcPts val="575"/>
        </a:spcAft>
        <a:buSzPct val="100000"/>
        <a:buFont typeface="Times New Roman" panose="02020603050405020304" pitchFamily="18" charset="0"/>
        <a:buChar char="–"/>
        <a:defRPr sz="2000" kern="1200">
          <a:solidFill>
            <a:srgbClr val="000000"/>
          </a:solidFill>
          <a:latin typeface="+mn-lt"/>
          <a:ea typeface="楷体_GB2312" panose="02010609030101010101" charset="-122"/>
          <a:cs typeface="楷体_GB2312"/>
        </a:defRPr>
      </a:lvl4pPr>
      <a:lvl5pPr marL="2057400" lvl="4" indent="-228600" algn="l" defTabSz="449263" rtl="0" eaLnBrk="0" fontAlgn="base" hangingPunct="0">
        <a:lnSpc>
          <a:spcPct val="93000"/>
        </a:lnSpc>
        <a:spcBef>
          <a:spcPct val="0"/>
        </a:spcBef>
        <a:spcAft>
          <a:spcPts val="288"/>
        </a:spcAft>
        <a:buSzPct val="100000"/>
        <a:buFont typeface="Times New Roman" panose="02020603050405020304" pitchFamily="18" charset="0"/>
        <a:buChar char="»"/>
        <a:defRPr sz="2000" kern="1200">
          <a:solidFill>
            <a:srgbClr val="000000"/>
          </a:solidFill>
          <a:latin typeface="+mn-lt"/>
          <a:ea typeface="楷体_GB2312" panose="02010609030101010101" charset="-122"/>
          <a:cs typeface="楷体_GB2312"/>
        </a:defRPr>
      </a:lvl5pPr>
      <a:lvl6pPr marL="2514600" lvl="5" indent="-51206400" algn="l" defTabSz="449580" eaLnBrk="0" fontAlgn="base" latinLnBrk="0" hangingPunct="0">
        <a:lnSpc>
          <a:spcPct val="93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20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971800" lvl="6" indent="-51206400" algn="l" defTabSz="449580" eaLnBrk="0" fontAlgn="base" latinLnBrk="0" hangingPunct="0">
        <a:lnSpc>
          <a:spcPct val="93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20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429000" lvl="7" indent="-51206400" algn="l" defTabSz="449580" eaLnBrk="0" fontAlgn="base" latinLnBrk="0" hangingPunct="0">
        <a:lnSpc>
          <a:spcPct val="93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20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886200" lvl="8" indent="-51206400" algn="l" defTabSz="449580" eaLnBrk="0" fontAlgn="base" latinLnBrk="0" hangingPunct="0">
        <a:lnSpc>
          <a:spcPct val="93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20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44958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495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2pPr>
      <a:lvl3pPr marL="1143000" lvl="2" indent="-228600" algn="l" defTabSz="4495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3pPr>
      <a:lvl4pPr marL="1600200" lvl="3" indent="-228600" algn="l" defTabSz="4495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4pPr>
      <a:lvl5pPr marL="2057400" lvl="4" indent="-228600" algn="l" defTabSz="4495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5pPr>
      <a:lvl6pPr marL="2286000" lvl="5" indent="-228600" algn="l" defTabSz="4495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743200" lvl="6" indent="-228600" algn="l" defTabSz="4495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200400" lvl="7" indent="-228600" algn="l" defTabSz="4495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657600" lvl="8" indent="-228600" algn="l" defTabSz="4495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693738" y="400050"/>
            <a:ext cx="8696325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93738" y="2009775"/>
            <a:ext cx="8696325" cy="479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38513" y="7008813"/>
            <a:ext cx="34004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503972" eaLnBrk="1" fontAlgn="auto" hangingPunct="1">
              <a:spcBef>
                <a:spcPts val="0"/>
              </a:spcBef>
              <a:spcAft>
                <a:spcPts val="0"/>
              </a:spcAft>
              <a:defRPr sz="992">
                <a:solidFill>
                  <a:prstClr val="black">
                    <a:tint val="75000"/>
                  </a:prstClr>
                </a:solidFill>
                <a:latin typeface="Arial" panose="020B0604020202020204"/>
                <a:ea typeface="黑体" panose="02010609060101010101" pitchFamily="49" charset="-122"/>
                <a:cs typeface="+mn-cs"/>
              </a:defRPr>
            </a:lvl1pPr>
          </a:lstStyle>
          <a:p>
            <a:pPr>
              <a:defRPr/>
            </a:pPr>
            <a:fld id="{092EA5C4-BA71-44DC-B099-82873842F0C9}" type="datetime1">
              <a:rPr lang="en-US" altLang="zh-CN"/>
              <a:pPr>
                <a:defRPr/>
              </a:pPr>
              <a:t>8/26/2025</a:t>
            </a:fld>
            <a:endParaRPr lang="en-US" dirty="0">
              <a:ea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3738" y="7008813"/>
            <a:ext cx="22701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503972" eaLnBrk="1" fontAlgn="auto" hangingPunct="1">
              <a:spcBef>
                <a:spcPts val="0"/>
              </a:spcBef>
              <a:spcAft>
                <a:spcPts val="0"/>
              </a:spcAft>
              <a:defRPr sz="992">
                <a:solidFill>
                  <a:prstClr val="black">
                    <a:tint val="75000"/>
                  </a:prstClr>
                </a:solidFill>
                <a:latin typeface="Arial" panose="020B0604020202020204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19938" y="7008813"/>
            <a:ext cx="22701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503972" eaLnBrk="1" fontAlgn="auto" hangingPunct="1">
              <a:spcBef>
                <a:spcPts val="0"/>
              </a:spcBef>
              <a:spcAft>
                <a:spcPts val="0"/>
              </a:spcAft>
              <a:defRPr sz="1323" b="0">
                <a:solidFill>
                  <a:srgbClr val="4F81BD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ED7D842C-1D11-4584-A126-24F17FF702B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7131050" y="0"/>
            <a:ext cx="2960688" cy="7569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prstClr val="white"/>
                </a:solidFill>
              </a:rPr>
              <a:t>视频区域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69" r:id="rId1"/>
    <p:sldLayoutId id="2147484670" r:id="rId2"/>
    <p:sldLayoutId id="2147484671" r:id="rId3"/>
    <p:sldLayoutId id="2147484672" r:id="rId4"/>
    <p:sldLayoutId id="2147484673" r:id="rId5"/>
    <p:sldLayoutId id="2147484674" r:id="rId6"/>
    <p:sldLayoutId id="2147484675" r:id="rId7"/>
    <p:sldLayoutId id="2147484676" r:id="rId8"/>
    <p:sldLayoutId id="2147484677" r:id="rId9"/>
    <p:sldLayoutId id="2147484678" r:id="rId10"/>
    <p:sldLayoutId id="2147484679" r:id="rId11"/>
    <p:sldLayoutId id="2147484680" r:id="rId12"/>
    <p:sldLayoutId id="2147484681" r:id="rId13"/>
    <p:sldLayoutId id="2147484682" r:id="rId14"/>
    <p:sldLayoutId id="2147484683" r:id="rId15"/>
    <p:sldLayoutId id="2147484684" r:id="rId16"/>
  </p:sldLayoutIdLst>
  <p:hf sldNum="0" hdr="0" ftr="0" dt="0"/>
  <p:txStyles>
    <p:titleStyle>
      <a:lvl1pPr algn="l" defTabSz="503238" rtl="0" eaLnBrk="0" fontAlgn="base" hangingPunct="0">
        <a:spcBef>
          <a:spcPct val="0"/>
        </a:spcBef>
        <a:spcAft>
          <a:spcPct val="0"/>
        </a:spcAft>
        <a:defRPr sz="3900" kern="12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825" indent="-377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30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817563" indent="-3143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26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58888" indent="-250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22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763713" indent="-250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9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266950" indent="-250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9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771844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75815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779787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283758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1"/>
          <p:cNvSpPr>
            <a:spLocks noGrp="1"/>
          </p:cNvSpPr>
          <p:nvPr>
            <p:ph type="title"/>
          </p:nvPr>
        </p:nvSpPr>
        <p:spPr bwMode="auto">
          <a:xfrm>
            <a:off x="693738" y="400050"/>
            <a:ext cx="8696325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51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93738" y="2009775"/>
            <a:ext cx="8696325" cy="479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38513" y="7008813"/>
            <a:ext cx="34004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503972" eaLnBrk="1" fontAlgn="auto" hangingPunct="1">
              <a:spcBef>
                <a:spcPts val="0"/>
              </a:spcBef>
              <a:spcAft>
                <a:spcPts val="0"/>
              </a:spcAft>
              <a:defRPr sz="992">
                <a:solidFill>
                  <a:prstClr val="black">
                    <a:tint val="75000"/>
                  </a:prstClr>
                </a:solidFill>
                <a:latin typeface="Arial" panose="020B0604020202020204"/>
                <a:ea typeface="黑体" panose="02010609060101010101" pitchFamily="49" charset="-122"/>
                <a:cs typeface="+mn-cs"/>
              </a:defRPr>
            </a:lvl1pPr>
          </a:lstStyle>
          <a:p>
            <a:pPr>
              <a:defRPr/>
            </a:pPr>
            <a:fld id="{FE2DE772-6495-467A-A47C-A165C019A28E}" type="datetime1">
              <a:rPr lang="en-US" altLang="zh-CN"/>
              <a:pPr>
                <a:defRPr/>
              </a:pPr>
              <a:t>8/26/2025</a:t>
            </a:fld>
            <a:endParaRPr lang="en-US" dirty="0">
              <a:ea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3738" y="7008813"/>
            <a:ext cx="22701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503972" eaLnBrk="1" fontAlgn="auto" hangingPunct="1">
              <a:spcBef>
                <a:spcPts val="0"/>
              </a:spcBef>
              <a:spcAft>
                <a:spcPts val="0"/>
              </a:spcAft>
              <a:defRPr sz="992">
                <a:solidFill>
                  <a:prstClr val="black">
                    <a:tint val="75000"/>
                  </a:prstClr>
                </a:solidFill>
                <a:latin typeface="Arial" panose="020B0604020202020204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19938" y="7008813"/>
            <a:ext cx="22701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503972" eaLnBrk="1" fontAlgn="auto" hangingPunct="1">
              <a:spcBef>
                <a:spcPts val="0"/>
              </a:spcBef>
              <a:spcAft>
                <a:spcPts val="0"/>
              </a:spcAft>
              <a:defRPr sz="1323" b="0">
                <a:solidFill>
                  <a:srgbClr val="4F81BD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4D87941F-934F-4495-9DB0-FCD741AFA4D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7131050" y="0"/>
            <a:ext cx="2960688" cy="7569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prstClr val="white"/>
                </a:solidFill>
              </a:rPr>
              <a:t>视频区域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85" r:id="rId1"/>
    <p:sldLayoutId id="2147484686" r:id="rId2"/>
    <p:sldLayoutId id="2147484687" r:id="rId3"/>
    <p:sldLayoutId id="2147484688" r:id="rId4"/>
    <p:sldLayoutId id="2147484689" r:id="rId5"/>
    <p:sldLayoutId id="2147484690" r:id="rId6"/>
    <p:sldLayoutId id="2147484691" r:id="rId7"/>
    <p:sldLayoutId id="2147484692" r:id="rId8"/>
    <p:sldLayoutId id="2147484693" r:id="rId9"/>
    <p:sldLayoutId id="2147484694" r:id="rId10"/>
    <p:sldLayoutId id="2147484695" r:id="rId11"/>
    <p:sldLayoutId id="2147484696" r:id="rId12"/>
    <p:sldLayoutId id="2147484697" r:id="rId13"/>
    <p:sldLayoutId id="2147484698" r:id="rId14"/>
    <p:sldLayoutId id="2147484699" r:id="rId15"/>
    <p:sldLayoutId id="2147484700" r:id="rId16"/>
  </p:sldLayoutIdLst>
  <p:hf sldNum="0" hdr="0" ftr="0" dt="0"/>
  <p:txStyles>
    <p:titleStyle>
      <a:lvl1pPr algn="l" defTabSz="503238" rtl="0" eaLnBrk="0" fontAlgn="base" hangingPunct="0">
        <a:spcBef>
          <a:spcPct val="0"/>
        </a:spcBef>
        <a:spcAft>
          <a:spcPct val="0"/>
        </a:spcAft>
        <a:defRPr sz="3900" kern="12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825" indent="-377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30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817563" indent="-3143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26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58888" indent="-250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22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763713" indent="-250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9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266950" indent="-250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9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771844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75815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779787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283758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Placeholder 1"/>
          <p:cNvSpPr>
            <a:spLocks noGrp="1"/>
          </p:cNvSpPr>
          <p:nvPr>
            <p:ph type="title"/>
          </p:nvPr>
        </p:nvSpPr>
        <p:spPr bwMode="auto">
          <a:xfrm>
            <a:off x="693738" y="400050"/>
            <a:ext cx="8696325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61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93738" y="2009775"/>
            <a:ext cx="8696325" cy="479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38513" y="7008813"/>
            <a:ext cx="34004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503972" eaLnBrk="1" fontAlgn="auto" hangingPunct="1">
              <a:spcBef>
                <a:spcPts val="0"/>
              </a:spcBef>
              <a:spcAft>
                <a:spcPts val="0"/>
              </a:spcAft>
              <a:defRPr sz="992">
                <a:solidFill>
                  <a:prstClr val="black">
                    <a:tint val="75000"/>
                  </a:prstClr>
                </a:solidFill>
                <a:latin typeface="Arial" panose="020B0604020202020204"/>
                <a:ea typeface="黑体" panose="02010609060101010101" pitchFamily="49" charset="-122"/>
                <a:cs typeface="+mn-cs"/>
              </a:defRPr>
            </a:lvl1pPr>
          </a:lstStyle>
          <a:p>
            <a:pPr>
              <a:defRPr/>
            </a:pPr>
            <a:fld id="{A05CBEE2-2340-4446-B219-6AB0B7ECBDFC}" type="datetime1">
              <a:rPr lang="en-US" altLang="zh-CN"/>
              <a:pPr>
                <a:defRPr/>
              </a:pPr>
              <a:t>8/26/2025</a:t>
            </a:fld>
            <a:endParaRPr lang="en-US" dirty="0">
              <a:ea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3738" y="7008813"/>
            <a:ext cx="22701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503972" eaLnBrk="1" fontAlgn="auto" hangingPunct="1">
              <a:spcBef>
                <a:spcPts val="0"/>
              </a:spcBef>
              <a:spcAft>
                <a:spcPts val="0"/>
              </a:spcAft>
              <a:defRPr sz="992">
                <a:solidFill>
                  <a:prstClr val="black">
                    <a:tint val="75000"/>
                  </a:prstClr>
                </a:solidFill>
                <a:latin typeface="Arial" panose="020B0604020202020204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19938" y="7008813"/>
            <a:ext cx="22701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503972" eaLnBrk="1" fontAlgn="auto" hangingPunct="1">
              <a:spcBef>
                <a:spcPts val="0"/>
              </a:spcBef>
              <a:spcAft>
                <a:spcPts val="0"/>
              </a:spcAft>
              <a:defRPr sz="1323" b="0">
                <a:solidFill>
                  <a:srgbClr val="4F81BD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8E1DFA0C-6374-4927-9307-396308AE597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7131050" y="0"/>
            <a:ext cx="2960688" cy="7569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prstClr val="white"/>
                </a:solidFill>
              </a:rPr>
              <a:t>视频区域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01" r:id="rId1"/>
    <p:sldLayoutId id="2147484702" r:id="rId2"/>
    <p:sldLayoutId id="2147484703" r:id="rId3"/>
    <p:sldLayoutId id="2147484704" r:id="rId4"/>
    <p:sldLayoutId id="2147484705" r:id="rId5"/>
    <p:sldLayoutId id="2147484706" r:id="rId6"/>
    <p:sldLayoutId id="2147484707" r:id="rId7"/>
    <p:sldLayoutId id="2147484708" r:id="rId8"/>
    <p:sldLayoutId id="2147484709" r:id="rId9"/>
    <p:sldLayoutId id="2147484710" r:id="rId10"/>
    <p:sldLayoutId id="2147484711" r:id="rId11"/>
    <p:sldLayoutId id="2147484712" r:id="rId12"/>
    <p:sldLayoutId id="2147484713" r:id="rId13"/>
    <p:sldLayoutId id="2147484714" r:id="rId14"/>
    <p:sldLayoutId id="2147484715" r:id="rId15"/>
    <p:sldLayoutId id="2147484716" r:id="rId16"/>
  </p:sldLayoutIdLst>
  <p:hf sldNum="0" hdr="0" ftr="0" dt="0"/>
  <p:txStyles>
    <p:titleStyle>
      <a:lvl1pPr algn="l" defTabSz="503238" rtl="0" eaLnBrk="0" fontAlgn="base" hangingPunct="0">
        <a:spcBef>
          <a:spcPct val="0"/>
        </a:spcBef>
        <a:spcAft>
          <a:spcPct val="0"/>
        </a:spcAft>
        <a:defRPr sz="3900" kern="12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825" indent="-377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30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817563" indent="-3143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26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58888" indent="-250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22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763713" indent="-250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9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266950" indent="-250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9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771844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75815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779787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283758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Placeholder 1"/>
          <p:cNvSpPr>
            <a:spLocks noGrp="1"/>
          </p:cNvSpPr>
          <p:nvPr>
            <p:ph type="title"/>
          </p:nvPr>
        </p:nvSpPr>
        <p:spPr bwMode="auto">
          <a:xfrm>
            <a:off x="693738" y="400050"/>
            <a:ext cx="8696325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717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93738" y="2009775"/>
            <a:ext cx="8696325" cy="479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38513" y="7008813"/>
            <a:ext cx="34004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503972" eaLnBrk="1" fontAlgn="auto" hangingPunct="1">
              <a:spcBef>
                <a:spcPts val="0"/>
              </a:spcBef>
              <a:spcAft>
                <a:spcPts val="0"/>
              </a:spcAft>
              <a:defRPr sz="992">
                <a:solidFill>
                  <a:prstClr val="black">
                    <a:tint val="75000"/>
                  </a:prstClr>
                </a:solidFill>
                <a:latin typeface="Arial" panose="020B0604020202020204"/>
                <a:ea typeface="黑体" panose="02010609060101010101" pitchFamily="49" charset="-122"/>
                <a:cs typeface="+mn-cs"/>
              </a:defRPr>
            </a:lvl1pPr>
          </a:lstStyle>
          <a:p>
            <a:pPr>
              <a:defRPr/>
            </a:pPr>
            <a:fld id="{8ACE49DC-19A4-40DA-A9B0-0D605DEF87BE}" type="datetime1">
              <a:rPr lang="en-US" altLang="zh-CN"/>
              <a:pPr>
                <a:defRPr/>
              </a:pPr>
              <a:t>8/26/2025</a:t>
            </a:fld>
            <a:endParaRPr lang="en-US" dirty="0">
              <a:ea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3738" y="7008813"/>
            <a:ext cx="22701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503972" eaLnBrk="1" fontAlgn="auto" hangingPunct="1">
              <a:spcBef>
                <a:spcPts val="0"/>
              </a:spcBef>
              <a:spcAft>
                <a:spcPts val="0"/>
              </a:spcAft>
              <a:defRPr sz="992">
                <a:solidFill>
                  <a:prstClr val="black">
                    <a:tint val="75000"/>
                  </a:prstClr>
                </a:solidFill>
                <a:latin typeface="Arial" panose="020B0604020202020204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19938" y="7008813"/>
            <a:ext cx="22701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503972" eaLnBrk="1" fontAlgn="auto" hangingPunct="1">
              <a:spcBef>
                <a:spcPts val="0"/>
              </a:spcBef>
              <a:spcAft>
                <a:spcPts val="0"/>
              </a:spcAft>
              <a:defRPr sz="1323" b="0">
                <a:solidFill>
                  <a:srgbClr val="4F81BD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93E48455-497E-476D-90F7-90D5AA9F110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7131050" y="0"/>
            <a:ext cx="2960688" cy="7569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prstClr val="white"/>
                </a:solidFill>
              </a:rPr>
              <a:t>视频区域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17" r:id="rId1"/>
    <p:sldLayoutId id="2147484718" r:id="rId2"/>
    <p:sldLayoutId id="2147484719" r:id="rId3"/>
    <p:sldLayoutId id="2147484720" r:id="rId4"/>
    <p:sldLayoutId id="2147484721" r:id="rId5"/>
    <p:sldLayoutId id="2147484722" r:id="rId6"/>
    <p:sldLayoutId id="2147484723" r:id="rId7"/>
    <p:sldLayoutId id="2147484724" r:id="rId8"/>
    <p:sldLayoutId id="2147484725" r:id="rId9"/>
    <p:sldLayoutId id="2147484726" r:id="rId10"/>
    <p:sldLayoutId id="2147484727" r:id="rId11"/>
    <p:sldLayoutId id="2147484728" r:id="rId12"/>
    <p:sldLayoutId id="2147484729" r:id="rId13"/>
    <p:sldLayoutId id="2147484730" r:id="rId14"/>
    <p:sldLayoutId id="2147484731" r:id="rId15"/>
    <p:sldLayoutId id="2147484732" r:id="rId16"/>
  </p:sldLayoutIdLst>
  <p:hf sldNum="0" hdr="0" ftr="0" dt="0"/>
  <p:txStyles>
    <p:titleStyle>
      <a:lvl1pPr algn="l" defTabSz="503238" rtl="0" eaLnBrk="0" fontAlgn="base" hangingPunct="0">
        <a:spcBef>
          <a:spcPct val="0"/>
        </a:spcBef>
        <a:spcAft>
          <a:spcPct val="0"/>
        </a:spcAft>
        <a:defRPr sz="3900" kern="12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825" indent="-377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30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817563" indent="-3143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26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58888" indent="-250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22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763713" indent="-250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9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266950" indent="-250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9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771844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75815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779787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283758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Placeholder 1"/>
          <p:cNvSpPr>
            <a:spLocks noGrp="1"/>
          </p:cNvSpPr>
          <p:nvPr>
            <p:ph type="title"/>
          </p:nvPr>
        </p:nvSpPr>
        <p:spPr bwMode="auto">
          <a:xfrm>
            <a:off x="693738" y="400050"/>
            <a:ext cx="8696325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81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93738" y="2009775"/>
            <a:ext cx="8696325" cy="479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38513" y="7008813"/>
            <a:ext cx="34004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503972" eaLnBrk="1" fontAlgn="auto" hangingPunct="1">
              <a:spcBef>
                <a:spcPts val="0"/>
              </a:spcBef>
              <a:spcAft>
                <a:spcPts val="0"/>
              </a:spcAft>
              <a:defRPr sz="992">
                <a:solidFill>
                  <a:prstClr val="black">
                    <a:tint val="75000"/>
                  </a:prstClr>
                </a:solidFill>
                <a:latin typeface="Arial" panose="020B0604020202020204"/>
                <a:ea typeface="黑体" panose="02010609060101010101" pitchFamily="49" charset="-122"/>
                <a:cs typeface="+mn-cs"/>
              </a:defRPr>
            </a:lvl1pPr>
          </a:lstStyle>
          <a:p>
            <a:pPr>
              <a:defRPr/>
            </a:pPr>
            <a:fld id="{49CAA19B-F4A8-497A-AAAE-B502A184B87A}" type="datetime1">
              <a:rPr lang="en-US" altLang="zh-CN"/>
              <a:pPr>
                <a:defRPr/>
              </a:pPr>
              <a:t>8/26/2025</a:t>
            </a:fld>
            <a:endParaRPr lang="en-US" dirty="0">
              <a:ea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3738" y="7008813"/>
            <a:ext cx="22701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503972" eaLnBrk="1" fontAlgn="auto" hangingPunct="1">
              <a:spcBef>
                <a:spcPts val="0"/>
              </a:spcBef>
              <a:spcAft>
                <a:spcPts val="0"/>
              </a:spcAft>
              <a:defRPr sz="992">
                <a:solidFill>
                  <a:prstClr val="black">
                    <a:tint val="75000"/>
                  </a:prstClr>
                </a:solidFill>
                <a:latin typeface="Arial" panose="020B0604020202020204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19938" y="7008813"/>
            <a:ext cx="22701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503972" eaLnBrk="1" fontAlgn="auto" hangingPunct="1">
              <a:spcBef>
                <a:spcPts val="0"/>
              </a:spcBef>
              <a:spcAft>
                <a:spcPts val="0"/>
              </a:spcAft>
              <a:defRPr sz="1323" b="0">
                <a:solidFill>
                  <a:srgbClr val="4F81BD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9CB5C1C1-21CE-4C76-9106-AA136C9373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7131050" y="0"/>
            <a:ext cx="2960688" cy="7569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prstClr val="white"/>
                </a:solidFill>
              </a:rPr>
              <a:t>视频区域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33" r:id="rId1"/>
    <p:sldLayoutId id="2147484734" r:id="rId2"/>
    <p:sldLayoutId id="2147484735" r:id="rId3"/>
    <p:sldLayoutId id="2147484736" r:id="rId4"/>
    <p:sldLayoutId id="2147484737" r:id="rId5"/>
    <p:sldLayoutId id="2147484738" r:id="rId6"/>
    <p:sldLayoutId id="2147484739" r:id="rId7"/>
    <p:sldLayoutId id="2147484740" r:id="rId8"/>
    <p:sldLayoutId id="2147484741" r:id="rId9"/>
    <p:sldLayoutId id="2147484742" r:id="rId10"/>
    <p:sldLayoutId id="2147484743" r:id="rId11"/>
    <p:sldLayoutId id="2147484744" r:id="rId12"/>
    <p:sldLayoutId id="2147484745" r:id="rId13"/>
    <p:sldLayoutId id="2147484746" r:id="rId14"/>
    <p:sldLayoutId id="2147484747" r:id="rId15"/>
    <p:sldLayoutId id="2147484748" r:id="rId16"/>
  </p:sldLayoutIdLst>
  <p:hf sldNum="0" hdr="0" ftr="0" dt="0"/>
  <p:txStyles>
    <p:titleStyle>
      <a:lvl1pPr algn="l" defTabSz="503238" rtl="0" eaLnBrk="0" fontAlgn="base" hangingPunct="0">
        <a:spcBef>
          <a:spcPct val="0"/>
        </a:spcBef>
        <a:spcAft>
          <a:spcPct val="0"/>
        </a:spcAft>
        <a:defRPr sz="3900" kern="12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825" indent="-377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30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817563" indent="-3143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26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58888" indent="-250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22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763713" indent="-250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9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266950" indent="-250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9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771844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75815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779787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283758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693738" y="400050"/>
            <a:ext cx="8696325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93738" y="2009775"/>
            <a:ext cx="8696325" cy="479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38513" y="7008813"/>
            <a:ext cx="34004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503972" eaLnBrk="1" fontAlgn="auto" hangingPunct="1">
              <a:spcBef>
                <a:spcPts val="0"/>
              </a:spcBef>
              <a:spcAft>
                <a:spcPts val="0"/>
              </a:spcAft>
              <a:defRPr sz="992">
                <a:solidFill>
                  <a:prstClr val="black">
                    <a:tint val="75000"/>
                  </a:prstClr>
                </a:solidFill>
                <a:latin typeface="Arial" panose="020B0604020202020204"/>
                <a:ea typeface="黑体" panose="02010609060101010101" pitchFamily="49" charset="-122"/>
                <a:cs typeface="+mn-cs"/>
              </a:defRPr>
            </a:lvl1pPr>
          </a:lstStyle>
          <a:p>
            <a:pPr>
              <a:defRPr/>
            </a:pPr>
            <a:fld id="{E768F80E-DC30-4BA0-A0BE-CC9FD74DF2B7}" type="datetime1">
              <a:rPr lang="en-US" altLang="zh-CN"/>
              <a:pPr>
                <a:defRPr/>
              </a:pPr>
              <a:t>8/26/2025</a:t>
            </a:fld>
            <a:endParaRPr lang="en-US" dirty="0">
              <a:ea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3738" y="7008813"/>
            <a:ext cx="22701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503972" eaLnBrk="1" fontAlgn="auto" hangingPunct="1">
              <a:spcBef>
                <a:spcPts val="0"/>
              </a:spcBef>
              <a:spcAft>
                <a:spcPts val="0"/>
              </a:spcAft>
              <a:defRPr sz="992">
                <a:solidFill>
                  <a:prstClr val="black">
                    <a:tint val="75000"/>
                  </a:prstClr>
                </a:solidFill>
                <a:latin typeface="Arial" panose="020B0604020202020204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19938" y="7008813"/>
            <a:ext cx="22701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503972" eaLnBrk="1" fontAlgn="auto" hangingPunct="1">
              <a:spcBef>
                <a:spcPts val="0"/>
              </a:spcBef>
              <a:spcAft>
                <a:spcPts val="0"/>
              </a:spcAft>
              <a:defRPr sz="1323" b="0">
                <a:solidFill>
                  <a:srgbClr val="4F81BD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FE29416-FBEC-4836-8EC1-B664073EE70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7131050" y="0"/>
            <a:ext cx="2960688" cy="7569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prstClr val="white"/>
                </a:solidFill>
              </a:rPr>
              <a:t>视频区域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49" r:id="rId1"/>
    <p:sldLayoutId id="2147484750" r:id="rId2"/>
    <p:sldLayoutId id="2147484751" r:id="rId3"/>
    <p:sldLayoutId id="2147484752" r:id="rId4"/>
    <p:sldLayoutId id="2147484753" r:id="rId5"/>
    <p:sldLayoutId id="2147484754" r:id="rId6"/>
    <p:sldLayoutId id="2147484755" r:id="rId7"/>
    <p:sldLayoutId id="2147484756" r:id="rId8"/>
    <p:sldLayoutId id="2147484757" r:id="rId9"/>
    <p:sldLayoutId id="2147484758" r:id="rId10"/>
    <p:sldLayoutId id="2147484759" r:id="rId11"/>
    <p:sldLayoutId id="2147484760" r:id="rId12"/>
    <p:sldLayoutId id="2147484761" r:id="rId13"/>
    <p:sldLayoutId id="2147484762" r:id="rId14"/>
    <p:sldLayoutId id="2147484763" r:id="rId15"/>
    <p:sldLayoutId id="2147484764" r:id="rId16"/>
  </p:sldLayoutIdLst>
  <p:hf sldNum="0" hdr="0" ftr="0" dt="0"/>
  <p:txStyles>
    <p:titleStyle>
      <a:lvl1pPr algn="l" defTabSz="503238" rtl="0" eaLnBrk="0" fontAlgn="base" hangingPunct="0">
        <a:spcBef>
          <a:spcPct val="0"/>
        </a:spcBef>
        <a:spcAft>
          <a:spcPct val="0"/>
        </a:spcAft>
        <a:defRPr sz="3900" kern="12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825" indent="-377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30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817563" indent="-3143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26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58888" indent="-250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22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763713" indent="-250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9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266950" indent="-250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9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771844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75815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779787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283758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Placeholder 1"/>
          <p:cNvSpPr>
            <a:spLocks noGrp="1"/>
          </p:cNvSpPr>
          <p:nvPr>
            <p:ph type="title"/>
          </p:nvPr>
        </p:nvSpPr>
        <p:spPr bwMode="auto">
          <a:xfrm>
            <a:off x="693738" y="400050"/>
            <a:ext cx="8696325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4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93738" y="2009775"/>
            <a:ext cx="8696325" cy="479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38513" y="7008813"/>
            <a:ext cx="34004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503972" eaLnBrk="1" fontAlgn="auto" hangingPunct="1">
              <a:spcBef>
                <a:spcPts val="0"/>
              </a:spcBef>
              <a:spcAft>
                <a:spcPts val="0"/>
              </a:spcAft>
              <a:defRPr sz="992">
                <a:solidFill>
                  <a:prstClr val="black">
                    <a:tint val="75000"/>
                  </a:prstClr>
                </a:solidFill>
                <a:latin typeface="Arial" panose="020B0604020202020204"/>
                <a:ea typeface="黑体" panose="02010609060101010101" pitchFamily="49" charset="-122"/>
                <a:cs typeface="+mn-cs"/>
              </a:defRPr>
            </a:lvl1pPr>
          </a:lstStyle>
          <a:p>
            <a:pPr>
              <a:defRPr/>
            </a:pPr>
            <a:fld id="{1EFFFD3D-304E-4903-A01C-757FBE54A2FA}" type="datetime1">
              <a:rPr lang="en-US" altLang="zh-CN"/>
              <a:pPr>
                <a:defRPr/>
              </a:pPr>
              <a:t>8/26/2025</a:t>
            </a:fld>
            <a:endParaRPr lang="en-US" dirty="0">
              <a:ea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3738" y="7008813"/>
            <a:ext cx="22701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503972" eaLnBrk="1" fontAlgn="auto" hangingPunct="1">
              <a:spcBef>
                <a:spcPts val="0"/>
              </a:spcBef>
              <a:spcAft>
                <a:spcPts val="0"/>
              </a:spcAft>
              <a:defRPr sz="992">
                <a:solidFill>
                  <a:prstClr val="black">
                    <a:tint val="75000"/>
                  </a:prstClr>
                </a:solidFill>
                <a:latin typeface="Arial" panose="020B0604020202020204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19938" y="7008813"/>
            <a:ext cx="22701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503972" eaLnBrk="1" fontAlgn="auto" hangingPunct="1">
              <a:spcBef>
                <a:spcPts val="0"/>
              </a:spcBef>
              <a:spcAft>
                <a:spcPts val="0"/>
              </a:spcAft>
              <a:defRPr sz="1323" b="0">
                <a:solidFill>
                  <a:srgbClr val="4F81BD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8491F15A-8AFF-4964-B113-A84BDFBFEF6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7131050" y="0"/>
            <a:ext cx="2960688" cy="7569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prstClr val="white"/>
                </a:solidFill>
              </a:rPr>
              <a:t>视频区域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65" r:id="rId1"/>
    <p:sldLayoutId id="2147484766" r:id="rId2"/>
    <p:sldLayoutId id="2147484767" r:id="rId3"/>
    <p:sldLayoutId id="2147484768" r:id="rId4"/>
    <p:sldLayoutId id="2147484769" r:id="rId5"/>
    <p:sldLayoutId id="2147484770" r:id="rId6"/>
    <p:sldLayoutId id="2147484771" r:id="rId7"/>
    <p:sldLayoutId id="2147484772" r:id="rId8"/>
    <p:sldLayoutId id="2147484773" r:id="rId9"/>
    <p:sldLayoutId id="2147484774" r:id="rId10"/>
    <p:sldLayoutId id="2147484775" r:id="rId11"/>
    <p:sldLayoutId id="2147484776" r:id="rId12"/>
    <p:sldLayoutId id="2147484777" r:id="rId13"/>
    <p:sldLayoutId id="2147484778" r:id="rId14"/>
    <p:sldLayoutId id="2147484779" r:id="rId15"/>
    <p:sldLayoutId id="2147484780" r:id="rId16"/>
  </p:sldLayoutIdLst>
  <p:hf sldNum="0" hdr="0" ftr="0" dt="0"/>
  <p:txStyles>
    <p:titleStyle>
      <a:lvl1pPr algn="l" defTabSz="503238" rtl="0" eaLnBrk="0" fontAlgn="base" hangingPunct="0">
        <a:spcBef>
          <a:spcPct val="0"/>
        </a:spcBef>
        <a:spcAft>
          <a:spcPct val="0"/>
        </a:spcAft>
        <a:defRPr sz="3900" kern="12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825" indent="-377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30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817563" indent="-3143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26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58888" indent="-250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22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763713" indent="-250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9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266950" indent="-250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9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771844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75815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779787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283758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3738" y="400050"/>
            <a:ext cx="8696325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2009775"/>
            <a:ext cx="8696325" cy="4797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38513" y="7008813"/>
            <a:ext cx="34004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503972" eaLnBrk="1" fontAlgn="auto" hangingPunct="1">
              <a:spcBef>
                <a:spcPts val="0"/>
              </a:spcBef>
              <a:spcAft>
                <a:spcPts val="0"/>
              </a:spcAft>
              <a:defRPr sz="992" smtClean="0">
                <a:solidFill>
                  <a:prstClr val="black">
                    <a:tint val="75000"/>
                  </a:prstClr>
                </a:solidFill>
                <a:latin typeface="Arial" panose="020B0604020202020204"/>
                <a:ea typeface="黑体" panose="02010609060101010101" pitchFamily="49" charset="-122"/>
                <a:cs typeface="+mn-cs"/>
              </a:defRPr>
            </a:lvl1pPr>
          </a:lstStyle>
          <a:p>
            <a:pPr>
              <a:defRPr/>
            </a:pPr>
            <a:fld id="{972AA2AE-DF59-4B4D-B3B7-8600425756BD}" type="datetime1">
              <a:rPr lang="en-US" altLang="zh-CN"/>
              <a:pPr>
                <a:defRPr/>
              </a:pPr>
              <a:t>8/26/2025</a:t>
            </a:fld>
            <a:endParaRPr lang="en-US" dirty="0">
              <a:ea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3738" y="7008813"/>
            <a:ext cx="22701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503972" eaLnBrk="1" fontAlgn="auto" hangingPunct="1">
              <a:spcBef>
                <a:spcPts val="0"/>
              </a:spcBef>
              <a:spcAft>
                <a:spcPts val="0"/>
              </a:spcAft>
              <a:defRPr sz="992" dirty="0">
                <a:solidFill>
                  <a:prstClr val="black">
                    <a:tint val="75000"/>
                  </a:prstClr>
                </a:solidFill>
                <a:latin typeface="Arial" panose="020B0604020202020204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19938" y="7008813"/>
            <a:ext cx="22701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503972" eaLnBrk="1" fontAlgn="auto" hangingPunct="1">
              <a:spcBef>
                <a:spcPts val="0"/>
              </a:spcBef>
              <a:spcAft>
                <a:spcPts val="0"/>
              </a:spcAft>
              <a:defRPr sz="1323" b="0" smtClean="0">
                <a:solidFill>
                  <a:srgbClr val="4F81BD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E0618080-7C4F-4CC6-8425-63E49E8B8C3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7131050" y="0"/>
            <a:ext cx="2960688" cy="7569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prstClr val="white"/>
                </a:solidFill>
              </a:rPr>
              <a:t>视频区域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81" r:id="rId1"/>
    <p:sldLayoutId id="2147484782" r:id="rId2"/>
    <p:sldLayoutId id="2147484783" r:id="rId3"/>
    <p:sldLayoutId id="2147484784" r:id="rId4"/>
    <p:sldLayoutId id="2147484785" r:id="rId5"/>
    <p:sldLayoutId id="2147484786" r:id="rId6"/>
    <p:sldLayoutId id="2147484787" r:id="rId7"/>
    <p:sldLayoutId id="2147484788" r:id="rId8"/>
    <p:sldLayoutId id="2147484789" r:id="rId9"/>
    <p:sldLayoutId id="2147484790" r:id="rId10"/>
    <p:sldLayoutId id="2147484791" r:id="rId11"/>
    <p:sldLayoutId id="2147484792" r:id="rId12"/>
    <p:sldLayoutId id="2147484793" r:id="rId13"/>
    <p:sldLayoutId id="2147484794" r:id="rId14"/>
    <p:sldLayoutId id="2147484795" r:id="rId15"/>
    <p:sldLayoutId id="2147484796" r:id="rId16"/>
  </p:sldLayoutIdLst>
  <p:hf sldNum="0" hdr="0" ftr="0" dt="0"/>
  <p:txStyles>
    <p:titleStyle>
      <a:lvl1pPr algn="l" defTabSz="503238" rtl="0" fontAlgn="base">
        <a:spcBef>
          <a:spcPct val="0"/>
        </a:spcBef>
        <a:spcAft>
          <a:spcPct val="0"/>
        </a:spcAft>
        <a:defRPr sz="3900" kern="12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825" indent="-377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30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817563" indent="-3143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26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58888" indent="-250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22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763713" indent="-250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9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266950" indent="-250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9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771844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75815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779787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283758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3738" y="400050"/>
            <a:ext cx="8696325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2009775"/>
            <a:ext cx="8696325" cy="4797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38513" y="7008813"/>
            <a:ext cx="34004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503972" eaLnBrk="1" fontAlgn="auto" hangingPunct="1">
              <a:spcBef>
                <a:spcPts val="0"/>
              </a:spcBef>
              <a:spcAft>
                <a:spcPts val="0"/>
              </a:spcAft>
              <a:defRPr sz="992" smtClean="0">
                <a:solidFill>
                  <a:prstClr val="black">
                    <a:tint val="75000"/>
                  </a:prstClr>
                </a:solidFill>
                <a:latin typeface="Arial" panose="020B0604020202020204"/>
                <a:ea typeface="黑体" panose="02010609060101010101" pitchFamily="49" charset="-122"/>
                <a:cs typeface="+mn-cs"/>
              </a:defRPr>
            </a:lvl1pPr>
          </a:lstStyle>
          <a:p>
            <a:pPr>
              <a:defRPr/>
            </a:pPr>
            <a:fld id="{443CFEAA-F412-49C1-8B8D-3A85F7815FF5}" type="datetime1">
              <a:rPr lang="en-US" altLang="zh-CN"/>
              <a:pPr>
                <a:defRPr/>
              </a:pPr>
              <a:t>8/26/2025</a:t>
            </a:fld>
            <a:endParaRPr lang="en-US" dirty="0">
              <a:ea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3738" y="7008813"/>
            <a:ext cx="22701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503972" eaLnBrk="1" fontAlgn="auto" hangingPunct="1">
              <a:spcBef>
                <a:spcPts val="0"/>
              </a:spcBef>
              <a:spcAft>
                <a:spcPts val="0"/>
              </a:spcAft>
              <a:defRPr sz="992" dirty="0">
                <a:solidFill>
                  <a:prstClr val="black">
                    <a:tint val="75000"/>
                  </a:prstClr>
                </a:solidFill>
                <a:latin typeface="Arial" panose="020B0604020202020204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19938" y="7008813"/>
            <a:ext cx="22701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503972" eaLnBrk="1" fontAlgn="auto" hangingPunct="1">
              <a:spcBef>
                <a:spcPts val="0"/>
              </a:spcBef>
              <a:spcAft>
                <a:spcPts val="0"/>
              </a:spcAft>
              <a:defRPr sz="1323" b="0" smtClean="0">
                <a:solidFill>
                  <a:srgbClr val="4F81BD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36A5608-E634-4B39-9454-866862E6235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7131050" y="0"/>
            <a:ext cx="2960688" cy="7569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prstClr val="white"/>
                </a:solidFill>
              </a:rPr>
              <a:t>视频区域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97" r:id="rId1"/>
    <p:sldLayoutId id="2147484798" r:id="rId2"/>
    <p:sldLayoutId id="2147484799" r:id="rId3"/>
    <p:sldLayoutId id="2147484800" r:id="rId4"/>
    <p:sldLayoutId id="2147484801" r:id="rId5"/>
    <p:sldLayoutId id="2147484802" r:id="rId6"/>
    <p:sldLayoutId id="2147484803" r:id="rId7"/>
    <p:sldLayoutId id="2147484804" r:id="rId8"/>
    <p:sldLayoutId id="2147484805" r:id="rId9"/>
    <p:sldLayoutId id="2147484806" r:id="rId10"/>
    <p:sldLayoutId id="2147484807" r:id="rId11"/>
    <p:sldLayoutId id="2147484808" r:id="rId12"/>
    <p:sldLayoutId id="2147484809" r:id="rId13"/>
    <p:sldLayoutId id="2147484810" r:id="rId14"/>
    <p:sldLayoutId id="2147484811" r:id="rId15"/>
    <p:sldLayoutId id="2147484812" r:id="rId16"/>
  </p:sldLayoutIdLst>
  <p:hf sldNum="0" hdr="0" ftr="0" dt="0"/>
  <p:txStyles>
    <p:titleStyle>
      <a:lvl1pPr algn="l" defTabSz="503238" rtl="0" fontAlgn="base">
        <a:spcBef>
          <a:spcPct val="0"/>
        </a:spcBef>
        <a:spcAft>
          <a:spcPct val="0"/>
        </a:spcAft>
        <a:defRPr sz="3900" kern="12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825" indent="-377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30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817563" indent="-3143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26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58888" indent="-250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22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763713" indent="-250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9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266950" indent="-250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9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771844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75815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779787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283758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3738" y="400050"/>
            <a:ext cx="8696325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2009775"/>
            <a:ext cx="8696325" cy="4797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38513" y="7008813"/>
            <a:ext cx="34004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503972" eaLnBrk="1" fontAlgn="auto" hangingPunct="1">
              <a:spcBef>
                <a:spcPts val="0"/>
              </a:spcBef>
              <a:spcAft>
                <a:spcPts val="0"/>
              </a:spcAft>
              <a:defRPr sz="992" smtClean="0">
                <a:solidFill>
                  <a:prstClr val="black">
                    <a:tint val="75000"/>
                  </a:prstClr>
                </a:solidFill>
                <a:latin typeface="Arial" panose="020B0604020202020204"/>
                <a:ea typeface="黑体" panose="02010609060101010101" pitchFamily="49" charset="-122"/>
                <a:cs typeface="+mn-cs"/>
              </a:defRPr>
            </a:lvl1pPr>
          </a:lstStyle>
          <a:p>
            <a:pPr>
              <a:defRPr/>
            </a:pPr>
            <a:fld id="{A448AFE9-63A5-4E9C-A449-7F1AE6405883}" type="datetime1">
              <a:rPr lang="en-US" altLang="zh-CN"/>
              <a:pPr>
                <a:defRPr/>
              </a:pPr>
              <a:t>8/26/2025</a:t>
            </a:fld>
            <a:endParaRPr lang="en-US" dirty="0">
              <a:ea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3738" y="7008813"/>
            <a:ext cx="22701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503972" eaLnBrk="1" fontAlgn="auto" hangingPunct="1">
              <a:spcBef>
                <a:spcPts val="0"/>
              </a:spcBef>
              <a:spcAft>
                <a:spcPts val="0"/>
              </a:spcAft>
              <a:defRPr sz="992" dirty="0">
                <a:solidFill>
                  <a:prstClr val="black">
                    <a:tint val="75000"/>
                  </a:prstClr>
                </a:solidFill>
                <a:latin typeface="Arial" panose="020B0604020202020204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19938" y="7008813"/>
            <a:ext cx="22701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503972" eaLnBrk="1" fontAlgn="auto" hangingPunct="1">
              <a:spcBef>
                <a:spcPts val="0"/>
              </a:spcBef>
              <a:spcAft>
                <a:spcPts val="0"/>
              </a:spcAft>
              <a:defRPr sz="1323" b="0" smtClean="0">
                <a:solidFill>
                  <a:srgbClr val="4F81BD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57538D0-B219-4B33-ABF2-BD67C60C1AA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7131050" y="0"/>
            <a:ext cx="2960688" cy="7569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prstClr val="white"/>
                </a:solidFill>
              </a:rPr>
              <a:t>视频区域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13" r:id="rId1"/>
    <p:sldLayoutId id="2147484814" r:id="rId2"/>
    <p:sldLayoutId id="2147484815" r:id="rId3"/>
    <p:sldLayoutId id="2147484816" r:id="rId4"/>
    <p:sldLayoutId id="2147484817" r:id="rId5"/>
    <p:sldLayoutId id="2147484818" r:id="rId6"/>
    <p:sldLayoutId id="2147484819" r:id="rId7"/>
    <p:sldLayoutId id="2147484820" r:id="rId8"/>
    <p:sldLayoutId id="2147484821" r:id="rId9"/>
    <p:sldLayoutId id="2147484822" r:id="rId10"/>
    <p:sldLayoutId id="2147484823" r:id="rId11"/>
    <p:sldLayoutId id="2147484824" r:id="rId12"/>
    <p:sldLayoutId id="2147484825" r:id="rId13"/>
    <p:sldLayoutId id="2147484826" r:id="rId14"/>
    <p:sldLayoutId id="2147484827" r:id="rId15"/>
    <p:sldLayoutId id="2147484828" r:id="rId16"/>
  </p:sldLayoutIdLst>
  <p:hf sldNum="0" hdr="0" ftr="0" dt="0"/>
  <p:txStyles>
    <p:titleStyle>
      <a:lvl1pPr algn="l" defTabSz="503238" rtl="0" fontAlgn="base">
        <a:spcBef>
          <a:spcPct val="0"/>
        </a:spcBef>
        <a:spcAft>
          <a:spcPct val="0"/>
        </a:spcAft>
        <a:defRPr sz="3900" kern="12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825" indent="-377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30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817563" indent="-3143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26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58888" indent="-250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22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763713" indent="-250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9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266950" indent="-250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9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771844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75815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779787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283758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3738" y="400050"/>
            <a:ext cx="8696325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2009775"/>
            <a:ext cx="8696325" cy="4797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38513" y="7008813"/>
            <a:ext cx="34004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503972" eaLnBrk="1" fontAlgn="auto" hangingPunct="1">
              <a:spcBef>
                <a:spcPts val="0"/>
              </a:spcBef>
              <a:spcAft>
                <a:spcPts val="0"/>
              </a:spcAft>
              <a:defRPr sz="992" smtClean="0">
                <a:solidFill>
                  <a:prstClr val="black">
                    <a:tint val="75000"/>
                  </a:prstClr>
                </a:solidFill>
                <a:latin typeface="Arial" panose="020B0604020202020204"/>
                <a:ea typeface="黑体" panose="02010609060101010101" pitchFamily="49" charset="-122"/>
                <a:cs typeface="+mn-cs"/>
              </a:defRPr>
            </a:lvl1pPr>
          </a:lstStyle>
          <a:p>
            <a:pPr>
              <a:defRPr/>
            </a:pPr>
            <a:fld id="{A356B4B6-5C51-464C-AB01-32C6C841BA64}" type="datetime1">
              <a:rPr lang="en-US" altLang="zh-CN"/>
              <a:pPr>
                <a:defRPr/>
              </a:pPr>
              <a:t>8/26/2025</a:t>
            </a:fld>
            <a:endParaRPr lang="en-US" dirty="0">
              <a:ea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3738" y="7008813"/>
            <a:ext cx="22701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503972" eaLnBrk="1" fontAlgn="auto" hangingPunct="1">
              <a:spcBef>
                <a:spcPts val="0"/>
              </a:spcBef>
              <a:spcAft>
                <a:spcPts val="0"/>
              </a:spcAft>
              <a:defRPr sz="992" dirty="0">
                <a:solidFill>
                  <a:prstClr val="black">
                    <a:tint val="75000"/>
                  </a:prstClr>
                </a:solidFill>
                <a:latin typeface="Arial" panose="020B0604020202020204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19938" y="7008813"/>
            <a:ext cx="22701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503972" eaLnBrk="1" fontAlgn="auto" hangingPunct="1">
              <a:spcBef>
                <a:spcPts val="0"/>
              </a:spcBef>
              <a:spcAft>
                <a:spcPts val="0"/>
              </a:spcAft>
              <a:defRPr sz="1323" b="0" smtClean="0">
                <a:solidFill>
                  <a:srgbClr val="4F81BD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94B4059E-2B80-48BA-B9E8-AFB15B27399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7131050" y="0"/>
            <a:ext cx="2960688" cy="7569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prstClr val="white"/>
                </a:solidFill>
              </a:rPr>
              <a:t>视频区域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29" r:id="rId1"/>
    <p:sldLayoutId id="2147484830" r:id="rId2"/>
    <p:sldLayoutId id="2147484831" r:id="rId3"/>
    <p:sldLayoutId id="2147484832" r:id="rId4"/>
    <p:sldLayoutId id="2147484833" r:id="rId5"/>
    <p:sldLayoutId id="2147484834" r:id="rId6"/>
    <p:sldLayoutId id="2147484835" r:id="rId7"/>
    <p:sldLayoutId id="2147484836" r:id="rId8"/>
    <p:sldLayoutId id="2147484837" r:id="rId9"/>
    <p:sldLayoutId id="2147484838" r:id="rId10"/>
    <p:sldLayoutId id="2147484839" r:id="rId11"/>
    <p:sldLayoutId id="2147484840" r:id="rId12"/>
    <p:sldLayoutId id="2147484841" r:id="rId13"/>
    <p:sldLayoutId id="2147484842" r:id="rId14"/>
    <p:sldLayoutId id="2147484843" r:id="rId15"/>
    <p:sldLayoutId id="2147484844" r:id="rId16"/>
  </p:sldLayoutIdLst>
  <p:hf sldNum="0" hdr="0" ftr="0" dt="0"/>
  <p:txStyles>
    <p:titleStyle>
      <a:lvl1pPr algn="l" defTabSz="503238" rtl="0" fontAlgn="base">
        <a:spcBef>
          <a:spcPct val="0"/>
        </a:spcBef>
        <a:spcAft>
          <a:spcPct val="0"/>
        </a:spcAft>
        <a:defRPr sz="3900" kern="12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825" indent="-377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30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817563" indent="-3143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26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58888" indent="-250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22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763713" indent="-250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9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266950" indent="-250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9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771844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75815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779787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283758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3738" y="400050"/>
            <a:ext cx="8696325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2009775"/>
            <a:ext cx="8696325" cy="4797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38513" y="7008813"/>
            <a:ext cx="34004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503972" eaLnBrk="1" fontAlgn="auto" hangingPunct="1">
              <a:spcBef>
                <a:spcPts val="0"/>
              </a:spcBef>
              <a:spcAft>
                <a:spcPts val="0"/>
              </a:spcAft>
              <a:defRPr sz="992" smtClean="0">
                <a:solidFill>
                  <a:prstClr val="black">
                    <a:tint val="75000"/>
                  </a:prstClr>
                </a:solidFill>
                <a:latin typeface="Arial" panose="020B0604020202020204"/>
                <a:ea typeface="黑体" panose="02010609060101010101" pitchFamily="49" charset="-122"/>
                <a:cs typeface="+mn-cs"/>
              </a:defRPr>
            </a:lvl1pPr>
          </a:lstStyle>
          <a:p>
            <a:pPr>
              <a:defRPr/>
            </a:pPr>
            <a:fld id="{4DCF5797-ACA0-4913-9ECC-79E676F87107}" type="datetime1">
              <a:rPr lang="en-US" altLang="zh-CN"/>
              <a:pPr>
                <a:defRPr/>
              </a:pPr>
              <a:t>8/26/2025</a:t>
            </a:fld>
            <a:endParaRPr lang="en-US" dirty="0">
              <a:ea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3738" y="7008813"/>
            <a:ext cx="22701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503972" eaLnBrk="1" fontAlgn="auto" hangingPunct="1">
              <a:spcBef>
                <a:spcPts val="0"/>
              </a:spcBef>
              <a:spcAft>
                <a:spcPts val="0"/>
              </a:spcAft>
              <a:defRPr sz="992" dirty="0">
                <a:solidFill>
                  <a:prstClr val="black">
                    <a:tint val="75000"/>
                  </a:prstClr>
                </a:solidFill>
                <a:latin typeface="Arial" panose="020B0604020202020204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19938" y="7008813"/>
            <a:ext cx="22701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503972" eaLnBrk="1" fontAlgn="auto" hangingPunct="1">
              <a:spcBef>
                <a:spcPts val="0"/>
              </a:spcBef>
              <a:spcAft>
                <a:spcPts val="0"/>
              </a:spcAft>
              <a:defRPr sz="1323" b="0" smtClean="0">
                <a:solidFill>
                  <a:srgbClr val="4F81BD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1D22532E-71AF-47E9-B62F-3296687764F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7131050" y="0"/>
            <a:ext cx="2960688" cy="7569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prstClr val="white"/>
                </a:solidFill>
              </a:rPr>
              <a:t>视频区域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45" r:id="rId1"/>
    <p:sldLayoutId id="2147484846" r:id="rId2"/>
    <p:sldLayoutId id="2147484847" r:id="rId3"/>
    <p:sldLayoutId id="2147484848" r:id="rId4"/>
    <p:sldLayoutId id="2147484849" r:id="rId5"/>
    <p:sldLayoutId id="2147484850" r:id="rId6"/>
    <p:sldLayoutId id="2147484851" r:id="rId7"/>
    <p:sldLayoutId id="2147484852" r:id="rId8"/>
    <p:sldLayoutId id="2147484853" r:id="rId9"/>
    <p:sldLayoutId id="2147484854" r:id="rId10"/>
    <p:sldLayoutId id="2147484855" r:id="rId11"/>
    <p:sldLayoutId id="2147484856" r:id="rId12"/>
    <p:sldLayoutId id="2147484857" r:id="rId13"/>
    <p:sldLayoutId id="2147484858" r:id="rId14"/>
    <p:sldLayoutId id="2147484859" r:id="rId15"/>
    <p:sldLayoutId id="2147484860" r:id="rId16"/>
  </p:sldLayoutIdLst>
  <p:hf sldNum="0" hdr="0" ftr="0" dt="0"/>
  <p:txStyles>
    <p:titleStyle>
      <a:lvl1pPr algn="l" defTabSz="503238" rtl="0" fontAlgn="base">
        <a:spcBef>
          <a:spcPct val="0"/>
        </a:spcBef>
        <a:spcAft>
          <a:spcPct val="0"/>
        </a:spcAft>
        <a:defRPr sz="3900" kern="12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825" indent="-377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30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817563" indent="-3143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26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58888" indent="-250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22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763713" indent="-250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9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266950" indent="-250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9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771844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75815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779787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283758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3738" y="400050"/>
            <a:ext cx="8696325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2009775"/>
            <a:ext cx="8696325" cy="4797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38513" y="7008813"/>
            <a:ext cx="34004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503972" eaLnBrk="1" fontAlgn="auto" hangingPunct="1">
              <a:spcBef>
                <a:spcPts val="0"/>
              </a:spcBef>
              <a:spcAft>
                <a:spcPts val="0"/>
              </a:spcAft>
              <a:defRPr sz="992" smtClean="0">
                <a:solidFill>
                  <a:prstClr val="black">
                    <a:tint val="75000"/>
                  </a:prstClr>
                </a:solidFill>
                <a:latin typeface="Arial" panose="020B0604020202020204"/>
                <a:ea typeface="黑体" panose="02010609060101010101" pitchFamily="49" charset="-122"/>
                <a:cs typeface="+mn-cs"/>
              </a:defRPr>
            </a:lvl1pPr>
          </a:lstStyle>
          <a:p>
            <a:pPr>
              <a:defRPr/>
            </a:pPr>
            <a:fld id="{DCCAE096-377D-4A95-8776-0FBAD6BE0B30}" type="datetime1">
              <a:rPr lang="en-US" altLang="zh-CN"/>
              <a:pPr>
                <a:defRPr/>
              </a:pPr>
              <a:t>8/26/2025</a:t>
            </a:fld>
            <a:endParaRPr lang="en-US" dirty="0">
              <a:ea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3738" y="7008813"/>
            <a:ext cx="22701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503972" eaLnBrk="1" fontAlgn="auto" hangingPunct="1">
              <a:spcBef>
                <a:spcPts val="0"/>
              </a:spcBef>
              <a:spcAft>
                <a:spcPts val="0"/>
              </a:spcAft>
              <a:defRPr sz="992" dirty="0">
                <a:solidFill>
                  <a:prstClr val="black">
                    <a:tint val="75000"/>
                  </a:prstClr>
                </a:solidFill>
                <a:latin typeface="Arial" panose="020B0604020202020204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19938" y="7008813"/>
            <a:ext cx="22701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503972" eaLnBrk="1" fontAlgn="auto" hangingPunct="1">
              <a:spcBef>
                <a:spcPts val="0"/>
              </a:spcBef>
              <a:spcAft>
                <a:spcPts val="0"/>
              </a:spcAft>
              <a:defRPr sz="1323" b="0" smtClean="0">
                <a:solidFill>
                  <a:srgbClr val="4F81BD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5194BB7-A318-4652-B7DA-13EF773B311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7131050" y="0"/>
            <a:ext cx="2960688" cy="7569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prstClr val="white"/>
                </a:solidFill>
              </a:rPr>
              <a:t>视频区域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77" r:id="rId1"/>
    <p:sldLayoutId id="2147484878" r:id="rId2"/>
    <p:sldLayoutId id="2147484879" r:id="rId3"/>
    <p:sldLayoutId id="2147484880" r:id="rId4"/>
    <p:sldLayoutId id="2147484881" r:id="rId5"/>
    <p:sldLayoutId id="2147484882" r:id="rId6"/>
    <p:sldLayoutId id="2147484883" r:id="rId7"/>
    <p:sldLayoutId id="2147484884" r:id="rId8"/>
    <p:sldLayoutId id="2147484885" r:id="rId9"/>
    <p:sldLayoutId id="2147484886" r:id="rId10"/>
    <p:sldLayoutId id="2147484887" r:id="rId11"/>
    <p:sldLayoutId id="2147484888" r:id="rId12"/>
    <p:sldLayoutId id="2147484889" r:id="rId13"/>
    <p:sldLayoutId id="2147484890" r:id="rId14"/>
    <p:sldLayoutId id="2147484891" r:id="rId15"/>
    <p:sldLayoutId id="2147484892" r:id="rId16"/>
  </p:sldLayoutIdLst>
  <p:hf sldNum="0" hdr="0" ftr="0" dt="0"/>
  <p:txStyles>
    <p:titleStyle>
      <a:lvl1pPr algn="l" defTabSz="503238" rtl="0" fontAlgn="base">
        <a:spcBef>
          <a:spcPct val="0"/>
        </a:spcBef>
        <a:spcAft>
          <a:spcPct val="0"/>
        </a:spcAft>
        <a:defRPr sz="3900" kern="12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825" indent="-377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30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817563" indent="-3143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26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58888" indent="-250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22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763713" indent="-250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9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266950" indent="-250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9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771844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75815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779787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283758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3738" y="400050"/>
            <a:ext cx="8696325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2009775"/>
            <a:ext cx="8696325" cy="4797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38513" y="7008813"/>
            <a:ext cx="34004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503972" eaLnBrk="1" fontAlgn="auto" hangingPunct="1">
              <a:spcBef>
                <a:spcPts val="0"/>
              </a:spcBef>
              <a:spcAft>
                <a:spcPts val="0"/>
              </a:spcAft>
              <a:defRPr sz="992" smtClean="0">
                <a:solidFill>
                  <a:prstClr val="black">
                    <a:tint val="75000"/>
                  </a:prstClr>
                </a:solidFill>
                <a:latin typeface="Arial" panose="020B0604020202020204"/>
                <a:ea typeface="黑体" panose="02010609060101010101" pitchFamily="49" charset="-122"/>
                <a:cs typeface="+mn-cs"/>
              </a:defRPr>
            </a:lvl1pPr>
          </a:lstStyle>
          <a:p>
            <a:pPr>
              <a:defRPr/>
            </a:pPr>
            <a:fld id="{00AED376-9734-4A7F-A00C-9CDD711CF497}" type="datetime1">
              <a:rPr lang="en-US" altLang="zh-CN"/>
              <a:pPr>
                <a:defRPr/>
              </a:pPr>
              <a:t>8/26/2025</a:t>
            </a:fld>
            <a:endParaRPr lang="en-US" dirty="0">
              <a:ea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3738" y="7008813"/>
            <a:ext cx="22701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503972" eaLnBrk="1" fontAlgn="auto" hangingPunct="1">
              <a:spcBef>
                <a:spcPts val="0"/>
              </a:spcBef>
              <a:spcAft>
                <a:spcPts val="0"/>
              </a:spcAft>
              <a:defRPr sz="992" dirty="0">
                <a:solidFill>
                  <a:prstClr val="black">
                    <a:tint val="75000"/>
                  </a:prstClr>
                </a:solidFill>
                <a:latin typeface="Arial" panose="020B0604020202020204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19938" y="7008813"/>
            <a:ext cx="22701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503972" eaLnBrk="1" fontAlgn="auto" hangingPunct="1">
              <a:spcBef>
                <a:spcPts val="0"/>
              </a:spcBef>
              <a:spcAft>
                <a:spcPts val="0"/>
              </a:spcAft>
              <a:defRPr sz="1323" b="0" smtClean="0">
                <a:solidFill>
                  <a:srgbClr val="4F81BD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D3EEEEC-8751-4637-8B04-18D127D3749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7131050" y="0"/>
            <a:ext cx="2960688" cy="7569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prstClr val="white"/>
                </a:solidFill>
              </a:rPr>
              <a:t>视频区域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93" r:id="rId1"/>
    <p:sldLayoutId id="2147484894" r:id="rId2"/>
    <p:sldLayoutId id="2147484895" r:id="rId3"/>
    <p:sldLayoutId id="2147484896" r:id="rId4"/>
    <p:sldLayoutId id="2147484897" r:id="rId5"/>
    <p:sldLayoutId id="2147484898" r:id="rId6"/>
    <p:sldLayoutId id="2147484899" r:id="rId7"/>
    <p:sldLayoutId id="2147484900" r:id="rId8"/>
    <p:sldLayoutId id="2147484901" r:id="rId9"/>
    <p:sldLayoutId id="2147484902" r:id="rId10"/>
    <p:sldLayoutId id="2147484903" r:id="rId11"/>
    <p:sldLayoutId id="2147484904" r:id="rId12"/>
    <p:sldLayoutId id="2147484905" r:id="rId13"/>
    <p:sldLayoutId id="2147484906" r:id="rId14"/>
    <p:sldLayoutId id="2147484907" r:id="rId15"/>
    <p:sldLayoutId id="2147484908" r:id="rId16"/>
  </p:sldLayoutIdLst>
  <p:hf sldNum="0" hdr="0" ftr="0" dt="0"/>
  <p:txStyles>
    <p:titleStyle>
      <a:lvl1pPr algn="l" defTabSz="503238" rtl="0" fontAlgn="base">
        <a:spcBef>
          <a:spcPct val="0"/>
        </a:spcBef>
        <a:spcAft>
          <a:spcPct val="0"/>
        </a:spcAft>
        <a:defRPr sz="3900" kern="12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825" indent="-377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30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817563" indent="-3143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26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58888" indent="-250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22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763713" indent="-250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9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266950" indent="-250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900" kern="1200">
          <a:solidFill>
            <a:srgbClr val="40404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771844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75815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779787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283758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4531" y="400802"/>
            <a:ext cx="8695531" cy="14603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4531" y="2009805"/>
            <a:ext cx="8695531" cy="47977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37719" y="7008077"/>
            <a:ext cx="3401219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fld id="{831D656F-08AF-403B-80AE-3B33FE0D851C}" type="datetime1">
              <a:rPr lang="en-US" altLang="zh-CN" smtClean="0">
                <a:solidFill>
                  <a:prstClr val="black">
                    <a:tint val="75000"/>
                  </a:prstClr>
                </a:solidFill>
                <a:latin typeface="Arial" panose="020B0604020202020204"/>
                <a:ea typeface="黑体" panose="02010609060101010101" pitchFamily="49" charset="-122"/>
                <a:cs typeface="+mn-cs"/>
              </a:rPr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4531" y="7008077"/>
            <a:ext cx="2270125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prstClr val="black">
                  <a:tint val="75000"/>
                </a:prstClr>
              </a:solidFill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19938" y="7008077"/>
            <a:ext cx="2270125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 b="0">
                <a:solidFill>
                  <a:schemeClr val="accent1"/>
                </a:solidFill>
                <a:latin typeface="+mn-lt"/>
              </a:defRPr>
            </a:lvl1pPr>
          </a:lstStyle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fld id="{D57F1E4F-1CFF-5643-939E-217C01CDF565}" type="slidenum">
              <a:rPr lang="en-US" smtClean="0">
                <a:solidFill>
                  <a:srgbClr val="4F81BD"/>
                </a:solidFill>
                <a:ea typeface="+mn-ea"/>
                <a:cs typeface="+mn-cs"/>
              </a:rPr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 dirty="0">
              <a:solidFill>
                <a:srgbClr val="4F81BD"/>
              </a:solidFill>
              <a:ea typeface="+mn-ea"/>
              <a:cs typeface="+mn-cs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7130906" y="1"/>
            <a:ext cx="2960561" cy="75690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prstClr val="white"/>
                </a:solidFill>
              </a:rPr>
              <a:t>视频区域</a:t>
            </a:r>
          </a:p>
        </p:txBody>
      </p:sp>
    </p:spTree>
    <p:extLst>
      <p:ext uri="{BB962C8B-B14F-4D97-AF65-F5344CB8AC3E}">
        <p14:creationId xmlns:p14="http://schemas.microsoft.com/office/powerpoint/2010/main" val="1634935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27" r:id="rId1"/>
    <p:sldLayoutId id="2147484928" r:id="rId2"/>
    <p:sldLayoutId id="2147484929" r:id="rId3"/>
    <p:sldLayoutId id="2147484930" r:id="rId4"/>
    <p:sldLayoutId id="2147484931" r:id="rId5"/>
    <p:sldLayoutId id="2147484932" r:id="rId6"/>
    <p:sldLayoutId id="2147484933" r:id="rId7"/>
    <p:sldLayoutId id="2147484934" r:id="rId8"/>
    <p:sldLayoutId id="2147484935" r:id="rId9"/>
    <p:sldLayoutId id="2147484936" r:id="rId10"/>
    <p:sldLayoutId id="2147484937" r:id="rId11"/>
    <p:sldLayoutId id="2147484938" r:id="rId12"/>
    <p:sldLayoutId id="2147484939" r:id="rId13"/>
    <p:sldLayoutId id="2147484940" r:id="rId14"/>
    <p:sldLayoutId id="2147484941" r:id="rId15"/>
    <p:sldLayoutId id="2147484942" r:id="rId16"/>
  </p:sldLayoutIdLst>
  <p:hf sldNum="0" hdr="0" ftr="0" dt="0"/>
  <p:txStyles>
    <p:titleStyle>
      <a:lvl1pPr algn="l" defTabSz="503972" rtl="0" eaLnBrk="1" latinLnBrk="0" hangingPunct="1">
        <a:spcBef>
          <a:spcPct val="0"/>
        </a:spcBef>
        <a:buNone/>
        <a:defRPr sz="3968" kern="12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979" indent="-377979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3086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818954" indent="-314982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646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59929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205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763900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984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267872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984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771844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75815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779787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283758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4531" y="400802"/>
            <a:ext cx="8695531" cy="14603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4531" y="2009805"/>
            <a:ext cx="8695531" cy="47977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37719" y="7008077"/>
            <a:ext cx="3401219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fld id="{831D656F-08AF-403B-80AE-3B33FE0D851C}" type="datetime1">
              <a:rPr lang="en-US" altLang="zh-CN" smtClean="0">
                <a:solidFill>
                  <a:prstClr val="black">
                    <a:tint val="75000"/>
                  </a:prstClr>
                </a:solidFill>
                <a:latin typeface="Arial" panose="020B0604020202020204"/>
                <a:ea typeface="黑体" panose="02010609060101010101" pitchFamily="49" charset="-122"/>
                <a:cs typeface="+mn-cs"/>
              </a:rPr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4531" y="7008077"/>
            <a:ext cx="2270125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prstClr val="black">
                  <a:tint val="75000"/>
                </a:prstClr>
              </a:solidFill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19938" y="7008077"/>
            <a:ext cx="2270125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 b="0">
                <a:solidFill>
                  <a:schemeClr val="accent1"/>
                </a:solidFill>
                <a:latin typeface="+mn-lt"/>
              </a:defRPr>
            </a:lvl1pPr>
          </a:lstStyle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fld id="{D57F1E4F-1CFF-5643-939E-217C01CDF565}" type="slidenum">
              <a:rPr lang="en-US" smtClean="0">
                <a:solidFill>
                  <a:srgbClr val="4F81BD"/>
                </a:solidFill>
                <a:ea typeface="+mn-ea"/>
                <a:cs typeface="+mn-cs"/>
              </a:rPr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 dirty="0">
              <a:solidFill>
                <a:srgbClr val="4F81BD"/>
              </a:solidFill>
              <a:ea typeface="+mn-ea"/>
              <a:cs typeface="+mn-cs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7130906" y="1"/>
            <a:ext cx="2960561" cy="75690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prstClr val="white"/>
                </a:solidFill>
              </a:rPr>
              <a:t>视频区域</a:t>
            </a:r>
          </a:p>
        </p:txBody>
      </p:sp>
    </p:spTree>
    <p:extLst>
      <p:ext uri="{BB962C8B-B14F-4D97-AF65-F5344CB8AC3E}">
        <p14:creationId xmlns:p14="http://schemas.microsoft.com/office/powerpoint/2010/main" val="1229838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44" r:id="rId1"/>
    <p:sldLayoutId id="2147484945" r:id="rId2"/>
    <p:sldLayoutId id="2147484946" r:id="rId3"/>
    <p:sldLayoutId id="2147484947" r:id="rId4"/>
    <p:sldLayoutId id="2147484948" r:id="rId5"/>
    <p:sldLayoutId id="2147484949" r:id="rId6"/>
    <p:sldLayoutId id="2147484950" r:id="rId7"/>
    <p:sldLayoutId id="2147484951" r:id="rId8"/>
    <p:sldLayoutId id="2147484952" r:id="rId9"/>
    <p:sldLayoutId id="2147484953" r:id="rId10"/>
    <p:sldLayoutId id="2147484954" r:id="rId11"/>
    <p:sldLayoutId id="2147484955" r:id="rId12"/>
    <p:sldLayoutId id="2147484956" r:id="rId13"/>
    <p:sldLayoutId id="2147484957" r:id="rId14"/>
    <p:sldLayoutId id="2147484958" r:id="rId15"/>
    <p:sldLayoutId id="2147484959" r:id="rId16"/>
  </p:sldLayoutIdLst>
  <p:hf sldNum="0" hdr="0" ftr="0" dt="0"/>
  <p:txStyles>
    <p:titleStyle>
      <a:lvl1pPr algn="l" defTabSz="503972" rtl="0" eaLnBrk="1" latinLnBrk="0" hangingPunct="1">
        <a:spcBef>
          <a:spcPct val="0"/>
        </a:spcBef>
        <a:buNone/>
        <a:defRPr sz="3968" kern="12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979" indent="-377979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3086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818954" indent="-314982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646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59929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205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763900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984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267872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984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771844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75815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779787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283758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4531" y="400802"/>
            <a:ext cx="8695531" cy="14603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4531" y="2009805"/>
            <a:ext cx="8695531" cy="47977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37719" y="7008077"/>
            <a:ext cx="3401219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fld id="{831D656F-08AF-403B-80AE-3B33FE0D851C}" type="datetime1">
              <a:rPr lang="en-US" altLang="zh-CN" smtClean="0">
                <a:solidFill>
                  <a:prstClr val="black">
                    <a:tint val="75000"/>
                  </a:prstClr>
                </a:solidFill>
                <a:latin typeface="Arial" panose="020B0604020202020204"/>
                <a:ea typeface="黑体" panose="02010609060101010101" pitchFamily="49" charset="-122"/>
                <a:cs typeface="+mn-cs"/>
              </a:rPr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4531" y="7008077"/>
            <a:ext cx="2270125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prstClr val="black">
                  <a:tint val="75000"/>
                </a:prstClr>
              </a:solidFill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19938" y="7008077"/>
            <a:ext cx="2270125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 b="0">
                <a:solidFill>
                  <a:schemeClr val="accent1"/>
                </a:solidFill>
                <a:latin typeface="+mn-lt"/>
              </a:defRPr>
            </a:lvl1pPr>
          </a:lstStyle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fld id="{D57F1E4F-1CFF-5643-939E-217C01CDF565}" type="slidenum">
              <a:rPr lang="en-US" smtClean="0">
                <a:solidFill>
                  <a:srgbClr val="4F81BD"/>
                </a:solidFill>
                <a:ea typeface="+mn-ea"/>
                <a:cs typeface="+mn-cs"/>
              </a:rPr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 dirty="0">
              <a:solidFill>
                <a:srgbClr val="4F81BD"/>
              </a:solidFill>
              <a:ea typeface="+mn-ea"/>
              <a:cs typeface="+mn-cs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7130906" y="1"/>
            <a:ext cx="2960561" cy="75690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prstClr val="white"/>
                </a:solidFill>
              </a:rPr>
              <a:t>视频区域</a:t>
            </a:r>
          </a:p>
        </p:txBody>
      </p:sp>
    </p:spTree>
    <p:extLst>
      <p:ext uri="{BB962C8B-B14F-4D97-AF65-F5344CB8AC3E}">
        <p14:creationId xmlns:p14="http://schemas.microsoft.com/office/powerpoint/2010/main" val="3689754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61" r:id="rId1"/>
    <p:sldLayoutId id="2147484962" r:id="rId2"/>
    <p:sldLayoutId id="2147484963" r:id="rId3"/>
    <p:sldLayoutId id="2147484964" r:id="rId4"/>
    <p:sldLayoutId id="2147484965" r:id="rId5"/>
    <p:sldLayoutId id="2147484966" r:id="rId6"/>
    <p:sldLayoutId id="2147484967" r:id="rId7"/>
    <p:sldLayoutId id="2147484968" r:id="rId8"/>
    <p:sldLayoutId id="2147484969" r:id="rId9"/>
    <p:sldLayoutId id="2147484970" r:id="rId10"/>
    <p:sldLayoutId id="2147484971" r:id="rId11"/>
    <p:sldLayoutId id="2147484972" r:id="rId12"/>
    <p:sldLayoutId id="2147484973" r:id="rId13"/>
    <p:sldLayoutId id="2147484974" r:id="rId14"/>
    <p:sldLayoutId id="2147484975" r:id="rId15"/>
    <p:sldLayoutId id="2147484976" r:id="rId16"/>
  </p:sldLayoutIdLst>
  <p:hf sldNum="0" hdr="0" ftr="0" dt="0"/>
  <p:txStyles>
    <p:titleStyle>
      <a:lvl1pPr algn="l" defTabSz="503972" rtl="0" eaLnBrk="1" latinLnBrk="0" hangingPunct="1">
        <a:spcBef>
          <a:spcPct val="0"/>
        </a:spcBef>
        <a:buNone/>
        <a:defRPr sz="3968" kern="12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979" indent="-377979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3086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818954" indent="-314982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646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59929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205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763900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984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267872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984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771844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75815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779787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283758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4531" y="400802"/>
            <a:ext cx="8695531" cy="14603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4531" y="2009805"/>
            <a:ext cx="8695531" cy="47977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37719" y="7008077"/>
            <a:ext cx="3401219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fld id="{831D656F-08AF-403B-80AE-3B33FE0D851C}" type="datetime1">
              <a:rPr lang="en-US" altLang="zh-CN" smtClean="0">
                <a:solidFill>
                  <a:prstClr val="black">
                    <a:tint val="75000"/>
                  </a:prstClr>
                </a:solidFill>
                <a:latin typeface="Arial" panose="020B0604020202020204"/>
                <a:ea typeface="黑体" panose="02010609060101010101" pitchFamily="49" charset="-122"/>
                <a:cs typeface="+mn-cs"/>
              </a:rPr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4531" y="7008077"/>
            <a:ext cx="2270125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prstClr val="black">
                  <a:tint val="75000"/>
                </a:prstClr>
              </a:solidFill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19938" y="7008077"/>
            <a:ext cx="2270125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 b="0">
                <a:solidFill>
                  <a:schemeClr val="accent1"/>
                </a:solidFill>
                <a:latin typeface="+mn-lt"/>
              </a:defRPr>
            </a:lvl1pPr>
          </a:lstStyle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fld id="{D57F1E4F-1CFF-5643-939E-217C01CDF565}" type="slidenum">
              <a:rPr lang="en-US" smtClean="0">
                <a:solidFill>
                  <a:srgbClr val="4F81BD"/>
                </a:solidFill>
                <a:ea typeface="+mn-ea"/>
                <a:cs typeface="+mn-cs"/>
              </a:rPr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 dirty="0">
              <a:solidFill>
                <a:srgbClr val="4F81BD"/>
              </a:solidFill>
              <a:ea typeface="+mn-ea"/>
              <a:cs typeface="+mn-cs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7130906" y="1"/>
            <a:ext cx="2960561" cy="75690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prstClr val="white"/>
                </a:solidFill>
              </a:rPr>
              <a:t>视频区域</a:t>
            </a:r>
          </a:p>
        </p:txBody>
      </p:sp>
    </p:spTree>
    <p:extLst>
      <p:ext uri="{BB962C8B-B14F-4D97-AF65-F5344CB8AC3E}">
        <p14:creationId xmlns:p14="http://schemas.microsoft.com/office/powerpoint/2010/main" val="2522458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78" r:id="rId1"/>
    <p:sldLayoutId id="2147484979" r:id="rId2"/>
    <p:sldLayoutId id="2147484980" r:id="rId3"/>
    <p:sldLayoutId id="2147484981" r:id="rId4"/>
    <p:sldLayoutId id="2147484982" r:id="rId5"/>
    <p:sldLayoutId id="2147484983" r:id="rId6"/>
    <p:sldLayoutId id="2147484984" r:id="rId7"/>
    <p:sldLayoutId id="2147484985" r:id="rId8"/>
    <p:sldLayoutId id="2147484986" r:id="rId9"/>
    <p:sldLayoutId id="2147484987" r:id="rId10"/>
    <p:sldLayoutId id="2147484988" r:id="rId11"/>
    <p:sldLayoutId id="2147484989" r:id="rId12"/>
    <p:sldLayoutId id="2147484990" r:id="rId13"/>
    <p:sldLayoutId id="2147484991" r:id="rId14"/>
    <p:sldLayoutId id="2147484992" r:id="rId15"/>
    <p:sldLayoutId id="2147484993" r:id="rId16"/>
  </p:sldLayoutIdLst>
  <p:hf sldNum="0" hdr="0" ftr="0" dt="0"/>
  <p:txStyles>
    <p:titleStyle>
      <a:lvl1pPr algn="l" defTabSz="503972" rtl="0" eaLnBrk="1" latinLnBrk="0" hangingPunct="1">
        <a:spcBef>
          <a:spcPct val="0"/>
        </a:spcBef>
        <a:buNone/>
        <a:defRPr sz="3968" kern="12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979" indent="-377979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3086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818954" indent="-314982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646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59929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205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763900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984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267872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984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771844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75815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779787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283758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4531" y="400802"/>
            <a:ext cx="8695531" cy="14603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4531" y="2009805"/>
            <a:ext cx="8695531" cy="47977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37719" y="7008077"/>
            <a:ext cx="3401219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fld id="{831D656F-08AF-403B-80AE-3B33FE0D851C}" type="datetime1">
              <a:rPr lang="en-US" altLang="zh-CN" smtClean="0">
                <a:solidFill>
                  <a:prstClr val="black">
                    <a:tint val="75000"/>
                  </a:prstClr>
                </a:solidFill>
                <a:latin typeface="Arial" panose="020B0604020202020204"/>
                <a:ea typeface="黑体" panose="02010609060101010101" pitchFamily="49" charset="-122"/>
                <a:cs typeface="+mn-cs"/>
              </a:rPr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4531" y="7008077"/>
            <a:ext cx="2270125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prstClr val="black">
                  <a:tint val="75000"/>
                </a:prstClr>
              </a:solidFill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19938" y="7008077"/>
            <a:ext cx="2270125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 b="0">
                <a:solidFill>
                  <a:schemeClr val="accent1"/>
                </a:solidFill>
                <a:latin typeface="+mn-lt"/>
              </a:defRPr>
            </a:lvl1pPr>
          </a:lstStyle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fld id="{D57F1E4F-1CFF-5643-939E-217C01CDF565}" type="slidenum">
              <a:rPr lang="en-US" smtClean="0">
                <a:solidFill>
                  <a:srgbClr val="4F81BD"/>
                </a:solidFill>
                <a:ea typeface="+mn-ea"/>
                <a:cs typeface="+mn-cs"/>
              </a:rPr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 dirty="0">
              <a:solidFill>
                <a:srgbClr val="4F81BD"/>
              </a:solidFill>
              <a:ea typeface="+mn-ea"/>
              <a:cs typeface="+mn-cs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7130906" y="1"/>
            <a:ext cx="2960561" cy="75690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prstClr val="white"/>
                </a:solidFill>
              </a:rPr>
              <a:t>视频区域</a:t>
            </a:r>
          </a:p>
        </p:txBody>
      </p:sp>
    </p:spTree>
    <p:extLst>
      <p:ext uri="{BB962C8B-B14F-4D97-AF65-F5344CB8AC3E}">
        <p14:creationId xmlns:p14="http://schemas.microsoft.com/office/powerpoint/2010/main" val="3419546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95" r:id="rId1"/>
    <p:sldLayoutId id="2147484996" r:id="rId2"/>
    <p:sldLayoutId id="2147484997" r:id="rId3"/>
    <p:sldLayoutId id="2147484998" r:id="rId4"/>
    <p:sldLayoutId id="2147484999" r:id="rId5"/>
    <p:sldLayoutId id="2147485000" r:id="rId6"/>
    <p:sldLayoutId id="2147485001" r:id="rId7"/>
    <p:sldLayoutId id="2147485002" r:id="rId8"/>
    <p:sldLayoutId id="2147485003" r:id="rId9"/>
    <p:sldLayoutId id="2147485004" r:id="rId10"/>
    <p:sldLayoutId id="2147485005" r:id="rId11"/>
    <p:sldLayoutId id="2147485006" r:id="rId12"/>
    <p:sldLayoutId id="2147485007" r:id="rId13"/>
    <p:sldLayoutId id="2147485008" r:id="rId14"/>
    <p:sldLayoutId id="2147485009" r:id="rId15"/>
    <p:sldLayoutId id="2147485010" r:id="rId16"/>
  </p:sldLayoutIdLst>
  <p:hf sldNum="0" hdr="0" ftr="0" dt="0"/>
  <p:txStyles>
    <p:titleStyle>
      <a:lvl1pPr algn="l" defTabSz="503972" rtl="0" eaLnBrk="1" latinLnBrk="0" hangingPunct="1">
        <a:spcBef>
          <a:spcPct val="0"/>
        </a:spcBef>
        <a:buNone/>
        <a:defRPr sz="3968" kern="12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979" indent="-377979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3086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818954" indent="-314982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646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59929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205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763900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984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267872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984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771844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75815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779787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283758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4531" y="400802"/>
            <a:ext cx="8695531" cy="14603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4531" y="2009805"/>
            <a:ext cx="8695531" cy="47977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37719" y="7008077"/>
            <a:ext cx="3401219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fld id="{831D656F-08AF-403B-80AE-3B33FE0D851C}" type="datetime1">
              <a:rPr lang="en-US" altLang="zh-CN" smtClean="0">
                <a:solidFill>
                  <a:prstClr val="black">
                    <a:tint val="75000"/>
                  </a:prstClr>
                </a:solidFill>
                <a:latin typeface="Arial" panose="020B0604020202020204"/>
                <a:ea typeface="黑体" panose="02010609060101010101" pitchFamily="49" charset="-122"/>
                <a:cs typeface="+mn-cs"/>
              </a:rPr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t>8/26/2025</a:t>
            </a:fld>
            <a:endParaRPr lang="en-US" dirty="0">
              <a:solidFill>
                <a:prstClr val="black">
                  <a:tint val="75000"/>
                </a:prstClr>
              </a:solidFill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4531" y="7008077"/>
            <a:ext cx="2270125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prstClr val="black">
                  <a:tint val="75000"/>
                </a:prstClr>
              </a:solidFill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19938" y="7008077"/>
            <a:ext cx="2270125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 b="0">
                <a:solidFill>
                  <a:schemeClr val="accent1"/>
                </a:solidFill>
                <a:latin typeface="+mn-lt"/>
              </a:defRPr>
            </a:lvl1pPr>
          </a:lstStyle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fld id="{D57F1E4F-1CFF-5643-939E-217C01CDF565}" type="slidenum">
              <a:rPr lang="en-US" smtClean="0">
                <a:solidFill>
                  <a:srgbClr val="4F81BD"/>
                </a:solidFill>
                <a:ea typeface="+mn-ea"/>
                <a:cs typeface="+mn-cs"/>
              </a:rPr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 dirty="0">
              <a:solidFill>
                <a:srgbClr val="4F81BD"/>
              </a:solidFill>
              <a:ea typeface="+mn-ea"/>
              <a:cs typeface="+mn-cs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7130906" y="1"/>
            <a:ext cx="2960561" cy="75690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prstClr val="white"/>
                </a:solidFill>
              </a:rPr>
              <a:t>视频区域</a:t>
            </a:r>
          </a:p>
        </p:txBody>
      </p:sp>
    </p:spTree>
    <p:extLst>
      <p:ext uri="{BB962C8B-B14F-4D97-AF65-F5344CB8AC3E}">
        <p14:creationId xmlns:p14="http://schemas.microsoft.com/office/powerpoint/2010/main" val="1348110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12" r:id="rId1"/>
    <p:sldLayoutId id="2147485013" r:id="rId2"/>
    <p:sldLayoutId id="2147485014" r:id="rId3"/>
    <p:sldLayoutId id="2147485015" r:id="rId4"/>
    <p:sldLayoutId id="2147485016" r:id="rId5"/>
    <p:sldLayoutId id="2147485017" r:id="rId6"/>
    <p:sldLayoutId id="2147485018" r:id="rId7"/>
    <p:sldLayoutId id="2147485019" r:id="rId8"/>
    <p:sldLayoutId id="2147485020" r:id="rId9"/>
    <p:sldLayoutId id="2147485021" r:id="rId10"/>
    <p:sldLayoutId id="2147485022" r:id="rId11"/>
    <p:sldLayoutId id="2147485023" r:id="rId12"/>
    <p:sldLayoutId id="2147485024" r:id="rId13"/>
    <p:sldLayoutId id="2147485025" r:id="rId14"/>
    <p:sldLayoutId id="2147485026" r:id="rId15"/>
    <p:sldLayoutId id="2147485027" r:id="rId16"/>
  </p:sldLayoutIdLst>
  <p:hf sldNum="0" hdr="0" ftr="0" dt="0"/>
  <p:txStyles>
    <p:titleStyle>
      <a:lvl1pPr algn="l" defTabSz="503972" rtl="0" eaLnBrk="1" latinLnBrk="0" hangingPunct="1">
        <a:spcBef>
          <a:spcPct val="0"/>
        </a:spcBef>
        <a:buNone/>
        <a:defRPr sz="3968" kern="12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979" indent="-377979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3086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818954" indent="-314982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646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59929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205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763900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984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267872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984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771844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75815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779787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283758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4531" y="400802"/>
            <a:ext cx="8695531" cy="14603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4531" y="2009805"/>
            <a:ext cx="8695531" cy="47977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37719" y="7008077"/>
            <a:ext cx="3401219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D656F-08AF-403B-80AE-3B33FE0D851C}" type="datetime1">
              <a:rPr lang="en-US" altLang="zh-CN" smtClean="0"/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4531" y="7008077"/>
            <a:ext cx="2270125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19938" y="7008077"/>
            <a:ext cx="2270125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 b="0">
                <a:solidFill>
                  <a:schemeClr val="accent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7130906" y="1"/>
            <a:ext cx="2960561" cy="75690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984" dirty="0">
                <a:solidFill>
                  <a:schemeClr val="bg1"/>
                </a:solidFill>
              </a:rPr>
              <a:t>视频区域</a:t>
            </a:r>
          </a:p>
        </p:txBody>
      </p:sp>
    </p:spTree>
    <p:extLst>
      <p:ext uri="{BB962C8B-B14F-4D97-AF65-F5344CB8AC3E}">
        <p14:creationId xmlns:p14="http://schemas.microsoft.com/office/powerpoint/2010/main" val="1491071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46" r:id="rId1"/>
    <p:sldLayoutId id="2147485047" r:id="rId2"/>
    <p:sldLayoutId id="2147485048" r:id="rId3"/>
    <p:sldLayoutId id="2147485049" r:id="rId4"/>
    <p:sldLayoutId id="2147485050" r:id="rId5"/>
    <p:sldLayoutId id="2147485051" r:id="rId6"/>
    <p:sldLayoutId id="2147485052" r:id="rId7"/>
    <p:sldLayoutId id="2147485053" r:id="rId8"/>
    <p:sldLayoutId id="2147485054" r:id="rId9"/>
    <p:sldLayoutId id="2147485055" r:id="rId10"/>
    <p:sldLayoutId id="2147485056" r:id="rId11"/>
    <p:sldLayoutId id="2147485057" r:id="rId12"/>
    <p:sldLayoutId id="2147485058" r:id="rId13"/>
    <p:sldLayoutId id="2147485059" r:id="rId14"/>
    <p:sldLayoutId id="2147485060" r:id="rId15"/>
    <p:sldLayoutId id="2147485061" r:id="rId16"/>
  </p:sldLayoutIdLst>
  <p:hf sldNum="0" hdr="0" ftr="0" dt="0"/>
  <p:txStyles>
    <p:titleStyle>
      <a:lvl1pPr algn="l" defTabSz="503972" rtl="0" eaLnBrk="1" latinLnBrk="0" hangingPunct="1">
        <a:spcBef>
          <a:spcPct val="0"/>
        </a:spcBef>
        <a:buNone/>
        <a:defRPr sz="3968" kern="12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979" indent="-377979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3086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818954" indent="-314982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646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59929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205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763900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984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267872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984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771844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75815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779787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283758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6.xml"/><Relationship Id="rId4" Type="http://schemas.openxmlformats.org/officeDocument/2006/relationships/image" Target="../media/image2.w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1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1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1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1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1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1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1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1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1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1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12.xml"/><Relationship Id="rId4" Type="http://schemas.openxmlformats.org/officeDocument/2006/relationships/image" Target="NUL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1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1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5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68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8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00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00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4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4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1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3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28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28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28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28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28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28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44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44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0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6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88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04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20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20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0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0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-18363" y="4499885"/>
            <a:ext cx="8810772" cy="1260475"/>
          </a:xfrm>
        </p:spPr>
        <p:txBody>
          <a:bodyPr/>
          <a:lstStyle/>
          <a:p>
            <a:pPr eaLnBrk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ea typeface="楷体_GB2312"/>
              </a:rPr>
              <a:t>第四章(02) 语法分析</a:t>
            </a:r>
            <a:br>
              <a:rPr lang="en-US" altLang="zh-CN" dirty="0">
                <a:solidFill>
                  <a:schemeClr val="bg1"/>
                </a:solidFill>
                <a:latin typeface="宋体" panose="02010600030101010101" pitchFamily="2" charset="-122"/>
                <a:ea typeface="楷体_GB2312"/>
              </a:rPr>
            </a:br>
            <a:r>
              <a:rPr lang="en-US" altLang="zh-CN" dirty="0">
                <a:solidFill>
                  <a:schemeClr val="bg1"/>
                </a:solidFill>
                <a:latin typeface="宋体" panose="02010600030101010101" pitchFamily="2" charset="-122"/>
                <a:ea typeface="楷体_GB2312"/>
              </a:rPr>
              <a:t>				——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ea typeface="楷体_GB2312"/>
              </a:rPr>
              <a:t>自上而下的语法分析</a:t>
            </a:r>
            <a:endParaRPr lang="zh-CN" altLang="en-US" dirty="0">
              <a:ea typeface="楷体_GB2312"/>
            </a:endParaRPr>
          </a:p>
        </p:txBody>
      </p:sp>
      <p:sp>
        <p:nvSpPr>
          <p:cNvPr id="294915" name="Rectangle 3"/>
          <p:cNvSpPr txBox="1">
            <a:spLocks noChangeArrowheads="1"/>
          </p:cNvSpPr>
          <p:nvPr/>
        </p:nvSpPr>
        <p:spPr bwMode="auto">
          <a:xfrm>
            <a:off x="4968875" y="847725"/>
            <a:ext cx="4606925" cy="259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404" rIns="0" bIns="0" anchor="ctr"/>
          <a:lstStyle>
            <a:lvl1pPr marL="342900" indent="-3429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9pPr>
          </a:lstStyle>
          <a:p>
            <a:pPr>
              <a:lnSpc>
                <a:spcPct val="73000"/>
              </a:lnSpc>
              <a:buFont typeface="Arial" panose="020B0604020202020204" pitchFamily="34" charset="0"/>
              <a:buNone/>
            </a:pPr>
            <a:r>
              <a:rPr lang="zh-CN" altLang="zh-CN" sz="3400" dirty="0">
                <a:ea typeface="微软雅黑" panose="020B0503020204020204" pitchFamily="34" charset="-122"/>
                <a:sym typeface="Arial" panose="020B0604020202020204" pitchFamily="34" charset="0"/>
              </a:rPr>
              <a:t>《编译技术》</a:t>
            </a:r>
            <a:endParaRPr lang="zh-CN" altLang="zh-CN" sz="3400" dirty="0">
              <a:ea typeface="微软雅黑" panose="020B0503020204020204" pitchFamily="34" charset="-122"/>
            </a:endParaRPr>
          </a:p>
          <a:p>
            <a:pPr>
              <a:lnSpc>
                <a:spcPct val="73000"/>
              </a:lnSpc>
              <a:buFont typeface="Arial" panose="020B0604020202020204" pitchFamily="34" charset="0"/>
              <a:buNone/>
            </a:pPr>
            <a:endParaRPr lang="zh-CN" altLang="en-US" sz="3400" dirty="0">
              <a:ea typeface="微软雅黑" panose="020B0503020204020204" pitchFamily="34" charset="-122"/>
            </a:endParaRPr>
          </a:p>
          <a:p>
            <a:pPr>
              <a:lnSpc>
                <a:spcPct val="73000"/>
              </a:lnSpc>
              <a:buFont typeface="Times New Roman" panose="02020603050405020304" pitchFamily="18" charset="0"/>
              <a:buNone/>
            </a:pPr>
            <a:endParaRPr lang="zh-CN" altLang="en-US" sz="3400" dirty="0">
              <a:ea typeface="微软雅黑" panose="020B0503020204020204" pitchFamily="34" charset="-122"/>
            </a:endParaRPr>
          </a:p>
          <a:p>
            <a:pPr>
              <a:lnSpc>
                <a:spcPct val="73000"/>
              </a:lnSpc>
              <a:buFont typeface="Times New Roman" panose="02020603050405020304" pitchFamily="18" charset="0"/>
              <a:buNone/>
            </a:pPr>
            <a:r>
              <a:rPr lang="zh-CN" altLang="en-US" sz="3400" dirty="0">
                <a:ea typeface="微软雅黑" panose="020B0503020204020204" pitchFamily="34" charset="-122"/>
              </a:rPr>
              <a:t>胡荣耀</a:t>
            </a:r>
            <a:endParaRPr lang="zh-CN" altLang="en-US" sz="32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编译程序总框</a:t>
            </a:r>
          </a:p>
        </p:txBody>
      </p:sp>
      <p:sp>
        <p:nvSpPr>
          <p:cNvPr id="35" name="圆角矩形 34"/>
          <p:cNvSpPr/>
          <p:nvPr/>
        </p:nvSpPr>
        <p:spPr bwMode="auto">
          <a:xfrm>
            <a:off x="2588181" y="2218746"/>
            <a:ext cx="4027703" cy="503735"/>
          </a:xfrm>
          <a:prstGeom prst="roundRect">
            <a:avLst/>
          </a:prstGeom>
          <a:ln>
            <a:headEnd type="none" w="med" len="med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34394" tIns="67197" rIns="134394" bIns="6719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5039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46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词法分析</a:t>
            </a:r>
          </a:p>
        </p:txBody>
      </p:sp>
      <p:sp>
        <p:nvSpPr>
          <p:cNvPr id="36" name="圆角矩形 35"/>
          <p:cNvSpPr/>
          <p:nvPr/>
        </p:nvSpPr>
        <p:spPr bwMode="auto">
          <a:xfrm>
            <a:off x="2611235" y="3232957"/>
            <a:ext cx="4027703" cy="503735"/>
          </a:xfrm>
          <a:prstGeom prst="roundRect">
            <a:avLst/>
          </a:prstGeom>
          <a:ln>
            <a:headEnd type="none" w="med" len="med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34394" tIns="67197" rIns="134394" bIns="6719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5039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46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语法分析</a:t>
            </a:r>
          </a:p>
        </p:txBody>
      </p:sp>
      <p:sp>
        <p:nvSpPr>
          <p:cNvPr id="37" name="圆角矩形 36"/>
          <p:cNvSpPr/>
          <p:nvPr/>
        </p:nvSpPr>
        <p:spPr bwMode="auto">
          <a:xfrm>
            <a:off x="2611234" y="4246163"/>
            <a:ext cx="4027703" cy="503735"/>
          </a:xfrm>
          <a:prstGeom prst="roundRect">
            <a:avLst/>
          </a:prstGeom>
          <a:ln>
            <a:headEnd type="none" w="med" len="med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34394" tIns="67197" rIns="134394" bIns="6719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5039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46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语义分析与中间代码生成</a:t>
            </a:r>
          </a:p>
        </p:txBody>
      </p:sp>
      <p:sp>
        <p:nvSpPr>
          <p:cNvPr id="38" name="圆角矩形 37"/>
          <p:cNvSpPr/>
          <p:nvPr/>
        </p:nvSpPr>
        <p:spPr bwMode="auto">
          <a:xfrm>
            <a:off x="2611234" y="5254280"/>
            <a:ext cx="4027703" cy="503735"/>
          </a:xfrm>
          <a:prstGeom prst="roundRect">
            <a:avLst/>
          </a:prstGeom>
          <a:ln>
            <a:headEnd type="none" w="med" len="med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34394" tIns="67197" rIns="134394" bIns="6719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5039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46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优化</a:t>
            </a:r>
          </a:p>
        </p:txBody>
      </p:sp>
      <p:sp>
        <p:nvSpPr>
          <p:cNvPr id="39" name="圆角矩形 38"/>
          <p:cNvSpPr/>
          <p:nvPr/>
        </p:nvSpPr>
        <p:spPr bwMode="auto">
          <a:xfrm>
            <a:off x="2611234" y="6263907"/>
            <a:ext cx="4027703" cy="503735"/>
          </a:xfrm>
          <a:prstGeom prst="roundRect">
            <a:avLst/>
          </a:prstGeom>
          <a:ln>
            <a:headEnd type="none" w="med" len="med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34394" tIns="67197" rIns="134394" bIns="6719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5039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46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目标代码生成</a:t>
            </a:r>
          </a:p>
        </p:txBody>
      </p:sp>
      <p:sp>
        <p:nvSpPr>
          <p:cNvPr id="40" name="下箭头 39"/>
          <p:cNvSpPr/>
          <p:nvPr/>
        </p:nvSpPr>
        <p:spPr>
          <a:xfrm>
            <a:off x="4512048" y="2760245"/>
            <a:ext cx="178816" cy="44490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039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98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1" name="下箭头 40"/>
          <p:cNvSpPr/>
          <p:nvPr/>
        </p:nvSpPr>
        <p:spPr>
          <a:xfrm>
            <a:off x="4512048" y="3767783"/>
            <a:ext cx="178816" cy="44490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039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98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2" name="下箭头 41"/>
          <p:cNvSpPr/>
          <p:nvPr/>
        </p:nvSpPr>
        <p:spPr>
          <a:xfrm>
            <a:off x="4512048" y="4788758"/>
            <a:ext cx="178816" cy="44490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039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98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8" name="下箭头 47"/>
          <p:cNvSpPr/>
          <p:nvPr/>
        </p:nvSpPr>
        <p:spPr>
          <a:xfrm>
            <a:off x="4512048" y="5792795"/>
            <a:ext cx="178816" cy="44490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039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98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4" name="下箭头 53"/>
          <p:cNvSpPr/>
          <p:nvPr/>
        </p:nvSpPr>
        <p:spPr>
          <a:xfrm>
            <a:off x="4512048" y="6811951"/>
            <a:ext cx="178816" cy="44490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039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98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0" name="下箭头 59"/>
          <p:cNvSpPr/>
          <p:nvPr/>
        </p:nvSpPr>
        <p:spPr>
          <a:xfrm>
            <a:off x="4505305" y="1741056"/>
            <a:ext cx="178816" cy="44490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039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98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014463" y="2762174"/>
            <a:ext cx="1313180" cy="431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5039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单词符号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5014463" y="1681680"/>
            <a:ext cx="1031051" cy="431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5039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源程序</a:t>
            </a:r>
          </a:p>
        </p:txBody>
      </p:sp>
      <p:sp>
        <p:nvSpPr>
          <p:cNvPr id="74" name="文本框 73"/>
          <p:cNvSpPr txBox="1"/>
          <p:nvPr/>
        </p:nvSpPr>
        <p:spPr>
          <a:xfrm>
            <a:off x="5014463" y="4809758"/>
            <a:ext cx="2348720" cy="431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5039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中间代码</a:t>
            </a:r>
            <a:r>
              <a:rPr kumimoji="0" lang="en-US" altLang="zh-CN" sz="220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</a:t>
            </a:r>
            <a:r>
              <a:rPr kumimoji="0" lang="zh-CN" altLang="en-US" sz="220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四元式</a:t>
            </a:r>
            <a:r>
              <a:rPr kumimoji="0" lang="en-US" altLang="zh-CN" sz="220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</a:t>
            </a:r>
            <a:endParaRPr kumimoji="0" lang="zh-CN" altLang="en-US" sz="220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5022453" y="3820898"/>
            <a:ext cx="1313180" cy="7709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5039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语法单位</a:t>
            </a:r>
          </a:p>
          <a:p>
            <a:pPr marL="0" marR="0" lvl="0" indent="0" algn="l" defTabSz="5039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20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5014463" y="6864226"/>
            <a:ext cx="1313180" cy="431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5039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目标代码</a:t>
            </a:r>
          </a:p>
        </p:txBody>
      </p:sp>
      <p:sp>
        <p:nvSpPr>
          <p:cNvPr id="77" name="文本框 76"/>
          <p:cNvSpPr txBox="1"/>
          <p:nvPr/>
        </p:nvSpPr>
        <p:spPr>
          <a:xfrm>
            <a:off x="5022453" y="5798544"/>
            <a:ext cx="2348720" cy="431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5039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中间代码</a:t>
            </a:r>
            <a:r>
              <a:rPr kumimoji="0" lang="en-US" altLang="zh-CN" sz="220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</a:t>
            </a:r>
            <a:r>
              <a:rPr kumimoji="0" lang="zh-CN" altLang="en-US" sz="220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四元式</a:t>
            </a:r>
            <a:r>
              <a:rPr kumimoji="0" lang="en-US" altLang="zh-CN" sz="220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</a:t>
            </a:r>
            <a:endParaRPr kumimoji="0" lang="zh-CN" altLang="en-US" sz="220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8" name="圆角矩形 77"/>
          <p:cNvSpPr/>
          <p:nvPr/>
        </p:nvSpPr>
        <p:spPr bwMode="auto">
          <a:xfrm>
            <a:off x="1105849" y="2203926"/>
            <a:ext cx="557771" cy="4563716"/>
          </a:xfrm>
          <a:prstGeom prst="roundRect">
            <a:avLst/>
          </a:prstGeom>
          <a:ln>
            <a:headEnd type="none" w="med" len="med"/>
            <a:tailEnd type="stealth" w="lg" len="lg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eaVert" wrap="none" lIns="134394" tIns="67197" rIns="134394" bIns="6719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5039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46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符号表管理</a:t>
            </a:r>
          </a:p>
        </p:txBody>
      </p:sp>
      <p:sp>
        <p:nvSpPr>
          <p:cNvPr id="79" name="圆角矩形 78"/>
          <p:cNvSpPr/>
          <p:nvPr/>
        </p:nvSpPr>
        <p:spPr bwMode="auto">
          <a:xfrm>
            <a:off x="7576929" y="2185959"/>
            <a:ext cx="557771" cy="4563716"/>
          </a:xfrm>
          <a:prstGeom prst="roundRect">
            <a:avLst/>
          </a:prstGeom>
          <a:ln>
            <a:headEnd type="none" w="med" len="med"/>
            <a:tailEnd type="stealth" w="lg" len="lg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eaVert" wrap="none" lIns="134394" tIns="67197" rIns="134394" bIns="6719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5039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46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出错处理</a:t>
            </a:r>
          </a:p>
        </p:txBody>
      </p:sp>
      <p:sp>
        <p:nvSpPr>
          <p:cNvPr id="80" name="左右箭头 79"/>
          <p:cNvSpPr/>
          <p:nvPr/>
        </p:nvSpPr>
        <p:spPr>
          <a:xfrm>
            <a:off x="1744794" y="2344678"/>
            <a:ext cx="753983" cy="251868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039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98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1" name="左右箭头 80"/>
          <p:cNvSpPr/>
          <p:nvPr/>
        </p:nvSpPr>
        <p:spPr>
          <a:xfrm>
            <a:off x="1750843" y="3358889"/>
            <a:ext cx="753983" cy="251868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039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98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2" name="左右箭头 81"/>
          <p:cNvSpPr/>
          <p:nvPr/>
        </p:nvSpPr>
        <p:spPr>
          <a:xfrm>
            <a:off x="1744794" y="4366002"/>
            <a:ext cx="753983" cy="251868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039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98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3" name="左右箭头 82"/>
          <p:cNvSpPr/>
          <p:nvPr/>
        </p:nvSpPr>
        <p:spPr>
          <a:xfrm>
            <a:off x="1775784" y="5380213"/>
            <a:ext cx="753983" cy="251868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039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98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4" name="左右箭头 83"/>
          <p:cNvSpPr/>
          <p:nvPr/>
        </p:nvSpPr>
        <p:spPr>
          <a:xfrm>
            <a:off x="1744794" y="6389840"/>
            <a:ext cx="753983" cy="251868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039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98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5" name="左右箭头 84"/>
          <p:cNvSpPr/>
          <p:nvPr/>
        </p:nvSpPr>
        <p:spPr>
          <a:xfrm>
            <a:off x="6710661" y="2351398"/>
            <a:ext cx="753983" cy="251868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039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98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6" name="左右箭头 85"/>
          <p:cNvSpPr/>
          <p:nvPr/>
        </p:nvSpPr>
        <p:spPr>
          <a:xfrm>
            <a:off x="6716709" y="3365609"/>
            <a:ext cx="753983" cy="251868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039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98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7" name="左右箭头 86"/>
          <p:cNvSpPr/>
          <p:nvPr/>
        </p:nvSpPr>
        <p:spPr>
          <a:xfrm>
            <a:off x="6710661" y="4372721"/>
            <a:ext cx="753983" cy="251868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039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98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8" name="左右箭头 87"/>
          <p:cNvSpPr/>
          <p:nvPr/>
        </p:nvSpPr>
        <p:spPr>
          <a:xfrm>
            <a:off x="6741650" y="5386933"/>
            <a:ext cx="753983" cy="251868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039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98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9" name="左右箭头 88"/>
          <p:cNvSpPr/>
          <p:nvPr/>
        </p:nvSpPr>
        <p:spPr>
          <a:xfrm>
            <a:off x="6710661" y="6396559"/>
            <a:ext cx="753983" cy="251868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039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98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0" name="圆角矩形 89"/>
          <p:cNvSpPr/>
          <p:nvPr/>
        </p:nvSpPr>
        <p:spPr bwMode="auto">
          <a:xfrm>
            <a:off x="2583762" y="3218951"/>
            <a:ext cx="4087383" cy="515883"/>
          </a:xfrm>
          <a:prstGeom prst="roundRect">
            <a:avLst/>
          </a:prstGeom>
          <a:noFill/>
          <a:ln w="63500">
            <a:headEnd type="none" w="med" len="med"/>
            <a:tailEnd type="stealth" w="lg" len="lg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134394" tIns="67197" rIns="134394" bIns="6719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5039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64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2EFC836-F9CB-75DF-7F10-44EF9E8E8EC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2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3657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Date Placeholder 1"/>
          <p:cNvSpPr txBox="1">
            <a:spLocks noGrp="1" noChangeArrowheads="1"/>
          </p:cNvSpPr>
          <p:nvPr/>
        </p:nvSpPr>
        <p:spPr bwMode="auto">
          <a:xfrm>
            <a:off x="144463" y="6886575"/>
            <a:ext cx="30940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eaLnBrk="1">
              <a:lnSpc>
                <a:spcPct val="116000"/>
              </a:lnSpc>
              <a:buFont typeface="Times New Roman" panose="02020603050405020304" pitchFamily="18" charset="0"/>
              <a:buNone/>
            </a:pPr>
            <a:endParaRPr lang="en-GB" altLang="en-US" sz="10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96963" name="Footer Placeholder 2"/>
          <p:cNvSpPr txBox="1">
            <a:spLocks noGrp="1" noChangeArrowheads="1"/>
          </p:cNvSpPr>
          <p:nvPr/>
        </p:nvSpPr>
        <p:spPr bwMode="auto">
          <a:xfrm>
            <a:off x="3448050" y="6886575"/>
            <a:ext cx="3194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9pPr>
          </a:lstStyle>
          <a:p>
            <a:pPr algn="ct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endParaRPr lang="en-GB" altLang="en-US" sz="10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96964" name="Slide Number Placeholder 3"/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3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96965" name="Rectangle 2"/>
          <p:cNvSpPr txBox="1">
            <a:spLocks noChangeArrowheads="1"/>
          </p:cNvSpPr>
          <p:nvPr/>
        </p:nvSpPr>
        <p:spPr bwMode="auto">
          <a:xfrm>
            <a:off x="503238" y="301625"/>
            <a:ext cx="7847012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10000"/>
              </a:lnSpc>
              <a:buFont typeface="Times New Roman" panose="02020603050405020304" pitchFamily="18" charset="0"/>
              <a:buNone/>
            </a:pPr>
            <a:r>
              <a:rPr lang="zh-CN" altLang="en-US" sz="4000">
                <a:latin typeface="宋体" panose="02010600030101010101" pitchFamily="2" charset="-122"/>
                <a:ea typeface="微软雅黑" panose="020B0503020204020204" pitchFamily="34" charset="-122"/>
              </a:rPr>
              <a:t>关于语法分析</a:t>
            </a:r>
          </a:p>
        </p:txBody>
      </p:sp>
      <p:sp>
        <p:nvSpPr>
          <p:cNvPr id="6150" name="Rectangle 3"/>
          <p:cNvSpPr txBox="1">
            <a:spLocks noChangeArrowheads="1"/>
          </p:cNvSpPr>
          <p:nvPr/>
        </p:nvSpPr>
        <p:spPr bwMode="auto">
          <a:xfrm>
            <a:off x="503238" y="1376363"/>
            <a:ext cx="9069387" cy="532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5000"/>
              </a:lnSpc>
              <a:spcAft>
                <a:spcPts val="1413"/>
              </a:spcAft>
              <a:buFont typeface="Times New Roman" panose="02020603050405020304" pitchFamily="18" charset="0"/>
              <a:buNone/>
            </a:pPr>
            <a:r>
              <a:rPr lang="zh-CN" altLang="en-US" sz="3600" b="1">
                <a:latin typeface="楷体_GB2312"/>
                <a:ea typeface="楷体_GB2312"/>
                <a:cs typeface="楷体_GB2312"/>
              </a:rPr>
              <a:t>语法分析的目标</a:t>
            </a:r>
            <a:endParaRPr lang="en-US" altLang="zh-CN" sz="3600" b="1"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5000"/>
              </a:lnSpc>
              <a:spcAft>
                <a:spcPts val="1413"/>
              </a:spcAft>
              <a:buFont typeface="Times New Roman" panose="02020603050405020304" pitchFamily="18" charset="0"/>
              <a:buNone/>
            </a:pPr>
            <a:r>
              <a:rPr lang="en-US" altLang="zh-CN" sz="3600" b="1">
                <a:latin typeface="楷体_GB2312"/>
                <a:ea typeface="楷体_GB2312"/>
                <a:cs typeface="楷体_GB2312"/>
              </a:rPr>
              <a:t>    </a:t>
            </a:r>
            <a:r>
              <a:rPr lang="zh-CN" altLang="en-US" sz="3600" b="1">
                <a:latin typeface="楷体_GB2312"/>
                <a:ea typeface="楷体_GB2312"/>
                <a:cs typeface="楷体_GB2312"/>
              </a:rPr>
              <a:t>找出词法记号序列的结构</a:t>
            </a:r>
            <a:endParaRPr lang="en-US" altLang="zh-CN" sz="3600" b="1"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5000"/>
              </a:lnSpc>
              <a:spcAft>
                <a:spcPts val="1413"/>
              </a:spcAft>
              <a:buFont typeface="Times New Roman" panose="02020603050405020304" pitchFamily="18" charset="0"/>
              <a:buNone/>
            </a:pPr>
            <a:r>
              <a:rPr lang="en-US" altLang="zh-CN" sz="3600" b="1">
                <a:latin typeface="楷体_GB2312"/>
                <a:ea typeface="楷体_GB2312"/>
                <a:cs typeface="楷体_GB2312"/>
              </a:rPr>
              <a:t>    </a:t>
            </a:r>
            <a:r>
              <a:rPr lang="zh-CN" altLang="en-US" sz="3600" b="1">
                <a:latin typeface="楷体_GB2312"/>
                <a:ea typeface="楷体_GB2312"/>
                <a:cs typeface="楷体_GB2312"/>
              </a:rPr>
              <a:t>恢复出一棵语法树</a:t>
            </a:r>
            <a:endParaRPr lang="en-US" altLang="zh-CN" sz="3600" b="1"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5000"/>
              </a:lnSpc>
              <a:spcAft>
                <a:spcPts val="1413"/>
              </a:spcAft>
              <a:buFont typeface="Times New Roman" panose="02020603050405020304" pitchFamily="18" charset="0"/>
              <a:buNone/>
            </a:pPr>
            <a:r>
              <a:rPr lang="zh-CN" altLang="en-US" sz="3600" b="1">
                <a:latin typeface="楷体_GB2312"/>
                <a:ea typeface="楷体_GB2312"/>
                <a:cs typeface="楷体_GB2312"/>
              </a:rPr>
              <a:t>语法描述工具</a:t>
            </a:r>
            <a:endParaRPr lang="en-US" altLang="zh-CN" sz="3600" b="1"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5000"/>
              </a:lnSpc>
              <a:spcAft>
                <a:spcPts val="1413"/>
              </a:spcAft>
              <a:buFont typeface="Times New Roman" panose="02020603050405020304" pitchFamily="18" charset="0"/>
              <a:buNone/>
            </a:pPr>
            <a:r>
              <a:rPr lang="zh-CN" altLang="en-US" sz="3600" b="1">
                <a:latin typeface="楷体_GB2312"/>
                <a:ea typeface="楷体_GB2312"/>
                <a:cs typeface="楷体_GB2312"/>
              </a:rPr>
              <a:t>   上下文无关文法</a:t>
            </a:r>
            <a:endParaRPr lang="en-US" altLang="zh-CN" sz="3600" b="1"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5000"/>
              </a:lnSpc>
              <a:spcAft>
                <a:spcPts val="1413"/>
              </a:spcAft>
              <a:buFont typeface="Times New Roman" panose="02020603050405020304" pitchFamily="18" charset="0"/>
              <a:buNone/>
            </a:pPr>
            <a:r>
              <a:rPr lang="zh-CN" altLang="en-US" sz="3600" b="1">
                <a:latin typeface="楷体_GB2312"/>
                <a:ea typeface="楷体_GB2312"/>
                <a:cs typeface="楷体_GB2312"/>
              </a:rPr>
              <a:t>目的：给定上下文无关文法</a:t>
            </a:r>
            <a:r>
              <a:rPr lang="en-US" altLang="zh-CN" sz="3600" b="1">
                <a:latin typeface="Times New Roman" panose="02020603050405020304" pitchFamily="18" charset="0"/>
              </a:rPr>
              <a:t>G=(V</a:t>
            </a:r>
            <a:r>
              <a:rPr lang="en-US" altLang="zh-CN" sz="3600" b="1" baseline="-30000">
                <a:latin typeface="Times New Roman" panose="02020603050405020304" pitchFamily="18" charset="0"/>
              </a:rPr>
              <a:t>T</a:t>
            </a:r>
            <a:r>
              <a:rPr lang="en-US" altLang="zh-CN" sz="3600" b="1">
                <a:latin typeface="Times New Roman" panose="02020603050405020304" pitchFamily="18" charset="0"/>
              </a:rPr>
              <a:t>, V</a:t>
            </a:r>
            <a:r>
              <a:rPr lang="en-US" altLang="zh-CN" sz="3600" b="1" baseline="-30000">
                <a:latin typeface="Times New Roman" panose="02020603050405020304" pitchFamily="18" charset="0"/>
              </a:rPr>
              <a:t>N</a:t>
            </a:r>
            <a:r>
              <a:rPr lang="en-US" altLang="zh-CN" sz="3600" b="1">
                <a:latin typeface="Times New Roman" panose="02020603050405020304" pitchFamily="18" charset="0"/>
              </a:rPr>
              <a:t>, S, P)</a:t>
            </a:r>
            <a:r>
              <a:rPr lang="zh-CN" altLang="en-US" sz="3600" b="1">
                <a:latin typeface="楷体_GB2312"/>
                <a:ea typeface="楷体_GB2312"/>
                <a:cs typeface="楷体_GB2312"/>
              </a:rPr>
              <a:t>及符号串</a:t>
            </a:r>
            <a:r>
              <a:rPr lang="en-US" altLang="zh-CN" sz="3600" b="1">
                <a:latin typeface="楷体_GB2312"/>
                <a:ea typeface="楷体_GB2312"/>
                <a:cs typeface="楷体_GB2312"/>
              </a:rPr>
              <a:t>ω</a:t>
            </a:r>
          </a:p>
          <a:p>
            <a:pPr eaLnBrk="1" hangingPunct="1">
              <a:lnSpc>
                <a:spcPct val="95000"/>
              </a:lnSpc>
              <a:spcAft>
                <a:spcPts val="1413"/>
              </a:spcAft>
              <a:buFont typeface="Times New Roman" panose="02020603050405020304" pitchFamily="18" charset="0"/>
              <a:buNone/>
            </a:pPr>
            <a:r>
              <a:rPr lang="en-US" altLang="zh-CN" sz="4000" b="1">
                <a:latin typeface="楷体_GB2312"/>
                <a:ea typeface="楷体_GB2312"/>
                <a:cs typeface="楷体_GB2312"/>
              </a:rPr>
              <a:t>    </a:t>
            </a:r>
            <a:r>
              <a:rPr lang="zh-CN" altLang="en-US" sz="4000" b="1">
                <a:latin typeface="楷体_GB2312"/>
                <a:ea typeface="楷体_GB2312"/>
                <a:cs typeface="楷体_GB2312"/>
              </a:rPr>
              <a:t>判断</a:t>
            </a:r>
            <a:r>
              <a:rPr lang="en-US" altLang="zh-CN" sz="4000" b="1">
                <a:latin typeface="楷体_GB2312"/>
                <a:ea typeface="楷体_GB2312"/>
                <a:cs typeface="楷体_GB2312"/>
              </a:rPr>
              <a:t>ω</a:t>
            </a:r>
            <a:r>
              <a:rPr lang="zh-CN" altLang="en-US" sz="4000" b="1">
                <a:latin typeface="楷体_GB2312"/>
                <a:ea typeface="楷体_GB2312"/>
                <a:cs typeface="楷体_GB2312"/>
              </a:rPr>
              <a:t>是否是</a:t>
            </a:r>
            <a:r>
              <a:rPr lang="en-US" altLang="zh-CN" sz="4000" b="1">
                <a:latin typeface="楷体_GB2312"/>
                <a:ea typeface="楷体_GB2312"/>
                <a:cs typeface="楷体_GB2312"/>
              </a:rPr>
              <a:t>G</a:t>
            </a:r>
            <a:r>
              <a:rPr lang="zh-CN" altLang="en-US" sz="4000" b="1">
                <a:latin typeface="楷体_GB2312"/>
                <a:ea typeface="楷体_GB2312"/>
                <a:cs typeface="楷体_GB2312"/>
              </a:rPr>
              <a:t>的句子</a:t>
            </a:r>
            <a:endParaRPr lang="en-US" altLang="zh-CN" sz="4000" b="1"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5000"/>
              </a:lnSpc>
              <a:spcAft>
                <a:spcPts val="1413"/>
              </a:spcAft>
              <a:buFont typeface="Times New Roman" panose="02020603050405020304" pitchFamily="18" charset="0"/>
              <a:buNone/>
            </a:pPr>
            <a:r>
              <a:rPr lang="zh-CN" altLang="en-US" sz="4000" b="1">
                <a:latin typeface="楷体_GB2312"/>
                <a:ea typeface="楷体_GB2312"/>
                <a:cs typeface="楷体_GB2312"/>
              </a:rPr>
              <a:t>    获得语法树或者得到一个推导序列</a:t>
            </a:r>
            <a:endParaRPr lang="en-US" altLang="zh-CN" sz="4000" b="1"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5000"/>
              </a:lnSpc>
              <a:spcAft>
                <a:spcPts val="1413"/>
              </a:spcAft>
              <a:buFont typeface="Times New Roman" panose="02020603050405020304" pitchFamily="18" charset="0"/>
              <a:buNone/>
            </a:pPr>
            <a:endParaRPr lang="zh-CN" altLang="en-US" sz="4000" b="1">
              <a:latin typeface="楷体_GB2312"/>
              <a:ea typeface="楷体_GB231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1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1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1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1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1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/>
          <p:cNvSpPr txBox="1">
            <a:spLocks noChangeArrowheads="1"/>
          </p:cNvSpPr>
          <p:nvPr/>
        </p:nvSpPr>
        <p:spPr bwMode="auto">
          <a:xfrm>
            <a:off x="503238" y="404813"/>
            <a:ext cx="7847012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10000"/>
              </a:lnSpc>
              <a:buFont typeface="Times New Roman" panose="02020603050405020304" pitchFamily="18" charset="0"/>
              <a:buNone/>
            </a:pPr>
            <a:r>
              <a:rPr lang="zh-CN" altLang="en-US" sz="4000">
                <a:latin typeface="宋体" panose="02010600030101010101" pitchFamily="2" charset="-122"/>
                <a:ea typeface="微软雅黑" panose="020B0503020204020204" pitchFamily="34" charset="-122"/>
              </a:rPr>
              <a:t>上下文无关文法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809625" y="1754188"/>
            <a:ext cx="8640763" cy="435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lnSpc>
                <a:spcPct val="95000"/>
              </a:lnSpc>
              <a:spcAft>
                <a:spcPts val="1413"/>
              </a:spcAft>
              <a:buSzPct val="100000"/>
              <a:buFont typeface="Times New Roman" panose="02020603050405020304" pitchFamily="18" charset="0"/>
              <a:buChar char="•"/>
              <a:defRPr sz="36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defTabSz="457200">
              <a:lnSpc>
                <a:spcPct val="95000"/>
              </a:lnSpc>
              <a:spcAft>
                <a:spcPts val="1138"/>
              </a:spcAft>
              <a:buSzPct val="100000"/>
              <a:buFont typeface="Times New Roman" panose="02020603050405020304" pitchFamily="18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defTabSz="457200">
              <a:lnSpc>
                <a:spcPct val="95000"/>
              </a:lnSpc>
              <a:spcAft>
                <a:spcPts val="850"/>
              </a:spcAft>
              <a:buSzPct val="100000"/>
              <a:buFont typeface="Times New Roman" panose="02020603050405020304" pitchFamily="18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defTabSz="457200">
              <a:lnSpc>
                <a:spcPct val="95000"/>
              </a:lnSpc>
              <a:spcAft>
                <a:spcPts val="575"/>
              </a:spcAft>
              <a:buSzPct val="100000"/>
              <a:buFont typeface="Times New Roman" panose="02020603050405020304" pitchFamily="18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defTabSz="457200">
              <a:lnSpc>
                <a:spcPct val="95000"/>
              </a:lnSpc>
              <a:spcAft>
                <a:spcPts val="288"/>
              </a:spcAft>
              <a:buSzPct val="100000"/>
              <a:buFont typeface="Times New Roman" panose="02020603050405020304" pitchFamily="18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ts val="288"/>
              </a:spcAft>
              <a:buSzPct val="100000"/>
              <a:buFont typeface="Times New Roman" panose="02020603050405020304" pitchFamily="18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ts val="288"/>
              </a:spcAft>
              <a:buSzPct val="100000"/>
              <a:buFont typeface="Times New Roman" panose="02020603050405020304" pitchFamily="18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ts val="288"/>
              </a:spcAft>
              <a:buSzPct val="100000"/>
              <a:buFont typeface="Times New Roman" panose="02020603050405020304" pitchFamily="18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ts val="288"/>
              </a:spcAft>
              <a:buSzPct val="100000"/>
              <a:buFont typeface="Times New Roman" panose="02020603050405020304" pitchFamily="18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4F81BD"/>
              </a:buClr>
              <a:buSzPct val="80000"/>
              <a:buFont typeface="Wingdings 3" panose="05040102010807070707" pitchFamily="18" charset="2"/>
              <a:buChar char=""/>
            </a:pPr>
            <a:r>
              <a:rPr lang="zh-CN" altLang="en-US" sz="32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</a:t>
            </a:r>
            <a:r>
              <a:rPr lang="zh-CN" altLang="en-US" sz="3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上下文无关文法</a:t>
            </a:r>
            <a:r>
              <a:rPr lang="en-US" altLang="zh-CN" sz="3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sz="32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是一个四元式</a:t>
            </a: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4F81BD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en-US" altLang="zh-CN" sz="32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G=(V</a:t>
            </a:r>
            <a:r>
              <a:rPr lang="en-US" altLang="zh-CN" sz="3200" baseline="-250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32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32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3200" baseline="-250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32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32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32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32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P)</a:t>
            </a:r>
            <a:r>
              <a:rPr lang="zh-CN" altLang="en-US" sz="32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，其中</a:t>
            </a:r>
          </a:p>
          <a:p>
            <a:pPr lvl="1" eaLnBrk="1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4F81BD"/>
              </a:buClr>
              <a:buSzPct val="80000"/>
              <a:buFont typeface="Wingdings 3" panose="05040102010807070707" pitchFamily="18" charset="2"/>
              <a:buChar char=""/>
            </a:pPr>
            <a:r>
              <a:rPr lang="en-US" altLang="zh-CN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baseline="-250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终结符</a:t>
            </a:r>
            <a:r>
              <a:rPr lang="zh-CN" altLang="en-US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集合</a:t>
            </a:r>
            <a:r>
              <a:rPr lang="en-US" altLang="zh-CN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非空</a:t>
            </a:r>
            <a:r>
              <a:rPr lang="en-US" altLang="zh-CN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1" eaLnBrk="1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4F81BD"/>
              </a:buClr>
              <a:buSzPct val="80000"/>
              <a:buFont typeface="Wingdings 3" panose="05040102010807070707" pitchFamily="18" charset="2"/>
              <a:buChar char=""/>
            </a:pPr>
            <a:r>
              <a:rPr lang="en-US" altLang="zh-CN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baseline="-250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非终结符</a:t>
            </a:r>
            <a:r>
              <a:rPr lang="zh-CN" altLang="en-US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集合</a:t>
            </a:r>
            <a:r>
              <a:rPr lang="en-US" altLang="zh-CN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非空</a:t>
            </a:r>
            <a:r>
              <a:rPr lang="en-US" altLang="zh-CN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，且</a:t>
            </a:r>
            <a:r>
              <a:rPr lang="en-US" altLang="zh-CN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baseline="-250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</a:t>
            </a:r>
            <a:r>
              <a:rPr lang="en-US" altLang="zh-CN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</a:t>
            </a:r>
            <a:r>
              <a:rPr lang="en-US" altLang="zh-CN" baseline="-250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</a:t>
            </a:r>
            <a:endParaRPr lang="en-US" altLang="zh-CN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4F81BD"/>
              </a:buClr>
              <a:buSzPct val="80000"/>
              <a:buFont typeface="Wingdings 3" panose="05040102010807070707" pitchFamily="18" charset="2"/>
              <a:buChar char=""/>
            </a:pPr>
            <a:r>
              <a:rPr lang="en-US" altLang="zh-CN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：文法的</a:t>
            </a:r>
            <a:r>
              <a:rPr lang="zh-CN" altLang="en-US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开始符号</a:t>
            </a:r>
            <a:r>
              <a:rPr lang="zh-CN" altLang="en-US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</a:t>
            </a:r>
            <a:r>
              <a:rPr lang="en-US" altLang="zh-CN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baseline="-250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</a:p>
          <a:p>
            <a:pPr lvl="1" eaLnBrk="1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4F81BD"/>
              </a:buClr>
              <a:buSzPct val="80000"/>
              <a:buFont typeface="Wingdings 3" panose="05040102010807070707" pitchFamily="18" charset="2"/>
              <a:buChar char=""/>
            </a:pPr>
            <a:r>
              <a:rPr lang="en-US" altLang="zh-CN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产生式</a:t>
            </a:r>
            <a:r>
              <a:rPr lang="zh-CN" altLang="en-US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集合</a:t>
            </a:r>
            <a:r>
              <a:rPr lang="en-US" altLang="zh-CN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有限</a:t>
            </a:r>
            <a:r>
              <a:rPr lang="en-US" altLang="zh-CN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，每个产生式形式为</a:t>
            </a:r>
          </a:p>
          <a:p>
            <a:pPr lvl="2" eaLnBrk="1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4F81BD"/>
              </a:buClr>
              <a:buSzPct val="80000"/>
              <a:buFont typeface="Wingdings 3" panose="05040102010807070707" pitchFamily="18" charset="2"/>
              <a:buChar char=""/>
            </a:pPr>
            <a:r>
              <a:rPr lang="en-US" altLang="zh-CN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β</a:t>
            </a:r>
            <a:r>
              <a:rPr lang="zh-CN" altLang="en-US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， </a:t>
            </a:r>
            <a:r>
              <a:rPr lang="en-US" altLang="zh-CN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</a:t>
            </a:r>
            <a:r>
              <a:rPr lang="en-US" altLang="zh-CN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baseline="-250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</a:t>
            </a:r>
            <a:r>
              <a:rPr lang="en-US" altLang="zh-CN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β</a:t>
            </a:r>
            <a:r>
              <a:rPr lang="zh-CN" altLang="en-US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 </a:t>
            </a:r>
            <a:r>
              <a:rPr lang="en-US" altLang="zh-CN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(</a:t>
            </a:r>
            <a:r>
              <a:rPr lang="en-US" altLang="zh-CN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baseline="-250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</a:t>
            </a:r>
            <a:r>
              <a:rPr lang="en-US" altLang="zh-CN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</a:t>
            </a:r>
            <a:r>
              <a:rPr lang="en-US" altLang="zh-CN" baseline="-250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)*</a:t>
            </a:r>
          </a:p>
          <a:p>
            <a:pPr lvl="1" eaLnBrk="1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4F81BD"/>
              </a:buClr>
              <a:buSzPct val="80000"/>
              <a:buFont typeface="Wingdings 3" panose="05040102010807070707" pitchFamily="18" charset="2"/>
              <a:buChar char=""/>
            </a:pPr>
            <a:r>
              <a:rPr lang="zh-CN" altLang="en-US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开始符</a:t>
            </a:r>
            <a:r>
              <a:rPr lang="en-US" altLang="zh-CN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至少必须在某个产生式的左部出现一次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A928C6D-D984-465A-FD03-8B87181FE1C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4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/>
          <p:cNvSpPr txBox="1">
            <a:spLocks noChangeArrowheads="1"/>
          </p:cNvSpPr>
          <p:nvPr/>
        </p:nvSpPr>
        <p:spPr bwMode="auto">
          <a:xfrm>
            <a:off x="503238" y="404813"/>
            <a:ext cx="7847012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10000"/>
              </a:lnSpc>
              <a:buFont typeface="Times New Roman" panose="02020603050405020304" pitchFamily="18" charset="0"/>
              <a:buNone/>
            </a:pPr>
            <a:r>
              <a:rPr lang="zh-CN" altLang="en-US" sz="4000">
                <a:latin typeface="宋体" panose="02010600030101010101" pitchFamily="2" charset="-122"/>
                <a:ea typeface="微软雅黑" panose="020B0503020204020204" pitchFamily="34" charset="-122"/>
              </a:rPr>
              <a:t>上下文无关文法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630238" y="1824038"/>
            <a:ext cx="7886700" cy="435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lnSpc>
                <a:spcPct val="95000"/>
              </a:lnSpc>
              <a:spcAft>
                <a:spcPts val="1413"/>
              </a:spcAft>
              <a:buSzPct val="100000"/>
              <a:buFont typeface="Times New Roman" panose="02020603050405020304" pitchFamily="18" charset="0"/>
              <a:buChar char="•"/>
              <a:defRPr sz="36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defTabSz="457200">
              <a:lnSpc>
                <a:spcPct val="95000"/>
              </a:lnSpc>
              <a:spcAft>
                <a:spcPts val="1138"/>
              </a:spcAft>
              <a:buSzPct val="100000"/>
              <a:buFont typeface="Times New Roman" panose="02020603050405020304" pitchFamily="18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defTabSz="457200">
              <a:lnSpc>
                <a:spcPct val="95000"/>
              </a:lnSpc>
              <a:spcAft>
                <a:spcPts val="850"/>
              </a:spcAft>
              <a:buSzPct val="100000"/>
              <a:buFont typeface="Times New Roman" panose="02020603050405020304" pitchFamily="18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defTabSz="457200">
              <a:lnSpc>
                <a:spcPct val="95000"/>
              </a:lnSpc>
              <a:spcAft>
                <a:spcPts val="575"/>
              </a:spcAft>
              <a:buSzPct val="100000"/>
              <a:buFont typeface="Times New Roman" panose="02020603050405020304" pitchFamily="18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defTabSz="457200">
              <a:lnSpc>
                <a:spcPct val="95000"/>
              </a:lnSpc>
              <a:spcAft>
                <a:spcPts val="288"/>
              </a:spcAft>
              <a:buSzPct val="100000"/>
              <a:buFont typeface="Times New Roman" panose="02020603050405020304" pitchFamily="18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ts val="288"/>
              </a:spcAft>
              <a:buSzPct val="100000"/>
              <a:buFont typeface="Times New Roman" panose="02020603050405020304" pitchFamily="18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ts val="288"/>
              </a:spcAft>
              <a:buSzPct val="100000"/>
              <a:buFont typeface="Times New Roman" panose="02020603050405020304" pitchFamily="18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ts val="288"/>
              </a:spcAft>
              <a:buSzPct val="100000"/>
              <a:buFont typeface="Times New Roman" panose="02020603050405020304" pitchFamily="18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ts val="288"/>
              </a:spcAft>
              <a:buSzPct val="100000"/>
              <a:buFont typeface="Times New Roman" panose="02020603050405020304" pitchFamily="18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4F81BD"/>
              </a:buClr>
              <a:buSzPct val="80000"/>
              <a:buFont typeface="Wingdings 3" panose="05040102010807070707" pitchFamily="18" charset="2"/>
              <a:buChar char=""/>
            </a:pP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定义：称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</a:t>
            </a:r>
            <a:r>
              <a:rPr lang="en-US" altLang="zh-CN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A</a:t>
            </a:r>
            <a:r>
              <a:rPr lang="zh-CN" altLang="en-US" sz="28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直接推出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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</a:t>
            </a:r>
          </a:p>
          <a:p>
            <a:pPr lvl="1" algn="ctr" ea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4F81BD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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A</a:t>
            </a:r>
            <a:r>
              <a:rPr lang="en-US" altLang="zh-CN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</a:t>
            </a:r>
            <a:r>
              <a:rPr lang="en-US" altLang="zh-CN" sz="24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</a:t>
            </a:r>
            <a:r>
              <a:rPr lang="en-US" altLang="zh-CN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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</a:t>
            </a:r>
            <a:r>
              <a:rPr lang="en-US" altLang="zh-CN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</a:t>
            </a:r>
            <a:endParaRPr lang="en-US" altLang="zh-CN" sz="24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4F81BD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仅当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A  </a:t>
            </a:r>
            <a:r>
              <a: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是一个产生式，</a:t>
            </a:r>
          </a:p>
          <a:p>
            <a:pPr lvl="1" ea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4F81BD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且</a:t>
            </a:r>
            <a:r>
              <a: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，  </a:t>
            </a:r>
            <a:r>
              <a:rPr lang="en-US" altLang="zh-CN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(</a:t>
            </a:r>
            <a:r>
              <a:rPr lang="en-US" altLang="zh-CN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2400" baseline="-250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 </a:t>
            </a:r>
            <a:r>
              <a:rPr lang="en-US" altLang="zh-CN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</a:t>
            </a:r>
            <a:r>
              <a:rPr lang="en-US" altLang="zh-CN" sz="2400" baseline="-250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2400" baseline="-250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2400" baseline="300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eaLnBrk="1" hangingPunct="1">
              <a:lnSpc>
                <a:spcPct val="100000"/>
              </a:lnSpc>
              <a:spcBef>
                <a:spcPct val="60000"/>
              </a:spcBef>
              <a:spcAft>
                <a:spcPct val="0"/>
              </a:spcAft>
              <a:buClr>
                <a:srgbClr val="4F81BD"/>
              </a:buClr>
              <a:buSzPct val="80000"/>
              <a:buFont typeface="Wingdings 3" panose="05040102010807070707" pitchFamily="18" charset="2"/>
              <a:buChar char=""/>
            </a:pP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</a:t>
            </a:r>
            <a:r>
              <a:rPr lang="en-US" altLang="zh-CN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</a:t>
            </a:r>
            <a:r>
              <a:rPr lang="en-US" altLang="zh-CN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 </a:t>
            </a:r>
            <a:r>
              <a:rPr lang="en-US" altLang="zh-CN" sz="2800" baseline="-250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n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，则我们称这个序列是从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1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n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的一个</a:t>
            </a:r>
            <a:r>
              <a:rPr lang="zh-CN" altLang="en-US" sz="28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推导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。若存在一个从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1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n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的推导，则称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1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en-US" sz="28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推导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</a:t>
            </a:r>
            <a:r>
              <a:rPr lang="en-US" altLang="zh-CN" sz="2800" baseline="-250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n</a:t>
            </a:r>
            <a:r>
              <a:rPr lang="en-US" altLang="zh-CN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99C992E-E28E-DA6C-4474-8F2620AAB90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5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latin typeface="宋体" panose="02010600030101010101" pitchFamily="2" charset="-122"/>
                <a:ea typeface="微软雅黑" panose="020B0503020204020204" pitchFamily="34" charset="-122"/>
                <a:cs typeface="+mn-cs"/>
              </a:rPr>
              <a:t>语法分析的任务</a:t>
            </a:r>
            <a:endParaRPr lang="en-US" altLang="zh-CN" dirty="0">
              <a:latin typeface="宋体" panose="02010600030101010101" pitchFamily="2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Rectangle 20"/>
          <p:cNvSpPr txBox="1">
            <a:spLocks noChangeArrowheads="1"/>
          </p:cNvSpPr>
          <p:nvPr/>
        </p:nvSpPr>
        <p:spPr>
          <a:xfrm>
            <a:off x="630000" y="1823259"/>
            <a:ext cx="7887600" cy="4352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F81BD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语法分析的任务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F81BD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分析一个文法的句子的结构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F81BD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句子是否可以从文法开始符号推导出来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F81BD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语法分析器的功能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F81BD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按照文法的产生式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语言的语法规则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，识别输入符号串是否为一个句子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合适程序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326FA67-4841-658D-D860-907B2522F68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6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/>
          <p:cNvSpPr txBox="1">
            <a:spLocks noChangeArrowheads="1"/>
          </p:cNvSpPr>
          <p:nvPr/>
        </p:nvSpPr>
        <p:spPr bwMode="auto">
          <a:xfrm>
            <a:off x="503238" y="404813"/>
            <a:ext cx="7847012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10000"/>
              </a:lnSpc>
              <a:buFont typeface="Times New Roman" panose="02020603050405020304" pitchFamily="18" charset="0"/>
              <a:buNone/>
            </a:pPr>
            <a:r>
              <a:rPr lang="zh-CN" altLang="en-US" sz="4000">
                <a:latin typeface="宋体" panose="02010600030101010101" pitchFamily="2" charset="-122"/>
                <a:ea typeface="微软雅黑" panose="020B0503020204020204" pitchFamily="34" charset="-122"/>
              </a:rPr>
              <a:t>语法分析器在编译器中的地位</a:t>
            </a:r>
          </a:p>
        </p:txBody>
      </p: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525463" y="2706688"/>
            <a:ext cx="1143000" cy="685800"/>
            <a:chOff x="384" y="1392"/>
            <a:chExt cx="960" cy="480"/>
          </a:xfrm>
        </p:grpSpPr>
        <p:sp>
          <p:nvSpPr>
            <p:cNvPr id="4" name="Rectangle 7"/>
            <p:cNvSpPr>
              <a:spLocks noChangeArrowheads="1"/>
            </p:cNvSpPr>
            <p:nvPr/>
          </p:nvSpPr>
          <p:spPr bwMode="auto">
            <a:xfrm>
              <a:off x="384" y="1392"/>
              <a:ext cx="960" cy="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457200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kern="0">
                  <a:solidFill>
                    <a:prstClr val="black"/>
                  </a:solidFill>
                  <a:cs typeface="+mn-cs"/>
                </a:rPr>
                <a:t>源程序</a:t>
              </a:r>
            </a:p>
          </p:txBody>
        </p:sp>
        <p:sp>
          <p:nvSpPr>
            <p:cNvPr id="5" name="Line 8"/>
            <p:cNvSpPr>
              <a:spLocks noChangeShapeType="1"/>
            </p:cNvSpPr>
            <p:nvPr/>
          </p:nvSpPr>
          <p:spPr bwMode="auto">
            <a:xfrm>
              <a:off x="480" y="1872"/>
              <a:ext cx="864" cy="0"/>
            </a:xfrm>
            <a:prstGeom prst="line">
              <a:avLst/>
            </a:prstGeom>
            <a:noFill/>
            <a:ln w="28575" cap="sq">
              <a:solidFill>
                <a:sysClr val="windowText" lastClr="00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 anchorCtr="1"/>
            <a:lstStyle/>
            <a:p>
              <a:pPr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6" name="Group 9"/>
          <p:cNvGrpSpPr>
            <a:grpSpLocks/>
          </p:cNvGrpSpPr>
          <p:nvPr/>
        </p:nvGrpSpPr>
        <p:grpSpPr bwMode="auto">
          <a:xfrm>
            <a:off x="2925763" y="2249488"/>
            <a:ext cx="1905000" cy="762000"/>
            <a:chOff x="2256" y="1152"/>
            <a:chExt cx="1488" cy="480"/>
          </a:xfrm>
        </p:grpSpPr>
        <p:sp>
          <p:nvSpPr>
            <p:cNvPr id="7" name="Rectangle 10"/>
            <p:cNvSpPr>
              <a:spLocks noChangeArrowheads="1"/>
            </p:cNvSpPr>
            <p:nvPr/>
          </p:nvSpPr>
          <p:spPr bwMode="auto">
            <a:xfrm>
              <a:off x="2497" y="1152"/>
              <a:ext cx="961" cy="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457200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kern="0">
                  <a:solidFill>
                    <a:prstClr val="black"/>
                  </a:solidFill>
                  <a:cs typeface="+mn-cs"/>
                </a:rPr>
                <a:t>单词符号</a:t>
              </a:r>
            </a:p>
          </p:txBody>
        </p:sp>
        <p:sp>
          <p:nvSpPr>
            <p:cNvPr id="8" name="Line 11"/>
            <p:cNvSpPr>
              <a:spLocks noChangeShapeType="1"/>
            </p:cNvSpPr>
            <p:nvPr/>
          </p:nvSpPr>
          <p:spPr bwMode="auto">
            <a:xfrm>
              <a:off x="2256" y="1632"/>
              <a:ext cx="1488" cy="0"/>
            </a:xfrm>
            <a:prstGeom prst="line">
              <a:avLst/>
            </a:prstGeom>
            <a:noFill/>
            <a:ln w="28575" cap="sq">
              <a:solidFill>
                <a:sysClr val="windowText" lastClr="00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 anchorCtr="1"/>
            <a:lstStyle/>
            <a:p>
              <a:pPr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9" name="Group 12"/>
          <p:cNvGrpSpPr>
            <a:grpSpLocks/>
          </p:cNvGrpSpPr>
          <p:nvPr/>
        </p:nvGrpSpPr>
        <p:grpSpPr bwMode="auto">
          <a:xfrm>
            <a:off x="2913063" y="3392488"/>
            <a:ext cx="1905000" cy="685800"/>
            <a:chOff x="2256" y="1968"/>
            <a:chExt cx="1488" cy="432"/>
          </a:xfrm>
        </p:grpSpPr>
        <p:sp>
          <p:nvSpPr>
            <p:cNvPr id="10" name="Rectangle 13"/>
            <p:cNvSpPr>
              <a:spLocks noChangeArrowheads="1"/>
            </p:cNvSpPr>
            <p:nvPr/>
          </p:nvSpPr>
          <p:spPr bwMode="auto">
            <a:xfrm>
              <a:off x="2304" y="1968"/>
              <a:ext cx="1440" cy="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457200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kern="0">
                  <a:solidFill>
                    <a:prstClr val="black"/>
                  </a:solidFill>
                  <a:cs typeface="+mn-cs"/>
                </a:rPr>
                <a:t>取下一单词</a:t>
              </a:r>
            </a:p>
          </p:txBody>
        </p:sp>
        <p:sp>
          <p:nvSpPr>
            <p:cNvPr id="11" name="Line 14"/>
            <p:cNvSpPr>
              <a:spLocks noChangeShapeType="1"/>
            </p:cNvSpPr>
            <p:nvPr/>
          </p:nvSpPr>
          <p:spPr bwMode="auto">
            <a:xfrm flipH="1">
              <a:off x="2256" y="1968"/>
              <a:ext cx="1488" cy="0"/>
            </a:xfrm>
            <a:prstGeom prst="line">
              <a:avLst/>
            </a:prstGeom>
            <a:noFill/>
            <a:ln w="28575" cap="sq">
              <a:solidFill>
                <a:sysClr val="windowText" lastClr="00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 anchorCtr="1"/>
            <a:lstStyle/>
            <a:p>
              <a:pPr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12" name="Rectangle 20"/>
          <p:cNvSpPr>
            <a:spLocks noChangeArrowheads="1"/>
          </p:cNvSpPr>
          <p:nvPr/>
        </p:nvSpPr>
        <p:spPr bwMode="auto">
          <a:xfrm>
            <a:off x="8545513" y="4611688"/>
            <a:ext cx="838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defTabSz="457200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kern="0">
                <a:solidFill>
                  <a:prstClr val="black"/>
                </a:solidFill>
                <a:cs typeface="+mn-cs"/>
              </a:rPr>
              <a:t>...</a:t>
            </a:r>
          </a:p>
        </p:txBody>
      </p:sp>
      <p:grpSp>
        <p:nvGrpSpPr>
          <p:cNvPr id="13" name="Group 26"/>
          <p:cNvGrpSpPr>
            <a:grpSpLocks/>
          </p:cNvGrpSpPr>
          <p:nvPr/>
        </p:nvGrpSpPr>
        <p:grpSpPr bwMode="auto">
          <a:xfrm>
            <a:off x="6065838" y="2319338"/>
            <a:ext cx="1890712" cy="944562"/>
            <a:chOff x="3633" y="1144"/>
            <a:chExt cx="768" cy="595"/>
          </a:xfrm>
        </p:grpSpPr>
        <p:sp>
          <p:nvSpPr>
            <p:cNvPr id="14" name="Line 19"/>
            <p:cNvSpPr>
              <a:spLocks noChangeShapeType="1"/>
            </p:cNvSpPr>
            <p:nvPr/>
          </p:nvSpPr>
          <p:spPr bwMode="auto">
            <a:xfrm>
              <a:off x="3633" y="1739"/>
              <a:ext cx="768" cy="0"/>
            </a:xfrm>
            <a:prstGeom prst="line">
              <a:avLst/>
            </a:prstGeom>
            <a:noFill/>
            <a:ln w="28575" cap="sq">
              <a:solidFill>
                <a:sysClr val="windowText" lastClr="00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 anchorCtr="1"/>
            <a:lstStyle/>
            <a:p>
              <a:pPr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5" name="Text Box 21"/>
            <p:cNvSpPr txBox="1">
              <a:spLocks noChangeArrowheads="1"/>
            </p:cNvSpPr>
            <p:nvPr/>
          </p:nvSpPr>
          <p:spPr bwMode="auto">
            <a:xfrm>
              <a:off x="3803" y="1144"/>
              <a:ext cx="438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457200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kern="0">
                  <a:solidFill>
                    <a:prstClr val="black"/>
                  </a:solidFill>
                  <a:cs typeface="+mn-cs"/>
                </a:rPr>
                <a:t>语法分</a:t>
              </a:r>
            </a:p>
            <a:p>
              <a:pPr algn="ctr" defTabSz="457200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kern="0">
                  <a:solidFill>
                    <a:prstClr val="black"/>
                  </a:solidFill>
                  <a:cs typeface="+mn-cs"/>
                </a:rPr>
                <a:t>析树</a:t>
              </a:r>
            </a:p>
          </p:txBody>
        </p:sp>
      </p:grp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4159250" y="5127625"/>
            <a:ext cx="1852613" cy="595313"/>
          </a:xfrm>
          <a:prstGeom prst="rect">
            <a:avLst/>
          </a:prstGeom>
          <a:solidFill>
            <a:srgbClr val="4F81BD"/>
          </a:solidFill>
          <a:ln w="25400" cap="rnd" cmpd="sng" algn="ctr">
            <a:solidFill>
              <a:sysClr val="window" lastClr="FFFFFF"/>
            </a:solidFill>
            <a:prstDash val="solid"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defTabSz="457200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kern="0">
                <a:solidFill>
                  <a:prstClr val="white"/>
                </a:solidFill>
                <a:cs typeface="+mn-cs"/>
              </a:rPr>
              <a:t>符号表</a:t>
            </a:r>
          </a:p>
        </p:txBody>
      </p:sp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1720850" y="2765425"/>
            <a:ext cx="1195388" cy="950913"/>
          </a:xfrm>
          <a:prstGeom prst="rect">
            <a:avLst/>
          </a:prstGeom>
          <a:solidFill>
            <a:srgbClr val="4F81BD"/>
          </a:solidFill>
          <a:ln w="25400" cap="rnd" cmpd="sng" algn="ctr">
            <a:solidFill>
              <a:sysClr val="window" lastClr="FFFFFF"/>
            </a:solidFill>
            <a:prstDash val="solid"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defTabSz="457200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kern="0" dirty="0">
                <a:solidFill>
                  <a:prstClr val="white"/>
                </a:solidFill>
                <a:cs typeface="+mn-cs"/>
              </a:rPr>
              <a:t>词法分</a:t>
            </a:r>
          </a:p>
          <a:p>
            <a:pPr algn="ctr" defTabSz="457200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kern="0" dirty="0">
                <a:solidFill>
                  <a:prstClr val="white"/>
                </a:solidFill>
                <a:cs typeface="+mn-cs"/>
              </a:rPr>
              <a:t>析器</a:t>
            </a:r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4868863" y="2765425"/>
            <a:ext cx="1195387" cy="952500"/>
          </a:xfrm>
          <a:prstGeom prst="rect">
            <a:avLst/>
          </a:prstGeom>
          <a:solidFill>
            <a:srgbClr val="C0504D"/>
          </a:solidFill>
          <a:ln w="25400" cap="rnd" cmpd="sng" algn="ctr">
            <a:solidFill>
              <a:sysClr val="window" lastClr="FFFFFF"/>
            </a:solidFill>
            <a:prstDash val="solid"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defTabSz="457200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kern="0" dirty="0">
                <a:solidFill>
                  <a:prstClr val="white"/>
                </a:solidFill>
                <a:cs typeface="+mn-cs"/>
              </a:rPr>
              <a:t>语法分</a:t>
            </a:r>
          </a:p>
          <a:p>
            <a:pPr algn="ctr" defTabSz="457200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kern="0" dirty="0">
                <a:solidFill>
                  <a:prstClr val="white"/>
                </a:solidFill>
                <a:cs typeface="+mn-cs"/>
              </a:rPr>
              <a:t>析器</a:t>
            </a:r>
          </a:p>
        </p:txBody>
      </p:sp>
      <p:sp>
        <p:nvSpPr>
          <p:cNvPr id="19" name="Rectangle 22"/>
          <p:cNvSpPr>
            <a:spLocks noChangeArrowheads="1"/>
          </p:cNvSpPr>
          <p:nvPr/>
        </p:nvSpPr>
        <p:spPr bwMode="auto">
          <a:xfrm>
            <a:off x="7956550" y="2765425"/>
            <a:ext cx="1524000" cy="914400"/>
          </a:xfrm>
          <a:prstGeom prst="rect">
            <a:avLst/>
          </a:prstGeom>
          <a:solidFill>
            <a:srgbClr val="4F81BD"/>
          </a:solidFill>
          <a:ln w="25400" cap="rnd" cmpd="sng" algn="ctr">
            <a:solidFill>
              <a:sysClr val="window" lastClr="FFFFFF"/>
            </a:solidFill>
            <a:prstDash val="solid"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defTabSz="457200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kern="0" dirty="0">
                <a:solidFill>
                  <a:prstClr val="white"/>
                </a:solidFill>
                <a:cs typeface="+mn-cs"/>
              </a:rPr>
              <a:t>编译程序</a:t>
            </a:r>
          </a:p>
          <a:p>
            <a:pPr algn="ctr" defTabSz="457200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kern="0" dirty="0">
                <a:solidFill>
                  <a:prstClr val="white"/>
                </a:solidFill>
                <a:cs typeface="+mn-cs"/>
              </a:rPr>
              <a:t>后续部分</a:t>
            </a:r>
          </a:p>
        </p:txBody>
      </p:sp>
      <p:grpSp>
        <p:nvGrpSpPr>
          <p:cNvPr id="20" name="Group 32"/>
          <p:cNvGrpSpPr>
            <a:grpSpLocks/>
          </p:cNvGrpSpPr>
          <p:nvPr/>
        </p:nvGrpSpPr>
        <p:grpSpPr bwMode="auto">
          <a:xfrm>
            <a:off x="2224088" y="3700463"/>
            <a:ext cx="5688012" cy="1638300"/>
            <a:chOff x="1247" y="1933"/>
            <a:chExt cx="3583" cy="1032"/>
          </a:xfrm>
        </p:grpSpPr>
        <p:sp>
          <p:nvSpPr>
            <p:cNvPr id="21" name="Line 16"/>
            <p:cNvSpPr>
              <a:spLocks noChangeShapeType="1"/>
            </p:cNvSpPr>
            <p:nvPr/>
          </p:nvSpPr>
          <p:spPr bwMode="auto">
            <a:xfrm>
              <a:off x="1247" y="1957"/>
              <a:ext cx="1200" cy="1008"/>
            </a:xfrm>
            <a:prstGeom prst="line">
              <a:avLst/>
            </a:prstGeom>
            <a:noFill/>
            <a:ln w="28575" cap="sq">
              <a:solidFill>
                <a:sysClr val="windowText" lastClr="000000"/>
              </a:solidFill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 anchorCtr="1"/>
            <a:lstStyle/>
            <a:p>
              <a:pPr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2" name="Line 17"/>
            <p:cNvSpPr>
              <a:spLocks noChangeShapeType="1"/>
            </p:cNvSpPr>
            <p:nvPr/>
          </p:nvSpPr>
          <p:spPr bwMode="auto">
            <a:xfrm flipH="1">
              <a:off x="3198" y="1979"/>
              <a:ext cx="0" cy="816"/>
            </a:xfrm>
            <a:prstGeom prst="line">
              <a:avLst/>
            </a:prstGeom>
            <a:noFill/>
            <a:ln w="28575" cap="sq">
              <a:solidFill>
                <a:sysClr val="windowText" lastClr="000000"/>
              </a:solidFill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 anchorCtr="1"/>
            <a:lstStyle/>
            <a:p>
              <a:pPr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3" name="Line 24"/>
            <p:cNvSpPr>
              <a:spLocks noChangeShapeType="1"/>
            </p:cNvSpPr>
            <p:nvPr/>
          </p:nvSpPr>
          <p:spPr bwMode="auto">
            <a:xfrm flipH="1">
              <a:off x="3651" y="1933"/>
              <a:ext cx="1179" cy="998"/>
            </a:xfrm>
            <a:prstGeom prst="line">
              <a:avLst/>
            </a:prstGeom>
            <a:noFill/>
            <a:ln w="28575" cap="sq">
              <a:solidFill>
                <a:sysClr val="windowText" lastClr="000000"/>
              </a:solidFill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 anchorCtr="1"/>
            <a:lstStyle/>
            <a:p>
              <a:pPr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24" name="Line 25"/>
          <p:cNvSpPr>
            <a:spLocks noChangeShapeType="1"/>
          </p:cNvSpPr>
          <p:nvPr/>
        </p:nvSpPr>
        <p:spPr bwMode="auto">
          <a:xfrm>
            <a:off x="8926513" y="3773488"/>
            <a:ext cx="0" cy="838200"/>
          </a:xfrm>
          <a:prstGeom prst="line">
            <a:avLst/>
          </a:prstGeom>
          <a:noFill/>
          <a:ln w="28575">
            <a:solidFill>
              <a:sysClr val="windowText" lastClr="000000"/>
            </a:solidFill>
            <a:prstDash val="dash"/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 anchorCtr="1"/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prstClr val="black"/>
              </a:solidFill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1CFD834-7A54-C76F-FFA5-18D3B98FB74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7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Date Placeholder 1"/>
          <p:cNvSpPr txBox="1">
            <a:spLocks noGrp="1" noChangeArrowheads="1"/>
          </p:cNvSpPr>
          <p:nvPr/>
        </p:nvSpPr>
        <p:spPr bwMode="auto">
          <a:xfrm>
            <a:off x="144463" y="6886575"/>
            <a:ext cx="30940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eaLnBrk="1">
              <a:lnSpc>
                <a:spcPct val="116000"/>
              </a:lnSpc>
              <a:buFont typeface="Times New Roman" panose="02020603050405020304" pitchFamily="18" charset="0"/>
              <a:buNone/>
            </a:pPr>
            <a:endParaRPr lang="en-GB" altLang="en-US" sz="10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05155" name="Footer Placeholder 2"/>
          <p:cNvSpPr txBox="1">
            <a:spLocks noGrp="1" noChangeArrowheads="1"/>
          </p:cNvSpPr>
          <p:nvPr/>
        </p:nvSpPr>
        <p:spPr bwMode="auto">
          <a:xfrm>
            <a:off x="3448050" y="6886575"/>
            <a:ext cx="3194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9pPr>
          </a:lstStyle>
          <a:p>
            <a:pPr algn="ct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endParaRPr lang="en-GB" altLang="en-US" sz="10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05156" name="Slide Number Placeholder 3"/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E41B8C52-4A4E-4549-8849-B5BB013D447B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8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05157" name="Rectangle 2"/>
          <p:cNvSpPr txBox="1">
            <a:spLocks noChangeArrowheads="1"/>
          </p:cNvSpPr>
          <p:nvPr/>
        </p:nvSpPr>
        <p:spPr bwMode="auto">
          <a:xfrm>
            <a:off x="503238" y="301625"/>
            <a:ext cx="7847012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10000"/>
              </a:lnSpc>
              <a:buFont typeface="Times New Roman" panose="02020603050405020304" pitchFamily="18" charset="0"/>
              <a:buNone/>
            </a:pPr>
            <a:r>
              <a:rPr lang="zh-CN" altLang="en-US" sz="4000">
                <a:latin typeface="宋体" panose="02010600030101010101" pitchFamily="2" charset="-122"/>
                <a:ea typeface="微软雅黑" panose="020B0503020204020204" pitchFamily="34" charset="-122"/>
              </a:rPr>
              <a:t>关于语法分析</a:t>
            </a:r>
          </a:p>
        </p:txBody>
      </p:sp>
      <p:sp>
        <p:nvSpPr>
          <p:cNvPr id="7174" name="Rectangle 3"/>
          <p:cNvSpPr txBox="1">
            <a:spLocks noChangeArrowheads="1"/>
          </p:cNvSpPr>
          <p:nvPr/>
        </p:nvSpPr>
        <p:spPr bwMode="auto">
          <a:xfrm>
            <a:off x="503238" y="1376363"/>
            <a:ext cx="9069387" cy="496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5000"/>
              </a:lnSpc>
              <a:spcAft>
                <a:spcPts val="1413"/>
              </a:spcAft>
              <a:buFont typeface="Times New Roman" panose="02020603050405020304" pitchFamily="18" charset="0"/>
              <a:buNone/>
            </a:pPr>
            <a:r>
              <a:rPr lang="zh-CN" altLang="en-US" sz="4000" b="1">
                <a:latin typeface="楷体_GB2312"/>
                <a:ea typeface="楷体_GB2312"/>
                <a:cs typeface="楷体_GB2312"/>
              </a:rPr>
              <a:t>语法分析方法的类型</a:t>
            </a:r>
            <a:endParaRPr lang="en-US" altLang="zh-CN" sz="4000" b="1"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5000"/>
              </a:lnSpc>
              <a:spcAft>
                <a:spcPts val="1413"/>
              </a:spcAft>
              <a:buFont typeface="Times New Roman" panose="02020603050405020304" pitchFamily="18" charset="0"/>
              <a:buNone/>
            </a:pPr>
            <a:r>
              <a:rPr lang="en-US" altLang="zh-CN" sz="4000" b="1">
                <a:latin typeface="楷体_GB2312"/>
                <a:ea typeface="楷体_GB2312"/>
                <a:cs typeface="楷体_GB2312"/>
              </a:rPr>
              <a:t>    </a:t>
            </a:r>
            <a:r>
              <a:rPr lang="zh-CN" altLang="en-US" sz="4000" b="1">
                <a:latin typeface="楷体_GB2312"/>
                <a:ea typeface="楷体_GB2312"/>
                <a:cs typeface="楷体_GB2312"/>
              </a:rPr>
              <a:t>自上而下</a:t>
            </a:r>
            <a:r>
              <a:rPr lang="en-US" altLang="zh-CN" sz="4000" b="1">
                <a:latin typeface="楷体_GB2312"/>
                <a:ea typeface="楷体_GB2312"/>
                <a:cs typeface="楷体_GB2312"/>
              </a:rPr>
              <a:t>(</a:t>
            </a:r>
            <a:r>
              <a:rPr lang="zh-CN" altLang="en-US" sz="4000" b="1">
                <a:latin typeface="楷体_GB2312"/>
                <a:ea typeface="楷体_GB2312"/>
                <a:cs typeface="楷体_GB2312"/>
              </a:rPr>
              <a:t>自顶向下</a:t>
            </a:r>
            <a:r>
              <a:rPr lang="en-US" altLang="zh-CN" sz="4000" b="1">
                <a:latin typeface="楷体_GB2312"/>
                <a:ea typeface="楷体_GB2312"/>
                <a:cs typeface="楷体_GB2312"/>
              </a:rPr>
              <a:t>)</a:t>
            </a:r>
            <a:r>
              <a:rPr lang="zh-CN" altLang="en-US" sz="4000" b="1">
                <a:latin typeface="楷体_GB2312"/>
                <a:ea typeface="楷体_GB2312"/>
                <a:cs typeface="楷体_GB2312"/>
              </a:rPr>
              <a:t>的分析文法</a:t>
            </a:r>
            <a:endParaRPr lang="en-US" altLang="zh-CN" sz="4000" b="1"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5000"/>
              </a:lnSpc>
              <a:spcAft>
                <a:spcPts val="1413"/>
              </a:spcAft>
              <a:buFont typeface="Times New Roman" panose="02020603050405020304" pitchFamily="18" charset="0"/>
              <a:buNone/>
            </a:pPr>
            <a:r>
              <a:rPr lang="en-US" altLang="zh-CN" sz="4000" b="1">
                <a:latin typeface="楷体_GB2312"/>
                <a:ea typeface="楷体_GB2312"/>
                <a:cs typeface="楷体_GB2312"/>
              </a:rPr>
              <a:t>      </a:t>
            </a:r>
            <a:r>
              <a:rPr lang="zh-CN" altLang="en-US" sz="3600" b="1">
                <a:latin typeface="楷体_GB2312"/>
                <a:ea typeface="楷体_GB2312"/>
                <a:cs typeface="楷体_GB2312"/>
              </a:rPr>
              <a:t>从文法开始符</a:t>
            </a:r>
            <a:r>
              <a:rPr lang="en-US" altLang="zh-CN" sz="3600" b="1">
                <a:latin typeface="楷体_GB2312"/>
                <a:ea typeface="楷体_GB2312"/>
                <a:cs typeface="楷体_GB2312"/>
              </a:rPr>
              <a:t>S</a:t>
            </a:r>
            <a:r>
              <a:rPr lang="zh-CN" altLang="en-US" sz="3600" b="1">
                <a:latin typeface="楷体_GB2312"/>
                <a:ea typeface="楷体_GB2312"/>
                <a:cs typeface="楷体_GB2312"/>
              </a:rPr>
              <a:t>出发</a:t>
            </a:r>
            <a:endParaRPr lang="en-US" altLang="zh-CN" sz="3600" b="1"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5000"/>
              </a:lnSpc>
              <a:spcAft>
                <a:spcPts val="1413"/>
              </a:spcAft>
              <a:buFont typeface="Times New Roman" panose="02020603050405020304" pitchFamily="18" charset="0"/>
              <a:buNone/>
            </a:pPr>
            <a:r>
              <a:rPr lang="en-US" altLang="zh-CN" sz="3600" b="1">
                <a:latin typeface="楷体_GB2312"/>
                <a:ea typeface="楷体_GB2312"/>
                <a:cs typeface="楷体_GB2312"/>
              </a:rPr>
              <a:t>       </a:t>
            </a:r>
            <a:r>
              <a:rPr lang="zh-CN" altLang="en-US" sz="3600" b="1">
                <a:latin typeface="楷体_GB2312"/>
                <a:ea typeface="楷体_GB2312"/>
                <a:cs typeface="楷体_GB2312"/>
              </a:rPr>
              <a:t>猜测输入串</a:t>
            </a:r>
            <a:r>
              <a:rPr lang="en-US" altLang="zh-CN" sz="3600" b="1">
                <a:latin typeface="楷体_GB2312"/>
                <a:ea typeface="楷体_GB2312"/>
                <a:cs typeface="楷体_GB2312"/>
              </a:rPr>
              <a:t>ω</a:t>
            </a:r>
            <a:r>
              <a:rPr lang="zh-CN" altLang="en-US" sz="3600" b="1">
                <a:latin typeface="楷体_GB2312"/>
                <a:ea typeface="楷体_GB2312"/>
                <a:cs typeface="楷体_GB2312"/>
              </a:rPr>
              <a:t>的</a:t>
            </a:r>
            <a:r>
              <a:rPr lang="zh-CN" altLang="en-US" sz="36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推导序列</a:t>
            </a:r>
            <a:endParaRPr lang="zh-CN" altLang="en-US" sz="3600" b="1"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5000"/>
              </a:lnSpc>
              <a:spcAft>
                <a:spcPts val="1413"/>
              </a:spcAft>
              <a:buFont typeface="Times New Roman" panose="02020603050405020304" pitchFamily="18" charset="0"/>
              <a:buNone/>
            </a:pPr>
            <a:r>
              <a:rPr lang="zh-CN" altLang="en-US" sz="4000" b="1">
                <a:latin typeface="楷体_GB2312"/>
                <a:ea typeface="楷体_GB2312"/>
                <a:cs typeface="楷体_GB2312"/>
              </a:rPr>
              <a:t>    自下而上</a:t>
            </a:r>
            <a:r>
              <a:rPr lang="en-US" altLang="zh-CN" sz="4000" b="1">
                <a:latin typeface="楷体_GB2312"/>
                <a:ea typeface="楷体_GB2312"/>
                <a:cs typeface="楷体_GB2312"/>
              </a:rPr>
              <a:t>(</a:t>
            </a:r>
            <a:r>
              <a:rPr lang="zh-CN" altLang="en-US" sz="4000" b="1">
                <a:latin typeface="楷体_GB2312"/>
                <a:ea typeface="楷体_GB2312"/>
                <a:cs typeface="楷体_GB2312"/>
              </a:rPr>
              <a:t>自底向上</a:t>
            </a:r>
            <a:r>
              <a:rPr lang="en-US" altLang="zh-CN" sz="4000" b="1">
                <a:latin typeface="楷体_GB2312"/>
                <a:ea typeface="楷体_GB2312"/>
                <a:cs typeface="楷体_GB2312"/>
              </a:rPr>
              <a:t>)</a:t>
            </a:r>
            <a:r>
              <a:rPr lang="zh-CN" altLang="en-US" sz="4000" b="1">
                <a:latin typeface="楷体_GB2312"/>
                <a:ea typeface="楷体_GB2312"/>
                <a:cs typeface="楷体_GB2312"/>
              </a:rPr>
              <a:t>的分析文法</a:t>
            </a:r>
            <a:endParaRPr lang="en-US" altLang="zh-CN" sz="4000" b="1"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5000"/>
              </a:lnSpc>
              <a:spcAft>
                <a:spcPts val="1413"/>
              </a:spcAft>
              <a:buFont typeface="Times New Roman" panose="02020603050405020304" pitchFamily="18" charset="0"/>
              <a:buNone/>
            </a:pPr>
            <a:r>
              <a:rPr lang="zh-CN" altLang="en-US" sz="4000" b="1">
                <a:latin typeface="楷体_GB2312"/>
                <a:ea typeface="楷体_GB2312"/>
                <a:cs typeface="楷体_GB2312"/>
              </a:rPr>
              <a:t>      </a:t>
            </a:r>
            <a:r>
              <a:rPr lang="zh-CN" altLang="en-US" sz="3600" b="1">
                <a:latin typeface="楷体_GB2312"/>
                <a:ea typeface="楷体_GB2312"/>
                <a:cs typeface="楷体_GB2312"/>
              </a:rPr>
              <a:t>从输入串</a:t>
            </a:r>
            <a:r>
              <a:rPr lang="en-US" altLang="zh-CN" sz="3600" b="1">
                <a:latin typeface="楷体_GB2312"/>
                <a:ea typeface="楷体_GB2312"/>
                <a:cs typeface="楷体_GB2312"/>
              </a:rPr>
              <a:t>ω</a:t>
            </a:r>
            <a:r>
              <a:rPr lang="zh-CN" altLang="en-US" sz="3600" b="1">
                <a:latin typeface="楷体_GB2312"/>
                <a:ea typeface="楷体_GB2312"/>
                <a:cs typeface="楷体_GB2312"/>
              </a:rPr>
              <a:t>出发</a:t>
            </a:r>
            <a:endParaRPr lang="en-US" altLang="zh-CN" sz="3600" b="1"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5000"/>
              </a:lnSpc>
              <a:spcAft>
                <a:spcPts val="1413"/>
              </a:spcAft>
              <a:buFont typeface="Times New Roman" panose="02020603050405020304" pitchFamily="18" charset="0"/>
              <a:buNone/>
            </a:pPr>
            <a:r>
              <a:rPr lang="en-US" altLang="zh-CN" sz="3600" b="1">
                <a:latin typeface="楷体_GB2312"/>
                <a:ea typeface="楷体_GB2312"/>
                <a:cs typeface="楷体_GB2312"/>
              </a:rPr>
              <a:t>       </a:t>
            </a:r>
            <a:r>
              <a:rPr lang="zh-CN" altLang="en-US" sz="3600" b="1">
                <a:latin typeface="楷体_GB2312"/>
                <a:ea typeface="楷体_GB2312"/>
                <a:cs typeface="楷体_GB2312"/>
              </a:rPr>
              <a:t>猜测</a:t>
            </a:r>
            <a:r>
              <a:rPr lang="zh-CN" altLang="en-US" sz="36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归约序列</a:t>
            </a:r>
            <a:r>
              <a:rPr lang="zh-CN" altLang="en-US" sz="36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rPr>
              <a:t>，使串</a:t>
            </a:r>
            <a:r>
              <a:rPr lang="en-US" altLang="zh-CN" sz="36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rPr>
              <a:t>ω</a:t>
            </a:r>
            <a:r>
              <a:rPr lang="zh-CN" altLang="en-US" sz="36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rPr>
              <a:t>归约到</a:t>
            </a:r>
            <a:r>
              <a:rPr lang="en-US" altLang="zh-CN" sz="36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rPr>
              <a:t>S</a:t>
            </a:r>
          </a:p>
          <a:p>
            <a:pPr eaLnBrk="1" hangingPunct="1">
              <a:lnSpc>
                <a:spcPct val="95000"/>
              </a:lnSpc>
              <a:spcAft>
                <a:spcPts val="1413"/>
              </a:spcAft>
              <a:buFont typeface="Times New Roman" panose="02020603050405020304" pitchFamily="18" charset="0"/>
              <a:buNone/>
            </a:pPr>
            <a:endParaRPr lang="en-US" altLang="zh-CN" sz="4000" b="1"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5000"/>
              </a:lnSpc>
              <a:spcAft>
                <a:spcPts val="1413"/>
              </a:spcAft>
              <a:buFont typeface="Times New Roman" panose="02020603050405020304" pitchFamily="18" charset="0"/>
              <a:buNone/>
            </a:pPr>
            <a:endParaRPr lang="en-US" altLang="zh-CN" sz="4000" b="1">
              <a:latin typeface="楷体_GB2312"/>
              <a:ea typeface="楷体_GB231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1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1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1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2"/>
          <p:cNvSpPr txBox="1">
            <a:spLocks noChangeArrowheads="1"/>
          </p:cNvSpPr>
          <p:nvPr/>
        </p:nvSpPr>
        <p:spPr bwMode="auto">
          <a:xfrm>
            <a:off x="503238" y="301625"/>
            <a:ext cx="7847012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10000"/>
              </a:lnSpc>
              <a:buFont typeface="Times New Roman" panose="02020603050405020304" pitchFamily="18" charset="0"/>
              <a:buNone/>
            </a:pPr>
            <a:r>
              <a:rPr lang="zh-CN" altLang="en-US" sz="4000">
                <a:latin typeface="宋体" panose="02010600030101010101" pitchFamily="2" charset="-122"/>
                <a:ea typeface="微软雅黑" panose="020B0503020204020204" pitchFamily="34" charset="-122"/>
              </a:rPr>
              <a:t>语法分析方法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314325" y="1619250"/>
            <a:ext cx="4549775" cy="435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lnSpc>
                <a:spcPct val="95000"/>
              </a:lnSpc>
              <a:spcAft>
                <a:spcPts val="1413"/>
              </a:spcAft>
              <a:buSzPct val="100000"/>
              <a:buFont typeface="Times New Roman" panose="02020603050405020304" pitchFamily="18" charset="0"/>
              <a:buChar char="•"/>
              <a:defRPr sz="36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defTabSz="457200">
              <a:lnSpc>
                <a:spcPct val="95000"/>
              </a:lnSpc>
              <a:spcAft>
                <a:spcPts val="1138"/>
              </a:spcAft>
              <a:buSzPct val="100000"/>
              <a:buFont typeface="Times New Roman" panose="02020603050405020304" pitchFamily="18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defTabSz="457200">
              <a:lnSpc>
                <a:spcPct val="95000"/>
              </a:lnSpc>
              <a:spcAft>
                <a:spcPts val="850"/>
              </a:spcAft>
              <a:buSzPct val="100000"/>
              <a:buFont typeface="Times New Roman" panose="02020603050405020304" pitchFamily="18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defTabSz="457200">
              <a:lnSpc>
                <a:spcPct val="95000"/>
              </a:lnSpc>
              <a:spcAft>
                <a:spcPts val="575"/>
              </a:spcAft>
              <a:buSzPct val="100000"/>
              <a:buFont typeface="Times New Roman" panose="02020603050405020304" pitchFamily="18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defTabSz="457200">
              <a:lnSpc>
                <a:spcPct val="95000"/>
              </a:lnSpc>
              <a:spcAft>
                <a:spcPts val="288"/>
              </a:spcAft>
              <a:buSzPct val="100000"/>
              <a:buFont typeface="Times New Roman" panose="02020603050405020304" pitchFamily="18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ts val="288"/>
              </a:spcAft>
              <a:buSzPct val="100000"/>
              <a:buFont typeface="Times New Roman" panose="02020603050405020304" pitchFamily="18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ts val="288"/>
              </a:spcAft>
              <a:buSzPct val="100000"/>
              <a:buFont typeface="Times New Roman" panose="02020603050405020304" pitchFamily="18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ts val="288"/>
              </a:spcAft>
              <a:buSzPct val="100000"/>
              <a:buFont typeface="Times New Roman" panose="02020603050405020304" pitchFamily="18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ts val="288"/>
              </a:spcAft>
              <a:buSzPct val="100000"/>
              <a:buFont typeface="Times New Roman" panose="02020603050405020304" pitchFamily="18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80000"/>
              <a:buFont typeface="Wingdings 3" panose="05040102010807070707" pitchFamily="18" charset="2"/>
              <a:buChar char=""/>
            </a:pPr>
            <a:r>
              <a:rPr lang="zh-CN" altLang="en-US" sz="28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自下而上</a:t>
            </a:r>
            <a:r>
              <a:rPr lang="en-US" altLang="zh-CN" sz="28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(Bottom-up)</a:t>
            </a: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80000"/>
              <a:buFont typeface="Wingdings 3" panose="05040102010807070707" pitchFamily="18" charset="2"/>
              <a:buChar char=""/>
            </a:pPr>
            <a:r>
              <a:rPr lang="zh-CN" altLang="zh-CN" sz="24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从输入串开始</a:t>
            </a:r>
            <a:r>
              <a:rPr lang="en-US" altLang="zh-CN" sz="24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，逐步进行归约，直到文法的开始符号</a:t>
            </a:r>
            <a:endParaRPr lang="zh-CN" altLang="en-US" sz="240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80000"/>
              <a:buFont typeface="Wingdings 3" panose="05040102010807070707" pitchFamily="18" charset="2"/>
              <a:buChar char=""/>
            </a:pPr>
            <a:r>
              <a:rPr lang="zh-CN" altLang="zh-CN" sz="2400" noProof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归约</a:t>
            </a:r>
            <a:r>
              <a:rPr lang="zh-CN" altLang="en-US" sz="24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4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根据文法的产生式规则</a:t>
            </a:r>
            <a:r>
              <a:rPr lang="en-US" altLang="zh-CN" sz="24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，把</a:t>
            </a:r>
            <a:r>
              <a:rPr lang="zh-CN" altLang="en-US" sz="24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串中出现的</a:t>
            </a:r>
            <a:r>
              <a:rPr lang="en-US" altLang="zh-CN" sz="24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产生式的右部替换成左部符号</a:t>
            </a:r>
            <a:endParaRPr lang="en-US" altLang="zh-CN" sz="2400" noProof="1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80000"/>
              <a:buFont typeface="Wingdings 3" panose="05040102010807070707" pitchFamily="18" charset="2"/>
              <a:buChar char=""/>
            </a:pPr>
            <a:r>
              <a:rPr lang="en-US" altLang="zh-CN" sz="24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从树</a:t>
            </a:r>
            <a:r>
              <a:rPr lang="zh-CN" altLang="en-US" sz="24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叶节点</a:t>
            </a:r>
            <a:r>
              <a:rPr lang="en-US" altLang="zh-CN" sz="24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开始，构造语法树</a:t>
            </a: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80000"/>
              <a:buFont typeface="Wingdings 3" panose="05040102010807070707" pitchFamily="18" charset="2"/>
              <a:buChar char=""/>
            </a:pPr>
            <a:r>
              <a:rPr lang="zh-CN" altLang="en-US" sz="2400" noProof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算符优先分析法、</a:t>
            </a:r>
            <a:r>
              <a:rPr lang="en-US" altLang="zh-CN" sz="24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LR</a:t>
            </a:r>
            <a:r>
              <a:rPr lang="zh-CN" altLang="en-US" sz="24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分析法</a:t>
            </a:r>
          </a:p>
        </p:txBody>
      </p:sp>
      <p:sp>
        <p:nvSpPr>
          <p:cNvPr id="4" name="内容占位符 1"/>
          <p:cNvSpPr txBox="1">
            <a:spLocks/>
          </p:cNvSpPr>
          <p:nvPr/>
        </p:nvSpPr>
        <p:spPr bwMode="auto">
          <a:xfrm>
            <a:off x="4814888" y="1619250"/>
            <a:ext cx="4549775" cy="435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lnSpc>
                <a:spcPct val="95000"/>
              </a:lnSpc>
              <a:spcAft>
                <a:spcPts val="1413"/>
              </a:spcAft>
              <a:buSzPct val="100000"/>
              <a:buFont typeface="Times New Roman" panose="02020603050405020304" pitchFamily="18" charset="0"/>
              <a:buChar char="•"/>
              <a:defRPr sz="36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defTabSz="457200">
              <a:lnSpc>
                <a:spcPct val="95000"/>
              </a:lnSpc>
              <a:spcAft>
                <a:spcPts val="1138"/>
              </a:spcAft>
              <a:buSzPct val="100000"/>
              <a:buFont typeface="Times New Roman" panose="02020603050405020304" pitchFamily="18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defTabSz="457200">
              <a:lnSpc>
                <a:spcPct val="95000"/>
              </a:lnSpc>
              <a:spcAft>
                <a:spcPts val="850"/>
              </a:spcAft>
              <a:buSzPct val="100000"/>
              <a:buFont typeface="Times New Roman" panose="02020603050405020304" pitchFamily="18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defTabSz="457200">
              <a:lnSpc>
                <a:spcPct val="95000"/>
              </a:lnSpc>
              <a:spcAft>
                <a:spcPts val="575"/>
              </a:spcAft>
              <a:buSzPct val="100000"/>
              <a:buFont typeface="Times New Roman" panose="02020603050405020304" pitchFamily="18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defTabSz="457200">
              <a:lnSpc>
                <a:spcPct val="95000"/>
              </a:lnSpc>
              <a:spcAft>
                <a:spcPts val="288"/>
              </a:spcAft>
              <a:buSzPct val="100000"/>
              <a:buFont typeface="Times New Roman" panose="02020603050405020304" pitchFamily="18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ts val="288"/>
              </a:spcAft>
              <a:buSzPct val="100000"/>
              <a:buFont typeface="Times New Roman" panose="02020603050405020304" pitchFamily="18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ts val="288"/>
              </a:spcAft>
              <a:buSzPct val="100000"/>
              <a:buFont typeface="Times New Roman" panose="02020603050405020304" pitchFamily="18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ts val="288"/>
              </a:spcAft>
              <a:buSzPct val="100000"/>
              <a:buFont typeface="Times New Roman" panose="02020603050405020304" pitchFamily="18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ts val="288"/>
              </a:spcAft>
              <a:buSzPct val="100000"/>
              <a:buFont typeface="Times New Roman" panose="02020603050405020304" pitchFamily="18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80000"/>
              <a:buFont typeface="Wingdings 3" panose="05040102010807070707" pitchFamily="18" charset="2"/>
              <a:buChar char=""/>
            </a:pPr>
            <a:r>
              <a:rPr lang="zh-CN" altLang="en-US" sz="28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自上而下</a:t>
            </a:r>
            <a:r>
              <a:rPr lang="en-US" altLang="zh-CN" sz="28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(Top-down)</a:t>
            </a: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80000"/>
              <a:buFont typeface="Wingdings 3" panose="05040102010807070707" pitchFamily="18" charset="2"/>
              <a:buChar char=""/>
            </a:pPr>
            <a:r>
              <a:rPr lang="zh-CN" altLang="en-US" sz="2400" noProof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从文法的开始符号出发，反复使用各种产生式，寻找"匹配"的推导</a:t>
            </a:r>
            <a:endParaRPr lang="zh-CN" altLang="zh-CN" sz="2400" noProof="1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80000"/>
              <a:buFont typeface="Wingdings 3" panose="05040102010807070707" pitchFamily="18" charset="2"/>
              <a:buChar char=""/>
            </a:pPr>
            <a:r>
              <a:rPr lang="zh-CN" altLang="en-US" sz="2400" noProof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推导：</a:t>
            </a:r>
            <a:r>
              <a:rPr lang="zh-CN" altLang="zh-CN" sz="24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根据文法的产生式规则</a:t>
            </a:r>
            <a:r>
              <a:rPr lang="en-US" altLang="zh-CN" sz="24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，把</a:t>
            </a:r>
            <a:r>
              <a:rPr lang="zh-CN" altLang="en-US" sz="24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串中出现的</a:t>
            </a:r>
            <a:r>
              <a:rPr lang="en-US" altLang="zh-CN" sz="24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产生式的左部符号替换成右部</a:t>
            </a:r>
            <a:endParaRPr lang="en-US" altLang="zh-CN" sz="2400" noProof="1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80000"/>
              <a:buFont typeface="Wingdings 3" panose="05040102010807070707" pitchFamily="18" charset="2"/>
              <a:buChar char=""/>
            </a:pPr>
            <a:r>
              <a:rPr lang="en-US" altLang="zh-CN" sz="24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从树</a:t>
            </a:r>
            <a:r>
              <a:rPr lang="zh-CN" altLang="en-US" sz="24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的根</a:t>
            </a:r>
            <a:r>
              <a:rPr lang="en-US" altLang="zh-CN" sz="24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开始，构造语法树</a:t>
            </a:r>
            <a:endParaRPr lang="en-US" altLang="en-US" sz="2400" noProof="1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80000"/>
              <a:buFont typeface="Wingdings 3" panose="05040102010807070707" pitchFamily="18" charset="2"/>
              <a:buChar char=""/>
            </a:pPr>
            <a:r>
              <a:rPr lang="zh-CN" altLang="en-US" sz="2400" noProof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递归下降分析法</a:t>
            </a:r>
            <a:r>
              <a:rPr lang="zh-CN" altLang="en-US" sz="24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4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预测分析程序</a:t>
            </a:r>
            <a:endParaRPr lang="zh-CN" altLang="en-US" sz="240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3FE40D4-5D25-4683-287C-5F53D628DF8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9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  <p:bldP spid="4" grpId="0" build="p" bldLvl="2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503238" y="1660525"/>
            <a:ext cx="9069387" cy="5156200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4000" b="1">
                <a:latin typeface="宋体" panose="02010600030101010101" pitchFamily="2" charset="-122"/>
                <a:ea typeface="楷体_GB2312"/>
              </a:rPr>
              <a:t>从</a:t>
            </a:r>
            <a:r>
              <a:rPr lang="zh-CN" altLang="en-US" sz="4000" b="1">
                <a:solidFill>
                  <a:srgbClr val="FF0000"/>
                </a:solidFill>
                <a:latin typeface="宋体" panose="02010600030101010101" pitchFamily="2" charset="-122"/>
                <a:ea typeface="楷体_GB2312"/>
              </a:rPr>
              <a:t>语法规则</a:t>
            </a:r>
            <a:r>
              <a:rPr lang="zh-CN" altLang="en-US" sz="4000" b="1">
                <a:latin typeface="宋体" panose="02010600030101010101" pitchFamily="2" charset="-122"/>
                <a:ea typeface="楷体_GB2312"/>
              </a:rPr>
              <a:t>出发检验</a:t>
            </a:r>
            <a:r>
              <a:rPr lang="zh-CN" altLang="zh-CN" sz="4000" b="1">
                <a:latin typeface="宋体" panose="02010600030101010101" pitchFamily="2" charset="-122"/>
                <a:ea typeface="楷体_GB2312"/>
              </a:rPr>
              <a:t>while语句</a:t>
            </a:r>
            <a:endParaRPr lang="zh-CN" altLang="zh-CN" sz="4000" b="1" i="1">
              <a:latin typeface="宋体" panose="02010600030101010101" pitchFamily="2" charset="-122"/>
              <a:ea typeface="楷体_GB2312"/>
            </a:endParaRPr>
          </a:p>
          <a:p>
            <a:pPr algn="just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while_stmt </a:t>
            </a:r>
            <a:r>
              <a:rPr lang="de-DE" altLang="en-US" sz="2400" b="1">
                <a:solidFill>
                  <a:schemeClr val="tx1"/>
                </a:solidFill>
                <a:ea typeface="宋体" panose="02010600030101010101" pitchFamily="2" charset="-122"/>
                <a:sym typeface="Arial" panose="020B0604020202020204" pitchFamily="34" charset="0"/>
              </a:rPr>
              <a:t>⇒</a:t>
            </a:r>
            <a:r>
              <a:rPr lang="en-US" altLang="zh-CN" sz="2400">
                <a:latin typeface="Times New Roman" panose="02020603050405020304" pitchFamily="18" charset="0"/>
                <a:ea typeface="楷体_GB2312"/>
              </a:rPr>
              <a:t> </a:t>
            </a:r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WHILE (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 bool_expr </a:t>
            </a:r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)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 stmt</a:t>
            </a:r>
          </a:p>
          <a:p>
            <a:pPr algn="just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_GB2312"/>
              </a:rPr>
              <a:t>  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 </a:t>
            </a:r>
            <a:r>
              <a:rPr lang="de-DE" altLang="en-US" sz="2400" b="1">
                <a:solidFill>
                  <a:schemeClr val="tx1"/>
                </a:solidFill>
                <a:ea typeface="宋体" panose="02010600030101010101" pitchFamily="2" charset="-122"/>
                <a:sym typeface="方正书宋_GBK"/>
              </a:rPr>
              <a:t>⇒</a:t>
            </a:r>
            <a:r>
              <a:rPr lang="en-US" altLang="zh-CN" sz="2400">
                <a:latin typeface="Times New Roman" panose="02020603050405020304" pitchFamily="18" charset="0"/>
                <a:ea typeface="楷体_GB2312"/>
                <a:sym typeface="Arial" panose="020B0604020202020204" pitchFamily="34" charset="0"/>
              </a:rPr>
              <a:t> </a:t>
            </a:r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WHILE (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 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expr </a:t>
            </a:r>
            <a:r>
              <a:rPr lang="en-US" altLang="zh-CN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&lt;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 expr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 </a:t>
            </a:r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)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 stmt</a:t>
            </a:r>
          </a:p>
          <a:p>
            <a:pPr algn="just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_GB2312"/>
                <a:sym typeface="Arial" panose="020B0604020202020204" pitchFamily="34" charset="0"/>
              </a:rPr>
              <a:t>  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 </a:t>
            </a:r>
            <a:r>
              <a:rPr lang="de-DE" altLang="en-US" sz="2400" b="1">
                <a:solidFill>
                  <a:schemeClr val="tx1"/>
                </a:solidFill>
                <a:ea typeface="宋体" panose="02010600030101010101" pitchFamily="2" charset="-122"/>
                <a:sym typeface="方正书宋_GBK"/>
              </a:rPr>
              <a:t>⇒</a:t>
            </a:r>
            <a:r>
              <a:rPr lang="en-US" altLang="zh-CN" sz="2400">
                <a:latin typeface="Times New Roman" panose="02020603050405020304" pitchFamily="18" charset="0"/>
                <a:ea typeface="楷体_GB2312"/>
                <a:sym typeface="方正书宋_GBK"/>
              </a:rPr>
              <a:t> </a:t>
            </a:r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WHILE (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 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primary_expr </a:t>
            </a:r>
            <a:r>
              <a:rPr lang="en-US" altLang="zh-CN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&lt;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 expr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 </a:t>
            </a:r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)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 stmt</a:t>
            </a:r>
          </a:p>
          <a:p>
            <a:pPr algn="just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_GB2312"/>
                <a:sym typeface="方正书宋_GBK"/>
              </a:rPr>
              <a:t>  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 </a:t>
            </a:r>
            <a:r>
              <a:rPr lang="de-DE" altLang="en-US" sz="2400" b="1">
                <a:solidFill>
                  <a:schemeClr val="tx1"/>
                </a:solidFill>
                <a:ea typeface="宋体" panose="02010600030101010101" pitchFamily="2" charset="-122"/>
                <a:sym typeface="方正书宋_GBK"/>
              </a:rPr>
              <a:t>⇒</a:t>
            </a:r>
            <a:r>
              <a:rPr lang="en-US" altLang="zh-CN" sz="2400">
                <a:latin typeface="Times New Roman" panose="02020603050405020304" pitchFamily="18" charset="0"/>
                <a:ea typeface="楷体_GB2312"/>
                <a:sym typeface="方正书宋_GBK"/>
              </a:rPr>
              <a:t> </a:t>
            </a:r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WHILE (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 </a:t>
            </a:r>
            <a:r>
              <a:rPr lang="zh-CN" altLang="en-US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ID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 </a:t>
            </a:r>
            <a:r>
              <a:rPr lang="en-US" altLang="zh-CN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&lt;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 expr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 </a:t>
            </a:r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)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 stmt</a:t>
            </a:r>
          </a:p>
          <a:p>
            <a:pPr algn="just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_GB2312"/>
                <a:sym typeface="方正书宋_GBK"/>
              </a:rPr>
              <a:t>  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 </a:t>
            </a:r>
            <a:r>
              <a:rPr lang="de-DE" altLang="en-US" sz="2400" b="1">
                <a:solidFill>
                  <a:schemeClr val="tx1"/>
                </a:solidFill>
                <a:ea typeface="宋体" panose="02010600030101010101" pitchFamily="2" charset="-122"/>
                <a:sym typeface="方正书宋_GBK"/>
              </a:rPr>
              <a:t>⇒</a:t>
            </a:r>
            <a:r>
              <a:rPr lang="en-US" altLang="zh-CN" sz="2400">
                <a:latin typeface="Times New Roman" panose="02020603050405020304" pitchFamily="18" charset="0"/>
                <a:ea typeface="楷体_GB2312"/>
                <a:sym typeface="方正书宋_GBK"/>
              </a:rPr>
              <a:t> </a:t>
            </a:r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WHILE (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 </a:t>
            </a:r>
            <a:r>
              <a:rPr lang="zh-CN" altLang="en-US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ID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 </a:t>
            </a:r>
            <a:r>
              <a:rPr lang="en-US" altLang="zh-CN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&lt;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 primary_expr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 </a:t>
            </a:r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)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 stmt</a:t>
            </a:r>
          </a:p>
          <a:p>
            <a:pPr algn="just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_GB2312"/>
                <a:sym typeface="方正书宋_GBK"/>
              </a:rPr>
              <a:t>  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 </a:t>
            </a:r>
            <a:r>
              <a:rPr lang="de-DE" altLang="en-US" sz="2400" b="1">
                <a:solidFill>
                  <a:schemeClr val="tx1"/>
                </a:solidFill>
                <a:ea typeface="宋体" panose="02010600030101010101" pitchFamily="2" charset="-122"/>
                <a:sym typeface="方正书宋_GBK"/>
              </a:rPr>
              <a:t>⇒</a:t>
            </a:r>
            <a:r>
              <a:rPr lang="en-US" altLang="zh-CN" sz="2400">
                <a:latin typeface="Times New Roman" panose="02020603050405020304" pitchFamily="18" charset="0"/>
                <a:ea typeface="楷体_GB2312"/>
                <a:sym typeface="方正书宋_GBK"/>
              </a:rPr>
              <a:t> </a:t>
            </a:r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WHILE (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 </a:t>
            </a:r>
            <a:r>
              <a:rPr lang="zh-CN" altLang="en-US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ID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 </a:t>
            </a:r>
            <a:r>
              <a:rPr lang="en-US" altLang="zh-CN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&lt;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 </a:t>
            </a:r>
            <a:r>
              <a:rPr lang="zh-CN" altLang="en-US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ID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 </a:t>
            </a:r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)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 stmt</a:t>
            </a:r>
          </a:p>
          <a:p>
            <a:pPr algn="just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_GB2312"/>
                <a:sym typeface="方正书宋_GBK"/>
              </a:rPr>
              <a:t>  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 </a:t>
            </a:r>
            <a:r>
              <a:rPr lang="de-DE" altLang="en-US" sz="2400" b="1">
                <a:solidFill>
                  <a:schemeClr val="tx1"/>
                </a:solidFill>
                <a:ea typeface="宋体" panose="02010600030101010101" pitchFamily="2" charset="-122"/>
                <a:sym typeface="方正书宋_GBK"/>
              </a:rPr>
              <a:t>⇒</a:t>
            </a:r>
            <a:r>
              <a:rPr lang="en-US" altLang="zh-CN" sz="2400">
                <a:latin typeface="Times New Roman" panose="02020603050405020304" pitchFamily="18" charset="0"/>
                <a:ea typeface="楷体_GB2312"/>
                <a:sym typeface="方正书宋_GBK"/>
              </a:rPr>
              <a:t> </a:t>
            </a:r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WHILE (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 </a:t>
            </a:r>
            <a:r>
              <a:rPr lang="zh-CN" altLang="en-US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ID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 </a:t>
            </a:r>
            <a:r>
              <a:rPr lang="en-US" altLang="zh-CN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&lt;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 </a:t>
            </a:r>
            <a:r>
              <a:rPr lang="zh-CN" altLang="en-US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ID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 </a:t>
            </a:r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)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 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assign_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stmt</a:t>
            </a:r>
          </a:p>
          <a:p>
            <a:pPr algn="just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_GB2312"/>
                <a:sym typeface="方正书宋_GBK"/>
              </a:rPr>
              <a:t>  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 </a:t>
            </a:r>
            <a:r>
              <a:rPr lang="de-DE" altLang="en-US" sz="2400" b="1">
                <a:solidFill>
                  <a:schemeClr val="tx1"/>
                </a:solidFill>
                <a:ea typeface="宋体" panose="02010600030101010101" pitchFamily="2" charset="-122"/>
                <a:sym typeface="方正书宋_GBK"/>
              </a:rPr>
              <a:t>⇒</a:t>
            </a:r>
            <a:r>
              <a:rPr lang="en-US" altLang="zh-CN" sz="2400">
                <a:latin typeface="Times New Roman" panose="02020603050405020304" pitchFamily="18" charset="0"/>
                <a:ea typeface="楷体_GB2312"/>
                <a:sym typeface="方正书宋_GBK"/>
              </a:rPr>
              <a:t> </a:t>
            </a:r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WHILE (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 </a:t>
            </a:r>
            <a:r>
              <a:rPr lang="zh-CN" altLang="en-US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ID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 </a:t>
            </a:r>
            <a:r>
              <a:rPr lang="en-US" altLang="zh-CN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&lt;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 </a:t>
            </a:r>
            <a:r>
              <a:rPr lang="zh-CN" altLang="en-US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ID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 </a:t>
            </a:r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)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 </a:t>
            </a:r>
            <a:r>
              <a:rPr lang="en-US" altLang="zh-CN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ID =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 expr </a:t>
            </a:r>
            <a:r>
              <a:rPr lang="en-US" altLang="zh-CN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;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  <a:sym typeface="方正书宋_GBK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_GB2312"/>
                <a:sym typeface="方正书宋_GBK"/>
              </a:rPr>
              <a:t>  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 </a:t>
            </a:r>
            <a:r>
              <a:rPr lang="de-DE" altLang="en-US" sz="2400" b="1">
                <a:solidFill>
                  <a:schemeClr val="tx1"/>
                </a:solidFill>
                <a:ea typeface="宋体" panose="02010600030101010101" pitchFamily="2" charset="-122"/>
                <a:sym typeface="方正书宋_GBK"/>
              </a:rPr>
              <a:t>⇒</a:t>
            </a:r>
            <a:r>
              <a:rPr lang="en-US" altLang="zh-CN" sz="2400">
                <a:latin typeface="Times New Roman" panose="02020603050405020304" pitchFamily="18" charset="0"/>
                <a:ea typeface="楷体_GB2312"/>
                <a:sym typeface="方正书宋_GBK"/>
              </a:rPr>
              <a:t> </a:t>
            </a:r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WHILE (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 </a:t>
            </a:r>
            <a:r>
              <a:rPr lang="zh-CN" altLang="en-US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ID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 </a:t>
            </a:r>
            <a:r>
              <a:rPr lang="en-US" altLang="zh-CN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&lt;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 </a:t>
            </a:r>
            <a:r>
              <a:rPr lang="zh-CN" altLang="en-US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ID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 </a:t>
            </a:r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)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方正书宋_GBK"/>
              </a:rPr>
              <a:t> </a:t>
            </a:r>
            <a:r>
              <a:rPr lang="en-US" altLang="zh-CN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ID =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 primary_expr </a:t>
            </a:r>
            <a:r>
              <a:rPr lang="en-US" altLang="zh-CN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+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 expr </a:t>
            </a:r>
            <a:r>
              <a:rPr lang="en-US" altLang="zh-CN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;</a:t>
            </a:r>
            <a:endParaRPr lang="zh-CN" altLang="en-US" sz="2400" b="1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308227" name="Footer Placeholder 5"/>
          <p:cNvSpPr txBox="1">
            <a:spLocks noGrp="1" noChangeArrowheads="1"/>
          </p:cNvSpPr>
          <p:nvPr/>
        </p:nvSpPr>
        <p:spPr bwMode="auto">
          <a:xfrm>
            <a:off x="3448050" y="6886575"/>
            <a:ext cx="3194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9pPr>
          </a:lstStyle>
          <a:p>
            <a:pPr algn="ctr" eaLnBrk="1">
              <a:lnSpc>
                <a:spcPct val="116000"/>
              </a:lnSpc>
              <a:buFont typeface="Arial" panose="020B0604020202020204" pitchFamily="34" charset="0"/>
              <a:buNone/>
            </a:pPr>
            <a:endParaRPr lang="en-GB" altLang="en-US" sz="10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08228" name="Slide Number Placeholder 6"/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1pPr>
            <a:lvl2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2pPr>
            <a:lvl3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3pPr>
            <a:lvl4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4pPr>
            <a:lvl5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9pPr>
          </a:lstStyle>
          <a:p>
            <a:pPr algn="r" eaLnBrk="1">
              <a:lnSpc>
                <a:spcPct val="116000"/>
              </a:lnSpc>
              <a:buFont typeface="Arial" panose="020B0604020202020204" pitchFamily="34" charset="0"/>
              <a:buNone/>
            </a:pPr>
            <a:fld id="{7B3C7F26-62D1-4BD5-8C9E-4E040AA6533A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Arial" panose="020B0604020202020204" pitchFamily="34" charset="0"/>
                <a:buNone/>
              </a:pPr>
              <a:t>10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08229" name="Title 10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ea typeface="楷体_GB2312"/>
              </a:rPr>
              <a:t>语法分析</a:t>
            </a:r>
          </a:p>
        </p:txBody>
      </p:sp>
      <p:sp>
        <p:nvSpPr>
          <p:cNvPr id="308230" name="日期占位符 7"/>
          <p:cNvSpPr txBox="1">
            <a:spLocks noGrp="1" noChangeArrowheads="1"/>
          </p:cNvSpPr>
          <p:nvPr/>
        </p:nvSpPr>
        <p:spPr bwMode="auto">
          <a:xfrm>
            <a:off x="144463" y="6886575"/>
            <a:ext cx="30940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9pPr>
          </a:lstStyle>
          <a:p>
            <a:pPr eaLnBrk="1">
              <a:lnSpc>
                <a:spcPct val="116000"/>
              </a:lnSpc>
              <a:buFont typeface="Arial" panose="020B0604020202020204" pitchFamily="34" charset="0"/>
              <a:buNone/>
            </a:pPr>
            <a:endParaRPr lang="en-GB" altLang="en-US" sz="10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08231" name="Text Box 4"/>
          <p:cNvSpPr txBox="1">
            <a:spLocks noChangeArrowheads="1"/>
          </p:cNvSpPr>
          <p:nvPr/>
        </p:nvSpPr>
        <p:spPr bwMode="auto">
          <a:xfrm>
            <a:off x="7488238" y="2581275"/>
            <a:ext cx="2368550" cy="226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67680" rIns="90000" bIns="45000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9pPr>
          </a:lstStyle>
          <a:p>
            <a:pPr eaLnBrk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while (a &lt; b)</a:t>
            </a:r>
          </a:p>
          <a:p>
            <a:pPr eaLnBrk="1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   a = a + 1;</a:t>
            </a:r>
          </a:p>
          <a:p>
            <a:pPr eaLnBrk="1">
              <a:lnSpc>
                <a:spcPct val="95000"/>
              </a:lnSpc>
              <a:buFont typeface="Arial" panose="020B0604020202020204" pitchFamily="34" charset="0"/>
              <a:buNone/>
            </a:pP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TextBox 13"/>
          <p:cNvSpPr txBox="1">
            <a:spLocks noChangeArrowheads="1"/>
          </p:cNvSpPr>
          <p:nvPr/>
        </p:nvSpPr>
        <p:spPr bwMode="auto">
          <a:xfrm>
            <a:off x="47625" y="104775"/>
            <a:ext cx="5281613" cy="1635125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31800" indent="-32385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9pPr>
          </a:lstStyle>
          <a:p>
            <a:pPr eaLnBrk="1">
              <a:lnSpc>
                <a:spcPct val="85000"/>
              </a:lnSpc>
              <a:buFont typeface="StarSymbol" charset="0"/>
              <a:buNone/>
            </a:pP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stmt  →  while_stmt | assign_stmt</a:t>
            </a:r>
          </a:p>
          <a:p>
            <a:pPr eaLnBrk="1">
              <a:lnSpc>
                <a:spcPct val="85000"/>
              </a:lnSpc>
              <a:buFont typeface="StarSymbol" charset="0"/>
              <a:buNone/>
            </a:pP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while_stmt → </a:t>
            </a:r>
            <a:r>
              <a:rPr lang="en-US" altLang="zh-CN" sz="20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WHILE (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 bool_expr </a:t>
            </a:r>
            <a:r>
              <a:rPr lang="en-US" altLang="zh-CN" sz="20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)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 stmt</a:t>
            </a:r>
          </a:p>
          <a:p>
            <a:pPr eaLnBrk="1">
              <a:lnSpc>
                <a:spcPct val="85000"/>
              </a:lnSpc>
              <a:buFont typeface="StarSymbol" charset="0"/>
              <a:buNone/>
            </a:pP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assign_stmt  → </a:t>
            </a:r>
            <a:r>
              <a:rPr lang="en-US" altLang="zh-CN" sz="20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ID =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 expr </a:t>
            </a:r>
            <a:r>
              <a:rPr lang="en-US" altLang="zh-CN" sz="20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;</a:t>
            </a:r>
          </a:p>
          <a:p>
            <a:pPr eaLnBrk="1">
              <a:lnSpc>
                <a:spcPct val="85000"/>
              </a:lnSpc>
              <a:buFont typeface="StarSymbol" charset="0"/>
              <a:buNone/>
            </a:pP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primary_expr  → </a:t>
            </a:r>
            <a:r>
              <a:rPr lang="en-US" altLang="zh-CN" sz="20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ID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  |  </a:t>
            </a:r>
            <a:r>
              <a:rPr lang="en-US" altLang="zh-CN" sz="20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NUMBER</a:t>
            </a:r>
          </a:p>
          <a:p>
            <a:pPr eaLnBrk="1">
              <a:lnSpc>
                <a:spcPct val="85000"/>
              </a:lnSpc>
              <a:buFont typeface="StarSymbol" charset="0"/>
              <a:buNone/>
            </a:pPr>
            <a:endParaRPr lang="en-US" altLang="zh-CN" sz="2000" b="1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  <a:sym typeface="方正书宋_GBK"/>
            </a:endParaRPr>
          </a:p>
          <a:p>
            <a:pPr eaLnBrk="1">
              <a:lnSpc>
                <a:spcPct val="85000"/>
              </a:lnSpc>
              <a:buFont typeface="StarSymbol" charset="0"/>
              <a:buNone/>
            </a:pPr>
            <a:endParaRPr lang="en-US" altLang="zh-CN" sz="2000" b="1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  <a:sym typeface="方正书宋_GBK"/>
            </a:endParaRPr>
          </a:p>
        </p:txBody>
      </p:sp>
      <p:sp>
        <p:nvSpPr>
          <p:cNvPr id="3" name="TextBox 13"/>
          <p:cNvSpPr txBox="1">
            <a:spLocks noChangeArrowheads="1"/>
          </p:cNvSpPr>
          <p:nvPr/>
        </p:nvSpPr>
        <p:spPr bwMode="auto">
          <a:xfrm>
            <a:off x="5448300" y="88900"/>
            <a:ext cx="4492625" cy="16621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31800" indent="-32385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9pPr>
          </a:lstStyle>
          <a:p>
            <a:pPr eaLnBrk="1">
              <a:lnSpc>
                <a:spcPct val="85000"/>
              </a:lnSpc>
              <a:buFont typeface="StarSymbol" charset="0"/>
              <a:buNone/>
            </a:pP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bool_expr  → expr </a:t>
            </a:r>
            <a:r>
              <a:rPr lang="en-US" altLang="zh-CN" sz="20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&gt;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 expr  </a:t>
            </a:r>
          </a:p>
          <a:p>
            <a:pPr eaLnBrk="1">
              <a:lnSpc>
                <a:spcPct val="85000"/>
              </a:lnSpc>
              <a:buFont typeface="StarSymbol" charset="0"/>
              <a:buNone/>
            </a:pP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           |  expr </a:t>
            </a:r>
            <a:r>
              <a:rPr lang="en-US" altLang="zh-CN" sz="20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&lt;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 expr  </a:t>
            </a:r>
          </a:p>
          <a:p>
            <a:pPr eaLnBrk="1">
              <a:lnSpc>
                <a:spcPct val="85000"/>
              </a:lnSpc>
              <a:buFont typeface="StarSymbol" charset="0"/>
              <a:buNone/>
            </a:pP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           |  expr </a:t>
            </a:r>
            <a:r>
              <a:rPr lang="en-US" altLang="zh-CN" sz="20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==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 expr</a:t>
            </a:r>
          </a:p>
          <a:p>
            <a:pPr eaLnBrk="1">
              <a:lnSpc>
                <a:spcPct val="85000"/>
              </a:lnSpc>
              <a:buFont typeface="StarSymbol" charset="0"/>
              <a:buNone/>
            </a:pP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expr → primary_expr </a:t>
            </a:r>
          </a:p>
          <a:p>
            <a:pPr eaLnBrk="1">
              <a:lnSpc>
                <a:spcPct val="85000"/>
              </a:lnSpc>
              <a:buFont typeface="StarSymbol" charset="0"/>
              <a:buNone/>
            </a:pP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     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|  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primary_expr </a:t>
            </a:r>
            <a:r>
              <a:rPr lang="en-US" altLang="zh-CN" sz="20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+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 expr </a:t>
            </a:r>
          </a:p>
          <a:p>
            <a:pPr eaLnBrk="1">
              <a:lnSpc>
                <a:spcPct val="85000"/>
              </a:lnSpc>
              <a:buFont typeface="StarSymbol" charset="0"/>
              <a:buNone/>
            </a:pP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     |  primary_expr </a:t>
            </a:r>
            <a:r>
              <a:rPr lang="en-US" altLang="zh-CN" sz="20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-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方正书宋_GBK"/>
              </a:rPr>
              <a:t> expr</a:t>
            </a:r>
            <a:endParaRPr lang="en-US" altLang="zh-CN" sz="2000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sym typeface="方正书宋_GBK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1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15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15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15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15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15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15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150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Date Placeholder 1"/>
          <p:cNvSpPr txBox="1">
            <a:spLocks noGrp="1" noChangeArrowheads="1"/>
          </p:cNvSpPr>
          <p:nvPr/>
        </p:nvSpPr>
        <p:spPr bwMode="auto">
          <a:xfrm>
            <a:off x="144463" y="6886575"/>
            <a:ext cx="30940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eaLnBrk="1">
              <a:lnSpc>
                <a:spcPct val="116000"/>
              </a:lnSpc>
              <a:buFont typeface="Times New Roman" panose="02020603050405020304" pitchFamily="18" charset="0"/>
              <a:buNone/>
            </a:pPr>
            <a:endParaRPr lang="en-GB" altLang="en-US" sz="10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07203" name="Footer Placeholder 2"/>
          <p:cNvSpPr txBox="1">
            <a:spLocks noGrp="1" noChangeArrowheads="1"/>
          </p:cNvSpPr>
          <p:nvPr/>
        </p:nvSpPr>
        <p:spPr bwMode="auto">
          <a:xfrm>
            <a:off x="3448050" y="6886575"/>
            <a:ext cx="3194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9pPr>
          </a:lstStyle>
          <a:p>
            <a:pPr algn="ct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endParaRPr lang="en-GB" altLang="en-US" sz="10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07204" name="Slide Number Placeholder 3"/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56BA1F97-7A05-4AB9-817B-9CB86B4CC6BD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11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07205" name="Rectangle 2"/>
          <p:cNvSpPr txBox="1">
            <a:spLocks noChangeArrowheads="1"/>
          </p:cNvSpPr>
          <p:nvPr/>
        </p:nvSpPr>
        <p:spPr bwMode="auto">
          <a:xfrm>
            <a:off x="503238" y="301625"/>
            <a:ext cx="7847012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10000"/>
              </a:lnSpc>
              <a:buFont typeface="Times New Roman" panose="02020603050405020304" pitchFamily="18" charset="0"/>
              <a:buNone/>
            </a:pPr>
            <a:r>
              <a:rPr lang="zh-CN" altLang="en-US" sz="4000">
                <a:latin typeface="宋体" panose="02010600030101010101" pitchFamily="2" charset="-122"/>
                <a:ea typeface="微软雅黑" panose="020B0503020204020204" pitchFamily="34" charset="-122"/>
              </a:rPr>
              <a:t>自上而下的分析法</a:t>
            </a:r>
          </a:p>
        </p:txBody>
      </p:sp>
      <p:sp>
        <p:nvSpPr>
          <p:cNvPr id="9222" name="Rectangle 3"/>
          <p:cNvSpPr txBox="1">
            <a:spLocks noChangeArrowheads="1"/>
          </p:cNvSpPr>
          <p:nvPr/>
        </p:nvSpPr>
        <p:spPr bwMode="auto">
          <a:xfrm>
            <a:off x="503238" y="1376363"/>
            <a:ext cx="9069387" cy="496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5000"/>
              </a:lnSpc>
              <a:spcAft>
                <a:spcPts val="1413"/>
              </a:spcAft>
              <a:buFont typeface="Times New Roman" panose="02020603050405020304" pitchFamily="18" charset="0"/>
              <a:buNone/>
            </a:pPr>
            <a:r>
              <a:rPr lang="zh-CN" altLang="en-US" sz="4000" b="1" dirty="0">
                <a:latin typeface="楷体_GB2312"/>
                <a:ea typeface="楷体_GB2312"/>
                <a:cs typeface="楷体_GB2312"/>
              </a:rPr>
              <a:t>自上而下语法分析</a:t>
            </a:r>
            <a:endParaRPr lang="en-US" altLang="zh-CN" sz="4000" b="1" dirty="0"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5000"/>
              </a:lnSpc>
              <a:spcAft>
                <a:spcPts val="1413"/>
              </a:spcAft>
              <a:buFont typeface="Times New Roman" panose="02020603050405020304" pitchFamily="18" charset="0"/>
              <a:buNone/>
            </a:pPr>
            <a:r>
              <a:rPr lang="zh-CN" altLang="en-US" sz="4000" b="1" dirty="0">
                <a:latin typeface="楷体_GB2312"/>
                <a:ea typeface="楷体_GB2312"/>
                <a:cs typeface="楷体_GB2312"/>
              </a:rPr>
              <a:t>    从开始符号</a:t>
            </a:r>
            <a:r>
              <a:rPr lang="en-US" altLang="zh-CN" sz="4000" b="1" dirty="0">
                <a:latin typeface="楷体_GB2312"/>
                <a:ea typeface="楷体_GB2312"/>
                <a:cs typeface="楷体_GB2312"/>
              </a:rPr>
              <a:t>S</a:t>
            </a:r>
            <a:r>
              <a:rPr lang="zh-CN" altLang="en-US" sz="4000" b="1" dirty="0">
                <a:latin typeface="楷体_GB2312"/>
                <a:ea typeface="楷体_GB2312"/>
                <a:cs typeface="楷体_GB2312"/>
              </a:rPr>
              <a:t>开始</a:t>
            </a:r>
            <a:endParaRPr lang="en-US" altLang="zh-CN" sz="4000" b="1" dirty="0"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5000"/>
              </a:lnSpc>
              <a:spcAft>
                <a:spcPts val="1413"/>
              </a:spcAft>
              <a:buFont typeface="Times New Roman" panose="02020603050405020304" pitchFamily="18" charset="0"/>
              <a:buNone/>
            </a:pPr>
            <a:r>
              <a:rPr lang="en-US" altLang="zh-CN" sz="4000" b="1" dirty="0">
                <a:latin typeface="楷体_GB2312"/>
                <a:ea typeface="楷体_GB2312"/>
                <a:cs typeface="楷体_GB2312"/>
              </a:rPr>
              <a:t>    </a:t>
            </a:r>
            <a:r>
              <a:rPr lang="zh-CN" altLang="en-US" sz="4000" b="1" dirty="0">
                <a:latin typeface="楷体_GB2312"/>
                <a:ea typeface="楷体_GB2312"/>
                <a:cs typeface="楷体_GB2312"/>
              </a:rPr>
              <a:t>对每个源程序</a:t>
            </a:r>
            <a:endParaRPr lang="en-US" altLang="zh-CN" sz="4000" b="1" dirty="0"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5000"/>
              </a:lnSpc>
              <a:spcAft>
                <a:spcPts val="1413"/>
              </a:spcAft>
              <a:buFont typeface="Times New Roman" panose="02020603050405020304" pitchFamily="18" charset="0"/>
              <a:buNone/>
            </a:pPr>
            <a:r>
              <a:rPr lang="en-US" altLang="zh-CN" sz="4000" b="1" dirty="0">
                <a:latin typeface="楷体_GB2312"/>
                <a:ea typeface="楷体_GB2312"/>
                <a:cs typeface="楷体_GB2312"/>
              </a:rPr>
              <a:t>        </a:t>
            </a:r>
            <a:r>
              <a:rPr lang="zh-CN" altLang="en-US" sz="4000" b="1" dirty="0">
                <a:latin typeface="楷体_GB2312"/>
                <a:ea typeface="楷体_GB2312"/>
                <a:cs typeface="楷体_GB2312"/>
              </a:rPr>
              <a:t>如何找出相应的推导序列？</a:t>
            </a:r>
          </a:p>
          <a:p>
            <a:pPr eaLnBrk="1" hangingPunct="1">
              <a:lnSpc>
                <a:spcPct val="95000"/>
              </a:lnSpc>
              <a:spcAft>
                <a:spcPts val="1413"/>
              </a:spcAft>
              <a:buFont typeface="Times New Roman" panose="02020603050405020304" pitchFamily="18" charset="0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        </a:t>
            </a:r>
            <a:endParaRPr lang="en-US" altLang="zh-CN" sz="4000" b="1" dirty="0">
              <a:solidFill>
                <a:srgbClr val="FF0000"/>
              </a:solidFill>
              <a:latin typeface="楷体_GB2312"/>
              <a:ea typeface="楷体_GB231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2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2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Date Placeholder 1"/>
          <p:cNvSpPr txBox="1">
            <a:spLocks noGrp="1" noChangeArrowheads="1"/>
          </p:cNvSpPr>
          <p:nvPr/>
        </p:nvSpPr>
        <p:spPr bwMode="auto">
          <a:xfrm>
            <a:off x="144463" y="6886575"/>
            <a:ext cx="30940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eaLnBrk="1">
              <a:lnSpc>
                <a:spcPct val="116000"/>
              </a:lnSpc>
              <a:buFont typeface="Times New Roman" panose="02020603050405020304" pitchFamily="18" charset="0"/>
              <a:buNone/>
            </a:pPr>
            <a:endParaRPr lang="en-GB" altLang="en-US" sz="10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09251" name="Footer Placeholder 2"/>
          <p:cNvSpPr txBox="1">
            <a:spLocks noGrp="1" noChangeArrowheads="1"/>
          </p:cNvSpPr>
          <p:nvPr/>
        </p:nvSpPr>
        <p:spPr bwMode="auto">
          <a:xfrm>
            <a:off x="3448050" y="6886575"/>
            <a:ext cx="3194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9pPr>
          </a:lstStyle>
          <a:p>
            <a:pPr algn="ct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endParaRPr lang="en-GB" altLang="en-US" sz="10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09252" name="Slide Number Placeholder 3"/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A1B473C8-75F9-4EEB-AD54-0A336D326EDF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12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09253" name="Rectangle 2"/>
          <p:cNvSpPr txBox="1">
            <a:spLocks noChangeArrowheads="1"/>
          </p:cNvSpPr>
          <p:nvPr/>
        </p:nvSpPr>
        <p:spPr bwMode="auto">
          <a:xfrm>
            <a:off x="503238" y="301625"/>
            <a:ext cx="7847012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10000"/>
              </a:lnSpc>
              <a:buFont typeface="Times New Roman" panose="02020603050405020304" pitchFamily="18" charset="0"/>
              <a:buNone/>
            </a:pPr>
            <a:r>
              <a:rPr lang="zh-CN" altLang="en-US" sz="4000">
                <a:latin typeface="宋体" panose="02010600030101010101" pitchFamily="2" charset="-122"/>
                <a:ea typeface="微软雅黑" panose="020B0503020204020204" pitchFamily="34" charset="-122"/>
              </a:rPr>
              <a:t>自上而下的分析法</a:t>
            </a:r>
          </a:p>
        </p:txBody>
      </p:sp>
      <p:sp>
        <p:nvSpPr>
          <p:cNvPr id="11270" name="Rectangle 3"/>
          <p:cNvSpPr txBox="1">
            <a:spLocks noChangeArrowheads="1"/>
          </p:cNvSpPr>
          <p:nvPr/>
        </p:nvSpPr>
        <p:spPr bwMode="auto">
          <a:xfrm>
            <a:off x="246063" y="4229100"/>
            <a:ext cx="9069387" cy="333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5000"/>
              </a:lnSpc>
              <a:spcAft>
                <a:spcPts val="1413"/>
              </a:spcAft>
              <a:buFont typeface="Times New Roman" panose="02020603050405020304" pitchFamily="18" charset="0"/>
              <a:buNone/>
            </a:pPr>
            <a:r>
              <a:rPr lang="zh-CN" altLang="en-US" sz="3200" b="1">
                <a:latin typeface="楷体_GB2312"/>
                <a:ea typeface="楷体_GB2312"/>
                <a:cs typeface="楷体_GB2312"/>
              </a:rPr>
              <a:t>一种方法：</a:t>
            </a:r>
            <a:endParaRPr lang="en-US" altLang="zh-CN" sz="3200" b="1"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5000"/>
              </a:lnSpc>
              <a:spcAft>
                <a:spcPts val="1413"/>
              </a:spcAft>
              <a:buFont typeface="Times New Roman" panose="02020603050405020304" pitchFamily="18" charset="0"/>
              <a:buNone/>
            </a:pPr>
            <a:r>
              <a:rPr lang="zh-CN" altLang="en-US" sz="3200" b="1">
                <a:latin typeface="楷体_GB2312"/>
                <a:ea typeface="楷体_GB2312"/>
                <a:cs typeface="楷体_GB2312"/>
              </a:rPr>
              <a:t>语法分析</a:t>
            </a:r>
            <a:r>
              <a:rPr lang="en-US" altLang="zh-CN" sz="3200" b="1">
                <a:latin typeface="楷体_GB2312"/>
                <a:ea typeface="楷体_GB2312"/>
                <a:cs typeface="楷体_GB2312"/>
              </a:rPr>
              <a:t>&lt;==&gt;</a:t>
            </a:r>
            <a:r>
              <a:rPr lang="zh-CN" altLang="en-US" sz="3200" b="1">
                <a:latin typeface="楷体_GB2312"/>
                <a:ea typeface="楷体_GB2312"/>
                <a:cs typeface="楷体_GB2312"/>
              </a:rPr>
              <a:t>对</a:t>
            </a:r>
            <a:r>
              <a:rPr lang="zh-CN" altLang="en-US" sz="32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图的搜索</a:t>
            </a:r>
            <a:endParaRPr lang="en-US" altLang="zh-CN" sz="3200" b="1">
              <a:solidFill>
                <a:srgbClr val="FF0000"/>
              </a:solidFill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5000"/>
              </a:lnSpc>
              <a:spcAft>
                <a:spcPts val="1413"/>
              </a:spcAft>
              <a:buFont typeface="Times New Roman" panose="02020603050405020304" pitchFamily="18" charset="0"/>
              <a:buNone/>
            </a:pPr>
            <a:r>
              <a:rPr lang="zh-CN" altLang="en-US" sz="3200" b="1">
                <a:latin typeface="楷体_GB2312"/>
                <a:ea typeface="楷体_GB2312"/>
                <a:cs typeface="楷体_GB2312"/>
              </a:rPr>
              <a:t>    图的节点为句型</a:t>
            </a:r>
            <a:endParaRPr lang="en-US" altLang="zh-CN" sz="3200" b="1"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5000"/>
              </a:lnSpc>
              <a:spcAft>
                <a:spcPts val="1413"/>
              </a:spcAft>
              <a:buFont typeface="Times New Roman" panose="02020603050405020304" pitchFamily="18" charset="0"/>
              <a:buNone/>
            </a:pPr>
            <a:r>
              <a:rPr lang="zh-CN" altLang="en-US" sz="3200" b="1">
                <a:latin typeface="楷体_GB2312"/>
                <a:ea typeface="楷体_GB2312"/>
                <a:cs typeface="楷体_GB2312"/>
              </a:rPr>
              <a:t>    从节点</a:t>
            </a:r>
            <a:r>
              <a:rPr lang="el-GR" altLang="en-US" sz="3200" b="1">
                <a:latin typeface="Times New Roman" panose="02020603050405020304" pitchFamily="18" charset="0"/>
                <a:ea typeface="楷体_GB2312"/>
                <a:cs typeface="楷体_GB2312"/>
              </a:rPr>
              <a:t>α</a:t>
            </a:r>
            <a:r>
              <a:rPr lang="zh-CN" altLang="en-US" sz="3200" b="1">
                <a:latin typeface="楷体_GB2312"/>
                <a:ea typeface="楷体_GB2312"/>
                <a:cs typeface="楷体_GB2312"/>
              </a:rPr>
              <a:t>到节点</a:t>
            </a:r>
            <a:r>
              <a:rPr lang="el-GR" altLang="en-US" sz="3200" b="1">
                <a:latin typeface="Times New Roman" panose="02020603050405020304" pitchFamily="18" charset="0"/>
                <a:ea typeface="楷体_GB2312"/>
                <a:cs typeface="楷体_GB2312"/>
              </a:rPr>
              <a:t>β</a:t>
            </a:r>
            <a:r>
              <a:rPr lang="zh-CN" altLang="en-US" sz="3200" b="1">
                <a:latin typeface="楷体_GB2312"/>
                <a:ea typeface="楷体_GB2312"/>
                <a:cs typeface="楷体_GB2312"/>
              </a:rPr>
              <a:t>有条边</a:t>
            </a:r>
            <a:endParaRPr lang="en-US" altLang="zh-CN" sz="3200" b="1"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5000"/>
              </a:lnSpc>
              <a:spcAft>
                <a:spcPts val="1413"/>
              </a:spcAft>
              <a:buFont typeface="Times New Roman" panose="02020603050405020304" pitchFamily="18" charset="0"/>
              <a:buNone/>
            </a:pPr>
            <a:r>
              <a:rPr lang="en-US" altLang="zh-CN" sz="3200" b="1">
                <a:latin typeface="楷体_GB2312"/>
                <a:ea typeface="楷体_GB2312"/>
                <a:cs typeface="楷体_GB2312"/>
              </a:rPr>
              <a:t>       </a:t>
            </a:r>
            <a:r>
              <a:rPr lang="zh-CN" altLang="en-US" sz="32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当且仅当</a:t>
            </a:r>
            <a:r>
              <a:rPr lang="en-US" altLang="zh-CN" sz="3200" b="1">
                <a:latin typeface="楷体_GB2312"/>
                <a:ea typeface="楷体_GB2312"/>
                <a:cs typeface="楷体_GB2312"/>
              </a:rPr>
              <a:t> </a:t>
            </a:r>
            <a:r>
              <a:rPr lang="el-GR" altLang="en-US" sz="3200" b="1">
                <a:latin typeface="Times New Roman" panose="02020603050405020304" pitchFamily="18" charset="0"/>
                <a:ea typeface="楷体_GB2312"/>
                <a:cs typeface="楷体_GB2312"/>
              </a:rPr>
              <a:t>α</a:t>
            </a:r>
            <a:r>
              <a:rPr lang="en-US" altLang="zh-CN" sz="3200" b="1">
                <a:latin typeface="楷体_GB2312"/>
                <a:ea typeface="楷体_GB2312"/>
                <a:cs typeface="楷体_GB2312"/>
              </a:rPr>
              <a:t> </a:t>
            </a:r>
            <a:r>
              <a:rPr lang="zh-CN" altLang="en-US" sz="3200" b="1">
                <a:latin typeface="楷体_GB2312"/>
                <a:ea typeface="楷体_GB2312"/>
                <a:cs typeface="楷体_GB2312"/>
              </a:rPr>
              <a:t>→</a:t>
            </a:r>
            <a:r>
              <a:rPr lang="en-US" altLang="zh-CN" sz="3200" b="1">
                <a:latin typeface="楷体_GB2312"/>
                <a:ea typeface="楷体_GB2312"/>
                <a:cs typeface="楷体_GB2312"/>
              </a:rPr>
              <a:t> </a:t>
            </a:r>
            <a:r>
              <a:rPr lang="el-GR" altLang="en-US" sz="3200" b="1">
                <a:latin typeface="Times New Roman" panose="02020603050405020304" pitchFamily="18" charset="0"/>
                <a:ea typeface="楷体_GB2312"/>
                <a:cs typeface="楷体_GB2312"/>
              </a:rPr>
              <a:t>β</a:t>
            </a:r>
          </a:p>
        </p:txBody>
      </p:sp>
      <p:sp>
        <p:nvSpPr>
          <p:cNvPr id="7" name="Rectangle 5"/>
          <p:cNvSpPr txBox="1">
            <a:spLocks noChangeArrowheads="1"/>
          </p:cNvSpPr>
          <p:nvPr/>
        </p:nvSpPr>
        <p:spPr>
          <a:xfrm>
            <a:off x="236538" y="1436688"/>
            <a:ext cx="9617075" cy="435133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buClr>
                <a:srgbClr val="4F81BD"/>
              </a:buClr>
              <a:defRPr/>
            </a:pPr>
            <a:r>
              <a:rPr lang="zh-CN" altLang="en-US" sz="32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</a:rPr>
              <a:t>基本思想</a:t>
            </a:r>
            <a:endParaRPr lang="en-US" altLang="zh-CN" sz="3200" b="1" dirty="0">
              <a:solidFill>
                <a:sysClr val="windowText" lastClr="000000">
                  <a:lumMod val="75000"/>
                  <a:lumOff val="25000"/>
                </a:sysClr>
              </a:solidFill>
              <a:latin typeface="+mj-ea"/>
              <a:ea typeface="+mj-ea"/>
            </a:endParaRPr>
          </a:p>
          <a:p>
            <a:pPr lvl="1" fontAlgn="auto">
              <a:buClr>
                <a:srgbClr val="4F81BD"/>
              </a:buClr>
              <a:defRPr/>
            </a:pPr>
            <a:r>
              <a:rPr lang="zh-CN" altLang="en-US" sz="28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</a:rPr>
              <a:t>从文法的开始符号出发，向下推导，推出句子</a:t>
            </a:r>
          </a:p>
          <a:p>
            <a:pPr lvl="1" fontAlgn="auto">
              <a:buClr>
                <a:srgbClr val="4F81BD"/>
              </a:buClr>
              <a:defRPr/>
            </a:pPr>
            <a:r>
              <a:rPr lang="zh-CN" altLang="en-US" sz="28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</a:rPr>
              <a:t>针对输入串，试图用一切可能的办法，从文法开始符号</a:t>
            </a:r>
            <a:r>
              <a:rPr lang="en-US" altLang="zh-CN" sz="28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</a:rPr>
              <a:t>(</a:t>
            </a:r>
            <a:r>
              <a:rPr lang="zh-CN" altLang="en-US" sz="28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</a:rPr>
              <a:t>根结点</a:t>
            </a:r>
            <a:r>
              <a:rPr lang="en-US" altLang="zh-CN" sz="28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</a:rPr>
              <a:t>)</a:t>
            </a:r>
            <a:r>
              <a:rPr lang="zh-CN" altLang="en-US" sz="28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</a:rPr>
              <a:t>出发，自上而下地为输入串建立一棵语法树</a:t>
            </a:r>
            <a:endParaRPr lang="en-US" altLang="zh-CN" sz="2800" b="1" dirty="0">
              <a:solidFill>
                <a:sysClr val="windowText" lastClr="000000">
                  <a:lumMod val="75000"/>
                  <a:lumOff val="25000"/>
                </a:sysClr>
              </a:solidFill>
              <a:latin typeface="+mj-ea"/>
              <a:ea typeface="+mj-ea"/>
            </a:endParaRPr>
          </a:p>
          <a:p>
            <a:pPr lvl="1" fontAlgn="auto">
              <a:buClr>
                <a:srgbClr val="4F81BD"/>
              </a:buClr>
              <a:defRPr/>
            </a:pPr>
            <a:r>
              <a:rPr lang="zh-CN" altLang="en-US" sz="28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</a:rPr>
              <a:t>为输入串找到一个最左推导（规范推导），构造语法树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2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2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12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bldLvl="2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Date Placeholder 1"/>
          <p:cNvSpPr txBox="1">
            <a:spLocks noGrp="1" noChangeArrowheads="1"/>
          </p:cNvSpPr>
          <p:nvPr/>
        </p:nvSpPr>
        <p:spPr bwMode="auto">
          <a:xfrm>
            <a:off x="144463" y="6886575"/>
            <a:ext cx="30940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eaLnBrk="1">
              <a:lnSpc>
                <a:spcPct val="116000"/>
              </a:lnSpc>
              <a:buFont typeface="Times New Roman" panose="02020603050405020304" pitchFamily="18" charset="0"/>
              <a:buNone/>
            </a:pPr>
            <a:endParaRPr lang="en-GB" altLang="en-US" sz="10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10275" name="Footer Placeholder 2"/>
          <p:cNvSpPr txBox="1">
            <a:spLocks noGrp="1" noChangeArrowheads="1"/>
          </p:cNvSpPr>
          <p:nvPr/>
        </p:nvSpPr>
        <p:spPr bwMode="auto">
          <a:xfrm>
            <a:off x="3448050" y="6886575"/>
            <a:ext cx="3194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9pPr>
          </a:lstStyle>
          <a:p>
            <a:pPr algn="ct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endParaRPr lang="en-GB" altLang="en-US" sz="10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10276" name="Slide Number Placeholder 3"/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83BE7AD5-3BE8-4D8A-BFED-2BCBBEDAA8E9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13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10277" name="Rectangle 2"/>
          <p:cNvSpPr txBox="1">
            <a:spLocks noChangeArrowheads="1"/>
          </p:cNvSpPr>
          <p:nvPr/>
        </p:nvSpPr>
        <p:spPr bwMode="auto">
          <a:xfrm>
            <a:off x="503238" y="301625"/>
            <a:ext cx="7847012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10000"/>
              </a:lnSpc>
              <a:buFont typeface="Times New Roman" panose="02020603050405020304" pitchFamily="18" charset="0"/>
              <a:buNone/>
            </a:pPr>
            <a:r>
              <a:rPr lang="zh-CN" altLang="en-US" sz="4000">
                <a:latin typeface="宋体" panose="02010600030101010101" pitchFamily="2" charset="-122"/>
                <a:ea typeface="微软雅黑" panose="020B0503020204020204" pitchFamily="34" charset="-122"/>
              </a:rPr>
              <a:t>自上而下的分析法</a:t>
            </a:r>
          </a:p>
        </p:txBody>
      </p:sp>
      <p:sp>
        <p:nvSpPr>
          <p:cNvPr id="310278" name="Rectangle 3"/>
          <p:cNvSpPr txBox="1">
            <a:spLocks noChangeArrowheads="1"/>
          </p:cNvSpPr>
          <p:nvPr/>
        </p:nvSpPr>
        <p:spPr bwMode="auto">
          <a:xfrm>
            <a:off x="503238" y="1214438"/>
            <a:ext cx="26924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3200" b="1">
                <a:solidFill>
                  <a:srgbClr val="FF00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3200" b="1">
                <a:ea typeface="宋体" panose="02010600030101010101" pitchFamily="2" charset="-122"/>
              </a:rPr>
              <a:t> → </a:t>
            </a:r>
            <a:r>
              <a:rPr lang="en-US" altLang="zh-CN" sz="3200" b="1">
                <a:solidFill>
                  <a:srgbClr val="FF0000"/>
                </a:solidFill>
                <a:ea typeface="宋体" panose="02010600030101010101" pitchFamily="2" charset="-122"/>
              </a:rPr>
              <a:t>T</a:t>
            </a:r>
          </a:p>
          <a:p>
            <a:pPr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3200" b="1">
                <a:solidFill>
                  <a:srgbClr val="FF00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3200" b="1">
                <a:ea typeface="宋体" panose="02010600030101010101" pitchFamily="2" charset="-122"/>
              </a:rPr>
              <a:t> → </a:t>
            </a:r>
            <a:r>
              <a:rPr lang="en-US" altLang="zh-CN" sz="3200" b="1">
                <a:solidFill>
                  <a:srgbClr val="FF0000"/>
                </a:solidFill>
                <a:ea typeface="宋体" panose="02010600030101010101" pitchFamily="2" charset="-122"/>
              </a:rPr>
              <a:t>T</a:t>
            </a:r>
            <a:r>
              <a:rPr lang="en-US" altLang="zh-CN" sz="3200" b="1">
                <a:ea typeface="宋体" panose="02010600030101010101" pitchFamily="2" charset="-122"/>
              </a:rPr>
              <a:t> + </a:t>
            </a:r>
            <a:r>
              <a:rPr lang="en-US" altLang="zh-CN" sz="3200" b="1">
                <a:solidFill>
                  <a:srgbClr val="FF0000"/>
                </a:solidFill>
                <a:ea typeface="宋体" panose="02010600030101010101" pitchFamily="2" charset="-122"/>
              </a:rPr>
              <a:t>E</a:t>
            </a:r>
          </a:p>
          <a:p>
            <a:pPr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3200" b="1">
                <a:solidFill>
                  <a:srgbClr val="FF0000"/>
                </a:solidFill>
                <a:ea typeface="宋体" panose="02010600030101010101" pitchFamily="2" charset="-122"/>
              </a:rPr>
              <a:t>T</a:t>
            </a:r>
            <a:r>
              <a:rPr lang="en-US" altLang="zh-CN" sz="3200" b="1">
                <a:ea typeface="宋体" panose="02010600030101010101" pitchFamily="2" charset="-122"/>
              </a:rPr>
              <a:t> → int</a:t>
            </a:r>
          </a:p>
          <a:p>
            <a:pPr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3200" b="1">
                <a:solidFill>
                  <a:srgbClr val="FF0000"/>
                </a:solidFill>
                <a:ea typeface="宋体" panose="02010600030101010101" pitchFamily="2" charset="-122"/>
              </a:rPr>
              <a:t>T</a:t>
            </a:r>
            <a:r>
              <a:rPr lang="en-US" altLang="zh-CN" sz="3200" b="1">
                <a:ea typeface="宋体" panose="02010600030101010101" pitchFamily="2" charset="-122"/>
              </a:rPr>
              <a:t> → (</a:t>
            </a:r>
            <a:r>
              <a:rPr lang="en-US" altLang="zh-CN" sz="3200" b="1">
                <a:solidFill>
                  <a:srgbClr val="FF00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3200" b="1">
                <a:ea typeface="宋体" panose="02010600030101010101" pitchFamily="2" charset="-122"/>
              </a:rPr>
              <a:t>)</a:t>
            </a:r>
          </a:p>
          <a:p>
            <a:pPr eaLnBrk="1" hangingPunct="1">
              <a:lnSpc>
                <a:spcPct val="95000"/>
              </a:lnSpc>
              <a:spcAft>
                <a:spcPts val="1413"/>
              </a:spcAft>
              <a:buFont typeface="Times New Roman" panose="02020603050405020304" pitchFamily="18" charset="0"/>
              <a:buNone/>
            </a:pPr>
            <a:endParaRPr lang="en-US" altLang="zh-CN" sz="3200" b="1">
              <a:ea typeface="宋体" panose="02010600030101010101" pitchFamily="2" charset="-122"/>
            </a:endParaRPr>
          </a:p>
        </p:txBody>
      </p:sp>
      <p:sp>
        <p:nvSpPr>
          <p:cNvPr id="12295" name="Rectangle 6"/>
          <p:cNvSpPr>
            <a:spLocks noChangeArrowheads="1"/>
          </p:cNvSpPr>
          <p:nvPr/>
        </p:nvSpPr>
        <p:spPr bwMode="auto">
          <a:xfrm>
            <a:off x="612775" y="3914775"/>
            <a:ext cx="539750" cy="541338"/>
          </a:xfrm>
          <a:prstGeom prst="rect">
            <a:avLst/>
          </a:prstGeom>
          <a:solidFill>
            <a:srgbClr val="A5A5E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新宋体" panose="02010609030101010101" pitchFamily="49" charset="-122"/>
              </a:rPr>
              <a:t>E</a:t>
            </a:r>
          </a:p>
        </p:txBody>
      </p:sp>
      <p:sp>
        <p:nvSpPr>
          <p:cNvPr id="12296" name="Rectangle 7"/>
          <p:cNvSpPr>
            <a:spLocks noChangeArrowheads="1"/>
          </p:cNvSpPr>
          <p:nvPr/>
        </p:nvSpPr>
        <p:spPr bwMode="auto">
          <a:xfrm>
            <a:off x="1665288" y="4724400"/>
            <a:ext cx="1079500" cy="541338"/>
          </a:xfrm>
          <a:prstGeom prst="rect">
            <a:avLst/>
          </a:prstGeom>
          <a:solidFill>
            <a:srgbClr val="A5A5E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新宋体" panose="02010609030101010101" pitchFamily="49" charset="-122"/>
              </a:rPr>
              <a:t>T+E</a:t>
            </a:r>
          </a:p>
        </p:txBody>
      </p:sp>
      <p:sp>
        <p:nvSpPr>
          <p:cNvPr id="12297" name="Rectangle 8"/>
          <p:cNvSpPr>
            <a:spLocks noChangeArrowheads="1"/>
          </p:cNvSpPr>
          <p:nvPr/>
        </p:nvSpPr>
        <p:spPr bwMode="auto">
          <a:xfrm>
            <a:off x="3240088" y="3194050"/>
            <a:ext cx="809625" cy="541338"/>
          </a:xfrm>
          <a:prstGeom prst="rect">
            <a:avLst/>
          </a:prstGeom>
          <a:solidFill>
            <a:srgbClr val="A5A5E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新宋体" panose="02010609030101010101" pitchFamily="49" charset="-122"/>
              </a:rPr>
              <a:t>(E)</a:t>
            </a:r>
          </a:p>
        </p:txBody>
      </p:sp>
      <p:sp>
        <p:nvSpPr>
          <p:cNvPr id="12298" name="Rectangle 9"/>
          <p:cNvSpPr>
            <a:spLocks noChangeArrowheads="1"/>
          </p:cNvSpPr>
          <p:nvPr/>
        </p:nvSpPr>
        <p:spPr bwMode="auto">
          <a:xfrm>
            <a:off x="1665288" y="3689350"/>
            <a:ext cx="539750" cy="541338"/>
          </a:xfrm>
          <a:prstGeom prst="rect">
            <a:avLst/>
          </a:prstGeom>
          <a:solidFill>
            <a:srgbClr val="A5A5E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新宋体" panose="02010609030101010101" pitchFamily="49" charset="-122"/>
              </a:rPr>
              <a:t>T</a:t>
            </a:r>
          </a:p>
        </p:txBody>
      </p:sp>
      <p:sp>
        <p:nvSpPr>
          <p:cNvPr id="12299" name="Rectangle 10"/>
          <p:cNvSpPr>
            <a:spLocks noChangeArrowheads="1"/>
          </p:cNvSpPr>
          <p:nvPr/>
        </p:nvSpPr>
        <p:spPr bwMode="auto">
          <a:xfrm>
            <a:off x="3240088" y="2295525"/>
            <a:ext cx="809625" cy="541338"/>
          </a:xfrm>
          <a:prstGeom prst="rect">
            <a:avLst/>
          </a:prstGeom>
          <a:solidFill>
            <a:srgbClr val="A5A5E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新宋体" panose="02010609030101010101" pitchFamily="49" charset="-122"/>
              </a:rPr>
              <a:t>int</a:t>
            </a:r>
          </a:p>
        </p:txBody>
      </p:sp>
      <p:sp>
        <p:nvSpPr>
          <p:cNvPr id="12300" name="Rectangle 11"/>
          <p:cNvSpPr>
            <a:spLocks noChangeArrowheads="1"/>
          </p:cNvSpPr>
          <p:nvPr/>
        </p:nvSpPr>
        <p:spPr bwMode="auto">
          <a:xfrm>
            <a:off x="3240088" y="5038725"/>
            <a:ext cx="1079500" cy="541338"/>
          </a:xfrm>
          <a:prstGeom prst="rect">
            <a:avLst/>
          </a:prstGeom>
          <a:solidFill>
            <a:srgbClr val="A5A5E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新宋体" panose="02010609030101010101" pitchFamily="49" charset="-122"/>
              </a:rPr>
              <a:t>T+T</a:t>
            </a:r>
          </a:p>
        </p:txBody>
      </p:sp>
      <p:sp>
        <p:nvSpPr>
          <p:cNvPr id="12301" name="Rectangle 12"/>
          <p:cNvSpPr>
            <a:spLocks noChangeArrowheads="1"/>
          </p:cNvSpPr>
          <p:nvPr/>
        </p:nvSpPr>
        <p:spPr bwMode="auto">
          <a:xfrm>
            <a:off x="5489575" y="2970213"/>
            <a:ext cx="1306513" cy="541337"/>
          </a:xfrm>
          <a:prstGeom prst="rect">
            <a:avLst/>
          </a:prstGeom>
          <a:solidFill>
            <a:srgbClr val="A5A5E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新宋体" panose="02010609030101010101" pitchFamily="49" charset="-122"/>
              </a:rPr>
              <a:t>(T+E)</a:t>
            </a:r>
          </a:p>
        </p:txBody>
      </p:sp>
      <p:sp>
        <p:nvSpPr>
          <p:cNvPr id="12302" name="Rectangle 13"/>
          <p:cNvSpPr>
            <a:spLocks noChangeArrowheads="1"/>
          </p:cNvSpPr>
          <p:nvPr/>
        </p:nvSpPr>
        <p:spPr bwMode="auto">
          <a:xfrm>
            <a:off x="5489575" y="1889125"/>
            <a:ext cx="811213" cy="541338"/>
          </a:xfrm>
          <a:prstGeom prst="rect">
            <a:avLst/>
          </a:prstGeom>
          <a:solidFill>
            <a:srgbClr val="A5A5E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新宋体" panose="02010609030101010101" pitchFamily="49" charset="-122"/>
              </a:rPr>
              <a:t>(T)</a:t>
            </a:r>
          </a:p>
        </p:txBody>
      </p:sp>
      <p:sp>
        <p:nvSpPr>
          <p:cNvPr id="12303" name="Rectangle 14"/>
          <p:cNvSpPr>
            <a:spLocks noChangeArrowheads="1"/>
          </p:cNvSpPr>
          <p:nvPr/>
        </p:nvSpPr>
        <p:spPr bwMode="auto">
          <a:xfrm>
            <a:off x="3240088" y="4184650"/>
            <a:ext cx="1620837" cy="541338"/>
          </a:xfrm>
          <a:prstGeom prst="rect">
            <a:avLst/>
          </a:prstGeom>
          <a:solidFill>
            <a:srgbClr val="A5A5E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新宋体" panose="02010609030101010101" pitchFamily="49" charset="-122"/>
              </a:rPr>
              <a:t>T+T+E</a:t>
            </a:r>
          </a:p>
        </p:txBody>
      </p:sp>
      <p:sp>
        <p:nvSpPr>
          <p:cNvPr id="12304" name="Rectangle 15"/>
          <p:cNvSpPr>
            <a:spLocks noChangeArrowheads="1"/>
          </p:cNvSpPr>
          <p:nvPr/>
        </p:nvSpPr>
        <p:spPr bwMode="auto">
          <a:xfrm>
            <a:off x="3240088" y="5983288"/>
            <a:ext cx="1260475" cy="541337"/>
          </a:xfrm>
          <a:prstGeom prst="rect">
            <a:avLst/>
          </a:prstGeom>
          <a:solidFill>
            <a:srgbClr val="A5A5E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新宋体" panose="02010609030101010101" pitchFamily="49" charset="-122"/>
              </a:rPr>
              <a:t>int+E</a:t>
            </a:r>
          </a:p>
        </p:txBody>
      </p:sp>
      <p:sp>
        <p:nvSpPr>
          <p:cNvPr id="12305" name="Rectangle 16"/>
          <p:cNvSpPr>
            <a:spLocks noChangeArrowheads="1"/>
          </p:cNvSpPr>
          <p:nvPr/>
        </p:nvSpPr>
        <p:spPr bwMode="auto">
          <a:xfrm>
            <a:off x="7650163" y="1349375"/>
            <a:ext cx="990600" cy="541338"/>
          </a:xfrm>
          <a:prstGeom prst="rect">
            <a:avLst/>
          </a:prstGeom>
          <a:solidFill>
            <a:srgbClr val="A5A5E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新宋体" panose="02010609030101010101" pitchFamily="49" charset="-122"/>
              </a:rPr>
              <a:t>(int)</a:t>
            </a:r>
          </a:p>
        </p:txBody>
      </p:sp>
      <p:sp>
        <p:nvSpPr>
          <p:cNvPr id="12306" name="Rectangle 17"/>
          <p:cNvSpPr>
            <a:spLocks noChangeArrowheads="1"/>
          </p:cNvSpPr>
          <p:nvPr/>
        </p:nvSpPr>
        <p:spPr bwMode="auto">
          <a:xfrm>
            <a:off x="7650163" y="2068513"/>
            <a:ext cx="1035050" cy="541337"/>
          </a:xfrm>
          <a:prstGeom prst="rect">
            <a:avLst/>
          </a:prstGeom>
          <a:solidFill>
            <a:srgbClr val="A5A5E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新宋体" panose="02010609030101010101" pitchFamily="49" charset="-122"/>
              </a:rPr>
              <a:t>((E))</a:t>
            </a:r>
          </a:p>
        </p:txBody>
      </p:sp>
      <p:sp>
        <p:nvSpPr>
          <p:cNvPr id="12307" name="Rectangle 18"/>
          <p:cNvSpPr>
            <a:spLocks noChangeArrowheads="1"/>
          </p:cNvSpPr>
          <p:nvPr/>
        </p:nvSpPr>
        <p:spPr bwMode="auto">
          <a:xfrm>
            <a:off x="5400675" y="4635500"/>
            <a:ext cx="1395413" cy="541338"/>
          </a:xfrm>
          <a:prstGeom prst="rect">
            <a:avLst/>
          </a:prstGeom>
          <a:solidFill>
            <a:srgbClr val="A5A5E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新宋体" panose="02010609030101010101" pitchFamily="49" charset="-122"/>
              </a:rPr>
              <a:t>T+(E)</a:t>
            </a:r>
          </a:p>
        </p:txBody>
      </p:sp>
      <p:cxnSp>
        <p:nvCxnSpPr>
          <p:cNvPr id="12308" name="Straight Arrow Connector 41"/>
          <p:cNvCxnSpPr>
            <a:cxnSpLocks noChangeShapeType="1"/>
            <a:stCxn id="12295" idx="3"/>
            <a:endCxn id="12298" idx="1"/>
          </p:cNvCxnSpPr>
          <p:nvPr/>
        </p:nvCxnSpPr>
        <p:spPr bwMode="auto">
          <a:xfrm flipV="1">
            <a:off x="1152525" y="3960813"/>
            <a:ext cx="512763" cy="223837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09" name="Straight Arrow Connector 41"/>
          <p:cNvCxnSpPr>
            <a:cxnSpLocks noChangeShapeType="1"/>
            <a:stCxn id="12295" idx="3"/>
            <a:endCxn id="12296" idx="1"/>
          </p:cNvCxnSpPr>
          <p:nvPr/>
        </p:nvCxnSpPr>
        <p:spPr bwMode="auto">
          <a:xfrm>
            <a:off x="1152525" y="4184650"/>
            <a:ext cx="512763" cy="811213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10" name="Straight Arrow Connector 41"/>
          <p:cNvCxnSpPr>
            <a:cxnSpLocks noChangeShapeType="1"/>
            <a:stCxn id="12298" idx="3"/>
            <a:endCxn id="12299" idx="1"/>
          </p:cNvCxnSpPr>
          <p:nvPr/>
        </p:nvCxnSpPr>
        <p:spPr bwMode="auto">
          <a:xfrm flipV="1">
            <a:off x="2205038" y="2565400"/>
            <a:ext cx="1035050" cy="1395413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11" name="Straight Arrow Connector 41"/>
          <p:cNvCxnSpPr>
            <a:cxnSpLocks noChangeShapeType="1"/>
            <a:stCxn id="12298" idx="3"/>
            <a:endCxn id="12297" idx="1"/>
          </p:cNvCxnSpPr>
          <p:nvPr/>
        </p:nvCxnSpPr>
        <p:spPr bwMode="auto">
          <a:xfrm flipV="1">
            <a:off x="2205038" y="3463925"/>
            <a:ext cx="1035050" cy="496888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12" name="Straight Arrow Connector 41"/>
          <p:cNvCxnSpPr>
            <a:cxnSpLocks noChangeShapeType="1"/>
            <a:stCxn id="12297" idx="3"/>
            <a:endCxn id="12302" idx="1"/>
          </p:cNvCxnSpPr>
          <p:nvPr/>
        </p:nvCxnSpPr>
        <p:spPr bwMode="auto">
          <a:xfrm flipV="1">
            <a:off x="4049713" y="2160588"/>
            <a:ext cx="1439862" cy="1303337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13" name="Straight Arrow Connector 41"/>
          <p:cNvCxnSpPr>
            <a:cxnSpLocks noChangeShapeType="1"/>
            <a:stCxn id="12302" idx="3"/>
            <a:endCxn id="12305" idx="1"/>
          </p:cNvCxnSpPr>
          <p:nvPr/>
        </p:nvCxnSpPr>
        <p:spPr bwMode="auto">
          <a:xfrm flipV="1">
            <a:off x="6300788" y="1620838"/>
            <a:ext cx="1349375" cy="539750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14" name="Straight Arrow Connector 41"/>
          <p:cNvCxnSpPr>
            <a:cxnSpLocks noChangeShapeType="1"/>
            <a:stCxn id="12302" idx="3"/>
            <a:endCxn id="12306" idx="1"/>
          </p:cNvCxnSpPr>
          <p:nvPr/>
        </p:nvCxnSpPr>
        <p:spPr bwMode="auto">
          <a:xfrm>
            <a:off x="6300788" y="2160588"/>
            <a:ext cx="1349375" cy="177800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15" name="Straight Arrow Connector 41"/>
          <p:cNvCxnSpPr>
            <a:cxnSpLocks noChangeShapeType="1"/>
            <a:stCxn id="12297" idx="3"/>
            <a:endCxn id="12301" idx="1"/>
          </p:cNvCxnSpPr>
          <p:nvPr/>
        </p:nvCxnSpPr>
        <p:spPr bwMode="auto">
          <a:xfrm flipV="1">
            <a:off x="4049713" y="3240088"/>
            <a:ext cx="1439862" cy="223837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316" name="TextBox 45"/>
          <p:cNvSpPr txBox="1">
            <a:spLocks noChangeArrowheads="1"/>
          </p:cNvSpPr>
          <p:nvPr/>
        </p:nvSpPr>
        <p:spPr bwMode="auto">
          <a:xfrm>
            <a:off x="8010525" y="2654300"/>
            <a:ext cx="449263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000">
                <a:ea typeface="宋体" panose="02010600030101010101" pitchFamily="2" charset="-122"/>
              </a:rPr>
              <a:t>•••</a:t>
            </a:r>
          </a:p>
        </p:txBody>
      </p:sp>
      <p:sp>
        <p:nvSpPr>
          <p:cNvPr id="12317" name="TextBox 46"/>
          <p:cNvSpPr txBox="1">
            <a:spLocks noChangeArrowheads="1"/>
          </p:cNvSpPr>
          <p:nvPr/>
        </p:nvSpPr>
        <p:spPr bwMode="auto">
          <a:xfrm>
            <a:off x="8010525" y="3197225"/>
            <a:ext cx="449263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000">
                <a:ea typeface="宋体" panose="02010600030101010101" pitchFamily="2" charset="-122"/>
              </a:rPr>
              <a:t>•••</a:t>
            </a:r>
          </a:p>
        </p:txBody>
      </p:sp>
      <p:cxnSp>
        <p:nvCxnSpPr>
          <p:cNvPr id="12318" name="Straight Arrow Connector 41"/>
          <p:cNvCxnSpPr>
            <a:cxnSpLocks noChangeShapeType="1"/>
            <a:stCxn id="12301" idx="3"/>
            <a:endCxn id="12316" idx="1"/>
          </p:cNvCxnSpPr>
          <p:nvPr/>
        </p:nvCxnSpPr>
        <p:spPr bwMode="auto">
          <a:xfrm flipV="1">
            <a:off x="6796088" y="2843213"/>
            <a:ext cx="1214437" cy="396875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19" name="Straight Arrow Connector 41"/>
          <p:cNvCxnSpPr>
            <a:cxnSpLocks noChangeShapeType="1"/>
            <a:stCxn id="12301" idx="3"/>
            <a:endCxn id="12317" idx="1"/>
          </p:cNvCxnSpPr>
          <p:nvPr/>
        </p:nvCxnSpPr>
        <p:spPr bwMode="auto">
          <a:xfrm>
            <a:off x="6796088" y="3240088"/>
            <a:ext cx="1214437" cy="146050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20" name="Straight Arrow Connector 41"/>
          <p:cNvCxnSpPr>
            <a:cxnSpLocks noChangeShapeType="1"/>
            <a:stCxn id="12296" idx="3"/>
            <a:endCxn id="12300" idx="1"/>
          </p:cNvCxnSpPr>
          <p:nvPr/>
        </p:nvCxnSpPr>
        <p:spPr bwMode="auto">
          <a:xfrm>
            <a:off x="2744788" y="4995863"/>
            <a:ext cx="495300" cy="312737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21" name="Straight Arrow Connector 41"/>
          <p:cNvCxnSpPr>
            <a:cxnSpLocks noChangeShapeType="1"/>
            <a:stCxn id="12296" idx="3"/>
            <a:endCxn id="12303" idx="1"/>
          </p:cNvCxnSpPr>
          <p:nvPr/>
        </p:nvCxnSpPr>
        <p:spPr bwMode="auto">
          <a:xfrm flipV="1">
            <a:off x="2744788" y="4456113"/>
            <a:ext cx="495300" cy="539750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22" name="Straight Arrow Connector 41"/>
          <p:cNvCxnSpPr>
            <a:cxnSpLocks noChangeShapeType="1"/>
            <a:stCxn id="12296" idx="3"/>
            <a:endCxn id="12304" idx="1"/>
          </p:cNvCxnSpPr>
          <p:nvPr/>
        </p:nvCxnSpPr>
        <p:spPr bwMode="auto">
          <a:xfrm>
            <a:off x="2744788" y="4995863"/>
            <a:ext cx="495300" cy="1258887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323" name="Rectangle 63"/>
          <p:cNvSpPr>
            <a:spLocks noChangeArrowheads="1"/>
          </p:cNvSpPr>
          <p:nvPr/>
        </p:nvSpPr>
        <p:spPr bwMode="auto">
          <a:xfrm>
            <a:off x="5310188" y="5713413"/>
            <a:ext cx="1393825" cy="541337"/>
          </a:xfrm>
          <a:prstGeom prst="rect">
            <a:avLst/>
          </a:prstGeom>
          <a:solidFill>
            <a:srgbClr val="A5A5E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新宋体" panose="02010609030101010101" pitchFamily="49" charset="-122"/>
              </a:rPr>
              <a:t>int+T</a:t>
            </a:r>
          </a:p>
        </p:txBody>
      </p:sp>
      <p:sp>
        <p:nvSpPr>
          <p:cNvPr id="12324" name="Rectangle 64"/>
          <p:cNvSpPr>
            <a:spLocks noChangeArrowheads="1"/>
          </p:cNvSpPr>
          <p:nvPr/>
        </p:nvSpPr>
        <p:spPr bwMode="auto">
          <a:xfrm>
            <a:off x="7291388" y="6181725"/>
            <a:ext cx="1393825" cy="541338"/>
          </a:xfrm>
          <a:prstGeom prst="rect">
            <a:avLst/>
          </a:prstGeom>
          <a:solidFill>
            <a:srgbClr val="A5A5E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新宋体" panose="02010609030101010101" pitchFamily="49" charset="-122"/>
              </a:rPr>
              <a:t>int+int</a:t>
            </a:r>
          </a:p>
        </p:txBody>
      </p:sp>
      <p:cxnSp>
        <p:nvCxnSpPr>
          <p:cNvPr id="12325" name="Straight Arrow Connector 41"/>
          <p:cNvCxnSpPr>
            <a:cxnSpLocks noChangeShapeType="1"/>
            <a:stCxn id="12300" idx="3"/>
            <a:endCxn id="12323" idx="1"/>
          </p:cNvCxnSpPr>
          <p:nvPr/>
        </p:nvCxnSpPr>
        <p:spPr bwMode="auto">
          <a:xfrm>
            <a:off x="4319588" y="5308600"/>
            <a:ext cx="990600" cy="676275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26" name="Straight Arrow Connector 41"/>
          <p:cNvCxnSpPr>
            <a:cxnSpLocks noChangeShapeType="1"/>
            <a:stCxn id="12300" idx="3"/>
            <a:endCxn id="12307" idx="1"/>
          </p:cNvCxnSpPr>
          <p:nvPr/>
        </p:nvCxnSpPr>
        <p:spPr bwMode="auto">
          <a:xfrm flipV="1">
            <a:off x="4319588" y="4905375"/>
            <a:ext cx="1081087" cy="403225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27" name="Straight Arrow Connector 41"/>
          <p:cNvCxnSpPr>
            <a:cxnSpLocks noChangeShapeType="1"/>
            <a:stCxn id="12304" idx="3"/>
            <a:endCxn id="12323" idx="1"/>
          </p:cNvCxnSpPr>
          <p:nvPr/>
        </p:nvCxnSpPr>
        <p:spPr bwMode="auto">
          <a:xfrm flipV="1">
            <a:off x="4500563" y="5984875"/>
            <a:ext cx="809625" cy="269875"/>
          </a:xfrm>
          <a:prstGeom prst="straightConnector1">
            <a:avLst/>
          </a:prstGeom>
          <a:noFill/>
          <a:ln w="22225">
            <a:solidFill>
              <a:srgbClr val="FF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28" name="Straight Arrow Connector 41"/>
          <p:cNvCxnSpPr>
            <a:cxnSpLocks noChangeShapeType="1"/>
            <a:stCxn id="12323" idx="3"/>
            <a:endCxn id="12324" idx="1"/>
          </p:cNvCxnSpPr>
          <p:nvPr/>
        </p:nvCxnSpPr>
        <p:spPr bwMode="auto">
          <a:xfrm>
            <a:off x="6704013" y="5984875"/>
            <a:ext cx="587375" cy="466725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329" name="Rectangle 78"/>
          <p:cNvSpPr>
            <a:spLocks noChangeArrowheads="1"/>
          </p:cNvSpPr>
          <p:nvPr/>
        </p:nvSpPr>
        <p:spPr bwMode="auto">
          <a:xfrm>
            <a:off x="7443788" y="5264150"/>
            <a:ext cx="1466850" cy="541338"/>
          </a:xfrm>
          <a:prstGeom prst="rect">
            <a:avLst/>
          </a:prstGeom>
          <a:solidFill>
            <a:srgbClr val="A5A5E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新宋体" panose="02010609030101010101" pitchFamily="49" charset="-122"/>
              </a:rPr>
              <a:t>int+(E)</a:t>
            </a:r>
          </a:p>
        </p:txBody>
      </p:sp>
      <p:cxnSp>
        <p:nvCxnSpPr>
          <p:cNvPr id="12330" name="Straight Arrow Connector 41"/>
          <p:cNvCxnSpPr>
            <a:cxnSpLocks noChangeShapeType="1"/>
            <a:stCxn id="12323" idx="3"/>
            <a:endCxn id="12329" idx="1"/>
          </p:cNvCxnSpPr>
          <p:nvPr/>
        </p:nvCxnSpPr>
        <p:spPr bwMode="auto">
          <a:xfrm flipV="1">
            <a:off x="6704013" y="5535613"/>
            <a:ext cx="739775" cy="449262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331" name="Rectangle 82"/>
          <p:cNvSpPr>
            <a:spLocks noChangeArrowheads="1"/>
          </p:cNvSpPr>
          <p:nvPr/>
        </p:nvSpPr>
        <p:spPr bwMode="auto">
          <a:xfrm>
            <a:off x="5761038" y="3824288"/>
            <a:ext cx="1709737" cy="541337"/>
          </a:xfrm>
          <a:prstGeom prst="rect">
            <a:avLst/>
          </a:prstGeom>
          <a:solidFill>
            <a:srgbClr val="A5A5E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新宋体" panose="02010609030101010101" pitchFamily="49" charset="-122"/>
              </a:rPr>
              <a:t>int+T+E</a:t>
            </a:r>
          </a:p>
        </p:txBody>
      </p:sp>
      <p:cxnSp>
        <p:nvCxnSpPr>
          <p:cNvPr id="12332" name="Straight Arrow Connector 41"/>
          <p:cNvCxnSpPr>
            <a:cxnSpLocks noChangeShapeType="1"/>
            <a:stCxn id="12303" idx="3"/>
            <a:endCxn id="12331" idx="1"/>
          </p:cNvCxnSpPr>
          <p:nvPr/>
        </p:nvCxnSpPr>
        <p:spPr bwMode="auto">
          <a:xfrm flipV="1">
            <a:off x="4860925" y="4095750"/>
            <a:ext cx="900113" cy="360363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33" name="Straight Arrow Connector 41"/>
          <p:cNvCxnSpPr>
            <a:cxnSpLocks noChangeShapeType="1"/>
            <a:stCxn id="12307" idx="3"/>
            <a:endCxn id="12329" idx="1"/>
          </p:cNvCxnSpPr>
          <p:nvPr/>
        </p:nvCxnSpPr>
        <p:spPr bwMode="auto">
          <a:xfrm>
            <a:off x="6796088" y="4905375"/>
            <a:ext cx="647700" cy="630238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334" name="TextBox 89"/>
          <p:cNvSpPr txBox="1">
            <a:spLocks noChangeArrowheads="1"/>
          </p:cNvSpPr>
          <p:nvPr/>
        </p:nvSpPr>
        <p:spPr bwMode="auto">
          <a:xfrm>
            <a:off x="9161463" y="4051300"/>
            <a:ext cx="449262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000">
                <a:ea typeface="宋体" panose="02010600030101010101" pitchFamily="2" charset="-122"/>
              </a:rPr>
              <a:t>•••</a:t>
            </a:r>
          </a:p>
        </p:txBody>
      </p:sp>
      <p:sp>
        <p:nvSpPr>
          <p:cNvPr id="12335" name="TextBox 90"/>
          <p:cNvSpPr txBox="1">
            <a:spLocks noChangeArrowheads="1"/>
          </p:cNvSpPr>
          <p:nvPr/>
        </p:nvSpPr>
        <p:spPr bwMode="auto">
          <a:xfrm>
            <a:off x="9313863" y="4862513"/>
            <a:ext cx="449262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000">
                <a:ea typeface="宋体" panose="02010600030101010101" pitchFamily="2" charset="-122"/>
              </a:rPr>
              <a:t>•••</a:t>
            </a:r>
          </a:p>
        </p:txBody>
      </p:sp>
      <p:sp>
        <p:nvSpPr>
          <p:cNvPr id="12336" name="TextBox 91"/>
          <p:cNvSpPr txBox="1">
            <a:spLocks noChangeArrowheads="1"/>
          </p:cNvSpPr>
          <p:nvPr/>
        </p:nvSpPr>
        <p:spPr bwMode="auto">
          <a:xfrm>
            <a:off x="8010525" y="3779838"/>
            <a:ext cx="449263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000">
                <a:ea typeface="宋体" panose="02010600030101010101" pitchFamily="2" charset="-122"/>
              </a:rPr>
              <a:t>•••</a:t>
            </a:r>
          </a:p>
        </p:txBody>
      </p:sp>
      <p:sp>
        <p:nvSpPr>
          <p:cNvPr id="12337" name="TextBox 92"/>
          <p:cNvSpPr txBox="1">
            <a:spLocks noChangeArrowheads="1"/>
          </p:cNvSpPr>
          <p:nvPr/>
        </p:nvSpPr>
        <p:spPr bwMode="auto">
          <a:xfrm>
            <a:off x="8010525" y="4367213"/>
            <a:ext cx="449263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000">
                <a:ea typeface="宋体" panose="02010600030101010101" pitchFamily="2" charset="-122"/>
              </a:rPr>
              <a:t>•••</a:t>
            </a:r>
          </a:p>
        </p:txBody>
      </p:sp>
      <p:cxnSp>
        <p:nvCxnSpPr>
          <p:cNvPr id="12338" name="Straight Arrow Connector 41"/>
          <p:cNvCxnSpPr>
            <a:cxnSpLocks noChangeShapeType="1"/>
            <a:stCxn id="12331" idx="3"/>
            <a:endCxn id="12336" idx="1"/>
          </p:cNvCxnSpPr>
          <p:nvPr/>
        </p:nvCxnSpPr>
        <p:spPr bwMode="auto">
          <a:xfrm flipV="1">
            <a:off x="7470775" y="3968750"/>
            <a:ext cx="539750" cy="127000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39" name="Straight Arrow Connector 41"/>
          <p:cNvCxnSpPr>
            <a:cxnSpLocks noChangeShapeType="1"/>
            <a:stCxn id="12307" idx="3"/>
            <a:endCxn id="12337" idx="1"/>
          </p:cNvCxnSpPr>
          <p:nvPr/>
        </p:nvCxnSpPr>
        <p:spPr bwMode="auto">
          <a:xfrm flipV="1">
            <a:off x="6796088" y="4556125"/>
            <a:ext cx="1214437" cy="350838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40" name="Straight Arrow Connector 41"/>
          <p:cNvCxnSpPr>
            <a:cxnSpLocks noChangeShapeType="1"/>
            <a:stCxn id="12329" idx="0"/>
            <a:endCxn id="12337" idx="1"/>
          </p:cNvCxnSpPr>
          <p:nvPr/>
        </p:nvCxnSpPr>
        <p:spPr bwMode="auto">
          <a:xfrm flipH="1" flipV="1">
            <a:off x="8010525" y="4556125"/>
            <a:ext cx="166688" cy="708025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41" name="Straight Arrow Connector 41"/>
          <p:cNvCxnSpPr>
            <a:cxnSpLocks noChangeShapeType="1"/>
            <a:stCxn id="12329" idx="3"/>
            <a:endCxn id="12335" idx="1"/>
          </p:cNvCxnSpPr>
          <p:nvPr/>
        </p:nvCxnSpPr>
        <p:spPr bwMode="auto">
          <a:xfrm flipV="1">
            <a:off x="8910638" y="5051425"/>
            <a:ext cx="403225" cy="484188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2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2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2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2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12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12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12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12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1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12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12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12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12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12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9" dur="500"/>
                                        <p:tgtEl>
                                          <p:spTgt spid="1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1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12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0" dur="500"/>
                                        <p:tgtEl>
                                          <p:spTgt spid="12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3" dur="500"/>
                                        <p:tgtEl>
                                          <p:spTgt spid="12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6" dur="500"/>
                                        <p:tgtEl>
                                          <p:spTgt spid="12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1" dur="500"/>
                                        <p:tgtEl>
                                          <p:spTgt spid="12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4" dur="500"/>
                                        <p:tgtEl>
                                          <p:spTgt spid="12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7" dur="500"/>
                                        <p:tgtEl>
                                          <p:spTgt spid="12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0" dur="500"/>
                                        <p:tgtEl>
                                          <p:spTgt spid="12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5" dur="500"/>
                                        <p:tgtEl>
                                          <p:spTgt spid="12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8" dur="500"/>
                                        <p:tgtEl>
                                          <p:spTgt spid="12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1" dur="500"/>
                                        <p:tgtEl>
                                          <p:spTgt spid="12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6" dur="500"/>
                                        <p:tgtEl>
                                          <p:spTgt spid="12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9" dur="500"/>
                                        <p:tgtEl>
                                          <p:spTgt spid="12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4" dur="500"/>
                                        <p:tgtEl>
                                          <p:spTgt spid="12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7" dur="500"/>
                                        <p:tgtEl>
                                          <p:spTgt spid="12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0" dur="500"/>
                                        <p:tgtEl>
                                          <p:spTgt spid="12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3" dur="500"/>
                                        <p:tgtEl>
                                          <p:spTgt spid="12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5" grpId="0" animBg="1"/>
      <p:bldP spid="12296" grpId="0" animBg="1"/>
      <p:bldP spid="12297" grpId="0" animBg="1"/>
      <p:bldP spid="12298" grpId="0" animBg="1"/>
      <p:bldP spid="12299" grpId="0" animBg="1"/>
      <p:bldP spid="12300" grpId="0" animBg="1"/>
      <p:bldP spid="12301" grpId="0" animBg="1"/>
      <p:bldP spid="12302" grpId="0" animBg="1"/>
      <p:bldP spid="12303" grpId="0" animBg="1"/>
      <p:bldP spid="12304" grpId="0" animBg="1"/>
      <p:bldP spid="12305" grpId="0" animBg="1"/>
      <p:bldP spid="12306" grpId="0" animBg="1"/>
      <p:bldP spid="12307" grpId="0" animBg="1"/>
      <p:bldP spid="12316" grpId="0"/>
      <p:bldP spid="12317" grpId="0"/>
      <p:bldP spid="12323" grpId="0" animBg="1"/>
      <p:bldP spid="12324" grpId="0" animBg="1"/>
      <p:bldP spid="12329" grpId="0" animBg="1"/>
      <p:bldP spid="12331" grpId="0" animBg="1"/>
      <p:bldP spid="12334" grpId="0"/>
      <p:bldP spid="12335" grpId="0"/>
      <p:bldP spid="12336" grpId="0"/>
      <p:bldP spid="1233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Date Placeholder 1"/>
          <p:cNvSpPr txBox="1">
            <a:spLocks noGrp="1" noChangeArrowheads="1"/>
          </p:cNvSpPr>
          <p:nvPr/>
        </p:nvSpPr>
        <p:spPr bwMode="auto">
          <a:xfrm>
            <a:off x="144463" y="6886575"/>
            <a:ext cx="30940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eaLnBrk="1">
              <a:lnSpc>
                <a:spcPct val="116000"/>
              </a:lnSpc>
              <a:buFont typeface="Times New Roman" panose="02020603050405020304" pitchFamily="18" charset="0"/>
              <a:buNone/>
            </a:pPr>
            <a:endParaRPr lang="en-GB" altLang="en-US" sz="10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11299" name="Footer Placeholder 2"/>
          <p:cNvSpPr txBox="1">
            <a:spLocks noGrp="1" noChangeArrowheads="1"/>
          </p:cNvSpPr>
          <p:nvPr/>
        </p:nvSpPr>
        <p:spPr bwMode="auto">
          <a:xfrm>
            <a:off x="3448050" y="6886575"/>
            <a:ext cx="3194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9pPr>
          </a:lstStyle>
          <a:p>
            <a:pPr algn="ct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endParaRPr lang="en-GB" altLang="en-US" sz="10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11300" name="Slide Number Placeholder 3"/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95290C00-B503-46B9-93D1-02A286472BF1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14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11301" name="Rectangle 2"/>
          <p:cNvSpPr txBox="1">
            <a:spLocks noChangeArrowheads="1"/>
          </p:cNvSpPr>
          <p:nvPr/>
        </p:nvSpPr>
        <p:spPr bwMode="auto">
          <a:xfrm>
            <a:off x="503238" y="301625"/>
            <a:ext cx="7847012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10000"/>
              </a:lnSpc>
              <a:buFont typeface="Times New Roman" panose="02020603050405020304" pitchFamily="18" charset="0"/>
              <a:buNone/>
            </a:pPr>
            <a:r>
              <a:rPr lang="zh-CN" altLang="en-US" sz="4000">
                <a:latin typeface="宋体" panose="02010600030101010101" pitchFamily="2" charset="-122"/>
                <a:ea typeface="微软雅黑" panose="020B0503020204020204" pitchFamily="34" charset="-122"/>
              </a:rPr>
              <a:t>自上而下的分析法</a:t>
            </a:r>
          </a:p>
        </p:txBody>
      </p:sp>
      <p:sp>
        <p:nvSpPr>
          <p:cNvPr id="13318" name="Rectangle 3"/>
          <p:cNvSpPr txBox="1">
            <a:spLocks noChangeArrowheads="1"/>
          </p:cNvSpPr>
          <p:nvPr/>
        </p:nvSpPr>
        <p:spPr bwMode="auto">
          <a:xfrm>
            <a:off x="503238" y="1574800"/>
            <a:ext cx="26924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3200" b="1">
                <a:solidFill>
                  <a:srgbClr val="FF0000"/>
                </a:solidFill>
                <a:ea typeface="宋体" panose="02010600030101010101" pitchFamily="2" charset="-122"/>
              </a:rPr>
              <a:t>int + int</a:t>
            </a:r>
            <a:endParaRPr lang="en-US" altLang="zh-CN" sz="3200" b="1">
              <a:ea typeface="宋体" panose="02010600030101010101" pitchFamily="2" charset="-122"/>
            </a:endParaRPr>
          </a:p>
          <a:p>
            <a:pPr eaLnBrk="1">
              <a:lnSpc>
                <a:spcPct val="93000"/>
              </a:lnSpc>
              <a:buFont typeface="Times New Roman" panose="02020603050405020304" pitchFamily="18" charset="0"/>
              <a:buNone/>
            </a:pPr>
            <a:endParaRPr lang="en-US" altLang="zh-CN" sz="3200" b="1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3319" name="Rectangle 6"/>
          <p:cNvSpPr>
            <a:spLocks noChangeArrowheads="1"/>
          </p:cNvSpPr>
          <p:nvPr/>
        </p:nvSpPr>
        <p:spPr bwMode="auto">
          <a:xfrm>
            <a:off x="612775" y="3914775"/>
            <a:ext cx="539750" cy="541338"/>
          </a:xfrm>
          <a:prstGeom prst="rect">
            <a:avLst/>
          </a:prstGeom>
          <a:solidFill>
            <a:srgbClr val="A5A5E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新宋体" panose="02010609030101010101" pitchFamily="49" charset="-122"/>
              </a:rPr>
              <a:t>E</a:t>
            </a:r>
          </a:p>
        </p:txBody>
      </p:sp>
      <p:sp>
        <p:nvSpPr>
          <p:cNvPr id="13320" name="Rectangle 7"/>
          <p:cNvSpPr>
            <a:spLocks noChangeArrowheads="1"/>
          </p:cNvSpPr>
          <p:nvPr/>
        </p:nvSpPr>
        <p:spPr bwMode="auto">
          <a:xfrm>
            <a:off x="1665288" y="4724400"/>
            <a:ext cx="1079500" cy="541338"/>
          </a:xfrm>
          <a:prstGeom prst="rect">
            <a:avLst/>
          </a:prstGeom>
          <a:solidFill>
            <a:srgbClr val="A5A5E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新宋体" panose="02010609030101010101" pitchFamily="49" charset="-122"/>
              </a:rPr>
              <a:t>T+E</a:t>
            </a:r>
          </a:p>
        </p:txBody>
      </p:sp>
      <p:sp>
        <p:nvSpPr>
          <p:cNvPr id="311305" name="Rectangle 8"/>
          <p:cNvSpPr>
            <a:spLocks noChangeArrowheads="1"/>
          </p:cNvSpPr>
          <p:nvPr/>
        </p:nvSpPr>
        <p:spPr bwMode="auto">
          <a:xfrm>
            <a:off x="3240088" y="3194050"/>
            <a:ext cx="809625" cy="541338"/>
          </a:xfrm>
          <a:prstGeom prst="rect">
            <a:avLst/>
          </a:prstGeom>
          <a:solidFill>
            <a:srgbClr val="A5A5E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新宋体" panose="02010609030101010101" pitchFamily="49" charset="-122"/>
              </a:rPr>
              <a:t>(E)</a:t>
            </a:r>
          </a:p>
        </p:txBody>
      </p:sp>
      <p:sp>
        <p:nvSpPr>
          <p:cNvPr id="311306" name="Rectangle 9"/>
          <p:cNvSpPr>
            <a:spLocks noChangeArrowheads="1"/>
          </p:cNvSpPr>
          <p:nvPr/>
        </p:nvSpPr>
        <p:spPr bwMode="auto">
          <a:xfrm>
            <a:off x="1665288" y="3689350"/>
            <a:ext cx="539750" cy="541338"/>
          </a:xfrm>
          <a:prstGeom prst="rect">
            <a:avLst/>
          </a:prstGeom>
          <a:solidFill>
            <a:srgbClr val="A5A5E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新宋体" panose="02010609030101010101" pitchFamily="49" charset="-122"/>
              </a:rPr>
              <a:t>T</a:t>
            </a:r>
          </a:p>
        </p:txBody>
      </p:sp>
      <p:sp>
        <p:nvSpPr>
          <p:cNvPr id="311307" name="Rectangle 10"/>
          <p:cNvSpPr>
            <a:spLocks noChangeArrowheads="1"/>
          </p:cNvSpPr>
          <p:nvPr/>
        </p:nvSpPr>
        <p:spPr bwMode="auto">
          <a:xfrm>
            <a:off x="3240088" y="2295525"/>
            <a:ext cx="809625" cy="541338"/>
          </a:xfrm>
          <a:prstGeom prst="rect">
            <a:avLst/>
          </a:prstGeom>
          <a:solidFill>
            <a:srgbClr val="A5A5E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新宋体" panose="02010609030101010101" pitchFamily="49" charset="-122"/>
              </a:rPr>
              <a:t>int</a:t>
            </a:r>
          </a:p>
        </p:txBody>
      </p:sp>
      <p:sp>
        <p:nvSpPr>
          <p:cNvPr id="13324" name="Rectangle 11"/>
          <p:cNvSpPr>
            <a:spLocks noChangeArrowheads="1"/>
          </p:cNvSpPr>
          <p:nvPr/>
        </p:nvSpPr>
        <p:spPr bwMode="auto">
          <a:xfrm>
            <a:off x="3240088" y="5038725"/>
            <a:ext cx="1079500" cy="541338"/>
          </a:xfrm>
          <a:prstGeom prst="rect">
            <a:avLst/>
          </a:prstGeom>
          <a:solidFill>
            <a:srgbClr val="A5A5E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新宋体" panose="02010609030101010101" pitchFamily="49" charset="-122"/>
              </a:rPr>
              <a:t>T+T</a:t>
            </a:r>
          </a:p>
        </p:txBody>
      </p:sp>
      <p:sp>
        <p:nvSpPr>
          <p:cNvPr id="311309" name="Rectangle 12"/>
          <p:cNvSpPr>
            <a:spLocks noChangeArrowheads="1"/>
          </p:cNvSpPr>
          <p:nvPr/>
        </p:nvSpPr>
        <p:spPr bwMode="auto">
          <a:xfrm>
            <a:off x="5489575" y="2970213"/>
            <a:ext cx="1306513" cy="541337"/>
          </a:xfrm>
          <a:prstGeom prst="rect">
            <a:avLst/>
          </a:prstGeom>
          <a:solidFill>
            <a:srgbClr val="A5A5E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新宋体" panose="02010609030101010101" pitchFamily="49" charset="-122"/>
              </a:rPr>
              <a:t>(T+E)</a:t>
            </a:r>
          </a:p>
        </p:txBody>
      </p:sp>
      <p:sp>
        <p:nvSpPr>
          <p:cNvPr id="311310" name="Rectangle 13"/>
          <p:cNvSpPr>
            <a:spLocks noChangeArrowheads="1"/>
          </p:cNvSpPr>
          <p:nvPr/>
        </p:nvSpPr>
        <p:spPr bwMode="auto">
          <a:xfrm>
            <a:off x="5489575" y="1889125"/>
            <a:ext cx="811213" cy="541338"/>
          </a:xfrm>
          <a:prstGeom prst="rect">
            <a:avLst/>
          </a:prstGeom>
          <a:solidFill>
            <a:srgbClr val="A5A5E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新宋体" panose="02010609030101010101" pitchFamily="49" charset="-122"/>
              </a:rPr>
              <a:t>(T)</a:t>
            </a:r>
          </a:p>
        </p:txBody>
      </p:sp>
      <p:sp>
        <p:nvSpPr>
          <p:cNvPr id="311311" name="Rectangle 14"/>
          <p:cNvSpPr>
            <a:spLocks noChangeArrowheads="1"/>
          </p:cNvSpPr>
          <p:nvPr/>
        </p:nvSpPr>
        <p:spPr bwMode="auto">
          <a:xfrm>
            <a:off x="3240088" y="4184650"/>
            <a:ext cx="1620837" cy="541338"/>
          </a:xfrm>
          <a:prstGeom prst="rect">
            <a:avLst/>
          </a:prstGeom>
          <a:solidFill>
            <a:srgbClr val="A5A5E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新宋体" panose="02010609030101010101" pitchFamily="49" charset="-122"/>
              </a:rPr>
              <a:t>T+T+E</a:t>
            </a:r>
          </a:p>
        </p:txBody>
      </p:sp>
      <p:sp>
        <p:nvSpPr>
          <p:cNvPr id="311312" name="Rectangle 15"/>
          <p:cNvSpPr>
            <a:spLocks noChangeArrowheads="1"/>
          </p:cNvSpPr>
          <p:nvPr/>
        </p:nvSpPr>
        <p:spPr bwMode="auto">
          <a:xfrm>
            <a:off x="3240088" y="5983288"/>
            <a:ext cx="1260475" cy="541337"/>
          </a:xfrm>
          <a:prstGeom prst="rect">
            <a:avLst/>
          </a:prstGeom>
          <a:solidFill>
            <a:srgbClr val="A5A5E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新宋体" panose="02010609030101010101" pitchFamily="49" charset="-122"/>
              </a:rPr>
              <a:t>int+E</a:t>
            </a:r>
          </a:p>
        </p:txBody>
      </p:sp>
      <p:sp>
        <p:nvSpPr>
          <p:cNvPr id="311313" name="Rectangle 16"/>
          <p:cNvSpPr>
            <a:spLocks noChangeArrowheads="1"/>
          </p:cNvSpPr>
          <p:nvPr/>
        </p:nvSpPr>
        <p:spPr bwMode="auto">
          <a:xfrm>
            <a:off x="7650163" y="1349375"/>
            <a:ext cx="990600" cy="541338"/>
          </a:xfrm>
          <a:prstGeom prst="rect">
            <a:avLst/>
          </a:prstGeom>
          <a:solidFill>
            <a:srgbClr val="A5A5E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新宋体" panose="02010609030101010101" pitchFamily="49" charset="-122"/>
              </a:rPr>
              <a:t>(int)</a:t>
            </a:r>
          </a:p>
        </p:txBody>
      </p:sp>
      <p:sp>
        <p:nvSpPr>
          <p:cNvPr id="311314" name="Rectangle 17"/>
          <p:cNvSpPr>
            <a:spLocks noChangeArrowheads="1"/>
          </p:cNvSpPr>
          <p:nvPr/>
        </p:nvSpPr>
        <p:spPr bwMode="auto">
          <a:xfrm>
            <a:off x="7650163" y="2068513"/>
            <a:ext cx="1035050" cy="541337"/>
          </a:xfrm>
          <a:prstGeom prst="rect">
            <a:avLst/>
          </a:prstGeom>
          <a:solidFill>
            <a:srgbClr val="A5A5E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新宋体" panose="02010609030101010101" pitchFamily="49" charset="-122"/>
              </a:rPr>
              <a:t>((E))</a:t>
            </a:r>
          </a:p>
        </p:txBody>
      </p:sp>
      <p:sp>
        <p:nvSpPr>
          <p:cNvPr id="311315" name="Rectangle 18"/>
          <p:cNvSpPr>
            <a:spLocks noChangeArrowheads="1"/>
          </p:cNvSpPr>
          <p:nvPr/>
        </p:nvSpPr>
        <p:spPr bwMode="auto">
          <a:xfrm>
            <a:off x="5400675" y="4635500"/>
            <a:ext cx="1395413" cy="541338"/>
          </a:xfrm>
          <a:prstGeom prst="rect">
            <a:avLst/>
          </a:prstGeom>
          <a:solidFill>
            <a:srgbClr val="A5A5E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新宋体" panose="02010609030101010101" pitchFamily="49" charset="-122"/>
              </a:rPr>
              <a:t>T+(E)</a:t>
            </a:r>
          </a:p>
        </p:txBody>
      </p:sp>
      <p:cxnSp>
        <p:nvCxnSpPr>
          <p:cNvPr id="311316" name="Straight Arrow Connector 41"/>
          <p:cNvCxnSpPr>
            <a:cxnSpLocks noChangeShapeType="1"/>
            <a:stCxn id="13319" idx="3"/>
            <a:endCxn id="311306" idx="1"/>
          </p:cNvCxnSpPr>
          <p:nvPr/>
        </p:nvCxnSpPr>
        <p:spPr bwMode="auto">
          <a:xfrm flipV="1">
            <a:off x="1152525" y="3960813"/>
            <a:ext cx="512763" cy="223837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1317" name="Straight Arrow Connector 41"/>
          <p:cNvCxnSpPr>
            <a:cxnSpLocks noChangeShapeType="1"/>
            <a:stCxn id="13319" idx="3"/>
            <a:endCxn id="13320" idx="1"/>
          </p:cNvCxnSpPr>
          <p:nvPr/>
        </p:nvCxnSpPr>
        <p:spPr bwMode="auto">
          <a:xfrm>
            <a:off x="1152525" y="4184650"/>
            <a:ext cx="512763" cy="811213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1318" name="Straight Arrow Connector 41"/>
          <p:cNvCxnSpPr>
            <a:cxnSpLocks noChangeShapeType="1"/>
            <a:stCxn id="311306" idx="3"/>
            <a:endCxn id="311307" idx="1"/>
          </p:cNvCxnSpPr>
          <p:nvPr/>
        </p:nvCxnSpPr>
        <p:spPr bwMode="auto">
          <a:xfrm flipV="1">
            <a:off x="2205038" y="2565400"/>
            <a:ext cx="1035050" cy="1395413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1319" name="Straight Arrow Connector 41"/>
          <p:cNvCxnSpPr>
            <a:cxnSpLocks noChangeShapeType="1"/>
            <a:stCxn id="311306" idx="3"/>
            <a:endCxn id="311305" idx="1"/>
          </p:cNvCxnSpPr>
          <p:nvPr/>
        </p:nvCxnSpPr>
        <p:spPr bwMode="auto">
          <a:xfrm flipV="1">
            <a:off x="2205038" y="3463925"/>
            <a:ext cx="1035050" cy="496888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1320" name="Straight Arrow Connector 41"/>
          <p:cNvCxnSpPr>
            <a:cxnSpLocks noChangeShapeType="1"/>
            <a:stCxn id="311305" idx="3"/>
            <a:endCxn id="311310" idx="1"/>
          </p:cNvCxnSpPr>
          <p:nvPr/>
        </p:nvCxnSpPr>
        <p:spPr bwMode="auto">
          <a:xfrm flipV="1">
            <a:off x="4049713" y="2160588"/>
            <a:ext cx="1439862" cy="1303337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1321" name="Straight Arrow Connector 41"/>
          <p:cNvCxnSpPr>
            <a:cxnSpLocks noChangeShapeType="1"/>
            <a:stCxn id="311310" idx="3"/>
            <a:endCxn id="311313" idx="1"/>
          </p:cNvCxnSpPr>
          <p:nvPr/>
        </p:nvCxnSpPr>
        <p:spPr bwMode="auto">
          <a:xfrm flipV="1">
            <a:off x="6300788" y="1620838"/>
            <a:ext cx="1349375" cy="539750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1322" name="Straight Arrow Connector 41"/>
          <p:cNvCxnSpPr>
            <a:cxnSpLocks noChangeShapeType="1"/>
            <a:stCxn id="311310" idx="3"/>
            <a:endCxn id="311314" idx="1"/>
          </p:cNvCxnSpPr>
          <p:nvPr/>
        </p:nvCxnSpPr>
        <p:spPr bwMode="auto">
          <a:xfrm>
            <a:off x="6300788" y="2160588"/>
            <a:ext cx="1349375" cy="177800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1323" name="Straight Arrow Connector 41"/>
          <p:cNvCxnSpPr>
            <a:cxnSpLocks noChangeShapeType="1"/>
            <a:stCxn id="311305" idx="3"/>
            <a:endCxn id="311309" idx="1"/>
          </p:cNvCxnSpPr>
          <p:nvPr/>
        </p:nvCxnSpPr>
        <p:spPr bwMode="auto">
          <a:xfrm flipV="1">
            <a:off x="4049713" y="3240088"/>
            <a:ext cx="1439862" cy="223837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1324" name="TextBox 45"/>
          <p:cNvSpPr txBox="1">
            <a:spLocks noChangeArrowheads="1"/>
          </p:cNvSpPr>
          <p:nvPr/>
        </p:nvSpPr>
        <p:spPr bwMode="auto">
          <a:xfrm>
            <a:off x="8010525" y="2654300"/>
            <a:ext cx="449263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000">
                <a:ea typeface="宋体" panose="02010600030101010101" pitchFamily="2" charset="-122"/>
              </a:rPr>
              <a:t>•••</a:t>
            </a:r>
          </a:p>
        </p:txBody>
      </p:sp>
      <p:sp>
        <p:nvSpPr>
          <p:cNvPr id="311325" name="TextBox 46"/>
          <p:cNvSpPr txBox="1">
            <a:spLocks noChangeArrowheads="1"/>
          </p:cNvSpPr>
          <p:nvPr/>
        </p:nvSpPr>
        <p:spPr bwMode="auto">
          <a:xfrm>
            <a:off x="8010525" y="3197225"/>
            <a:ext cx="449263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000">
                <a:ea typeface="宋体" panose="02010600030101010101" pitchFamily="2" charset="-122"/>
              </a:rPr>
              <a:t>•••</a:t>
            </a:r>
          </a:p>
        </p:txBody>
      </p:sp>
      <p:cxnSp>
        <p:nvCxnSpPr>
          <p:cNvPr id="311326" name="Straight Arrow Connector 41"/>
          <p:cNvCxnSpPr>
            <a:cxnSpLocks noChangeShapeType="1"/>
            <a:stCxn id="311309" idx="3"/>
            <a:endCxn id="311324" idx="1"/>
          </p:cNvCxnSpPr>
          <p:nvPr/>
        </p:nvCxnSpPr>
        <p:spPr bwMode="auto">
          <a:xfrm flipV="1">
            <a:off x="6796088" y="2843213"/>
            <a:ext cx="1214437" cy="396875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1327" name="Straight Arrow Connector 41"/>
          <p:cNvCxnSpPr>
            <a:cxnSpLocks noChangeShapeType="1"/>
            <a:stCxn id="311309" idx="3"/>
            <a:endCxn id="311325" idx="1"/>
          </p:cNvCxnSpPr>
          <p:nvPr/>
        </p:nvCxnSpPr>
        <p:spPr bwMode="auto">
          <a:xfrm>
            <a:off x="6796088" y="3240088"/>
            <a:ext cx="1214437" cy="146050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1328" name="Straight Arrow Connector 41"/>
          <p:cNvCxnSpPr>
            <a:cxnSpLocks noChangeShapeType="1"/>
            <a:stCxn id="13320" idx="3"/>
            <a:endCxn id="13324" idx="1"/>
          </p:cNvCxnSpPr>
          <p:nvPr/>
        </p:nvCxnSpPr>
        <p:spPr bwMode="auto">
          <a:xfrm>
            <a:off x="2744788" y="4995863"/>
            <a:ext cx="495300" cy="312737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1329" name="Straight Arrow Connector 41"/>
          <p:cNvCxnSpPr>
            <a:cxnSpLocks noChangeShapeType="1"/>
            <a:stCxn id="13320" idx="3"/>
            <a:endCxn id="311311" idx="1"/>
          </p:cNvCxnSpPr>
          <p:nvPr/>
        </p:nvCxnSpPr>
        <p:spPr bwMode="auto">
          <a:xfrm flipV="1">
            <a:off x="2744788" y="4456113"/>
            <a:ext cx="495300" cy="539750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1330" name="Straight Arrow Connector 41"/>
          <p:cNvCxnSpPr>
            <a:cxnSpLocks noChangeShapeType="1"/>
            <a:stCxn id="13320" idx="3"/>
            <a:endCxn id="311312" idx="1"/>
          </p:cNvCxnSpPr>
          <p:nvPr/>
        </p:nvCxnSpPr>
        <p:spPr bwMode="auto">
          <a:xfrm>
            <a:off x="2744788" y="4995863"/>
            <a:ext cx="495300" cy="1258887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347" name="Rectangle 63"/>
          <p:cNvSpPr>
            <a:spLocks noChangeArrowheads="1"/>
          </p:cNvSpPr>
          <p:nvPr/>
        </p:nvSpPr>
        <p:spPr bwMode="auto">
          <a:xfrm>
            <a:off x="5310188" y="5713413"/>
            <a:ext cx="1393825" cy="541337"/>
          </a:xfrm>
          <a:prstGeom prst="rect">
            <a:avLst/>
          </a:prstGeom>
          <a:solidFill>
            <a:srgbClr val="A5A5E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新宋体" panose="02010609030101010101" pitchFamily="49" charset="-122"/>
              </a:rPr>
              <a:t>int+T</a:t>
            </a:r>
          </a:p>
        </p:txBody>
      </p:sp>
      <p:sp>
        <p:nvSpPr>
          <p:cNvPr id="13348" name="Rectangle 64"/>
          <p:cNvSpPr>
            <a:spLocks noChangeArrowheads="1"/>
          </p:cNvSpPr>
          <p:nvPr/>
        </p:nvSpPr>
        <p:spPr bwMode="auto">
          <a:xfrm>
            <a:off x="7291388" y="6181725"/>
            <a:ext cx="1393825" cy="541338"/>
          </a:xfrm>
          <a:prstGeom prst="rect">
            <a:avLst/>
          </a:prstGeom>
          <a:solidFill>
            <a:srgbClr val="A5A5E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新宋体" panose="02010609030101010101" pitchFamily="49" charset="-122"/>
              </a:rPr>
              <a:t>int+int</a:t>
            </a:r>
          </a:p>
        </p:txBody>
      </p:sp>
      <p:cxnSp>
        <p:nvCxnSpPr>
          <p:cNvPr id="311333" name="Straight Arrow Connector 41"/>
          <p:cNvCxnSpPr>
            <a:cxnSpLocks noChangeShapeType="1"/>
            <a:stCxn id="13324" idx="3"/>
            <a:endCxn id="13347" idx="1"/>
          </p:cNvCxnSpPr>
          <p:nvPr/>
        </p:nvCxnSpPr>
        <p:spPr bwMode="auto">
          <a:xfrm>
            <a:off x="4319588" y="5308600"/>
            <a:ext cx="990600" cy="676275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1334" name="Straight Arrow Connector 41"/>
          <p:cNvCxnSpPr>
            <a:cxnSpLocks noChangeShapeType="1"/>
            <a:stCxn id="13324" idx="3"/>
            <a:endCxn id="311315" idx="1"/>
          </p:cNvCxnSpPr>
          <p:nvPr/>
        </p:nvCxnSpPr>
        <p:spPr bwMode="auto">
          <a:xfrm flipV="1">
            <a:off x="4319588" y="4905375"/>
            <a:ext cx="1081087" cy="403225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1335" name="Straight Arrow Connector 41"/>
          <p:cNvCxnSpPr>
            <a:cxnSpLocks noChangeShapeType="1"/>
            <a:stCxn id="311312" idx="3"/>
            <a:endCxn id="13347" idx="1"/>
          </p:cNvCxnSpPr>
          <p:nvPr/>
        </p:nvCxnSpPr>
        <p:spPr bwMode="auto">
          <a:xfrm flipV="1">
            <a:off x="4500563" y="5984875"/>
            <a:ext cx="809625" cy="269875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1336" name="Straight Arrow Connector 41"/>
          <p:cNvCxnSpPr>
            <a:cxnSpLocks noChangeShapeType="1"/>
            <a:stCxn id="13347" idx="3"/>
            <a:endCxn id="13348" idx="1"/>
          </p:cNvCxnSpPr>
          <p:nvPr/>
        </p:nvCxnSpPr>
        <p:spPr bwMode="auto">
          <a:xfrm>
            <a:off x="6704013" y="5984875"/>
            <a:ext cx="587375" cy="466725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1337" name="Rectangle 78"/>
          <p:cNvSpPr>
            <a:spLocks noChangeArrowheads="1"/>
          </p:cNvSpPr>
          <p:nvPr/>
        </p:nvSpPr>
        <p:spPr bwMode="auto">
          <a:xfrm>
            <a:off x="7443788" y="5264150"/>
            <a:ext cx="1466850" cy="541338"/>
          </a:xfrm>
          <a:prstGeom prst="rect">
            <a:avLst/>
          </a:prstGeom>
          <a:solidFill>
            <a:srgbClr val="A5A5E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新宋体" panose="02010609030101010101" pitchFamily="49" charset="-122"/>
              </a:rPr>
              <a:t>int+(E)</a:t>
            </a:r>
          </a:p>
        </p:txBody>
      </p:sp>
      <p:cxnSp>
        <p:nvCxnSpPr>
          <p:cNvPr id="311338" name="Straight Arrow Connector 41"/>
          <p:cNvCxnSpPr>
            <a:cxnSpLocks noChangeShapeType="1"/>
            <a:stCxn id="13347" idx="3"/>
            <a:endCxn id="311337" idx="1"/>
          </p:cNvCxnSpPr>
          <p:nvPr/>
        </p:nvCxnSpPr>
        <p:spPr bwMode="auto">
          <a:xfrm flipV="1">
            <a:off x="6704013" y="5535613"/>
            <a:ext cx="739775" cy="449262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1339" name="Rectangle 82"/>
          <p:cNvSpPr>
            <a:spLocks noChangeArrowheads="1"/>
          </p:cNvSpPr>
          <p:nvPr/>
        </p:nvSpPr>
        <p:spPr bwMode="auto">
          <a:xfrm>
            <a:off x="5761038" y="3824288"/>
            <a:ext cx="1709737" cy="541337"/>
          </a:xfrm>
          <a:prstGeom prst="rect">
            <a:avLst/>
          </a:prstGeom>
          <a:solidFill>
            <a:srgbClr val="A5A5E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新宋体" panose="02010609030101010101" pitchFamily="49" charset="-122"/>
              </a:rPr>
              <a:t>int+T+E</a:t>
            </a:r>
          </a:p>
        </p:txBody>
      </p:sp>
      <p:cxnSp>
        <p:nvCxnSpPr>
          <p:cNvPr id="311340" name="Straight Arrow Connector 41"/>
          <p:cNvCxnSpPr>
            <a:cxnSpLocks noChangeShapeType="1"/>
            <a:stCxn id="311311" idx="3"/>
            <a:endCxn id="311339" idx="1"/>
          </p:cNvCxnSpPr>
          <p:nvPr/>
        </p:nvCxnSpPr>
        <p:spPr bwMode="auto">
          <a:xfrm flipV="1">
            <a:off x="4860925" y="4095750"/>
            <a:ext cx="900113" cy="360363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1341" name="Straight Arrow Connector 41"/>
          <p:cNvCxnSpPr>
            <a:cxnSpLocks noChangeShapeType="1"/>
            <a:stCxn id="311315" idx="3"/>
            <a:endCxn id="311337" idx="1"/>
          </p:cNvCxnSpPr>
          <p:nvPr/>
        </p:nvCxnSpPr>
        <p:spPr bwMode="auto">
          <a:xfrm>
            <a:off x="6796088" y="4905375"/>
            <a:ext cx="647700" cy="630238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1342" name="TextBox 89"/>
          <p:cNvSpPr txBox="1">
            <a:spLocks noChangeArrowheads="1"/>
          </p:cNvSpPr>
          <p:nvPr/>
        </p:nvSpPr>
        <p:spPr bwMode="auto">
          <a:xfrm>
            <a:off x="9161463" y="4051300"/>
            <a:ext cx="449262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000">
                <a:ea typeface="宋体" panose="02010600030101010101" pitchFamily="2" charset="-122"/>
              </a:rPr>
              <a:t>•••</a:t>
            </a:r>
          </a:p>
        </p:txBody>
      </p:sp>
      <p:sp>
        <p:nvSpPr>
          <p:cNvPr id="311343" name="TextBox 90"/>
          <p:cNvSpPr txBox="1">
            <a:spLocks noChangeArrowheads="1"/>
          </p:cNvSpPr>
          <p:nvPr/>
        </p:nvSpPr>
        <p:spPr bwMode="auto">
          <a:xfrm>
            <a:off x="9313863" y="4862513"/>
            <a:ext cx="449262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000">
                <a:ea typeface="宋体" panose="02010600030101010101" pitchFamily="2" charset="-122"/>
              </a:rPr>
              <a:t>•••</a:t>
            </a:r>
          </a:p>
        </p:txBody>
      </p:sp>
      <p:sp>
        <p:nvSpPr>
          <p:cNvPr id="311344" name="TextBox 91"/>
          <p:cNvSpPr txBox="1">
            <a:spLocks noChangeArrowheads="1"/>
          </p:cNvSpPr>
          <p:nvPr/>
        </p:nvSpPr>
        <p:spPr bwMode="auto">
          <a:xfrm>
            <a:off x="8010525" y="3779838"/>
            <a:ext cx="449263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000">
                <a:ea typeface="宋体" panose="02010600030101010101" pitchFamily="2" charset="-122"/>
              </a:rPr>
              <a:t>•••</a:t>
            </a:r>
          </a:p>
        </p:txBody>
      </p:sp>
      <p:sp>
        <p:nvSpPr>
          <p:cNvPr id="311345" name="TextBox 92"/>
          <p:cNvSpPr txBox="1">
            <a:spLocks noChangeArrowheads="1"/>
          </p:cNvSpPr>
          <p:nvPr/>
        </p:nvSpPr>
        <p:spPr bwMode="auto">
          <a:xfrm>
            <a:off x="8010525" y="4367213"/>
            <a:ext cx="449263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US" altLang="zh-CN" sz="2000">
                <a:ea typeface="宋体" panose="02010600030101010101" pitchFamily="2" charset="-122"/>
              </a:rPr>
              <a:t>•••</a:t>
            </a:r>
          </a:p>
        </p:txBody>
      </p:sp>
      <p:cxnSp>
        <p:nvCxnSpPr>
          <p:cNvPr id="311346" name="Straight Arrow Connector 41"/>
          <p:cNvCxnSpPr>
            <a:cxnSpLocks noChangeShapeType="1"/>
            <a:stCxn id="311339" idx="3"/>
            <a:endCxn id="311344" idx="1"/>
          </p:cNvCxnSpPr>
          <p:nvPr/>
        </p:nvCxnSpPr>
        <p:spPr bwMode="auto">
          <a:xfrm flipV="1">
            <a:off x="7470775" y="3968750"/>
            <a:ext cx="539750" cy="127000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1347" name="Straight Arrow Connector 41"/>
          <p:cNvCxnSpPr>
            <a:cxnSpLocks noChangeShapeType="1"/>
            <a:stCxn id="311315" idx="3"/>
            <a:endCxn id="311345" idx="1"/>
          </p:cNvCxnSpPr>
          <p:nvPr/>
        </p:nvCxnSpPr>
        <p:spPr bwMode="auto">
          <a:xfrm flipV="1">
            <a:off x="6796088" y="4556125"/>
            <a:ext cx="1214437" cy="350838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1348" name="Straight Arrow Connector 41"/>
          <p:cNvCxnSpPr>
            <a:cxnSpLocks noChangeShapeType="1"/>
            <a:stCxn id="311337" idx="0"/>
            <a:endCxn id="311345" idx="1"/>
          </p:cNvCxnSpPr>
          <p:nvPr/>
        </p:nvCxnSpPr>
        <p:spPr bwMode="auto">
          <a:xfrm flipH="1" flipV="1">
            <a:off x="8010525" y="4556125"/>
            <a:ext cx="166688" cy="708025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1349" name="Straight Arrow Connector 41"/>
          <p:cNvCxnSpPr>
            <a:cxnSpLocks noChangeShapeType="1"/>
            <a:stCxn id="311337" idx="3"/>
            <a:endCxn id="311343" idx="1"/>
          </p:cNvCxnSpPr>
          <p:nvPr/>
        </p:nvCxnSpPr>
        <p:spPr bwMode="auto">
          <a:xfrm flipV="1">
            <a:off x="8910638" y="5051425"/>
            <a:ext cx="403225" cy="484188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66" name="Straight Arrow Connector 41"/>
          <p:cNvCxnSpPr>
            <a:cxnSpLocks noChangeShapeType="1"/>
            <a:stCxn id="13319" idx="3"/>
            <a:endCxn id="13320" idx="1"/>
          </p:cNvCxnSpPr>
          <p:nvPr/>
        </p:nvCxnSpPr>
        <p:spPr bwMode="auto">
          <a:xfrm>
            <a:off x="1152525" y="4184650"/>
            <a:ext cx="512763" cy="811213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67" name="Straight Arrow Connector 41"/>
          <p:cNvCxnSpPr>
            <a:cxnSpLocks noChangeShapeType="1"/>
            <a:stCxn id="13320" idx="3"/>
            <a:endCxn id="13324" idx="1"/>
          </p:cNvCxnSpPr>
          <p:nvPr/>
        </p:nvCxnSpPr>
        <p:spPr bwMode="auto">
          <a:xfrm>
            <a:off x="2744788" y="4995863"/>
            <a:ext cx="495300" cy="312737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68" name="Straight Arrow Connector 41"/>
          <p:cNvCxnSpPr>
            <a:cxnSpLocks noChangeShapeType="1"/>
            <a:stCxn id="13324" idx="3"/>
            <a:endCxn id="13347" idx="1"/>
          </p:cNvCxnSpPr>
          <p:nvPr/>
        </p:nvCxnSpPr>
        <p:spPr bwMode="auto">
          <a:xfrm>
            <a:off x="4319588" y="5308600"/>
            <a:ext cx="990600" cy="676275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69" name="Straight Arrow Connector 41"/>
          <p:cNvCxnSpPr>
            <a:cxnSpLocks noChangeShapeType="1"/>
            <a:stCxn id="13347" idx="3"/>
            <a:endCxn id="13348" idx="1"/>
          </p:cNvCxnSpPr>
          <p:nvPr/>
        </p:nvCxnSpPr>
        <p:spPr bwMode="auto">
          <a:xfrm>
            <a:off x="6704013" y="5984875"/>
            <a:ext cx="587375" cy="466725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3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3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500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3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500" fill="hold"/>
                                        <p:tgtEl>
                                          <p:spTgt spid="133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133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133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3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" dur="500" fill="hold"/>
                                        <p:tgtEl>
                                          <p:spTgt spid="133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56" dur="500" fill="hold"/>
                                        <p:tgtEl>
                                          <p:spTgt spid="133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" dur="500" fill="hold"/>
                                        <p:tgtEl>
                                          <p:spTgt spid="133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自上而下分析示例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假定有文法</a:t>
            </a:r>
            <a:r>
              <a:rPr lang="en-US" altLang="zh-CN" dirty="0"/>
              <a:t>G(S):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        (1) </a:t>
            </a:r>
            <a:r>
              <a:rPr lang="en-US" altLang="zh-CN" dirty="0" err="1"/>
              <a:t>S→xAy</a:t>
            </a:r>
            <a:endParaRPr lang="en-US" altLang="zh-CN" dirty="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        (2) A→**|*	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zh-CN" dirty="0"/>
              <a:t>分析</a:t>
            </a:r>
            <a:r>
              <a:rPr lang="zh-CN" altLang="en-US" dirty="0"/>
              <a:t>输入串</a:t>
            </a:r>
            <a:r>
              <a:rPr lang="en-US" altLang="zh-CN" dirty="0"/>
              <a:t>x*y(</a:t>
            </a:r>
            <a:r>
              <a:rPr lang="zh-CN" altLang="en-US" dirty="0"/>
              <a:t>记为</a:t>
            </a:r>
            <a:r>
              <a:rPr lang="zh-CN" altLang="en-US" dirty="0">
                <a:sym typeface="Symbol" panose="05050102010706020507" pitchFamily="18" charset="2"/>
              </a:rPr>
              <a:t>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3350454" y="4365168"/>
            <a:ext cx="2489477" cy="1469937"/>
            <a:chOff x="3038992" y="3960000"/>
            <a:chExt cx="2258408" cy="1333500"/>
          </a:xfrm>
        </p:grpSpPr>
        <p:sp>
          <p:nvSpPr>
            <p:cNvPr id="12" name="Rectangle 3"/>
            <p:cNvSpPr>
              <a:spLocks noChangeArrowheads="1"/>
            </p:cNvSpPr>
            <p:nvPr/>
          </p:nvSpPr>
          <p:spPr bwMode="auto">
            <a:xfrm>
              <a:off x="4535400" y="3960000"/>
              <a:ext cx="762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endParaRPr kumimoji="1" lang="en-US" altLang="zh-CN" sz="2646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" name="Rectangle 4"/>
            <p:cNvSpPr>
              <a:spLocks noChangeArrowheads="1"/>
            </p:cNvSpPr>
            <p:nvPr/>
          </p:nvSpPr>
          <p:spPr bwMode="auto">
            <a:xfrm>
              <a:off x="3240000" y="3960000"/>
              <a:ext cx="762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x*y</a:t>
              </a:r>
              <a:endParaRPr kumimoji="1" lang="en-US" altLang="zh-CN" sz="2646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Line 6"/>
            <p:cNvSpPr>
              <a:spLocks noChangeShapeType="1"/>
            </p:cNvSpPr>
            <p:nvPr/>
          </p:nvSpPr>
          <p:spPr bwMode="auto">
            <a:xfrm flipV="1">
              <a:off x="3419992" y="4341000"/>
              <a:ext cx="1588" cy="457200"/>
            </a:xfrm>
            <a:prstGeom prst="line">
              <a:avLst/>
            </a:prstGeom>
            <a:noFill/>
            <a:ln w="22225" cap="sq">
              <a:solidFill>
                <a:srgbClr val="CC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9" name="Rectangle 7"/>
            <p:cNvSpPr>
              <a:spLocks noChangeArrowheads="1"/>
            </p:cNvSpPr>
            <p:nvPr/>
          </p:nvSpPr>
          <p:spPr bwMode="auto">
            <a:xfrm>
              <a:off x="3038992" y="48363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IP</a:t>
              </a:r>
              <a:endParaRPr kumimoji="1" lang="en-US" altLang="zh-CN" sz="2646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2C1AD46-80C1-2ABE-186B-724BF40C89F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15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179508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自上而下分析示例</a:t>
            </a:r>
          </a:p>
        </p:txBody>
      </p:sp>
      <p:sp>
        <p:nvSpPr>
          <p:cNvPr id="25603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假定有文法</a:t>
            </a:r>
            <a:r>
              <a:rPr lang="en-US" altLang="zh-CN" dirty="0"/>
              <a:t>G(S):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        (1) </a:t>
            </a:r>
            <a:r>
              <a:rPr lang="en-US" altLang="zh-CN" dirty="0" err="1"/>
              <a:t>S→xAy</a:t>
            </a:r>
            <a:endParaRPr lang="en-US" altLang="zh-CN" dirty="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        (2) A→**|*	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zh-CN" dirty="0"/>
              <a:t>分析</a:t>
            </a:r>
            <a:r>
              <a:rPr lang="zh-CN" altLang="en-US" dirty="0"/>
              <a:t>输入串</a:t>
            </a:r>
            <a:r>
              <a:rPr lang="en-US" altLang="zh-CN" dirty="0"/>
              <a:t>x*y(</a:t>
            </a:r>
            <a:r>
              <a:rPr lang="zh-CN" altLang="en-US" dirty="0"/>
              <a:t>记为</a:t>
            </a:r>
            <a:r>
              <a:rPr lang="zh-CN" altLang="en-US" dirty="0">
                <a:sym typeface="Symbol" panose="05050102010706020507" pitchFamily="18" charset="2"/>
              </a:rPr>
              <a:t>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3350464" y="4365166"/>
            <a:ext cx="3241944" cy="1847921"/>
            <a:chOff x="3038992" y="3960000"/>
            <a:chExt cx="2941033" cy="1676400"/>
          </a:xfrm>
        </p:grpSpPr>
        <p:sp>
          <p:nvSpPr>
            <p:cNvPr id="18" name="Rectangle 3"/>
            <p:cNvSpPr>
              <a:spLocks noChangeArrowheads="1"/>
            </p:cNvSpPr>
            <p:nvPr/>
          </p:nvSpPr>
          <p:spPr bwMode="auto">
            <a:xfrm>
              <a:off x="4535400" y="3960000"/>
              <a:ext cx="762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" name="Rectangle 4"/>
            <p:cNvSpPr>
              <a:spLocks noChangeArrowheads="1"/>
            </p:cNvSpPr>
            <p:nvPr/>
          </p:nvSpPr>
          <p:spPr bwMode="auto">
            <a:xfrm>
              <a:off x="3240000" y="3960000"/>
              <a:ext cx="762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x*y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" name="Line 6"/>
            <p:cNvSpPr>
              <a:spLocks noChangeShapeType="1"/>
            </p:cNvSpPr>
            <p:nvPr/>
          </p:nvSpPr>
          <p:spPr bwMode="auto">
            <a:xfrm flipV="1">
              <a:off x="3419992" y="4341000"/>
              <a:ext cx="1588" cy="457200"/>
            </a:xfrm>
            <a:prstGeom prst="line">
              <a:avLst/>
            </a:prstGeom>
            <a:noFill/>
            <a:ln w="22225" cap="sq">
              <a:solidFill>
                <a:srgbClr val="CC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2" name="Rectangle 7"/>
            <p:cNvSpPr>
              <a:spLocks noChangeArrowheads="1"/>
            </p:cNvSpPr>
            <p:nvPr/>
          </p:nvSpPr>
          <p:spPr bwMode="auto">
            <a:xfrm>
              <a:off x="3038992" y="48363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IP</a:t>
              </a:r>
              <a:endParaRPr kumimoji="1" lang="en-US" altLang="zh-CN" sz="2646" b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" name="Line 8"/>
            <p:cNvSpPr>
              <a:spLocks noChangeShapeType="1"/>
            </p:cNvSpPr>
            <p:nvPr/>
          </p:nvSpPr>
          <p:spPr bwMode="auto">
            <a:xfrm flipH="1">
              <a:off x="4306800" y="4341000"/>
              <a:ext cx="609600" cy="4572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4" name="Line 9"/>
            <p:cNvSpPr>
              <a:spLocks noChangeShapeType="1"/>
            </p:cNvSpPr>
            <p:nvPr/>
          </p:nvSpPr>
          <p:spPr bwMode="auto">
            <a:xfrm>
              <a:off x="4916400" y="4341000"/>
              <a:ext cx="0" cy="4572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5" name="Line 10"/>
            <p:cNvSpPr>
              <a:spLocks noChangeShapeType="1"/>
            </p:cNvSpPr>
            <p:nvPr/>
          </p:nvSpPr>
          <p:spPr bwMode="auto">
            <a:xfrm>
              <a:off x="4916400" y="4341000"/>
              <a:ext cx="685800" cy="4572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6" name="Rectangle 11"/>
            <p:cNvSpPr>
              <a:spLocks noChangeArrowheads="1"/>
            </p:cNvSpPr>
            <p:nvPr/>
          </p:nvSpPr>
          <p:spPr bwMode="auto">
            <a:xfrm>
              <a:off x="4535400" y="47601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" name="Rectangle 12"/>
            <p:cNvSpPr>
              <a:spLocks noChangeArrowheads="1"/>
            </p:cNvSpPr>
            <p:nvPr/>
          </p:nvSpPr>
          <p:spPr bwMode="auto">
            <a:xfrm>
              <a:off x="3890875" y="47601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" name="Rectangle 13"/>
            <p:cNvSpPr>
              <a:spLocks noChangeArrowheads="1"/>
            </p:cNvSpPr>
            <p:nvPr/>
          </p:nvSpPr>
          <p:spPr bwMode="auto">
            <a:xfrm>
              <a:off x="5218025" y="47601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y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" name="Line 14"/>
            <p:cNvSpPr>
              <a:spLocks noChangeShapeType="1"/>
            </p:cNvSpPr>
            <p:nvPr/>
          </p:nvSpPr>
          <p:spPr bwMode="auto">
            <a:xfrm flipV="1">
              <a:off x="4259744" y="5179200"/>
              <a:ext cx="0" cy="457200"/>
            </a:xfrm>
            <a:prstGeom prst="line">
              <a:avLst/>
            </a:prstGeom>
            <a:noFill/>
            <a:ln w="22225" cap="sq">
              <a:solidFill>
                <a:srgbClr val="CC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B205C4F0-65A4-20A2-3F5F-C344882D072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16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6563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自上而下分析示例</a:t>
            </a:r>
          </a:p>
        </p:txBody>
      </p:sp>
      <p:sp>
        <p:nvSpPr>
          <p:cNvPr id="26627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假定有文法</a:t>
            </a:r>
            <a:r>
              <a:rPr lang="en-US" altLang="zh-CN" dirty="0"/>
              <a:t>G(S):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        (1) </a:t>
            </a:r>
            <a:r>
              <a:rPr lang="en-US" altLang="zh-CN" dirty="0" err="1"/>
              <a:t>S→xAy</a:t>
            </a:r>
            <a:endParaRPr lang="en-US" altLang="zh-CN" dirty="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        (2) A→**|*	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zh-CN" dirty="0"/>
              <a:t>分析</a:t>
            </a:r>
            <a:r>
              <a:rPr lang="zh-CN" altLang="en-US" dirty="0"/>
              <a:t>输入串</a:t>
            </a:r>
            <a:r>
              <a:rPr lang="en-US" altLang="zh-CN" dirty="0"/>
              <a:t>x*y(</a:t>
            </a:r>
            <a:r>
              <a:rPr lang="zh-CN" altLang="en-US" dirty="0"/>
              <a:t>记为</a:t>
            </a:r>
            <a:r>
              <a:rPr lang="zh-CN" altLang="en-US" dirty="0">
                <a:sym typeface="Symbol" panose="05050102010706020507" pitchFamily="18" charset="2"/>
              </a:rPr>
              <a:t>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3572038" y="4365166"/>
            <a:ext cx="3020370" cy="1847921"/>
            <a:chOff x="4724400" y="3390900"/>
            <a:chExt cx="2740025" cy="1676400"/>
          </a:xfrm>
        </p:grpSpPr>
        <p:sp>
          <p:nvSpPr>
            <p:cNvPr id="18" name="Rectangle 3"/>
            <p:cNvSpPr>
              <a:spLocks noChangeArrowheads="1"/>
            </p:cNvSpPr>
            <p:nvPr/>
          </p:nvSpPr>
          <p:spPr bwMode="auto">
            <a:xfrm>
              <a:off x="6019800" y="3390900"/>
              <a:ext cx="762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Rectangle 4"/>
            <p:cNvSpPr>
              <a:spLocks noChangeArrowheads="1"/>
            </p:cNvSpPr>
            <p:nvPr/>
          </p:nvSpPr>
          <p:spPr bwMode="auto">
            <a:xfrm>
              <a:off x="4724400" y="3390900"/>
              <a:ext cx="762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x*y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Line 6"/>
            <p:cNvSpPr>
              <a:spLocks noChangeShapeType="1"/>
            </p:cNvSpPr>
            <p:nvPr/>
          </p:nvSpPr>
          <p:spPr bwMode="auto">
            <a:xfrm flipV="1">
              <a:off x="5108575" y="3771900"/>
              <a:ext cx="1588" cy="457200"/>
            </a:xfrm>
            <a:prstGeom prst="line">
              <a:avLst/>
            </a:prstGeom>
            <a:noFill/>
            <a:ln w="22225" cap="sq">
              <a:solidFill>
                <a:srgbClr val="CC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" name="Rectangle 7"/>
            <p:cNvSpPr>
              <a:spLocks noChangeArrowheads="1"/>
            </p:cNvSpPr>
            <p:nvPr/>
          </p:nvSpPr>
          <p:spPr bwMode="auto">
            <a:xfrm>
              <a:off x="4727575" y="42672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IP</a:t>
              </a:r>
              <a:endParaRPr kumimoji="1" lang="en-US" altLang="zh-CN" sz="2646" b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Line 8"/>
            <p:cNvSpPr>
              <a:spLocks noChangeShapeType="1"/>
            </p:cNvSpPr>
            <p:nvPr/>
          </p:nvSpPr>
          <p:spPr bwMode="auto">
            <a:xfrm flipH="1">
              <a:off x="5791200" y="3771900"/>
              <a:ext cx="609600" cy="4572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3" name="Line 9"/>
            <p:cNvSpPr>
              <a:spLocks noChangeShapeType="1"/>
            </p:cNvSpPr>
            <p:nvPr/>
          </p:nvSpPr>
          <p:spPr bwMode="auto">
            <a:xfrm>
              <a:off x="6400800" y="3771900"/>
              <a:ext cx="0" cy="4572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4" name="Line 10"/>
            <p:cNvSpPr>
              <a:spLocks noChangeShapeType="1"/>
            </p:cNvSpPr>
            <p:nvPr/>
          </p:nvSpPr>
          <p:spPr bwMode="auto">
            <a:xfrm>
              <a:off x="6400800" y="3771900"/>
              <a:ext cx="685800" cy="4572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5" name="Rectangle 11"/>
            <p:cNvSpPr>
              <a:spLocks noChangeArrowheads="1"/>
            </p:cNvSpPr>
            <p:nvPr/>
          </p:nvSpPr>
          <p:spPr bwMode="auto">
            <a:xfrm>
              <a:off x="6019800" y="41910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Rectangle 12"/>
            <p:cNvSpPr>
              <a:spLocks noChangeArrowheads="1"/>
            </p:cNvSpPr>
            <p:nvPr/>
          </p:nvSpPr>
          <p:spPr bwMode="auto">
            <a:xfrm>
              <a:off x="5375275" y="41910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Rectangle 13"/>
            <p:cNvSpPr>
              <a:spLocks noChangeArrowheads="1"/>
            </p:cNvSpPr>
            <p:nvPr/>
          </p:nvSpPr>
          <p:spPr bwMode="auto">
            <a:xfrm>
              <a:off x="6702425" y="41910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y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Line 14"/>
            <p:cNvSpPr>
              <a:spLocks noChangeShapeType="1"/>
            </p:cNvSpPr>
            <p:nvPr/>
          </p:nvSpPr>
          <p:spPr bwMode="auto">
            <a:xfrm flipV="1">
              <a:off x="6383338" y="4610100"/>
              <a:ext cx="0" cy="457200"/>
            </a:xfrm>
            <a:prstGeom prst="line">
              <a:avLst/>
            </a:prstGeom>
            <a:noFill/>
            <a:ln w="22225" cap="sq">
              <a:solidFill>
                <a:srgbClr val="CC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9F84C213-501C-CCA2-1468-F865886BEA0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17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609063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自上而下分析示例</a:t>
            </a:r>
          </a:p>
        </p:txBody>
      </p:sp>
      <p:sp>
        <p:nvSpPr>
          <p:cNvPr id="27651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假定有文法</a:t>
            </a:r>
            <a:r>
              <a:rPr lang="en-US" altLang="zh-CN" dirty="0"/>
              <a:t>G(S):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        (1) </a:t>
            </a:r>
            <a:r>
              <a:rPr lang="en-US" altLang="zh-CN" dirty="0" err="1"/>
              <a:t>S→xAy</a:t>
            </a:r>
            <a:endParaRPr lang="en-US" altLang="zh-CN" dirty="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        (2) A→**|*	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zh-CN" dirty="0"/>
              <a:t>分析</a:t>
            </a:r>
            <a:r>
              <a:rPr lang="zh-CN" altLang="en-US" dirty="0"/>
              <a:t>输入串</a:t>
            </a:r>
            <a:r>
              <a:rPr lang="en-US" altLang="zh-CN" dirty="0"/>
              <a:t>x*y(</a:t>
            </a:r>
            <a:r>
              <a:rPr lang="zh-CN" altLang="en-US" dirty="0"/>
              <a:t>记为</a:t>
            </a:r>
            <a:r>
              <a:rPr lang="zh-CN" altLang="en-US" dirty="0">
                <a:sym typeface="Symbol" panose="05050102010706020507" pitchFamily="18" charset="2"/>
              </a:rPr>
              <a:t>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3572038" y="4365172"/>
            <a:ext cx="3020370" cy="2581140"/>
            <a:chOff x="4724400" y="3390900"/>
            <a:chExt cx="2740025" cy="2341563"/>
          </a:xfrm>
        </p:grpSpPr>
        <p:sp>
          <p:nvSpPr>
            <p:cNvPr id="22" name="Rectangle 3"/>
            <p:cNvSpPr>
              <a:spLocks noChangeArrowheads="1"/>
            </p:cNvSpPr>
            <p:nvPr/>
          </p:nvSpPr>
          <p:spPr bwMode="auto">
            <a:xfrm>
              <a:off x="6019800" y="3390900"/>
              <a:ext cx="762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Rectangle 4"/>
            <p:cNvSpPr>
              <a:spLocks noChangeArrowheads="1"/>
            </p:cNvSpPr>
            <p:nvPr/>
          </p:nvSpPr>
          <p:spPr bwMode="auto">
            <a:xfrm>
              <a:off x="4724400" y="3390900"/>
              <a:ext cx="762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x*y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Line 5"/>
            <p:cNvSpPr>
              <a:spLocks noChangeShapeType="1"/>
            </p:cNvSpPr>
            <p:nvPr/>
          </p:nvSpPr>
          <p:spPr bwMode="auto">
            <a:xfrm flipV="1">
              <a:off x="5108575" y="3771900"/>
              <a:ext cx="1588" cy="457200"/>
            </a:xfrm>
            <a:prstGeom prst="line">
              <a:avLst/>
            </a:prstGeom>
            <a:noFill/>
            <a:ln w="22225" cap="sq">
              <a:solidFill>
                <a:srgbClr val="CC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5" name="Rectangle 6"/>
            <p:cNvSpPr>
              <a:spLocks noChangeArrowheads="1"/>
            </p:cNvSpPr>
            <p:nvPr/>
          </p:nvSpPr>
          <p:spPr bwMode="auto">
            <a:xfrm>
              <a:off x="4727575" y="42672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IP</a:t>
              </a:r>
              <a:endParaRPr kumimoji="1" lang="en-US" altLang="zh-CN" sz="2646" b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Line 7"/>
            <p:cNvSpPr>
              <a:spLocks noChangeShapeType="1"/>
            </p:cNvSpPr>
            <p:nvPr/>
          </p:nvSpPr>
          <p:spPr bwMode="auto">
            <a:xfrm flipH="1">
              <a:off x="5791200" y="3771900"/>
              <a:ext cx="609600" cy="4572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7" name="Line 8"/>
            <p:cNvSpPr>
              <a:spLocks noChangeShapeType="1"/>
            </p:cNvSpPr>
            <p:nvPr/>
          </p:nvSpPr>
          <p:spPr bwMode="auto">
            <a:xfrm>
              <a:off x="6400800" y="3771900"/>
              <a:ext cx="0" cy="4572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8" name="Line 9"/>
            <p:cNvSpPr>
              <a:spLocks noChangeShapeType="1"/>
            </p:cNvSpPr>
            <p:nvPr/>
          </p:nvSpPr>
          <p:spPr bwMode="auto">
            <a:xfrm>
              <a:off x="6400800" y="3771900"/>
              <a:ext cx="685800" cy="4572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9" name="Rectangle 10"/>
            <p:cNvSpPr>
              <a:spLocks noChangeArrowheads="1"/>
            </p:cNvSpPr>
            <p:nvPr/>
          </p:nvSpPr>
          <p:spPr bwMode="auto">
            <a:xfrm>
              <a:off x="6019800" y="41910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" name="Rectangle 11"/>
            <p:cNvSpPr>
              <a:spLocks noChangeArrowheads="1"/>
            </p:cNvSpPr>
            <p:nvPr/>
          </p:nvSpPr>
          <p:spPr bwMode="auto">
            <a:xfrm>
              <a:off x="5375275" y="41910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" name="Rectangle 12"/>
            <p:cNvSpPr>
              <a:spLocks noChangeArrowheads="1"/>
            </p:cNvSpPr>
            <p:nvPr/>
          </p:nvSpPr>
          <p:spPr bwMode="auto">
            <a:xfrm>
              <a:off x="6702425" y="41910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y</a:t>
              </a:r>
              <a:endParaRPr kumimoji="1" lang="en-US" altLang="zh-CN" sz="2646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" name="Line 13"/>
            <p:cNvSpPr>
              <a:spLocks noChangeShapeType="1"/>
            </p:cNvSpPr>
            <p:nvPr/>
          </p:nvSpPr>
          <p:spPr bwMode="auto">
            <a:xfrm flipH="1">
              <a:off x="6078538" y="4589463"/>
              <a:ext cx="304800" cy="3810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3" name="Line 14"/>
            <p:cNvSpPr>
              <a:spLocks noChangeShapeType="1"/>
            </p:cNvSpPr>
            <p:nvPr/>
          </p:nvSpPr>
          <p:spPr bwMode="auto">
            <a:xfrm>
              <a:off x="6383338" y="4589463"/>
              <a:ext cx="304800" cy="3810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4" name="Rectangle 15"/>
            <p:cNvSpPr>
              <a:spLocks noChangeArrowheads="1"/>
            </p:cNvSpPr>
            <p:nvPr/>
          </p:nvSpPr>
          <p:spPr bwMode="auto">
            <a:xfrm>
              <a:off x="6307138" y="4970463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en-US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5" name="Rectangle 16"/>
            <p:cNvSpPr>
              <a:spLocks noChangeArrowheads="1"/>
            </p:cNvSpPr>
            <p:nvPr/>
          </p:nvSpPr>
          <p:spPr bwMode="auto">
            <a:xfrm>
              <a:off x="5621338" y="4970463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en-US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" name="Line 17"/>
            <p:cNvSpPr>
              <a:spLocks noChangeShapeType="1"/>
            </p:cNvSpPr>
            <p:nvPr/>
          </p:nvSpPr>
          <p:spPr bwMode="auto">
            <a:xfrm flipV="1">
              <a:off x="6002338" y="5275263"/>
              <a:ext cx="0" cy="457200"/>
            </a:xfrm>
            <a:prstGeom prst="line">
              <a:avLst/>
            </a:prstGeom>
            <a:noFill/>
            <a:ln w="22225" cap="sq">
              <a:solidFill>
                <a:srgbClr val="CC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F653BCE4-7064-1CC3-6E7E-7DD8B32C62F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18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80840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自上而下分析示例</a:t>
            </a:r>
          </a:p>
        </p:txBody>
      </p:sp>
      <p:sp>
        <p:nvSpPr>
          <p:cNvPr id="28675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假定有文法</a:t>
            </a:r>
            <a:r>
              <a:rPr lang="en-US" altLang="zh-CN" dirty="0"/>
              <a:t>G(S):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        (1) </a:t>
            </a:r>
            <a:r>
              <a:rPr lang="en-US" altLang="zh-CN" dirty="0" err="1"/>
              <a:t>S→xAy</a:t>
            </a:r>
            <a:endParaRPr lang="en-US" altLang="zh-CN" dirty="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        (2) A→**|*	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zh-CN" dirty="0"/>
              <a:t>分析</a:t>
            </a:r>
            <a:r>
              <a:rPr lang="zh-CN" altLang="en-US" dirty="0"/>
              <a:t>输入串</a:t>
            </a:r>
            <a:r>
              <a:rPr lang="en-US" altLang="zh-CN" dirty="0"/>
              <a:t>x*y(</a:t>
            </a:r>
            <a:r>
              <a:rPr lang="zh-CN" altLang="en-US" dirty="0"/>
              <a:t>记为</a:t>
            </a:r>
            <a:r>
              <a:rPr lang="zh-CN" altLang="en-US" dirty="0">
                <a:sym typeface="Symbol" panose="05050102010706020507" pitchFamily="18" charset="2"/>
              </a:rPr>
              <a:t>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3572038" y="4365172"/>
            <a:ext cx="3020370" cy="2581140"/>
            <a:chOff x="4724400" y="3390900"/>
            <a:chExt cx="2740025" cy="2341563"/>
          </a:xfrm>
        </p:grpSpPr>
        <p:sp>
          <p:nvSpPr>
            <p:cNvPr id="22" name="Rectangle 3"/>
            <p:cNvSpPr>
              <a:spLocks noChangeArrowheads="1"/>
            </p:cNvSpPr>
            <p:nvPr/>
          </p:nvSpPr>
          <p:spPr bwMode="auto">
            <a:xfrm>
              <a:off x="6019800" y="3390900"/>
              <a:ext cx="762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Rectangle 4"/>
            <p:cNvSpPr>
              <a:spLocks noChangeArrowheads="1"/>
            </p:cNvSpPr>
            <p:nvPr/>
          </p:nvSpPr>
          <p:spPr bwMode="auto">
            <a:xfrm>
              <a:off x="4724400" y="3390900"/>
              <a:ext cx="762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x*y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Line 5"/>
            <p:cNvSpPr>
              <a:spLocks noChangeShapeType="1"/>
            </p:cNvSpPr>
            <p:nvPr/>
          </p:nvSpPr>
          <p:spPr bwMode="auto">
            <a:xfrm flipV="1">
              <a:off x="5257800" y="3771900"/>
              <a:ext cx="1588" cy="457200"/>
            </a:xfrm>
            <a:prstGeom prst="line">
              <a:avLst/>
            </a:prstGeom>
            <a:noFill/>
            <a:ln w="22225" cap="sq">
              <a:solidFill>
                <a:srgbClr val="CC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5" name="Rectangle 6"/>
            <p:cNvSpPr>
              <a:spLocks noChangeArrowheads="1"/>
            </p:cNvSpPr>
            <p:nvPr/>
          </p:nvSpPr>
          <p:spPr bwMode="auto">
            <a:xfrm>
              <a:off x="4876800" y="42672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IP</a:t>
              </a:r>
              <a:endParaRPr kumimoji="1" lang="en-US" altLang="zh-CN" sz="2646" b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Line 7"/>
            <p:cNvSpPr>
              <a:spLocks noChangeShapeType="1"/>
            </p:cNvSpPr>
            <p:nvPr/>
          </p:nvSpPr>
          <p:spPr bwMode="auto">
            <a:xfrm flipH="1">
              <a:off x="5791200" y="3771900"/>
              <a:ext cx="609600" cy="4572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7" name="Line 8"/>
            <p:cNvSpPr>
              <a:spLocks noChangeShapeType="1"/>
            </p:cNvSpPr>
            <p:nvPr/>
          </p:nvSpPr>
          <p:spPr bwMode="auto">
            <a:xfrm>
              <a:off x="6400800" y="3771900"/>
              <a:ext cx="0" cy="4572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8" name="Line 9"/>
            <p:cNvSpPr>
              <a:spLocks noChangeShapeType="1"/>
            </p:cNvSpPr>
            <p:nvPr/>
          </p:nvSpPr>
          <p:spPr bwMode="auto">
            <a:xfrm>
              <a:off x="6400800" y="3771900"/>
              <a:ext cx="685800" cy="4572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9" name="Rectangle 10"/>
            <p:cNvSpPr>
              <a:spLocks noChangeArrowheads="1"/>
            </p:cNvSpPr>
            <p:nvPr/>
          </p:nvSpPr>
          <p:spPr bwMode="auto">
            <a:xfrm>
              <a:off x="6019800" y="41910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" name="Rectangle 11"/>
            <p:cNvSpPr>
              <a:spLocks noChangeArrowheads="1"/>
            </p:cNvSpPr>
            <p:nvPr/>
          </p:nvSpPr>
          <p:spPr bwMode="auto">
            <a:xfrm>
              <a:off x="5375275" y="41910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" name="Rectangle 12"/>
            <p:cNvSpPr>
              <a:spLocks noChangeArrowheads="1"/>
            </p:cNvSpPr>
            <p:nvPr/>
          </p:nvSpPr>
          <p:spPr bwMode="auto">
            <a:xfrm>
              <a:off x="6702425" y="41910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y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" name="Line 13"/>
            <p:cNvSpPr>
              <a:spLocks noChangeShapeType="1"/>
            </p:cNvSpPr>
            <p:nvPr/>
          </p:nvSpPr>
          <p:spPr bwMode="auto">
            <a:xfrm flipH="1">
              <a:off x="6078538" y="4589463"/>
              <a:ext cx="304800" cy="3810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3" name="Line 14"/>
            <p:cNvSpPr>
              <a:spLocks noChangeShapeType="1"/>
            </p:cNvSpPr>
            <p:nvPr/>
          </p:nvSpPr>
          <p:spPr bwMode="auto">
            <a:xfrm>
              <a:off x="6383338" y="4589463"/>
              <a:ext cx="304800" cy="3810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4" name="Rectangle 15"/>
            <p:cNvSpPr>
              <a:spLocks noChangeArrowheads="1"/>
            </p:cNvSpPr>
            <p:nvPr/>
          </p:nvSpPr>
          <p:spPr bwMode="auto">
            <a:xfrm>
              <a:off x="6307138" y="4970463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en-US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5" name="Rectangle 16"/>
            <p:cNvSpPr>
              <a:spLocks noChangeArrowheads="1"/>
            </p:cNvSpPr>
            <p:nvPr/>
          </p:nvSpPr>
          <p:spPr bwMode="auto">
            <a:xfrm>
              <a:off x="5621338" y="4970463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en-US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" name="Line 17"/>
            <p:cNvSpPr>
              <a:spLocks noChangeShapeType="1"/>
            </p:cNvSpPr>
            <p:nvPr/>
          </p:nvSpPr>
          <p:spPr bwMode="auto">
            <a:xfrm flipV="1">
              <a:off x="6700838" y="5275263"/>
              <a:ext cx="0" cy="457200"/>
            </a:xfrm>
            <a:prstGeom prst="line">
              <a:avLst/>
            </a:prstGeom>
            <a:noFill/>
            <a:ln w="22225" cap="sq">
              <a:solidFill>
                <a:srgbClr val="CC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F99466D-F6B2-FB23-FC8A-5C96495E28D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19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697587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自上而下分析示例</a:t>
            </a:r>
          </a:p>
        </p:txBody>
      </p:sp>
      <p:sp>
        <p:nvSpPr>
          <p:cNvPr id="29699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假定有文法</a:t>
            </a:r>
            <a:r>
              <a:rPr lang="en-US" altLang="zh-CN" dirty="0"/>
              <a:t>G(S):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        (1) </a:t>
            </a:r>
            <a:r>
              <a:rPr lang="en-US" altLang="zh-CN" dirty="0" err="1"/>
              <a:t>S→xAy</a:t>
            </a:r>
            <a:endParaRPr lang="en-US" altLang="zh-CN" dirty="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        (2) A→**|*	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zh-CN" dirty="0"/>
              <a:t>分析</a:t>
            </a:r>
            <a:r>
              <a:rPr lang="zh-CN" altLang="en-US" dirty="0"/>
              <a:t>输入串</a:t>
            </a:r>
            <a:r>
              <a:rPr lang="en-US" altLang="zh-CN" dirty="0"/>
              <a:t>x*y(</a:t>
            </a:r>
            <a:r>
              <a:rPr lang="zh-CN" altLang="en-US" dirty="0"/>
              <a:t>记为</a:t>
            </a:r>
            <a:r>
              <a:rPr lang="zh-CN" altLang="en-US" dirty="0">
                <a:sym typeface="Symbol" panose="05050102010706020507" pitchFamily="18" charset="2"/>
              </a:rPr>
              <a:t>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3572038" y="4365166"/>
            <a:ext cx="3020370" cy="1847921"/>
            <a:chOff x="4724400" y="3390900"/>
            <a:chExt cx="2740025" cy="1676400"/>
          </a:xfrm>
        </p:grpSpPr>
        <p:sp>
          <p:nvSpPr>
            <p:cNvPr id="18" name="Rectangle 3"/>
            <p:cNvSpPr>
              <a:spLocks noChangeArrowheads="1"/>
            </p:cNvSpPr>
            <p:nvPr/>
          </p:nvSpPr>
          <p:spPr bwMode="auto">
            <a:xfrm>
              <a:off x="6019800" y="3390900"/>
              <a:ext cx="762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Rectangle 4"/>
            <p:cNvSpPr>
              <a:spLocks noChangeArrowheads="1"/>
            </p:cNvSpPr>
            <p:nvPr/>
          </p:nvSpPr>
          <p:spPr bwMode="auto">
            <a:xfrm>
              <a:off x="4724400" y="3390900"/>
              <a:ext cx="762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x*y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Line 5"/>
            <p:cNvSpPr>
              <a:spLocks noChangeShapeType="1"/>
            </p:cNvSpPr>
            <p:nvPr/>
          </p:nvSpPr>
          <p:spPr bwMode="auto">
            <a:xfrm flipV="1">
              <a:off x="5108575" y="3771900"/>
              <a:ext cx="1588" cy="457200"/>
            </a:xfrm>
            <a:prstGeom prst="line">
              <a:avLst/>
            </a:prstGeom>
            <a:noFill/>
            <a:ln w="22225" cap="sq">
              <a:solidFill>
                <a:srgbClr val="CC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" name="Rectangle 6"/>
            <p:cNvSpPr>
              <a:spLocks noChangeArrowheads="1"/>
            </p:cNvSpPr>
            <p:nvPr/>
          </p:nvSpPr>
          <p:spPr bwMode="auto">
            <a:xfrm>
              <a:off x="4727575" y="42672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IP</a:t>
              </a:r>
              <a:endParaRPr kumimoji="1" lang="en-US" altLang="zh-CN" sz="2646" b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Line 7"/>
            <p:cNvSpPr>
              <a:spLocks noChangeShapeType="1"/>
            </p:cNvSpPr>
            <p:nvPr/>
          </p:nvSpPr>
          <p:spPr bwMode="auto">
            <a:xfrm flipH="1">
              <a:off x="5791200" y="3771900"/>
              <a:ext cx="609600" cy="4572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3" name="Line 8"/>
            <p:cNvSpPr>
              <a:spLocks noChangeShapeType="1"/>
            </p:cNvSpPr>
            <p:nvPr/>
          </p:nvSpPr>
          <p:spPr bwMode="auto">
            <a:xfrm>
              <a:off x="6400800" y="3771900"/>
              <a:ext cx="0" cy="4572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4" name="Line 9"/>
            <p:cNvSpPr>
              <a:spLocks noChangeShapeType="1"/>
            </p:cNvSpPr>
            <p:nvPr/>
          </p:nvSpPr>
          <p:spPr bwMode="auto">
            <a:xfrm>
              <a:off x="6400800" y="3771900"/>
              <a:ext cx="685800" cy="4572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5" name="Rectangle 10"/>
            <p:cNvSpPr>
              <a:spLocks noChangeArrowheads="1"/>
            </p:cNvSpPr>
            <p:nvPr/>
          </p:nvSpPr>
          <p:spPr bwMode="auto">
            <a:xfrm>
              <a:off x="6019800" y="41910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Rectangle 11"/>
            <p:cNvSpPr>
              <a:spLocks noChangeArrowheads="1"/>
            </p:cNvSpPr>
            <p:nvPr/>
          </p:nvSpPr>
          <p:spPr bwMode="auto">
            <a:xfrm>
              <a:off x="5375275" y="41910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Rectangle 12"/>
            <p:cNvSpPr>
              <a:spLocks noChangeArrowheads="1"/>
            </p:cNvSpPr>
            <p:nvPr/>
          </p:nvSpPr>
          <p:spPr bwMode="auto">
            <a:xfrm>
              <a:off x="6702425" y="41910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y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Line 13"/>
            <p:cNvSpPr>
              <a:spLocks noChangeShapeType="1"/>
            </p:cNvSpPr>
            <p:nvPr/>
          </p:nvSpPr>
          <p:spPr bwMode="auto">
            <a:xfrm flipV="1">
              <a:off x="6383338" y="4610100"/>
              <a:ext cx="0" cy="457200"/>
            </a:xfrm>
            <a:prstGeom prst="line">
              <a:avLst/>
            </a:prstGeom>
            <a:noFill/>
            <a:ln w="22225" cap="sq">
              <a:solidFill>
                <a:srgbClr val="CC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1CAF4C44-9E01-F2AA-95FF-B70426B1B82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20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960130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自上而下分析示例</a:t>
            </a:r>
          </a:p>
        </p:txBody>
      </p:sp>
      <p:sp>
        <p:nvSpPr>
          <p:cNvPr id="30723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假定有文法</a:t>
            </a:r>
            <a:r>
              <a:rPr lang="en-US" altLang="zh-CN" dirty="0"/>
              <a:t>G(S):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        (1) </a:t>
            </a:r>
            <a:r>
              <a:rPr lang="en-US" altLang="zh-CN" dirty="0" err="1"/>
              <a:t>S→xAy</a:t>
            </a:r>
            <a:endParaRPr lang="en-US" altLang="zh-CN" dirty="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        (2) A→**|*	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zh-CN" dirty="0"/>
              <a:t>分析</a:t>
            </a:r>
            <a:r>
              <a:rPr lang="zh-CN" altLang="en-US" dirty="0"/>
              <a:t>输入串</a:t>
            </a:r>
            <a:r>
              <a:rPr lang="en-US" altLang="zh-CN" dirty="0"/>
              <a:t>x*y(</a:t>
            </a:r>
            <a:r>
              <a:rPr lang="zh-CN" altLang="en-US" dirty="0"/>
              <a:t>记为</a:t>
            </a:r>
            <a:r>
              <a:rPr lang="zh-CN" altLang="en-US" dirty="0">
                <a:sym typeface="Symbol" panose="05050102010706020507" pitchFamily="18" charset="2"/>
              </a:rPr>
              <a:t>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3572038" y="4365170"/>
            <a:ext cx="3020370" cy="2596889"/>
            <a:chOff x="4724400" y="3390900"/>
            <a:chExt cx="2740025" cy="2355850"/>
          </a:xfrm>
        </p:grpSpPr>
        <p:sp>
          <p:nvSpPr>
            <p:cNvPr id="20" name="Rectangle 3"/>
            <p:cNvSpPr>
              <a:spLocks noChangeArrowheads="1"/>
            </p:cNvSpPr>
            <p:nvPr/>
          </p:nvSpPr>
          <p:spPr bwMode="auto">
            <a:xfrm>
              <a:off x="6019800" y="3390900"/>
              <a:ext cx="762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Rectangle 4"/>
            <p:cNvSpPr>
              <a:spLocks noChangeArrowheads="1"/>
            </p:cNvSpPr>
            <p:nvPr/>
          </p:nvSpPr>
          <p:spPr bwMode="auto">
            <a:xfrm>
              <a:off x="4724400" y="3390900"/>
              <a:ext cx="762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x*y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Line 6"/>
            <p:cNvSpPr>
              <a:spLocks noChangeShapeType="1"/>
            </p:cNvSpPr>
            <p:nvPr/>
          </p:nvSpPr>
          <p:spPr bwMode="auto">
            <a:xfrm flipV="1">
              <a:off x="5108575" y="3771900"/>
              <a:ext cx="1588" cy="457200"/>
            </a:xfrm>
            <a:prstGeom prst="line">
              <a:avLst/>
            </a:prstGeom>
            <a:noFill/>
            <a:ln w="22225" cap="sq">
              <a:solidFill>
                <a:srgbClr val="CC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3" name="Rectangle 7"/>
            <p:cNvSpPr>
              <a:spLocks noChangeArrowheads="1"/>
            </p:cNvSpPr>
            <p:nvPr/>
          </p:nvSpPr>
          <p:spPr bwMode="auto">
            <a:xfrm>
              <a:off x="4727575" y="42672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IP</a:t>
              </a:r>
              <a:endParaRPr kumimoji="1" lang="en-US" altLang="zh-CN" sz="2646" b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Line 8"/>
            <p:cNvSpPr>
              <a:spLocks noChangeShapeType="1"/>
            </p:cNvSpPr>
            <p:nvPr/>
          </p:nvSpPr>
          <p:spPr bwMode="auto">
            <a:xfrm flipH="1">
              <a:off x="5791200" y="3771900"/>
              <a:ext cx="609600" cy="4572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5" name="Line 9"/>
            <p:cNvSpPr>
              <a:spLocks noChangeShapeType="1"/>
            </p:cNvSpPr>
            <p:nvPr/>
          </p:nvSpPr>
          <p:spPr bwMode="auto">
            <a:xfrm>
              <a:off x="6400800" y="3771900"/>
              <a:ext cx="0" cy="4572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6" name="Line 10"/>
            <p:cNvSpPr>
              <a:spLocks noChangeShapeType="1"/>
            </p:cNvSpPr>
            <p:nvPr/>
          </p:nvSpPr>
          <p:spPr bwMode="auto">
            <a:xfrm>
              <a:off x="6400800" y="3771900"/>
              <a:ext cx="685800" cy="4572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7" name="Rectangle 11"/>
            <p:cNvSpPr>
              <a:spLocks noChangeArrowheads="1"/>
            </p:cNvSpPr>
            <p:nvPr/>
          </p:nvSpPr>
          <p:spPr bwMode="auto">
            <a:xfrm>
              <a:off x="6019800" y="41910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endParaRPr kumimoji="1" lang="en-US" altLang="zh-CN" sz="2646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Rectangle 12"/>
            <p:cNvSpPr>
              <a:spLocks noChangeArrowheads="1"/>
            </p:cNvSpPr>
            <p:nvPr/>
          </p:nvSpPr>
          <p:spPr bwMode="auto">
            <a:xfrm>
              <a:off x="5375275" y="41910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Rectangle 13"/>
            <p:cNvSpPr>
              <a:spLocks noChangeArrowheads="1"/>
            </p:cNvSpPr>
            <p:nvPr/>
          </p:nvSpPr>
          <p:spPr bwMode="auto">
            <a:xfrm>
              <a:off x="6702425" y="41910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y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" name="Rectangle 15"/>
            <p:cNvSpPr>
              <a:spLocks noChangeArrowheads="1"/>
            </p:cNvSpPr>
            <p:nvPr/>
          </p:nvSpPr>
          <p:spPr bwMode="auto">
            <a:xfrm>
              <a:off x="6019800" y="498475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en-US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" name="Line 16"/>
            <p:cNvSpPr>
              <a:spLocks noChangeShapeType="1"/>
            </p:cNvSpPr>
            <p:nvPr/>
          </p:nvSpPr>
          <p:spPr bwMode="auto">
            <a:xfrm>
              <a:off x="6400800" y="4603750"/>
              <a:ext cx="0" cy="4572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2" name="Line 17"/>
            <p:cNvSpPr>
              <a:spLocks noChangeShapeType="1"/>
            </p:cNvSpPr>
            <p:nvPr/>
          </p:nvSpPr>
          <p:spPr bwMode="auto">
            <a:xfrm flipV="1">
              <a:off x="6400800" y="5289550"/>
              <a:ext cx="0" cy="457200"/>
            </a:xfrm>
            <a:prstGeom prst="line">
              <a:avLst/>
            </a:prstGeom>
            <a:noFill/>
            <a:ln w="22225" cap="sq">
              <a:solidFill>
                <a:srgbClr val="CC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B71F776-9A0B-FF97-6F5F-999AB8B0A9F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21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459903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自上而下分析示例</a:t>
            </a:r>
          </a:p>
        </p:txBody>
      </p:sp>
      <p:sp>
        <p:nvSpPr>
          <p:cNvPr id="31747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假定有文法</a:t>
            </a:r>
            <a:r>
              <a:rPr lang="en-US" altLang="zh-CN" dirty="0"/>
              <a:t>G(S):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        (1) </a:t>
            </a:r>
            <a:r>
              <a:rPr lang="en-US" altLang="zh-CN" dirty="0" err="1"/>
              <a:t>S→xAy</a:t>
            </a:r>
            <a:endParaRPr lang="en-US" altLang="zh-CN" dirty="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        (2) A→**|*	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zh-CN" dirty="0"/>
              <a:t>分析</a:t>
            </a:r>
            <a:r>
              <a:rPr lang="zh-CN" altLang="en-US" dirty="0"/>
              <a:t>输入串</a:t>
            </a:r>
            <a:r>
              <a:rPr lang="en-US" altLang="zh-CN" dirty="0"/>
              <a:t>x*y(</a:t>
            </a:r>
            <a:r>
              <a:rPr lang="zh-CN" altLang="en-US" dirty="0"/>
              <a:t>记为</a:t>
            </a:r>
            <a:r>
              <a:rPr lang="zh-CN" altLang="en-US" dirty="0">
                <a:sym typeface="Symbol" panose="05050102010706020507" pitchFamily="18" charset="2"/>
              </a:rPr>
              <a:t>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3572038" y="4365170"/>
            <a:ext cx="3020370" cy="2260904"/>
            <a:chOff x="4724400" y="3390900"/>
            <a:chExt cx="2740025" cy="2051050"/>
          </a:xfrm>
        </p:grpSpPr>
        <p:sp>
          <p:nvSpPr>
            <p:cNvPr id="20" name="Rectangle 3"/>
            <p:cNvSpPr>
              <a:spLocks noChangeArrowheads="1"/>
            </p:cNvSpPr>
            <p:nvPr/>
          </p:nvSpPr>
          <p:spPr bwMode="auto">
            <a:xfrm>
              <a:off x="6019800" y="3390900"/>
              <a:ext cx="762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Rectangle 4"/>
            <p:cNvSpPr>
              <a:spLocks noChangeArrowheads="1"/>
            </p:cNvSpPr>
            <p:nvPr/>
          </p:nvSpPr>
          <p:spPr bwMode="auto">
            <a:xfrm>
              <a:off x="4724400" y="3390900"/>
              <a:ext cx="762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x*y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Line 6"/>
            <p:cNvSpPr>
              <a:spLocks noChangeShapeType="1"/>
            </p:cNvSpPr>
            <p:nvPr/>
          </p:nvSpPr>
          <p:spPr bwMode="auto">
            <a:xfrm flipV="1">
              <a:off x="5257800" y="3848100"/>
              <a:ext cx="1588" cy="457200"/>
            </a:xfrm>
            <a:prstGeom prst="line">
              <a:avLst/>
            </a:prstGeom>
            <a:noFill/>
            <a:ln w="22225" cap="sq">
              <a:solidFill>
                <a:srgbClr val="CC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3" name="Rectangle 7"/>
            <p:cNvSpPr>
              <a:spLocks noChangeArrowheads="1"/>
            </p:cNvSpPr>
            <p:nvPr/>
          </p:nvSpPr>
          <p:spPr bwMode="auto">
            <a:xfrm>
              <a:off x="4876800" y="42672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IP</a:t>
              </a:r>
              <a:endParaRPr kumimoji="1" lang="en-US" altLang="zh-CN" sz="2646" b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Line 8"/>
            <p:cNvSpPr>
              <a:spLocks noChangeShapeType="1"/>
            </p:cNvSpPr>
            <p:nvPr/>
          </p:nvSpPr>
          <p:spPr bwMode="auto">
            <a:xfrm flipH="1">
              <a:off x="5791200" y="3771900"/>
              <a:ext cx="609600" cy="4572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5" name="Line 9"/>
            <p:cNvSpPr>
              <a:spLocks noChangeShapeType="1"/>
            </p:cNvSpPr>
            <p:nvPr/>
          </p:nvSpPr>
          <p:spPr bwMode="auto">
            <a:xfrm>
              <a:off x="6400800" y="3771900"/>
              <a:ext cx="0" cy="4572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6" name="Line 10"/>
            <p:cNvSpPr>
              <a:spLocks noChangeShapeType="1"/>
            </p:cNvSpPr>
            <p:nvPr/>
          </p:nvSpPr>
          <p:spPr bwMode="auto">
            <a:xfrm>
              <a:off x="6400800" y="3771900"/>
              <a:ext cx="685800" cy="4572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7" name="Rectangle 11"/>
            <p:cNvSpPr>
              <a:spLocks noChangeArrowheads="1"/>
            </p:cNvSpPr>
            <p:nvPr/>
          </p:nvSpPr>
          <p:spPr bwMode="auto">
            <a:xfrm>
              <a:off x="6019800" y="41910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Rectangle 12"/>
            <p:cNvSpPr>
              <a:spLocks noChangeArrowheads="1"/>
            </p:cNvSpPr>
            <p:nvPr/>
          </p:nvSpPr>
          <p:spPr bwMode="auto">
            <a:xfrm>
              <a:off x="5375275" y="41910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Rectangle 13"/>
            <p:cNvSpPr>
              <a:spLocks noChangeArrowheads="1"/>
            </p:cNvSpPr>
            <p:nvPr/>
          </p:nvSpPr>
          <p:spPr bwMode="auto">
            <a:xfrm>
              <a:off x="6702425" y="41910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y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" name="Rectangle 14"/>
            <p:cNvSpPr>
              <a:spLocks noChangeArrowheads="1"/>
            </p:cNvSpPr>
            <p:nvPr/>
          </p:nvSpPr>
          <p:spPr bwMode="auto">
            <a:xfrm>
              <a:off x="6019800" y="498475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en-US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" name="Line 15"/>
            <p:cNvSpPr>
              <a:spLocks noChangeShapeType="1"/>
            </p:cNvSpPr>
            <p:nvPr/>
          </p:nvSpPr>
          <p:spPr bwMode="auto">
            <a:xfrm>
              <a:off x="6400800" y="4603750"/>
              <a:ext cx="0" cy="4572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2" name="Line 16"/>
            <p:cNvSpPr>
              <a:spLocks noChangeShapeType="1"/>
            </p:cNvSpPr>
            <p:nvPr/>
          </p:nvSpPr>
          <p:spPr bwMode="auto">
            <a:xfrm flipV="1">
              <a:off x="7032625" y="4652963"/>
              <a:ext cx="0" cy="457200"/>
            </a:xfrm>
            <a:prstGeom prst="line">
              <a:avLst/>
            </a:prstGeom>
            <a:noFill/>
            <a:ln w="22225" cap="sq">
              <a:solidFill>
                <a:srgbClr val="CC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27DD1E1-89CE-83AC-EBE5-A8710FC7CCD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22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57717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zh-CN" noProof="1">
                <a:latin typeface="宋体" panose="02010600030101010101" pitchFamily="2" charset="-122"/>
              </a:rPr>
              <a:t>多个产生式候选</a:t>
            </a:r>
            <a:r>
              <a:rPr lang="zh-CN" altLang="zh-CN">
                <a:latin typeface="宋体" panose="02010600030101010101" pitchFamily="2" charset="-122"/>
              </a:rPr>
              <a:t>带来的问题</a:t>
            </a:r>
            <a:endParaRPr lang="zh-CN" altLang="en-GB">
              <a:latin typeface="宋体" panose="02010600030101010101" pitchFamily="2" charset="-122"/>
            </a:endParaRPr>
          </a:p>
        </p:txBody>
      </p:sp>
      <p:sp>
        <p:nvSpPr>
          <p:cNvPr id="46797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noProof="1"/>
              <a:t>回溯问题</a:t>
            </a:r>
            <a:endParaRPr lang="zh-CN" altLang="en-US" dirty="0"/>
          </a:p>
          <a:p>
            <a:pPr lvl="1" eaLnBrk="1" hangingPunct="1"/>
            <a:r>
              <a:rPr lang="zh-CN" altLang="en-US" noProof="1"/>
              <a:t>分析过程中，当一个非终结符用某一个候选匹配成功时，这种匹配可能是暂时的</a:t>
            </a:r>
            <a:endParaRPr lang="zh-CN" altLang="en-US" dirty="0"/>
          </a:p>
          <a:p>
            <a:pPr lvl="1" eaLnBrk="1" hangingPunct="1"/>
            <a:r>
              <a:rPr lang="zh-CN" altLang="zh-CN" dirty="0"/>
              <a:t>出错</a:t>
            </a:r>
            <a:r>
              <a:rPr lang="zh-CN" altLang="en-US" dirty="0"/>
              <a:t>时</a:t>
            </a:r>
            <a:r>
              <a:rPr lang="zh-CN" altLang="en-US" noProof="1"/>
              <a:t>，不得不“</a:t>
            </a:r>
            <a:r>
              <a:rPr lang="zh-CN" altLang="en-US" noProof="1">
                <a:solidFill>
                  <a:srgbClr val="CC0000"/>
                </a:solidFill>
              </a:rPr>
              <a:t>回溯</a:t>
            </a:r>
            <a:r>
              <a:rPr lang="zh-CN" altLang="en-US" noProof="1"/>
              <a:t>”</a:t>
            </a:r>
            <a:endParaRPr lang="zh-CN" altLang="zh-CN" dirty="0"/>
          </a:p>
        </p:txBody>
      </p:sp>
      <p:sp>
        <p:nvSpPr>
          <p:cNvPr id="18" name="Text Box 22"/>
          <p:cNvSpPr txBox="1">
            <a:spLocks noChangeArrowheads="1"/>
          </p:cNvSpPr>
          <p:nvPr/>
        </p:nvSpPr>
        <p:spPr bwMode="auto">
          <a:xfrm>
            <a:off x="7117473" y="5050287"/>
            <a:ext cx="1693092" cy="63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3527">
                <a:solidFill>
                  <a:prstClr val="black"/>
                </a:solidFill>
                <a:cs typeface="+mn-cs"/>
              </a:rPr>
              <a:t>A→**|*</a:t>
            </a:r>
            <a:endParaRPr lang="en-GB" altLang="zh-CN" sz="3527">
              <a:solidFill>
                <a:prstClr val="black"/>
              </a:solidFill>
              <a:cs typeface="+mn-cs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3572038" y="4365166"/>
            <a:ext cx="3020370" cy="1847921"/>
            <a:chOff x="4724400" y="3390900"/>
            <a:chExt cx="2740025" cy="1676400"/>
          </a:xfrm>
        </p:grpSpPr>
        <p:sp>
          <p:nvSpPr>
            <p:cNvPr id="20" name="Rectangle 3"/>
            <p:cNvSpPr>
              <a:spLocks noChangeArrowheads="1"/>
            </p:cNvSpPr>
            <p:nvPr/>
          </p:nvSpPr>
          <p:spPr bwMode="auto">
            <a:xfrm>
              <a:off x="6019800" y="3390900"/>
              <a:ext cx="762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Rectangle 4"/>
            <p:cNvSpPr>
              <a:spLocks noChangeArrowheads="1"/>
            </p:cNvSpPr>
            <p:nvPr/>
          </p:nvSpPr>
          <p:spPr bwMode="auto">
            <a:xfrm>
              <a:off x="4724400" y="3390900"/>
              <a:ext cx="762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x*y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5" name="Line 6"/>
            <p:cNvSpPr>
              <a:spLocks noChangeShapeType="1"/>
            </p:cNvSpPr>
            <p:nvPr/>
          </p:nvSpPr>
          <p:spPr bwMode="auto">
            <a:xfrm flipV="1">
              <a:off x="5108575" y="3771900"/>
              <a:ext cx="1588" cy="457200"/>
            </a:xfrm>
            <a:prstGeom prst="line">
              <a:avLst/>
            </a:prstGeom>
            <a:noFill/>
            <a:ln w="22225" cap="sq">
              <a:solidFill>
                <a:srgbClr val="CC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6" name="Rectangle 7"/>
            <p:cNvSpPr>
              <a:spLocks noChangeArrowheads="1"/>
            </p:cNvSpPr>
            <p:nvPr/>
          </p:nvSpPr>
          <p:spPr bwMode="auto">
            <a:xfrm>
              <a:off x="4727575" y="42672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IP</a:t>
              </a:r>
              <a:endParaRPr kumimoji="1" lang="en-US" altLang="zh-CN" sz="2646" b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" name="Line 8"/>
            <p:cNvSpPr>
              <a:spLocks noChangeShapeType="1"/>
            </p:cNvSpPr>
            <p:nvPr/>
          </p:nvSpPr>
          <p:spPr bwMode="auto">
            <a:xfrm flipH="1">
              <a:off x="5791200" y="3771900"/>
              <a:ext cx="609600" cy="4572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8" name="Line 9"/>
            <p:cNvSpPr>
              <a:spLocks noChangeShapeType="1"/>
            </p:cNvSpPr>
            <p:nvPr/>
          </p:nvSpPr>
          <p:spPr bwMode="auto">
            <a:xfrm>
              <a:off x="6400800" y="3771900"/>
              <a:ext cx="0" cy="4572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9" name="Line 10"/>
            <p:cNvSpPr>
              <a:spLocks noChangeShapeType="1"/>
            </p:cNvSpPr>
            <p:nvPr/>
          </p:nvSpPr>
          <p:spPr bwMode="auto">
            <a:xfrm>
              <a:off x="6400800" y="3771900"/>
              <a:ext cx="685800" cy="4572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0" name="Rectangle 11"/>
            <p:cNvSpPr>
              <a:spLocks noChangeArrowheads="1"/>
            </p:cNvSpPr>
            <p:nvPr/>
          </p:nvSpPr>
          <p:spPr bwMode="auto">
            <a:xfrm>
              <a:off x="6019800" y="41910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" name="Rectangle 12"/>
            <p:cNvSpPr>
              <a:spLocks noChangeArrowheads="1"/>
            </p:cNvSpPr>
            <p:nvPr/>
          </p:nvSpPr>
          <p:spPr bwMode="auto">
            <a:xfrm>
              <a:off x="5375275" y="41910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" name="Rectangle 13"/>
            <p:cNvSpPr>
              <a:spLocks noChangeArrowheads="1"/>
            </p:cNvSpPr>
            <p:nvPr/>
          </p:nvSpPr>
          <p:spPr bwMode="auto">
            <a:xfrm>
              <a:off x="6702425" y="41910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y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" name="Line 14"/>
            <p:cNvSpPr>
              <a:spLocks noChangeShapeType="1"/>
            </p:cNvSpPr>
            <p:nvPr/>
          </p:nvSpPr>
          <p:spPr bwMode="auto">
            <a:xfrm flipV="1">
              <a:off x="6383338" y="4610100"/>
              <a:ext cx="0" cy="457200"/>
            </a:xfrm>
            <a:prstGeom prst="line">
              <a:avLst/>
            </a:prstGeom>
            <a:noFill/>
            <a:ln w="22225" cap="sq">
              <a:solidFill>
                <a:srgbClr val="CC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26F2B41-B944-D06F-4029-06D226AAC9A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23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8286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79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79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79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7970" grpId="0" build="p" bldLvl="2" autoUpdateAnimBg="0"/>
      <p:bldP spid="1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zh-CN" noProof="1">
                <a:latin typeface="宋体" panose="02010600030101010101" pitchFamily="2" charset="-122"/>
              </a:rPr>
              <a:t>多个产生式候选</a:t>
            </a:r>
            <a:r>
              <a:rPr lang="zh-CN" altLang="zh-CN">
                <a:latin typeface="宋体" panose="02010600030101010101" pitchFamily="2" charset="-122"/>
              </a:rPr>
              <a:t>带来的问题</a:t>
            </a:r>
            <a:endParaRPr lang="zh-CN" altLang="en-GB">
              <a:latin typeface="宋体" panose="02010600030101010101" pitchFamily="2" charset="-122"/>
            </a:endParaRPr>
          </a:p>
        </p:txBody>
      </p:sp>
      <p:sp>
        <p:nvSpPr>
          <p:cNvPr id="46797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noProof="1"/>
              <a:t>回溯问题</a:t>
            </a:r>
            <a:endParaRPr lang="zh-CN" altLang="en-US" dirty="0"/>
          </a:p>
          <a:p>
            <a:pPr lvl="1" eaLnBrk="1" hangingPunct="1"/>
            <a:r>
              <a:rPr lang="zh-CN" altLang="en-US" noProof="1"/>
              <a:t>分析过程中，当一个非终结符用某一个候选匹配成功时，这种匹配可能是暂时的</a:t>
            </a:r>
            <a:endParaRPr lang="zh-CN" altLang="en-US" dirty="0"/>
          </a:p>
          <a:p>
            <a:pPr lvl="1" eaLnBrk="1" hangingPunct="1"/>
            <a:r>
              <a:rPr lang="zh-CN" altLang="zh-CN" dirty="0"/>
              <a:t>出错</a:t>
            </a:r>
            <a:r>
              <a:rPr lang="zh-CN" altLang="en-US" dirty="0"/>
              <a:t>时</a:t>
            </a:r>
            <a:r>
              <a:rPr lang="zh-CN" altLang="en-US" noProof="1"/>
              <a:t>，不得不“</a:t>
            </a:r>
            <a:r>
              <a:rPr lang="zh-CN" altLang="en-US" noProof="1">
                <a:solidFill>
                  <a:srgbClr val="CC0000"/>
                </a:solidFill>
              </a:rPr>
              <a:t>回溯</a:t>
            </a:r>
            <a:r>
              <a:rPr lang="zh-CN" altLang="en-US" noProof="1"/>
              <a:t>”</a:t>
            </a:r>
            <a:endParaRPr lang="zh-CN" altLang="zh-CN" dirty="0"/>
          </a:p>
        </p:txBody>
      </p:sp>
      <p:sp>
        <p:nvSpPr>
          <p:cNvPr id="56" name="Text Box 22"/>
          <p:cNvSpPr txBox="1">
            <a:spLocks noChangeArrowheads="1"/>
          </p:cNvSpPr>
          <p:nvPr/>
        </p:nvSpPr>
        <p:spPr bwMode="auto">
          <a:xfrm>
            <a:off x="7117473" y="5050287"/>
            <a:ext cx="1693092" cy="63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3527">
                <a:solidFill>
                  <a:prstClr val="black"/>
                </a:solidFill>
                <a:cs typeface="+mn-cs"/>
              </a:rPr>
              <a:t>A→**|*</a:t>
            </a:r>
            <a:endParaRPr lang="en-GB" altLang="zh-CN" sz="3527">
              <a:solidFill>
                <a:prstClr val="black"/>
              </a:solidFill>
              <a:cs typeface="+mn-cs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3572038" y="4365172"/>
            <a:ext cx="3020370" cy="2581140"/>
            <a:chOff x="4724400" y="3390900"/>
            <a:chExt cx="2740025" cy="2341563"/>
          </a:xfrm>
        </p:grpSpPr>
        <p:sp>
          <p:nvSpPr>
            <p:cNvPr id="58" name="Rectangle 3"/>
            <p:cNvSpPr>
              <a:spLocks noChangeArrowheads="1"/>
            </p:cNvSpPr>
            <p:nvPr/>
          </p:nvSpPr>
          <p:spPr bwMode="auto">
            <a:xfrm>
              <a:off x="6019800" y="3390900"/>
              <a:ext cx="762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" name="Rectangle 4"/>
            <p:cNvSpPr>
              <a:spLocks noChangeArrowheads="1"/>
            </p:cNvSpPr>
            <p:nvPr/>
          </p:nvSpPr>
          <p:spPr bwMode="auto">
            <a:xfrm>
              <a:off x="4724400" y="3390900"/>
              <a:ext cx="762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x*y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" name="Line 5"/>
            <p:cNvSpPr>
              <a:spLocks noChangeShapeType="1"/>
            </p:cNvSpPr>
            <p:nvPr/>
          </p:nvSpPr>
          <p:spPr bwMode="auto">
            <a:xfrm flipV="1">
              <a:off x="5108575" y="3771900"/>
              <a:ext cx="1588" cy="457200"/>
            </a:xfrm>
            <a:prstGeom prst="line">
              <a:avLst/>
            </a:prstGeom>
            <a:noFill/>
            <a:ln w="22225" cap="sq">
              <a:solidFill>
                <a:srgbClr val="CC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1" name="Rectangle 6"/>
            <p:cNvSpPr>
              <a:spLocks noChangeArrowheads="1"/>
            </p:cNvSpPr>
            <p:nvPr/>
          </p:nvSpPr>
          <p:spPr bwMode="auto">
            <a:xfrm>
              <a:off x="4727575" y="42672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IP</a:t>
              </a:r>
              <a:endParaRPr kumimoji="1" lang="en-US" altLang="zh-CN" sz="2646" b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" name="Line 7"/>
            <p:cNvSpPr>
              <a:spLocks noChangeShapeType="1"/>
            </p:cNvSpPr>
            <p:nvPr/>
          </p:nvSpPr>
          <p:spPr bwMode="auto">
            <a:xfrm flipH="1">
              <a:off x="5791200" y="3771900"/>
              <a:ext cx="609600" cy="4572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3" name="Line 8"/>
            <p:cNvSpPr>
              <a:spLocks noChangeShapeType="1"/>
            </p:cNvSpPr>
            <p:nvPr/>
          </p:nvSpPr>
          <p:spPr bwMode="auto">
            <a:xfrm>
              <a:off x="6400800" y="3771900"/>
              <a:ext cx="0" cy="4572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4" name="Line 9"/>
            <p:cNvSpPr>
              <a:spLocks noChangeShapeType="1"/>
            </p:cNvSpPr>
            <p:nvPr/>
          </p:nvSpPr>
          <p:spPr bwMode="auto">
            <a:xfrm>
              <a:off x="6400800" y="3771900"/>
              <a:ext cx="685800" cy="4572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5" name="Rectangle 10"/>
            <p:cNvSpPr>
              <a:spLocks noChangeArrowheads="1"/>
            </p:cNvSpPr>
            <p:nvPr/>
          </p:nvSpPr>
          <p:spPr bwMode="auto">
            <a:xfrm>
              <a:off x="6019800" y="41910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" name="Rectangle 11"/>
            <p:cNvSpPr>
              <a:spLocks noChangeArrowheads="1"/>
            </p:cNvSpPr>
            <p:nvPr/>
          </p:nvSpPr>
          <p:spPr bwMode="auto">
            <a:xfrm>
              <a:off x="5375275" y="41910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" name="Rectangle 12"/>
            <p:cNvSpPr>
              <a:spLocks noChangeArrowheads="1"/>
            </p:cNvSpPr>
            <p:nvPr/>
          </p:nvSpPr>
          <p:spPr bwMode="auto">
            <a:xfrm>
              <a:off x="6702425" y="41910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y</a:t>
              </a:r>
              <a:endParaRPr kumimoji="1" lang="en-US" altLang="zh-CN" sz="2646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8" name="Line 13"/>
            <p:cNvSpPr>
              <a:spLocks noChangeShapeType="1"/>
            </p:cNvSpPr>
            <p:nvPr/>
          </p:nvSpPr>
          <p:spPr bwMode="auto">
            <a:xfrm flipH="1">
              <a:off x="6078538" y="4589463"/>
              <a:ext cx="304800" cy="3810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9" name="Line 14"/>
            <p:cNvSpPr>
              <a:spLocks noChangeShapeType="1"/>
            </p:cNvSpPr>
            <p:nvPr/>
          </p:nvSpPr>
          <p:spPr bwMode="auto">
            <a:xfrm>
              <a:off x="6383338" y="4589463"/>
              <a:ext cx="304800" cy="3810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0" name="Rectangle 15"/>
            <p:cNvSpPr>
              <a:spLocks noChangeArrowheads="1"/>
            </p:cNvSpPr>
            <p:nvPr/>
          </p:nvSpPr>
          <p:spPr bwMode="auto">
            <a:xfrm>
              <a:off x="6307138" y="4970463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en-US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" name="Rectangle 16"/>
            <p:cNvSpPr>
              <a:spLocks noChangeArrowheads="1"/>
            </p:cNvSpPr>
            <p:nvPr/>
          </p:nvSpPr>
          <p:spPr bwMode="auto">
            <a:xfrm>
              <a:off x="5621338" y="4970463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en-US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" name="Line 17"/>
            <p:cNvSpPr>
              <a:spLocks noChangeShapeType="1"/>
            </p:cNvSpPr>
            <p:nvPr/>
          </p:nvSpPr>
          <p:spPr bwMode="auto">
            <a:xfrm flipV="1">
              <a:off x="6002338" y="5275263"/>
              <a:ext cx="0" cy="457200"/>
            </a:xfrm>
            <a:prstGeom prst="line">
              <a:avLst/>
            </a:prstGeom>
            <a:noFill/>
            <a:ln w="22225" cap="sq">
              <a:solidFill>
                <a:srgbClr val="CC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A616368-8D26-64A5-2204-B49C6040708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24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54043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zh-CN" noProof="1">
                <a:latin typeface="宋体" panose="02010600030101010101" pitchFamily="2" charset="-122"/>
              </a:rPr>
              <a:t>多个产生式候选</a:t>
            </a:r>
            <a:r>
              <a:rPr lang="zh-CN" altLang="zh-CN">
                <a:latin typeface="宋体" panose="02010600030101010101" pitchFamily="2" charset="-122"/>
              </a:rPr>
              <a:t>带来的问题</a:t>
            </a:r>
            <a:endParaRPr lang="zh-CN" altLang="en-GB">
              <a:latin typeface="宋体" panose="02010600030101010101" pitchFamily="2" charset="-122"/>
            </a:endParaRPr>
          </a:p>
        </p:txBody>
      </p:sp>
      <p:sp>
        <p:nvSpPr>
          <p:cNvPr id="46797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noProof="1"/>
              <a:t>回溯问题</a:t>
            </a:r>
            <a:endParaRPr lang="zh-CN" altLang="en-US" dirty="0"/>
          </a:p>
          <a:p>
            <a:pPr lvl="1" eaLnBrk="1" hangingPunct="1"/>
            <a:r>
              <a:rPr lang="zh-CN" altLang="en-US" noProof="1"/>
              <a:t>分析过程中，当一个非终结符用某一个候选匹配成功时，这种匹配可能是暂时的</a:t>
            </a:r>
            <a:endParaRPr lang="zh-CN" altLang="en-US" dirty="0"/>
          </a:p>
          <a:p>
            <a:pPr lvl="1" eaLnBrk="1" hangingPunct="1"/>
            <a:r>
              <a:rPr lang="zh-CN" altLang="zh-CN" dirty="0"/>
              <a:t>出错</a:t>
            </a:r>
            <a:r>
              <a:rPr lang="zh-CN" altLang="en-US" dirty="0"/>
              <a:t>时</a:t>
            </a:r>
            <a:r>
              <a:rPr lang="zh-CN" altLang="en-US" noProof="1"/>
              <a:t>，不得不“</a:t>
            </a:r>
            <a:r>
              <a:rPr lang="zh-CN" altLang="en-US" noProof="1">
                <a:solidFill>
                  <a:srgbClr val="CC0000"/>
                </a:solidFill>
              </a:rPr>
              <a:t>回溯</a:t>
            </a:r>
            <a:r>
              <a:rPr lang="zh-CN" altLang="en-US" noProof="1"/>
              <a:t>”</a:t>
            </a:r>
            <a:endParaRPr lang="zh-CN" altLang="zh-CN" dirty="0"/>
          </a:p>
        </p:txBody>
      </p:sp>
      <p:sp>
        <p:nvSpPr>
          <p:cNvPr id="52" name="Text Box 22"/>
          <p:cNvSpPr txBox="1">
            <a:spLocks noChangeArrowheads="1"/>
          </p:cNvSpPr>
          <p:nvPr/>
        </p:nvSpPr>
        <p:spPr bwMode="auto">
          <a:xfrm>
            <a:off x="7117473" y="5050287"/>
            <a:ext cx="1693092" cy="63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3527">
                <a:solidFill>
                  <a:prstClr val="black"/>
                </a:solidFill>
                <a:cs typeface="+mn-cs"/>
              </a:rPr>
              <a:t>A→**|*</a:t>
            </a:r>
            <a:endParaRPr lang="en-GB" altLang="zh-CN" sz="3527">
              <a:solidFill>
                <a:prstClr val="black"/>
              </a:solidFill>
              <a:cs typeface="+mn-cs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3572038" y="4365172"/>
            <a:ext cx="3020370" cy="2581140"/>
            <a:chOff x="4724400" y="3390900"/>
            <a:chExt cx="2740025" cy="2341563"/>
          </a:xfrm>
        </p:grpSpPr>
        <p:sp>
          <p:nvSpPr>
            <p:cNvPr id="54" name="Rectangle 3"/>
            <p:cNvSpPr>
              <a:spLocks noChangeArrowheads="1"/>
            </p:cNvSpPr>
            <p:nvPr/>
          </p:nvSpPr>
          <p:spPr bwMode="auto">
            <a:xfrm>
              <a:off x="6019800" y="3390900"/>
              <a:ext cx="762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" name="Rectangle 4"/>
            <p:cNvSpPr>
              <a:spLocks noChangeArrowheads="1"/>
            </p:cNvSpPr>
            <p:nvPr/>
          </p:nvSpPr>
          <p:spPr bwMode="auto">
            <a:xfrm>
              <a:off x="4724400" y="3390900"/>
              <a:ext cx="762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x*y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" name="Line 5"/>
            <p:cNvSpPr>
              <a:spLocks noChangeShapeType="1"/>
            </p:cNvSpPr>
            <p:nvPr/>
          </p:nvSpPr>
          <p:spPr bwMode="auto">
            <a:xfrm flipV="1">
              <a:off x="5257800" y="3771900"/>
              <a:ext cx="1588" cy="457200"/>
            </a:xfrm>
            <a:prstGeom prst="line">
              <a:avLst/>
            </a:prstGeom>
            <a:noFill/>
            <a:ln w="22225" cap="sq">
              <a:solidFill>
                <a:srgbClr val="CC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7" name="Rectangle 6"/>
            <p:cNvSpPr>
              <a:spLocks noChangeArrowheads="1"/>
            </p:cNvSpPr>
            <p:nvPr/>
          </p:nvSpPr>
          <p:spPr bwMode="auto">
            <a:xfrm>
              <a:off x="4876800" y="42672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IP</a:t>
              </a:r>
              <a:endParaRPr kumimoji="1" lang="en-US" altLang="zh-CN" sz="2646" b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" name="Line 7"/>
            <p:cNvSpPr>
              <a:spLocks noChangeShapeType="1"/>
            </p:cNvSpPr>
            <p:nvPr/>
          </p:nvSpPr>
          <p:spPr bwMode="auto">
            <a:xfrm flipH="1">
              <a:off x="5791200" y="3771900"/>
              <a:ext cx="609600" cy="4572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9" name="Line 8"/>
            <p:cNvSpPr>
              <a:spLocks noChangeShapeType="1"/>
            </p:cNvSpPr>
            <p:nvPr/>
          </p:nvSpPr>
          <p:spPr bwMode="auto">
            <a:xfrm>
              <a:off x="6400800" y="3771900"/>
              <a:ext cx="0" cy="4572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0" name="Line 9"/>
            <p:cNvSpPr>
              <a:spLocks noChangeShapeType="1"/>
            </p:cNvSpPr>
            <p:nvPr/>
          </p:nvSpPr>
          <p:spPr bwMode="auto">
            <a:xfrm>
              <a:off x="6400800" y="3771900"/>
              <a:ext cx="685800" cy="4572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1" name="Rectangle 10"/>
            <p:cNvSpPr>
              <a:spLocks noChangeArrowheads="1"/>
            </p:cNvSpPr>
            <p:nvPr/>
          </p:nvSpPr>
          <p:spPr bwMode="auto">
            <a:xfrm>
              <a:off x="6019800" y="41910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" name="Rectangle 11"/>
            <p:cNvSpPr>
              <a:spLocks noChangeArrowheads="1"/>
            </p:cNvSpPr>
            <p:nvPr/>
          </p:nvSpPr>
          <p:spPr bwMode="auto">
            <a:xfrm>
              <a:off x="5375275" y="41910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" name="Rectangle 12"/>
            <p:cNvSpPr>
              <a:spLocks noChangeArrowheads="1"/>
            </p:cNvSpPr>
            <p:nvPr/>
          </p:nvSpPr>
          <p:spPr bwMode="auto">
            <a:xfrm>
              <a:off x="6702425" y="41910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y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" name="Line 13"/>
            <p:cNvSpPr>
              <a:spLocks noChangeShapeType="1"/>
            </p:cNvSpPr>
            <p:nvPr/>
          </p:nvSpPr>
          <p:spPr bwMode="auto">
            <a:xfrm flipH="1">
              <a:off x="6078538" y="4589463"/>
              <a:ext cx="304800" cy="3810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5" name="Line 14"/>
            <p:cNvSpPr>
              <a:spLocks noChangeShapeType="1"/>
            </p:cNvSpPr>
            <p:nvPr/>
          </p:nvSpPr>
          <p:spPr bwMode="auto">
            <a:xfrm>
              <a:off x="6383338" y="4589463"/>
              <a:ext cx="304800" cy="3810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6" name="Rectangle 15"/>
            <p:cNvSpPr>
              <a:spLocks noChangeArrowheads="1"/>
            </p:cNvSpPr>
            <p:nvPr/>
          </p:nvSpPr>
          <p:spPr bwMode="auto">
            <a:xfrm>
              <a:off x="6307138" y="4970463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en-US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" name="Rectangle 16"/>
            <p:cNvSpPr>
              <a:spLocks noChangeArrowheads="1"/>
            </p:cNvSpPr>
            <p:nvPr/>
          </p:nvSpPr>
          <p:spPr bwMode="auto">
            <a:xfrm>
              <a:off x="5621338" y="4970463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en-US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8" name="Line 17"/>
            <p:cNvSpPr>
              <a:spLocks noChangeShapeType="1"/>
            </p:cNvSpPr>
            <p:nvPr/>
          </p:nvSpPr>
          <p:spPr bwMode="auto">
            <a:xfrm flipV="1">
              <a:off x="6700838" y="5275263"/>
              <a:ext cx="0" cy="457200"/>
            </a:xfrm>
            <a:prstGeom prst="line">
              <a:avLst/>
            </a:prstGeom>
            <a:noFill/>
            <a:ln w="22225" cap="sq">
              <a:solidFill>
                <a:srgbClr val="CC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569C3E1-5DB4-CAF5-5935-33227E5FF42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25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970010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zh-CN" noProof="1">
                <a:latin typeface="宋体" panose="02010600030101010101" pitchFamily="2" charset="-122"/>
              </a:rPr>
              <a:t>多个产生式候选</a:t>
            </a:r>
            <a:r>
              <a:rPr lang="zh-CN" altLang="zh-CN">
                <a:latin typeface="宋体" panose="02010600030101010101" pitchFamily="2" charset="-122"/>
              </a:rPr>
              <a:t>带来的问题</a:t>
            </a:r>
            <a:endParaRPr lang="zh-CN" altLang="en-GB">
              <a:latin typeface="宋体" panose="02010600030101010101" pitchFamily="2" charset="-122"/>
            </a:endParaRPr>
          </a:p>
        </p:txBody>
      </p:sp>
      <p:sp>
        <p:nvSpPr>
          <p:cNvPr id="46797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noProof="1"/>
              <a:t>回溯问题</a:t>
            </a:r>
            <a:endParaRPr lang="zh-CN" altLang="en-US" dirty="0"/>
          </a:p>
          <a:p>
            <a:pPr lvl="1" eaLnBrk="1" hangingPunct="1"/>
            <a:r>
              <a:rPr lang="zh-CN" altLang="en-US" noProof="1"/>
              <a:t>分析过程中，当一个非终结符用某一个候选匹配成功时，这种匹配可能是暂时的</a:t>
            </a:r>
            <a:endParaRPr lang="zh-CN" altLang="en-US" dirty="0"/>
          </a:p>
          <a:p>
            <a:pPr lvl="1" eaLnBrk="1" hangingPunct="1"/>
            <a:r>
              <a:rPr lang="zh-CN" altLang="zh-CN" dirty="0"/>
              <a:t>出错</a:t>
            </a:r>
            <a:r>
              <a:rPr lang="zh-CN" altLang="en-US" dirty="0"/>
              <a:t>时</a:t>
            </a:r>
            <a:r>
              <a:rPr lang="zh-CN" altLang="en-US" noProof="1"/>
              <a:t>，不得不“</a:t>
            </a:r>
            <a:r>
              <a:rPr lang="zh-CN" altLang="en-US" noProof="1">
                <a:solidFill>
                  <a:srgbClr val="CC0000"/>
                </a:solidFill>
              </a:rPr>
              <a:t>回溯</a:t>
            </a:r>
            <a:r>
              <a:rPr lang="zh-CN" altLang="en-US" noProof="1"/>
              <a:t>”</a:t>
            </a:r>
            <a:endParaRPr lang="zh-CN" altLang="zh-CN" dirty="0"/>
          </a:p>
        </p:txBody>
      </p:sp>
      <p:sp>
        <p:nvSpPr>
          <p:cNvPr id="22" name="文本框 21"/>
          <p:cNvSpPr txBox="1"/>
          <p:nvPr/>
        </p:nvSpPr>
        <p:spPr>
          <a:xfrm>
            <a:off x="7056225" y="944959"/>
            <a:ext cx="3023870" cy="566975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81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Text Box 22"/>
          <p:cNvSpPr txBox="1">
            <a:spLocks noChangeArrowheads="1"/>
          </p:cNvSpPr>
          <p:nvPr/>
        </p:nvSpPr>
        <p:spPr bwMode="auto">
          <a:xfrm>
            <a:off x="7117473" y="5050287"/>
            <a:ext cx="1693092" cy="63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3527">
                <a:solidFill>
                  <a:prstClr val="black"/>
                </a:solidFill>
                <a:cs typeface="+mn-cs"/>
              </a:rPr>
              <a:t>A→**|*</a:t>
            </a:r>
            <a:endParaRPr lang="en-GB" altLang="zh-CN" sz="3527">
              <a:solidFill>
                <a:prstClr val="black"/>
              </a:solidFill>
              <a:cs typeface="+mn-cs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3572038" y="4365166"/>
            <a:ext cx="3020370" cy="1847921"/>
            <a:chOff x="4724400" y="3390900"/>
            <a:chExt cx="2740025" cy="1676400"/>
          </a:xfrm>
        </p:grpSpPr>
        <p:sp>
          <p:nvSpPr>
            <p:cNvPr id="20" name="Rectangle 3"/>
            <p:cNvSpPr>
              <a:spLocks noChangeArrowheads="1"/>
            </p:cNvSpPr>
            <p:nvPr/>
          </p:nvSpPr>
          <p:spPr bwMode="auto">
            <a:xfrm>
              <a:off x="6019800" y="3390900"/>
              <a:ext cx="762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Rectangle 4"/>
            <p:cNvSpPr>
              <a:spLocks noChangeArrowheads="1"/>
            </p:cNvSpPr>
            <p:nvPr/>
          </p:nvSpPr>
          <p:spPr bwMode="auto">
            <a:xfrm>
              <a:off x="4724400" y="3390900"/>
              <a:ext cx="762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x*y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5" name="Line 5"/>
            <p:cNvSpPr>
              <a:spLocks noChangeShapeType="1"/>
            </p:cNvSpPr>
            <p:nvPr/>
          </p:nvSpPr>
          <p:spPr bwMode="auto">
            <a:xfrm flipV="1">
              <a:off x="5108575" y="3771900"/>
              <a:ext cx="1588" cy="457200"/>
            </a:xfrm>
            <a:prstGeom prst="line">
              <a:avLst/>
            </a:prstGeom>
            <a:noFill/>
            <a:ln w="22225" cap="sq">
              <a:solidFill>
                <a:srgbClr val="CC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6" name="Rectangle 6"/>
            <p:cNvSpPr>
              <a:spLocks noChangeArrowheads="1"/>
            </p:cNvSpPr>
            <p:nvPr/>
          </p:nvSpPr>
          <p:spPr bwMode="auto">
            <a:xfrm>
              <a:off x="4727575" y="42672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IP</a:t>
              </a:r>
              <a:endParaRPr kumimoji="1" lang="en-US" altLang="zh-CN" sz="2646" b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" name="Line 7"/>
            <p:cNvSpPr>
              <a:spLocks noChangeShapeType="1"/>
            </p:cNvSpPr>
            <p:nvPr/>
          </p:nvSpPr>
          <p:spPr bwMode="auto">
            <a:xfrm flipH="1">
              <a:off x="5791200" y="3771900"/>
              <a:ext cx="609600" cy="4572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8" name="Line 8"/>
            <p:cNvSpPr>
              <a:spLocks noChangeShapeType="1"/>
            </p:cNvSpPr>
            <p:nvPr/>
          </p:nvSpPr>
          <p:spPr bwMode="auto">
            <a:xfrm>
              <a:off x="6400800" y="3771900"/>
              <a:ext cx="0" cy="4572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9" name="Line 9"/>
            <p:cNvSpPr>
              <a:spLocks noChangeShapeType="1"/>
            </p:cNvSpPr>
            <p:nvPr/>
          </p:nvSpPr>
          <p:spPr bwMode="auto">
            <a:xfrm>
              <a:off x="6400800" y="3771900"/>
              <a:ext cx="685800" cy="4572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0" name="Rectangle 10"/>
            <p:cNvSpPr>
              <a:spLocks noChangeArrowheads="1"/>
            </p:cNvSpPr>
            <p:nvPr/>
          </p:nvSpPr>
          <p:spPr bwMode="auto">
            <a:xfrm>
              <a:off x="6019800" y="41910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" name="Rectangle 11"/>
            <p:cNvSpPr>
              <a:spLocks noChangeArrowheads="1"/>
            </p:cNvSpPr>
            <p:nvPr/>
          </p:nvSpPr>
          <p:spPr bwMode="auto">
            <a:xfrm>
              <a:off x="5375275" y="41910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" name="Rectangle 12"/>
            <p:cNvSpPr>
              <a:spLocks noChangeArrowheads="1"/>
            </p:cNvSpPr>
            <p:nvPr/>
          </p:nvSpPr>
          <p:spPr bwMode="auto">
            <a:xfrm>
              <a:off x="6702425" y="41910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y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" name="Line 13"/>
            <p:cNvSpPr>
              <a:spLocks noChangeShapeType="1"/>
            </p:cNvSpPr>
            <p:nvPr/>
          </p:nvSpPr>
          <p:spPr bwMode="auto">
            <a:xfrm flipV="1">
              <a:off x="6383338" y="4610100"/>
              <a:ext cx="0" cy="457200"/>
            </a:xfrm>
            <a:prstGeom prst="line">
              <a:avLst/>
            </a:prstGeom>
            <a:noFill/>
            <a:ln w="22225" cap="sq">
              <a:solidFill>
                <a:srgbClr val="CC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B6D4F43-E035-6D5C-20B2-CF59B63E1F2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26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09303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zh-CN" noProof="1">
                <a:latin typeface="宋体" panose="02010600030101010101" pitchFamily="2" charset="-122"/>
              </a:rPr>
              <a:t>多个产生式候选</a:t>
            </a:r>
            <a:r>
              <a:rPr lang="zh-CN" altLang="zh-CN" dirty="0">
                <a:latin typeface="宋体" panose="02010600030101010101" pitchFamily="2" charset="-122"/>
              </a:rPr>
              <a:t>带来的问题</a:t>
            </a:r>
            <a:endParaRPr lang="zh-CN" altLang="en-GB" dirty="0">
              <a:latin typeface="宋体" panose="02010600030101010101" pitchFamily="2" charset="-122"/>
            </a:endParaRPr>
          </a:p>
        </p:txBody>
      </p:sp>
      <p:sp>
        <p:nvSpPr>
          <p:cNvPr id="46797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noProof="1"/>
              <a:t>回溯问题</a:t>
            </a:r>
            <a:endParaRPr lang="zh-CN" altLang="en-US" dirty="0"/>
          </a:p>
          <a:p>
            <a:pPr lvl="1" eaLnBrk="1" hangingPunct="1"/>
            <a:r>
              <a:rPr lang="zh-CN" altLang="en-US" noProof="1"/>
              <a:t>分析过程中，当一个非终结符用某一个候选匹配成功时，这种匹配可能是暂时的</a:t>
            </a:r>
            <a:endParaRPr lang="zh-CN" altLang="en-US" dirty="0"/>
          </a:p>
          <a:p>
            <a:pPr lvl="1" eaLnBrk="1" hangingPunct="1"/>
            <a:r>
              <a:rPr lang="zh-CN" altLang="zh-CN" dirty="0"/>
              <a:t>出错</a:t>
            </a:r>
            <a:r>
              <a:rPr lang="zh-CN" altLang="en-US" dirty="0"/>
              <a:t>时</a:t>
            </a:r>
            <a:r>
              <a:rPr lang="zh-CN" altLang="en-US" noProof="1"/>
              <a:t>，不得不“</a:t>
            </a:r>
            <a:r>
              <a:rPr lang="zh-CN" altLang="en-US" noProof="1">
                <a:solidFill>
                  <a:srgbClr val="CC0000"/>
                </a:solidFill>
              </a:rPr>
              <a:t>回溯</a:t>
            </a:r>
            <a:r>
              <a:rPr lang="zh-CN" altLang="en-US" noProof="1"/>
              <a:t>”</a:t>
            </a:r>
            <a:endParaRPr lang="zh-CN" altLang="zh-CN" dirty="0"/>
          </a:p>
        </p:txBody>
      </p:sp>
      <p:sp>
        <p:nvSpPr>
          <p:cNvPr id="22" name="文本框 21"/>
          <p:cNvSpPr txBox="1"/>
          <p:nvPr/>
        </p:nvSpPr>
        <p:spPr>
          <a:xfrm>
            <a:off x="7056225" y="944959"/>
            <a:ext cx="3023870" cy="566975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81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Text Box 22"/>
          <p:cNvSpPr txBox="1">
            <a:spLocks noChangeArrowheads="1"/>
          </p:cNvSpPr>
          <p:nvPr/>
        </p:nvSpPr>
        <p:spPr bwMode="auto">
          <a:xfrm>
            <a:off x="7117473" y="5050287"/>
            <a:ext cx="1693092" cy="63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3527">
                <a:solidFill>
                  <a:prstClr val="black"/>
                </a:solidFill>
                <a:cs typeface="+mn-cs"/>
              </a:rPr>
              <a:t>A→**|*</a:t>
            </a:r>
            <a:endParaRPr lang="en-GB" altLang="zh-CN" sz="3527">
              <a:solidFill>
                <a:prstClr val="black"/>
              </a:solidFill>
              <a:cs typeface="+mn-cs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3572038" y="4365170"/>
            <a:ext cx="3020370" cy="2596889"/>
            <a:chOff x="4724400" y="3390900"/>
            <a:chExt cx="2740025" cy="2355850"/>
          </a:xfrm>
        </p:grpSpPr>
        <p:sp>
          <p:nvSpPr>
            <p:cNvPr id="26" name="Rectangle 3"/>
            <p:cNvSpPr>
              <a:spLocks noChangeArrowheads="1"/>
            </p:cNvSpPr>
            <p:nvPr/>
          </p:nvSpPr>
          <p:spPr bwMode="auto">
            <a:xfrm>
              <a:off x="6019800" y="3390900"/>
              <a:ext cx="762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Rectangle 4"/>
            <p:cNvSpPr>
              <a:spLocks noChangeArrowheads="1"/>
            </p:cNvSpPr>
            <p:nvPr/>
          </p:nvSpPr>
          <p:spPr bwMode="auto">
            <a:xfrm>
              <a:off x="4724400" y="3390900"/>
              <a:ext cx="762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x*y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Line 6"/>
            <p:cNvSpPr>
              <a:spLocks noChangeShapeType="1"/>
            </p:cNvSpPr>
            <p:nvPr/>
          </p:nvSpPr>
          <p:spPr bwMode="auto">
            <a:xfrm flipV="1">
              <a:off x="5108575" y="3771900"/>
              <a:ext cx="1588" cy="457200"/>
            </a:xfrm>
            <a:prstGeom prst="line">
              <a:avLst/>
            </a:prstGeom>
            <a:noFill/>
            <a:ln w="22225" cap="sq">
              <a:solidFill>
                <a:srgbClr val="CC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9" name="Rectangle 7"/>
            <p:cNvSpPr>
              <a:spLocks noChangeArrowheads="1"/>
            </p:cNvSpPr>
            <p:nvPr/>
          </p:nvSpPr>
          <p:spPr bwMode="auto">
            <a:xfrm>
              <a:off x="4727575" y="42672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IP</a:t>
              </a:r>
              <a:endParaRPr kumimoji="1" lang="en-US" altLang="zh-CN" sz="2646" b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" name="Line 8"/>
            <p:cNvSpPr>
              <a:spLocks noChangeShapeType="1"/>
            </p:cNvSpPr>
            <p:nvPr/>
          </p:nvSpPr>
          <p:spPr bwMode="auto">
            <a:xfrm flipH="1">
              <a:off x="5791200" y="3771900"/>
              <a:ext cx="609600" cy="4572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1" name="Line 9"/>
            <p:cNvSpPr>
              <a:spLocks noChangeShapeType="1"/>
            </p:cNvSpPr>
            <p:nvPr/>
          </p:nvSpPr>
          <p:spPr bwMode="auto">
            <a:xfrm>
              <a:off x="6400800" y="3771900"/>
              <a:ext cx="0" cy="4572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2" name="Line 10"/>
            <p:cNvSpPr>
              <a:spLocks noChangeShapeType="1"/>
            </p:cNvSpPr>
            <p:nvPr/>
          </p:nvSpPr>
          <p:spPr bwMode="auto">
            <a:xfrm>
              <a:off x="6400800" y="3771900"/>
              <a:ext cx="685800" cy="4572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3" name="Rectangle 11"/>
            <p:cNvSpPr>
              <a:spLocks noChangeArrowheads="1"/>
            </p:cNvSpPr>
            <p:nvPr/>
          </p:nvSpPr>
          <p:spPr bwMode="auto">
            <a:xfrm>
              <a:off x="6019800" y="41910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endParaRPr kumimoji="1" lang="en-US" altLang="zh-CN" sz="2646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Rectangle 12"/>
            <p:cNvSpPr>
              <a:spLocks noChangeArrowheads="1"/>
            </p:cNvSpPr>
            <p:nvPr/>
          </p:nvSpPr>
          <p:spPr bwMode="auto">
            <a:xfrm>
              <a:off x="5375275" y="41910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Rectangle 13"/>
            <p:cNvSpPr>
              <a:spLocks noChangeArrowheads="1"/>
            </p:cNvSpPr>
            <p:nvPr/>
          </p:nvSpPr>
          <p:spPr bwMode="auto">
            <a:xfrm>
              <a:off x="6702425" y="41910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y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Rectangle 15"/>
            <p:cNvSpPr>
              <a:spLocks noChangeArrowheads="1"/>
            </p:cNvSpPr>
            <p:nvPr/>
          </p:nvSpPr>
          <p:spPr bwMode="auto">
            <a:xfrm>
              <a:off x="6019800" y="498475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en-US" sz="3086" b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</a:t>
              </a:r>
              <a:endParaRPr kumimoji="1" lang="en-US" altLang="zh-CN" sz="2646" b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Line 16"/>
            <p:cNvSpPr>
              <a:spLocks noChangeShapeType="1"/>
            </p:cNvSpPr>
            <p:nvPr/>
          </p:nvSpPr>
          <p:spPr bwMode="auto">
            <a:xfrm>
              <a:off x="6400800" y="4603750"/>
              <a:ext cx="0" cy="45720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8" name="Line 17"/>
            <p:cNvSpPr>
              <a:spLocks noChangeShapeType="1"/>
            </p:cNvSpPr>
            <p:nvPr/>
          </p:nvSpPr>
          <p:spPr bwMode="auto">
            <a:xfrm flipV="1">
              <a:off x="6400800" y="5289550"/>
              <a:ext cx="0" cy="457200"/>
            </a:xfrm>
            <a:prstGeom prst="line">
              <a:avLst/>
            </a:prstGeom>
            <a:noFill/>
            <a:ln w="22225" cap="sq">
              <a:solidFill>
                <a:srgbClr val="CC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905948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7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自上而下分析面临的问题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499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/>
                <a:r>
                  <a:rPr lang="zh-CN" altLang="en-US" noProof="1"/>
                  <a:t>文法左递归问题</a:t>
                </a:r>
                <a:endParaRPr lang="zh-CN" altLang="en-US" dirty="0"/>
              </a:p>
              <a:p>
                <a:pPr lvl="1" eaLnBrk="1" hangingPunct="1"/>
                <a:r>
                  <a:rPr lang="zh-CN" altLang="en-US" noProof="1"/>
                  <a:t>一个文法是含有左递归的，如果存在非终结符</a:t>
                </a:r>
                <a:r>
                  <a:rPr lang="en-US" altLang="zh-CN" noProof="1"/>
                  <a:t>P</a:t>
                </a:r>
                <a:r>
                  <a:rPr lang="zh-CN" altLang="en-US" noProof="1"/>
                  <a:t>，存在以下推导</a:t>
                </a:r>
                <a:r>
                  <a:rPr lang="en-US" altLang="zh-CN" noProof="1"/>
                  <a:t>P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en-US" altLang="zh-CN" sz="2800" i="1">
                            <a:solidFill>
                              <a:sysClr val="windowText" lastClr="000000">
                                <a:lumMod val="75000"/>
                                <a:lumOff val="25000"/>
                              </a:sysClr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altLang="zh-CN" sz="2800" i="1">
                            <a:solidFill>
                              <a:sysClr val="windowText" lastClr="000000">
                                <a:lumMod val="75000"/>
                                <a:lumOff val="25000"/>
                              </a:sys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groupChr>
                  </m:oMath>
                </a14:m>
                <a:r>
                  <a:rPr lang="en-US" altLang="zh-CN" noProof="1"/>
                  <a:t> Pα</a:t>
                </a:r>
              </a:p>
            </p:txBody>
          </p:sp>
        </mc:Choice>
        <mc:Fallback xmlns="">
          <p:sp>
            <p:nvSpPr>
              <p:cNvPr id="10649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52" t="-16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8"/>
          <p:cNvSpPr>
            <a:spLocks noChangeArrowheads="1"/>
          </p:cNvSpPr>
          <p:nvPr/>
        </p:nvSpPr>
        <p:spPr bwMode="auto">
          <a:xfrm>
            <a:off x="5670354" y="3509819"/>
            <a:ext cx="839964" cy="419982"/>
          </a:xfrm>
          <a:prstGeom prst="rect">
            <a:avLst/>
          </a:prstGeom>
          <a:noFill/>
          <a:ln w="22225" cap="sq">
            <a:noFill/>
            <a:miter lim="800000"/>
            <a:headEnd type="none" w="sm" len="sm"/>
            <a:tailEnd type="none" w="med" len="lg"/>
          </a:ln>
          <a:effectLst/>
        </p:spPr>
        <p:txBody>
          <a:bodyPr wrap="none"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3086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S</a:t>
            </a:r>
            <a:endParaRPr kumimoji="1" lang="en-US" altLang="zh-CN" sz="2646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30" name="Group 32"/>
          <p:cNvGrpSpPr>
            <a:grpSpLocks/>
          </p:cNvGrpSpPr>
          <p:nvPr/>
        </p:nvGrpSpPr>
        <p:grpSpPr bwMode="auto">
          <a:xfrm>
            <a:off x="5418365" y="3929801"/>
            <a:ext cx="1427939" cy="503978"/>
            <a:chOff x="1330" y="2309"/>
            <a:chExt cx="816" cy="288"/>
          </a:xfrm>
        </p:grpSpPr>
        <p:sp>
          <p:nvSpPr>
            <p:cNvPr id="31" name="Line 12"/>
            <p:cNvSpPr>
              <a:spLocks noChangeShapeType="1"/>
            </p:cNvSpPr>
            <p:nvPr/>
          </p:nvSpPr>
          <p:spPr bwMode="auto">
            <a:xfrm flipH="1">
              <a:off x="1330" y="2309"/>
              <a:ext cx="384" cy="288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2" name="Line 13"/>
            <p:cNvSpPr>
              <a:spLocks noChangeShapeType="1"/>
            </p:cNvSpPr>
            <p:nvPr/>
          </p:nvSpPr>
          <p:spPr bwMode="auto">
            <a:xfrm>
              <a:off x="1714" y="2309"/>
              <a:ext cx="0" cy="288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3" name="Line 14"/>
            <p:cNvSpPr>
              <a:spLocks noChangeShapeType="1"/>
            </p:cNvSpPr>
            <p:nvPr/>
          </p:nvSpPr>
          <p:spPr bwMode="auto">
            <a:xfrm>
              <a:off x="1714" y="2309"/>
              <a:ext cx="432" cy="288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34" name="Rectangle 15"/>
          <p:cNvSpPr>
            <a:spLocks noChangeArrowheads="1"/>
          </p:cNvSpPr>
          <p:nvPr/>
        </p:nvSpPr>
        <p:spPr bwMode="auto">
          <a:xfrm>
            <a:off x="5670354" y="4391781"/>
            <a:ext cx="839964" cy="503978"/>
          </a:xfrm>
          <a:prstGeom prst="rect">
            <a:avLst/>
          </a:prstGeom>
          <a:noFill/>
          <a:ln w="22225" cap="sq">
            <a:noFill/>
            <a:miter lim="800000"/>
            <a:headEnd type="none" w="sm" len="sm"/>
            <a:tailEnd type="none" w="med" len="lg"/>
          </a:ln>
          <a:effectLst/>
        </p:spPr>
        <p:txBody>
          <a:bodyPr wrap="none"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3086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P</a:t>
            </a:r>
            <a:endParaRPr kumimoji="1" lang="en-US" altLang="zh-CN" sz="2646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5" name="Rectangle 16"/>
          <p:cNvSpPr>
            <a:spLocks noChangeArrowheads="1"/>
          </p:cNvSpPr>
          <p:nvPr/>
        </p:nvSpPr>
        <p:spPr bwMode="auto">
          <a:xfrm>
            <a:off x="5082380" y="4391781"/>
            <a:ext cx="839964" cy="503978"/>
          </a:xfrm>
          <a:prstGeom prst="rect">
            <a:avLst/>
          </a:prstGeom>
          <a:noFill/>
          <a:ln w="22225" cap="sq">
            <a:noFill/>
            <a:miter lim="800000"/>
            <a:headEnd type="none" w="sm" len="sm"/>
            <a:tailEnd type="none" w="med" len="lg"/>
          </a:ln>
          <a:effectLst/>
        </p:spPr>
        <p:txBody>
          <a:bodyPr wrap="none"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3086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...</a:t>
            </a:r>
            <a:endParaRPr kumimoji="1" lang="en-US" altLang="zh-CN" sz="2646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6" name="Rectangle 17"/>
          <p:cNvSpPr>
            <a:spLocks noChangeArrowheads="1"/>
          </p:cNvSpPr>
          <p:nvPr/>
        </p:nvSpPr>
        <p:spPr bwMode="auto">
          <a:xfrm>
            <a:off x="6342325" y="4391781"/>
            <a:ext cx="839964" cy="503978"/>
          </a:xfrm>
          <a:prstGeom prst="rect">
            <a:avLst/>
          </a:prstGeom>
          <a:noFill/>
          <a:ln w="22225" cap="sq">
            <a:noFill/>
            <a:miter lim="800000"/>
            <a:headEnd type="none" w="sm" len="sm"/>
            <a:tailEnd type="none" w="med" len="lg"/>
          </a:ln>
          <a:effectLst/>
        </p:spPr>
        <p:txBody>
          <a:bodyPr wrap="none"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3086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...</a:t>
            </a:r>
            <a:endParaRPr kumimoji="1" lang="en-US" altLang="zh-CN" sz="2646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37" name="Group 33"/>
          <p:cNvGrpSpPr>
            <a:grpSpLocks/>
          </p:cNvGrpSpPr>
          <p:nvPr/>
        </p:nvGrpSpPr>
        <p:grpSpPr bwMode="auto">
          <a:xfrm>
            <a:off x="5735102" y="4831011"/>
            <a:ext cx="671971" cy="419982"/>
            <a:chOff x="1511" y="2824"/>
            <a:chExt cx="384" cy="240"/>
          </a:xfrm>
        </p:grpSpPr>
        <p:sp>
          <p:nvSpPr>
            <p:cNvPr id="38" name="Line 18"/>
            <p:cNvSpPr>
              <a:spLocks noChangeShapeType="1"/>
            </p:cNvSpPr>
            <p:nvPr/>
          </p:nvSpPr>
          <p:spPr bwMode="auto">
            <a:xfrm flipH="1">
              <a:off x="1511" y="2824"/>
              <a:ext cx="192" cy="24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9" name="Line 19"/>
            <p:cNvSpPr>
              <a:spLocks noChangeShapeType="1"/>
            </p:cNvSpPr>
            <p:nvPr/>
          </p:nvSpPr>
          <p:spPr bwMode="auto">
            <a:xfrm>
              <a:off x="1703" y="2824"/>
              <a:ext cx="192" cy="24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40" name="Rectangle 21"/>
          <p:cNvSpPr>
            <a:spLocks noChangeArrowheads="1"/>
          </p:cNvSpPr>
          <p:nvPr/>
        </p:nvSpPr>
        <p:spPr bwMode="auto">
          <a:xfrm>
            <a:off x="5231124" y="5149497"/>
            <a:ext cx="839964" cy="503978"/>
          </a:xfrm>
          <a:prstGeom prst="rect">
            <a:avLst/>
          </a:prstGeom>
          <a:noFill/>
          <a:ln w="22225" cap="sq">
            <a:noFill/>
            <a:miter lim="800000"/>
            <a:headEnd type="none" w="sm" len="sm"/>
            <a:tailEnd type="none" w="med" len="lg"/>
          </a:ln>
          <a:effectLst/>
        </p:spPr>
        <p:txBody>
          <a:bodyPr wrap="none"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3086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...</a:t>
            </a:r>
            <a:endParaRPr kumimoji="1" lang="en-US" altLang="zh-CN" sz="2646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41" name="Group 34"/>
          <p:cNvGrpSpPr>
            <a:grpSpLocks/>
          </p:cNvGrpSpPr>
          <p:nvPr/>
        </p:nvGrpSpPr>
        <p:grpSpPr bwMode="auto">
          <a:xfrm>
            <a:off x="5141878" y="5732222"/>
            <a:ext cx="671971" cy="419982"/>
            <a:chOff x="1172" y="3339"/>
            <a:chExt cx="384" cy="240"/>
          </a:xfrm>
        </p:grpSpPr>
        <p:sp>
          <p:nvSpPr>
            <p:cNvPr id="42" name="Line 23"/>
            <p:cNvSpPr>
              <a:spLocks noChangeShapeType="1"/>
            </p:cNvSpPr>
            <p:nvPr/>
          </p:nvSpPr>
          <p:spPr bwMode="auto">
            <a:xfrm flipH="1">
              <a:off x="1172" y="3339"/>
              <a:ext cx="192" cy="24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3" name="Line 24"/>
            <p:cNvSpPr>
              <a:spLocks noChangeShapeType="1"/>
            </p:cNvSpPr>
            <p:nvPr/>
          </p:nvSpPr>
          <p:spPr bwMode="auto">
            <a:xfrm>
              <a:off x="1364" y="3339"/>
              <a:ext cx="192" cy="24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44" name="Rectangle 25"/>
          <p:cNvSpPr>
            <a:spLocks noChangeArrowheads="1"/>
          </p:cNvSpPr>
          <p:nvPr/>
        </p:nvSpPr>
        <p:spPr bwMode="auto">
          <a:xfrm>
            <a:off x="4637900" y="6152205"/>
            <a:ext cx="839964" cy="503978"/>
          </a:xfrm>
          <a:prstGeom prst="rect">
            <a:avLst/>
          </a:prstGeom>
          <a:noFill/>
          <a:ln w="22225" cap="sq">
            <a:noFill/>
            <a:miter lim="800000"/>
            <a:headEnd type="none" w="sm" len="sm"/>
            <a:tailEnd type="none" w="med" len="lg"/>
          </a:ln>
          <a:effectLst/>
        </p:spPr>
        <p:txBody>
          <a:bodyPr wrap="none"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3086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P</a:t>
            </a:r>
            <a:endParaRPr kumimoji="1" lang="en-US" altLang="zh-CN" sz="2646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5" name="Rectangle 26"/>
          <p:cNvSpPr>
            <a:spLocks noChangeArrowheads="1"/>
          </p:cNvSpPr>
          <p:nvPr/>
        </p:nvSpPr>
        <p:spPr bwMode="auto">
          <a:xfrm>
            <a:off x="5987091" y="5149497"/>
            <a:ext cx="839964" cy="503978"/>
          </a:xfrm>
          <a:prstGeom prst="rect">
            <a:avLst/>
          </a:prstGeom>
          <a:noFill/>
          <a:ln w="22225" cap="sq">
            <a:noFill/>
            <a:miter lim="800000"/>
            <a:headEnd type="none" w="sm" len="sm"/>
            <a:tailEnd type="none" w="med" len="lg"/>
          </a:ln>
          <a:effectLst/>
        </p:spPr>
        <p:txBody>
          <a:bodyPr wrap="none"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3086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...</a:t>
            </a:r>
            <a:endParaRPr kumimoji="1" lang="en-US" altLang="zh-CN" sz="2646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6" name="Rectangle 29"/>
          <p:cNvSpPr>
            <a:spLocks noChangeArrowheads="1"/>
          </p:cNvSpPr>
          <p:nvPr/>
        </p:nvSpPr>
        <p:spPr bwMode="auto">
          <a:xfrm>
            <a:off x="5353620" y="6022710"/>
            <a:ext cx="839964" cy="503978"/>
          </a:xfrm>
          <a:prstGeom prst="rect">
            <a:avLst/>
          </a:prstGeom>
          <a:noFill/>
          <a:ln w="22225" cap="sq">
            <a:noFill/>
            <a:miter lim="800000"/>
            <a:headEnd type="none" w="sm" len="sm"/>
            <a:tailEnd type="none" w="med" len="lg"/>
          </a:ln>
          <a:effectLst/>
        </p:spPr>
        <p:txBody>
          <a:bodyPr wrap="none"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3086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...</a:t>
            </a:r>
            <a:endParaRPr kumimoji="1" lang="en-US" altLang="zh-CN" sz="2646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47" name="Group 35"/>
          <p:cNvGrpSpPr>
            <a:grpSpLocks/>
          </p:cNvGrpSpPr>
          <p:nvPr/>
        </p:nvGrpSpPr>
        <p:grpSpPr bwMode="auto">
          <a:xfrm>
            <a:off x="4618650" y="6685932"/>
            <a:ext cx="671971" cy="419982"/>
            <a:chOff x="1172" y="3339"/>
            <a:chExt cx="384" cy="240"/>
          </a:xfrm>
        </p:grpSpPr>
        <p:sp>
          <p:nvSpPr>
            <p:cNvPr id="48" name="Line 36"/>
            <p:cNvSpPr>
              <a:spLocks noChangeShapeType="1"/>
            </p:cNvSpPr>
            <p:nvPr/>
          </p:nvSpPr>
          <p:spPr bwMode="auto">
            <a:xfrm flipH="1">
              <a:off x="1172" y="3339"/>
              <a:ext cx="192" cy="24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9" name="Line 37"/>
            <p:cNvSpPr>
              <a:spLocks noChangeShapeType="1"/>
            </p:cNvSpPr>
            <p:nvPr/>
          </p:nvSpPr>
          <p:spPr bwMode="auto">
            <a:xfrm>
              <a:off x="1364" y="3339"/>
              <a:ext cx="192" cy="240"/>
            </a:xfrm>
            <a:prstGeom prst="line">
              <a:avLst/>
            </a:prstGeom>
            <a:noFill/>
            <a:ln w="22225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50" name="Text Box 40"/>
          <p:cNvSpPr txBox="1">
            <a:spLocks noChangeArrowheads="1"/>
          </p:cNvSpPr>
          <p:nvPr/>
        </p:nvSpPr>
        <p:spPr bwMode="auto">
          <a:xfrm>
            <a:off x="7971514" y="4304292"/>
            <a:ext cx="1088760" cy="63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3527">
                <a:solidFill>
                  <a:prstClr val="black"/>
                </a:solidFill>
                <a:cs typeface="+mn-cs"/>
              </a:rPr>
              <a:t>...a...</a:t>
            </a:r>
            <a:endParaRPr lang="en-GB" altLang="zh-CN" sz="3527">
              <a:solidFill>
                <a:prstClr val="black"/>
              </a:solidFill>
              <a:cs typeface="+mn-cs"/>
            </a:endParaRPr>
          </a:p>
        </p:txBody>
      </p:sp>
      <p:sp>
        <p:nvSpPr>
          <p:cNvPr id="51" name="Line 41"/>
          <p:cNvSpPr>
            <a:spLocks noChangeShapeType="1"/>
          </p:cNvSpPr>
          <p:nvPr/>
        </p:nvSpPr>
        <p:spPr bwMode="auto">
          <a:xfrm flipV="1">
            <a:off x="8527982" y="4859012"/>
            <a:ext cx="0" cy="713969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2" name="Rectangle 43"/>
          <p:cNvSpPr>
            <a:spLocks noChangeArrowheads="1"/>
          </p:cNvSpPr>
          <p:nvPr/>
        </p:nvSpPr>
        <p:spPr bwMode="auto">
          <a:xfrm>
            <a:off x="4511905" y="6895923"/>
            <a:ext cx="839964" cy="503978"/>
          </a:xfrm>
          <a:prstGeom prst="rect">
            <a:avLst/>
          </a:prstGeom>
          <a:noFill/>
          <a:ln w="22225" cap="sq">
            <a:noFill/>
            <a:miter lim="800000"/>
            <a:headEnd type="none" w="sm" len="sm"/>
            <a:tailEnd type="none" w="med" len="lg"/>
          </a:ln>
          <a:effectLst/>
        </p:spPr>
        <p:txBody>
          <a:bodyPr wrap="none"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3086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...</a:t>
            </a:r>
            <a:endParaRPr kumimoji="1" lang="en-US" altLang="zh-CN" sz="2646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94531" y="4589891"/>
            <a:ext cx="2919663" cy="20662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/>
              <a:t>含有左递归的文法将使得自上而下的分析陷入无限循环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A874AB5E-E850-12DE-EB10-CCA1461CD1A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28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8690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9" grpId="0" build="p" bldLvl="2" autoUpdateAnimBg="0"/>
      <p:bldP spid="29" grpId="0"/>
      <p:bldP spid="34" grpId="0"/>
      <p:bldP spid="35" grpId="0"/>
      <p:bldP spid="36" grpId="0"/>
      <p:bldP spid="40" grpId="0"/>
      <p:bldP spid="44" grpId="0"/>
      <p:bldP spid="45" grpId="0"/>
      <p:bldP spid="46" grpId="0"/>
      <p:bldP spid="50" grpId="0"/>
      <p:bldP spid="51" grpId="0" animBg="1"/>
      <p:bldP spid="52" grpId="0"/>
      <p:bldP spid="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7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自上而下分析面临的问题</a:t>
            </a:r>
            <a:endParaRPr lang="zh-CN" altLang="en-GB" dirty="0">
              <a:latin typeface="宋体" panose="02010600030101010101" pitchFamily="2" charset="-122"/>
            </a:endParaRPr>
          </a:p>
        </p:txBody>
      </p:sp>
      <p:sp>
        <p:nvSpPr>
          <p:cNvPr id="1064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noProof="1"/>
              <a:t>回溯问题</a:t>
            </a:r>
            <a:endParaRPr lang="zh-CN" altLang="en-US" dirty="0"/>
          </a:p>
          <a:p>
            <a:r>
              <a:rPr lang="zh-CN" altLang="en-US" noProof="1"/>
              <a:t>文法左递归问题</a:t>
            </a:r>
            <a:endParaRPr lang="zh-CN" alt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EA8B70E-019E-E8EF-91FB-9CD82167EAB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29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44995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9" grpId="0" build="p" bldLvl="2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7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自上而下分析</a:t>
            </a:r>
            <a:endParaRPr lang="zh-CN" altLang="en-GB" dirty="0"/>
          </a:p>
        </p:txBody>
      </p:sp>
      <p:sp>
        <p:nvSpPr>
          <p:cNvPr id="1064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527" dirty="0"/>
              <a:t>面临的问题</a:t>
            </a:r>
            <a:endParaRPr lang="en-US" altLang="zh-CN" sz="3527" dirty="0"/>
          </a:p>
          <a:p>
            <a:pPr lvl="1"/>
            <a:r>
              <a:rPr lang="zh-CN" altLang="en-US" sz="3086" noProof="1"/>
              <a:t>文法左递归问题</a:t>
            </a:r>
            <a:endParaRPr lang="en-US" altLang="zh-CN" sz="3086" noProof="1"/>
          </a:p>
          <a:p>
            <a:pPr lvl="1"/>
            <a:r>
              <a:rPr lang="zh-CN" altLang="en-US" sz="3086" noProof="1"/>
              <a:t>回溯问题</a:t>
            </a:r>
            <a:endParaRPr lang="zh-CN" altLang="en-US" sz="3086" dirty="0"/>
          </a:p>
          <a:p>
            <a:r>
              <a:rPr lang="zh-CN" altLang="en-US" sz="3527" dirty="0"/>
              <a:t>构造不带回溯的自上而下分析算法</a:t>
            </a:r>
          </a:p>
          <a:p>
            <a:pPr lvl="1"/>
            <a:r>
              <a:rPr lang="zh-CN" altLang="en-US" sz="3086" dirty="0"/>
              <a:t>消除文法的左递归性</a:t>
            </a:r>
          </a:p>
          <a:p>
            <a:pPr lvl="1"/>
            <a:r>
              <a:rPr lang="zh-CN" altLang="en-US" sz="3086" dirty="0"/>
              <a:t>消除回溯</a:t>
            </a:r>
          </a:p>
        </p:txBody>
      </p:sp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1035045" y="5975670"/>
            <a:ext cx="6929438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4800" b="1" dirty="0">
                <a:solidFill>
                  <a:srgbClr val="FF0000"/>
                </a:solidFill>
              </a:rPr>
              <a:t>LL1</a:t>
            </a:r>
            <a:r>
              <a:rPr lang="zh-CN" altLang="en-US" sz="4800" b="1" dirty="0">
                <a:solidFill>
                  <a:srgbClr val="FF0000"/>
                </a:solidFill>
              </a:rPr>
              <a:t>分析法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8DB6E42-C623-4618-1CDB-03781F010B0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30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5068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6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9" grpId="0" build="p" bldLvl="2" autoUpdateAnimBg="0"/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7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自上而下分析</a:t>
            </a:r>
            <a:endParaRPr lang="zh-CN" altLang="en-GB" dirty="0"/>
          </a:p>
        </p:txBody>
      </p:sp>
      <p:sp>
        <p:nvSpPr>
          <p:cNvPr id="1064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527" dirty="0"/>
              <a:t>面临的问题</a:t>
            </a:r>
            <a:endParaRPr lang="en-US" altLang="zh-CN" sz="3527" dirty="0"/>
          </a:p>
          <a:p>
            <a:pPr lvl="1"/>
            <a:r>
              <a:rPr lang="zh-CN" altLang="en-US" sz="3086" noProof="1"/>
              <a:t>文法左递归问题</a:t>
            </a:r>
            <a:endParaRPr lang="en-US" altLang="zh-CN" sz="3086" noProof="1"/>
          </a:p>
          <a:p>
            <a:pPr lvl="1"/>
            <a:r>
              <a:rPr lang="zh-CN" altLang="en-US" sz="3086" noProof="1"/>
              <a:t>回溯问题</a:t>
            </a:r>
            <a:endParaRPr lang="zh-CN" altLang="en-US" sz="3086" dirty="0"/>
          </a:p>
          <a:p>
            <a:r>
              <a:rPr lang="zh-CN" altLang="en-US" sz="3527" dirty="0"/>
              <a:t>构造不带回溯的自上而下分析算法</a:t>
            </a:r>
          </a:p>
          <a:p>
            <a:pPr lvl="1"/>
            <a:r>
              <a:rPr lang="zh-CN" altLang="en-US" sz="3086" dirty="0">
                <a:solidFill>
                  <a:srgbClr val="C00000"/>
                </a:solidFill>
              </a:rPr>
              <a:t>消除文法的左递归性</a:t>
            </a:r>
          </a:p>
          <a:p>
            <a:pPr lvl="1"/>
            <a:r>
              <a:rPr lang="zh-CN" altLang="en-US" sz="3086" dirty="0"/>
              <a:t>消除回溯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44807EC-4C46-2434-5803-93003B184C3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31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743980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直接左递归的消除</a:t>
            </a:r>
            <a:endParaRPr lang="zh-CN" altLang="en-US" dirty="0"/>
          </a:p>
        </p:txBody>
      </p:sp>
      <p:sp>
        <p:nvSpPr>
          <p:cNvPr id="108547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560505" y="2381649"/>
            <a:ext cx="4517962" cy="4277832"/>
          </a:xfrm>
        </p:spPr>
        <p:txBody>
          <a:bodyPr>
            <a:normAutofit/>
          </a:bodyPr>
          <a:lstStyle/>
          <a:p>
            <a:r>
              <a:rPr lang="zh-CN" altLang="en-US" dirty="0"/>
              <a:t>见诸于产生式中的直接左递归</a:t>
            </a:r>
            <a:endParaRPr lang="en-US" altLang="zh-CN" dirty="0"/>
          </a:p>
          <a:p>
            <a:pPr marL="0" indent="0" algn="ctr">
              <a:buNone/>
            </a:pPr>
            <a:r>
              <a:rPr lang="en-US" altLang="zh-CN" dirty="0"/>
              <a:t>P→P</a:t>
            </a:r>
            <a:r>
              <a:rPr lang="en-US" altLang="zh-CN" dirty="0">
                <a:sym typeface="Symbol" panose="05050102010706020507" pitchFamily="18" charset="2"/>
              </a:rPr>
              <a:t></a:t>
            </a:r>
            <a:r>
              <a:rPr lang="en-US" altLang="zh-CN" dirty="0"/>
              <a:t> | </a:t>
            </a:r>
            <a:r>
              <a:rPr lang="en-US" altLang="zh-CN" dirty="0">
                <a:sym typeface="Symbol" panose="05050102010706020507" pitchFamily="18" charset="2"/>
              </a:rPr>
              <a:t>  (</a:t>
            </a:r>
            <a:r>
              <a:rPr lang="zh-CN" altLang="en-US" dirty="0">
                <a:sym typeface="Symbol" panose="05050102010706020507" pitchFamily="18" charset="2"/>
              </a:rPr>
              <a:t>不以</a:t>
            </a:r>
            <a:r>
              <a:rPr lang="en-US" altLang="zh-CN" dirty="0">
                <a:sym typeface="Symbol" panose="05050102010706020507" pitchFamily="18" charset="2"/>
              </a:rPr>
              <a:t>P</a:t>
            </a:r>
            <a:r>
              <a:rPr lang="zh-CN" altLang="en-US" dirty="0">
                <a:sym typeface="Symbol" panose="05050102010706020507" pitchFamily="18" charset="2"/>
              </a:rPr>
              <a:t>开头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sz="half" idx="2"/>
          </p:nvPr>
        </p:nvSpPr>
        <p:spPr>
          <a:xfrm>
            <a:off x="5274147" y="2381650"/>
            <a:ext cx="4517962" cy="4277834"/>
          </a:xfrm>
        </p:spPr>
        <p:txBody>
          <a:bodyPr>
            <a:normAutofit/>
          </a:bodyPr>
          <a:lstStyle/>
          <a:p>
            <a:r>
              <a:rPr lang="zh-CN" altLang="en-US" dirty="0"/>
              <a:t>左递归变右递归</a:t>
            </a:r>
            <a:endParaRPr lang="en-US" altLang="zh-CN" dirty="0"/>
          </a:p>
          <a:p>
            <a:pPr marL="0" indent="0" algn="ctr">
              <a:buNone/>
            </a:pPr>
            <a:r>
              <a:rPr lang="en-US" altLang="zh-CN" dirty="0"/>
              <a:t>P→</a:t>
            </a:r>
            <a:r>
              <a:rPr lang="en-US" altLang="zh-CN" dirty="0">
                <a:sym typeface="Symbol" panose="05050102010706020507" pitchFamily="18" charset="2"/>
              </a:rPr>
              <a:t>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 </a:t>
            </a:r>
          </a:p>
          <a:p>
            <a:pPr marL="0" indent="0" algn="ctr">
              <a:buNone/>
            </a:pP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→</a:t>
            </a:r>
            <a:r>
              <a:rPr lang="en-US" altLang="zh-CN" dirty="0">
                <a:sym typeface="Symbol" panose="05050102010706020507" pitchFamily="18" charset="2"/>
              </a:rPr>
              <a:t>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|</a:t>
            </a:r>
            <a:r>
              <a:rPr lang="en-US" altLang="zh-CN" dirty="0">
                <a:sym typeface="Symbol" panose="05050102010706020507" pitchFamily="18" charset="2"/>
              </a:rPr>
              <a:t></a:t>
            </a:r>
            <a:endParaRPr lang="en-US" altLang="zh-CN" dirty="0"/>
          </a:p>
          <a:p>
            <a:pPr marL="0" indent="0" algn="ctr">
              <a:buNone/>
            </a:pPr>
            <a:endParaRPr lang="zh-CN" altLang="en-US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891971" y="4510707"/>
            <a:ext cx="3023834" cy="2033413"/>
          </a:xfrm>
          <a:prstGeom prst="rect">
            <a:avLst/>
          </a:prstGeom>
          <a:ln>
            <a:headEnd/>
            <a:tailEnd type="none" w="lg" len="lg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2646" dirty="0">
                <a:solidFill>
                  <a:prstClr val="white"/>
                </a:solidFill>
              </a:rPr>
              <a:t>P  </a:t>
            </a:r>
            <a:r>
              <a:rPr lang="en-US" altLang="zh-CN" sz="2646" dirty="0">
                <a:solidFill>
                  <a:prstClr val="white"/>
                </a:solidFill>
                <a:sym typeface="Symbol" panose="05050102010706020507" pitchFamily="18" charset="2"/>
              </a:rPr>
              <a:t> P  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2646" dirty="0">
                <a:solidFill>
                  <a:prstClr val="white"/>
                </a:solidFill>
                <a:sym typeface="Symbol" panose="05050102010706020507" pitchFamily="18" charset="2"/>
              </a:rPr>
              <a:t>     P   </a:t>
            </a:r>
          </a:p>
          <a:p>
            <a:pPr defTabSz="503972" eaLnBrk="1" fontAlgn="auto" hangingPunct="1">
              <a:lnSpc>
                <a:spcPct val="70000"/>
              </a:lnSpc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2646" dirty="0">
                <a:solidFill>
                  <a:prstClr val="white"/>
                </a:solidFill>
                <a:sym typeface="Symbol" panose="05050102010706020507" pitchFamily="18" charset="2"/>
              </a:rPr>
              <a:t>    ......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2646" dirty="0">
                <a:solidFill>
                  <a:prstClr val="white"/>
                </a:solidFill>
                <a:sym typeface="Symbol" panose="05050102010706020507" pitchFamily="18" charset="2"/>
              </a:rPr>
              <a:t>     P  ... 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2646" dirty="0">
                <a:solidFill>
                  <a:prstClr val="white"/>
                </a:solidFill>
                <a:sym typeface="Symbol" panose="05050102010706020507" pitchFamily="18" charset="2"/>
              </a:rPr>
              <a:t>       ... </a:t>
            </a:r>
            <a:endParaRPr lang="en-GB" altLang="zh-CN" sz="2646" dirty="0">
              <a:solidFill>
                <a:prstClr val="white"/>
              </a:solidFill>
              <a:sym typeface="Symbol" panose="05050102010706020507" pitchFamily="18" charset="2"/>
            </a:endParaRP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5624105" y="4510707"/>
            <a:ext cx="3023834" cy="2430646"/>
          </a:xfrm>
          <a:prstGeom prst="rect">
            <a:avLst/>
          </a:prstGeom>
          <a:ln>
            <a:headEnd/>
            <a:tailEnd type="none" w="lg" len="lg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2646" dirty="0">
                <a:solidFill>
                  <a:prstClr val="white"/>
                </a:solidFill>
              </a:rPr>
              <a:t>P  </a:t>
            </a:r>
            <a:r>
              <a:rPr lang="en-US" altLang="zh-CN" sz="2646" dirty="0">
                <a:solidFill>
                  <a:prstClr val="white"/>
                </a:solidFill>
                <a:sym typeface="Symbol" panose="05050102010706020507" pitchFamily="18" charset="2"/>
              </a:rPr>
              <a:t>  </a:t>
            </a:r>
            <a:r>
              <a:rPr lang="en-US" altLang="zh-CN" sz="2646" dirty="0">
                <a:solidFill>
                  <a:prstClr val="white"/>
                </a:solidFill>
              </a:rPr>
              <a:t>P</a:t>
            </a:r>
            <a:r>
              <a:rPr lang="en-US" altLang="zh-CN" sz="2646" dirty="0">
                <a:solidFill>
                  <a:prstClr val="white"/>
                </a:solidFill>
                <a:sym typeface="Symbol" panose="05050102010706020507" pitchFamily="18" charset="2"/>
              </a:rPr>
              <a:t>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2646" dirty="0">
                <a:solidFill>
                  <a:prstClr val="white"/>
                </a:solidFill>
                <a:sym typeface="Symbol" panose="05050102010706020507" pitchFamily="18" charset="2"/>
              </a:rPr>
              <a:t>       P 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2646" dirty="0">
                <a:solidFill>
                  <a:prstClr val="white"/>
                </a:solidFill>
                <a:sym typeface="Symbol" panose="05050102010706020507" pitchFamily="18" charset="2"/>
              </a:rPr>
              <a:t>        P </a:t>
            </a:r>
          </a:p>
          <a:p>
            <a:pPr defTabSz="503972" eaLnBrk="1" fontAlgn="auto" hangingPunct="1">
              <a:lnSpc>
                <a:spcPct val="70000"/>
              </a:lnSpc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2646" dirty="0">
                <a:solidFill>
                  <a:prstClr val="white"/>
                </a:solidFill>
                <a:sym typeface="Symbol" panose="05050102010706020507" pitchFamily="18" charset="2"/>
              </a:rPr>
              <a:t>    ......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2646" dirty="0">
                <a:solidFill>
                  <a:prstClr val="white"/>
                </a:solidFill>
                <a:sym typeface="Symbol" panose="05050102010706020507" pitchFamily="18" charset="2"/>
              </a:rPr>
              <a:t>       ... P 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2646" dirty="0">
                <a:solidFill>
                  <a:prstClr val="white"/>
                </a:solidFill>
                <a:sym typeface="Symbol" panose="05050102010706020507" pitchFamily="18" charset="2"/>
              </a:rPr>
              <a:t>       ... </a:t>
            </a:r>
            <a:endParaRPr lang="en-GB" altLang="zh-CN" sz="2646" dirty="0">
              <a:solidFill>
                <a:prstClr val="white"/>
              </a:solidFill>
              <a:sym typeface="Symbol" panose="05050102010706020507" pitchFamily="18" charset="2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B3B26F0-C87E-E49C-BFD6-D15F6A17449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32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4662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7" grpId="0" build="p" autoUpdateAnimBg="0"/>
      <p:bldP spid="5" grpId="0" build="p"/>
      <p:bldP spid="8" grpId="0" build="p" animBg="1"/>
      <p:bldP spid="9" grpId="0" build="p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3" name="Rectangle 5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zh-CN" altLang="en-US" dirty="0"/>
              <a:t>直接左递归的消除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假定</a:t>
            </a:r>
            <a:r>
              <a:rPr lang="en-US" altLang="zh-CN" dirty="0"/>
              <a:t>P</a:t>
            </a:r>
            <a:r>
              <a:rPr lang="zh-CN" altLang="en-US" dirty="0"/>
              <a:t>关于的全部产生式是</a:t>
            </a:r>
          </a:p>
          <a:p>
            <a:pPr lvl="1" algn="ctr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	</a:t>
            </a:r>
            <a:r>
              <a:rPr lang="en-US" altLang="zh-CN" dirty="0"/>
              <a:t>P→</a:t>
            </a:r>
            <a:r>
              <a:rPr lang="en-US" altLang="zh-CN" dirty="0">
                <a:solidFill>
                  <a:srgbClr val="CC0000"/>
                </a:solidFill>
              </a:rPr>
              <a:t>P</a:t>
            </a:r>
            <a:r>
              <a:rPr lang="en-US" altLang="zh-CN" dirty="0">
                <a:solidFill>
                  <a:srgbClr val="CC0000"/>
                </a:solidFill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solidFill>
                  <a:srgbClr val="CC0000"/>
                </a:solidFill>
              </a:rPr>
              <a:t>1 </a:t>
            </a:r>
            <a:r>
              <a:rPr lang="en-US" altLang="zh-CN" dirty="0">
                <a:solidFill>
                  <a:srgbClr val="CC0000"/>
                </a:solidFill>
              </a:rPr>
              <a:t>| P</a:t>
            </a:r>
            <a:r>
              <a:rPr lang="en-US" altLang="zh-CN" dirty="0">
                <a:solidFill>
                  <a:srgbClr val="CC0000"/>
                </a:solidFill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solidFill>
                  <a:srgbClr val="CC0000"/>
                </a:solidFill>
              </a:rPr>
              <a:t>2 </a:t>
            </a:r>
            <a:r>
              <a:rPr lang="en-US" altLang="zh-CN" dirty="0">
                <a:solidFill>
                  <a:srgbClr val="CC0000"/>
                </a:solidFill>
              </a:rPr>
              <a:t>| … | </a:t>
            </a:r>
            <a:r>
              <a:rPr lang="en-US" altLang="zh-CN" dirty="0" err="1">
                <a:solidFill>
                  <a:srgbClr val="CC0000"/>
                </a:solidFill>
              </a:rPr>
              <a:t>P</a:t>
            </a:r>
            <a:r>
              <a:rPr lang="en-US" altLang="zh-CN" dirty="0" err="1">
                <a:solidFill>
                  <a:srgbClr val="CC0000"/>
                </a:solidFill>
                <a:sym typeface="Symbol" panose="05050102010706020507" pitchFamily="18" charset="2"/>
              </a:rPr>
              <a:t></a:t>
            </a:r>
            <a:r>
              <a:rPr lang="en-US" altLang="zh-CN" baseline="-25000" dirty="0" err="1">
                <a:solidFill>
                  <a:srgbClr val="CC0000"/>
                </a:solidFill>
              </a:rPr>
              <a:t>m</a:t>
            </a:r>
            <a:r>
              <a:rPr lang="en-US" altLang="zh-CN" baseline="-25000" dirty="0"/>
              <a:t> </a:t>
            </a:r>
            <a:r>
              <a:rPr lang="en-US" altLang="zh-CN" dirty="0"/>
              <a:t>| </a:t>
            </a:r>
            <a:r>
              <a:rPr lang="en-US" altLang="zh-CN" dirty="0">
                <a:solidFill>
                  <a:srgbClr val="3366CC"/>
                </a:solidFill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solidFill>
                  <a:srgbClr val="3366CC"/>
                </a:solidFill>
              </a:rPr>
              <a:t>1 </a:t>
            </a:r>
            <a:r>
              <a:rPr lang="en-US" altLang="zh-CN" dirty="0">
                <a:solidFill>
                  <a:srgbClr val="3366CC"/>
                </a:solidFill>
              </a:rPr>
              <a:t>| </a:t>
            </a:r>
            <a:r>
              <a:rPr lang="en-US" altLang="zh-CN" dirty="0">
                <a:solidFill>
                  <a:srgbClr val="3366CC"/>
                </a:solidFill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solidFill>
                  <a:srgbClr val="3366CC"/>
                </a:solidFill>
              </a:rPr>
              <a:t>2</a:t>
            </a:r>
            <a:r>
              <a:rPr lang="en-US" altLang="zh-CN" dirty="0">
                <a:solidFill>
                  <a:srgbClr val="3366CC"/>
                </a:solidFill>
              </a:rPr>
              <a:t>|…|</a:t>
            </a:r>
            <a:r>
              <a:rPr lang="en-US" altLang="zh-CN" dirty="0">
                <a:solidFill>
                  <a:srgbClr val="3366CC"/>
                </a:solidFill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solidFill>
                  <a:srgbClr val="3366CC"/>
                </a:solidFill>
              </a:rPr>
              <a:t>n</a:t>
            </a:r>
            <a:endParaRPr lang="en-US" altLang="zh-CN" dirty="0">
              <a:solidFill>
                <a:srgbClr val="3366CC"/>
              </a:solidFill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dirty="0"/>
              <a:t>(</a:t>
            </a:r>
            <a:r>
              <a:rPr lang="zh-CN" altLang="en-US" dirty="0"/>
              <a:t>每个</a:t>
            </a:r>
            <a:r>
              <a:rPr lang="zh-CN" altLang="en-US" dirty="0">
                <a:sym typeface="Symbol" panose="05050102010706020507" pitchFamily="18" charset="2"/>
              </a:rPr>
              <a:t></a:t>
            </a:r>
            <a:r>
              <a:rPr lang="zh-CN" altLang="en-US" dirty="0"/>
              <a:t>都不等于</a:t>
            </a:r>
            <a:r>
              <a:rPr lang="zh-CN" altLang="en-US" dirty="0">
                <a:sym typeface="Symbol" panose="05050102010706020507" pitchFamily="18" charset="2"/>
              </a:rPr>
              <a:t></a:t>
            </a:r>
            <a:r>
              <a:rPr lang="zh-CN" altLang="en-US" dirty="0"/>
              <a:t>，每个</a:t>
            </a:r>
            <a:r>
              <a:rPr lang="zh-CN" altLang="en-US" dirty="0">
                <a:sym typeface="Symbol" panose="05050102010706020507" pitchFamily="18" charset="2"/>
              </a:rPr>
              <a:t></a:t>
            </a:r>
            <a:r>
              <a:rPr lang="zh-CN" altLang="en-US" dirty="0"/>
              <a:t>都不以</a:t>
            </a:r>
            <a:r>
              <a:rPr lang="en-US" altLang="zh-CN" dirty="0"/>
              <a:t>P</a:t>
            </a:r>
            <a:r>
              <a:rPr lang="zh-CN" altLang="en-US" dirty="0"/>
              <a:t>开头</a:t>
            </a:r>
            <a:r>
              <a:rPr lang="en-US" altLang="zh-CN" dirty="0"/>
              <a:t>)</a:t>
            </a:r>
            <a:endParaRPr lang="zh-CN" altLang="en-US" dirty="0"/>
          </a:p>
          <a:p>
            <a:pPr>
              <a:spcBef>
                <a:spcPct val="50000"/>
              </a:spcBef>
            </a:pPr>
            <a:r>
              <a:rPr lang="zh-CN" altLang="en-US" dirty="0"/>
              <a:t>左递归变右递归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sz="2646" dirty="0"/>
              <a:t>P →</a:t>
            </a:r>
            <a:r>
              <a:rPr lang="en-US" altLang="zh-CN" sz="2646" dirty="0">
                <a:solidFill>
                  <a:srgbClr val="0070C0"/>
                </a:solidFill>
              </a:rPr>
              <a:t> </a:t>
            </a:r>
            <a:r>
              <a:rPr lang="en-US" altLang="zh-CN" sz="2646" dirty="0">
                <a:solidFill>
                  <a:srgbClr val="0070C0"/>
                </a:solidFill>
                <a:sym typeface="Symbol" panose="05050102010706020507" pitchFamily="18" charset="2"/>
              </a:rPr>
              <a:t></a:t>
            </a:r>
            <a:r>
              <a:rPr lang="en-US" altLang="zh-CN" sz="2646" baseline="-25000" dirty="0">
                <a:solidFill>
                  <a:srgbClr val="0070C0"/>
                </a:solidFill>
              </a:rPr>
              <a:t>1 </a:t>
            </a:r>
            <a:r>
              <a:rPr lang="en-US" altLang="zh-CN" sz="2646" dirty="0"/>
              <a:t>P</a:t>
            </a:r>
            <a:r>
              <a:rPr lang="en-US" altLang="zh-CN" sz="2646" dirty="0">
                <a:sym typeface="Symbol" panose="05050102010706020507" pitchFamily="18" charset="2"/>
              </a:rPr>
              <a:t></a:t>
            </a:r>
            <a:r>
              <a:rPr lang="en-US" altLang="zh-CN" sz="2646" dirty="0"/>
              <a:t> | </a:t>
            </a:r>
            <a:r>
              <a:rPr lang="en-US" altLang="zh-CN" sz="2646" dirty="0">
                <a:solidFill>
                  <a:srgbClr val="0070C0"/>
                </a:solidFill>
                <a:sym typeface="Symbol" panose="05050102010706020507" pitchFamily="18" charset="2"/>
              </a:rPr>
              <a:t></a:t>
            </a:r>
            <a:r>
              <a:rPr lang="en-US" altLang="zh-CN" sz="2646" baseline="-25000" dirty="0">
                <a:solidFill>
                  <a:srgbClr val="0070C0"/>
                </a:solidFill>
              </a:rPr>
              <a:t>2 </a:t>
            </a:r>
            <a:r>
              <a:rPr lang="en-US" altLang="zh-CN" sz="2646" dirty="0"/>
              <a:t>P</a:t>
            </a:r>
            <a:r>
              <a:rPr lang="en-US" altLang="zh-CN" sz="2646" dirty="0">
                <a:sym typeface="Symbol" panose="05050102010706020507" pitchFamily="18" charset="2"/>
              </a:rPr>
              <a:t></a:t>
            </a:r>
            <a:r>
              <a:rPr lang="en-US" altLang="zh-CN" sz="2646" dirty="0"/>
              <a:t> | … |</a:t>
            </a:r>
            <a:r>
              <a:rPr lang="en-US" altLang="zh-CN" sz="2646" dirty="0">
                <a:solidFill>
                  <a:srgbClr val="0070C0"/>
                </a:solidFill>
              </a:rPr>
              <a:t> </a:t>
            </a:r>
            <a:r>
              <a:rPr lang="en-US" altLang="zh-CN" sz="2646" dirty="0">
                <a:solidFill>
                  <a:srgbClr val="0070C0"/>
                </a:solidFill>
                <a:sym typeface="Symbol" panose="05050102010706020507" pitchFamily="18" charset="2"/>
              </a:rPr>
              <a:t></a:t>
            </a:r>
            <a:r>
              <a:rPr lang="en-US" altLang="zh-CN" sz="2646" baseline="-25000" dirty="0">
                <a:solidFill>
                  <a:srgbClr val="0070C0"/>
                </a:solidFill>
              </a:rPr>
              <a:t>n </a:t>
            </a:r>
            <a:r>
              <a:rPr lang="en-US" altLang="zh-CN" sz="2646" dirty="0"/>
              <a:t>P</a:t>
            </a:r>
            <a:r>
              <a:rPr lang="en-US" altLang="zh-CN" sz="2646" dirty="0">
                <a:sym typeface="Symbol" panose="05050102010706020507" pitchFamily="18" charset="2"/>
              </a:rPr>
              <a:t></a:t>
            </a:r>
            <a:endParaRPr lang="en-US" altLang="zh-CN" sz="2646" dirty="0"/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sz="2646" dirty="0"/>
              <a:t>P</a:t>
            </a:r>
            <a:r>
              <a:rPr lang="en-US" altLang="zh-CN" sz="2646" dirty="0">
                <a:sym typeface="Symbol" panose="05050102010706020507" pitchFamily="18" charset="2"/>
              </a:rPr>
              <a:t> </a:t>
            </a:r>
            <a:r>
              <a:rPr lang="en-US" altLang="zh-CN" sz="2646" dirty="0"/>
              <a:t>→ </a:t>
            </a:r>
            <a:r>
              <a:rPr lang="en-US" altLang="zh-CN" sz="2646" dirty="0">
                <a:solidFill>
                  <a:srgbClr val="C00000"/>
                </a:solidFill>
                <a:sym typeface="Symbol" panose="05050102010706020507" pitchFamily="18" charset="2"/>
              </a:rPr>
              <a:t></a:t>
            </a:r>
            <a:r>
              <a:rPr lang="en-US" altLang="zh-CN" sz="2646" baseline="-25000" dirty="0">
                <a:solidFill>
                  <a:srgbClr val="C00000"/>
                </a:solidFill>
              </a:rPr>
              <a:t>1 </a:t>
            </a:r>
            <a:r>
              <a:rPr lang="en-US" altLang="zh-CN" sz="2646" dirty="0"/>
              <a:t>P</a:t>
            </a:r>
            <a:r>
              <a:rPr lang="en-US" altLang="zh-CN" sz="2646" dirty="0">
                <a:sym typeface="Symbol" panose="05050102010706020507" pitchFamily="18" charset="2"/>
              </a:rPr>
              <a:t></a:t>
            </a:r>
            <a:r>
              <a:rPr lang="en-US" altLang="zh-CN" sz="2646" dirty="0"/>
              <a:t> | </a:t>
            </a:r>
            <a:r>
              <a:rPr lang="en-US" altLang="zh-CN" sz="2646" dirty="0">
                <a:solidFill>
                  <a:srgbClr val="C00000"/>
                </a:solidFill>
                <a:sym typeface="Symbol" panose="05050102010706020507" pitchFamily="18" charset="2"/>
              </a:rPr>
              <a:t></a:t>
            </a:r>
            <a:r>
              <a:rPr lang="en-US" altLang="zh-CN" sz="2646" baseline="-25000" dirty="0">
                <a:solidFill>
                  <a:srgbClr val="C00000"/>
                </a:solidFill>
              </a:rPr>
              <a:t>2 </a:t>
            </a:r>
            <a:r>
              <a:rPr lang="en-US" altLang="zh-CN" sz="2646" dirty="0"/>
              <a:t>P</a:t>
            </a:r>
            <a:r>
              <a:rPr lang="en-US" altLang="zh-CN" sz="2646" dirty="0">
                <a:sym typeface="Symbol" panose="05050102010706020507" pitchFamily="18" charset="2"/>
              </a:rPr>
              <a:t></a:t>
            </a:r>
            <a:r>
              <a:rPr lang="en-US" altLang="zh-CN" sz="2646" dirty="0"/>
              <a:t> |… | </a:t>
            </a:r>
            <a:r>
              <a:rPr lang="en-US" altLang="zh-CN" sz="2646" dirty="0">
                <a:solidFill>
                  <a:srgbClr val="C00000"/>
                </a:solidFill>
                <a:sym typeface="Symbol" panose="05050102010706020507" pitchFamily="18" charset="2"/>
              </a:rPr>
              <a:t></a:t>
            </a:r>
            <a:r>
              <a:rPr lang="en-US" altLang="zh-CN" sz="2646" baseline="-25000" dirty="0">
                <a:solidFill>
                  <a:srgbClr val="C00000"/>
                </a:solidFill>
              </a:rPr>
              <a:t>m </a:t>
            </a:r>
            <a:r>
              <a:rPr lang="en-US" altLang="zh-CN" sz="2646" dirty="0"/>
              <a:t>P</a:t>
            </a:r>
            <a:r>
              <a:rPr lang="en-US" altLang="zh-CN" sz="2646" dirty="0">
                <a:sym typeface="Symbol" panose="05050102010706020507" pitchFamily="18" charset="2"/>
              </a:rPr>
              <a:t></a:t>
            </a:r>
            <a:r>
              <a:rPr lang="en-US" altLang="zh-CN" sz="2646" dirty="0"/>
              <a:t> | </a:t>
            </a:r>
            <a:r>
              <a:rPr lang="en-US" altLang="zh-CN" sz="2646" dirty="0">
                <a:sym typeface="Symbol" panose="05050102010706020507" pitchFamily="18" charset="2"/>
              </a:rPr>
              <a:t></a:t>
            </a:r>
            <a:endParaRPr lang="en-US" altLang="zh-CN" sz="2646" dirty="0"/>
          </a:p>
          <a:p>
            <a:pPr eaLnBrk="1" hangingPunct="1"/>
            <a:endParaRPr lang="en-US" altLang="zh-CN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AF58D3C-179A-F6BE-4D60-B3D5EADB891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33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6266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9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9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9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9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1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习题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dirty="0"/>
              <a:t>给定文法</a:t>
            </a:r>
            <a:r>
              <a:rPr lang="en-US" altLang="zh-CN" dirty="0"/>
              <a:t>G(E):</a:t>
            </a:r>
          </a:p>
          <a:p>
            <a:pPr marL="377979" lvl="1" indent="0">
              <a:buNone/>
            </a:pPr>
            <a:r>
              <a:rPr lang="en-US" altLang="zh-CN" sz="3086" dirty="0"/>
              <a:t>E→E</a:t>
            </a:r>
            <a:r>
              <a:rPr lang="zh-CN" altLang="en-US" sz="3086" dirty="0"/>
              <a:t>＋</a:t>
            </a:r>
            <a:r>
              <a:rPr lang="en-US" altLang="zh-CN" sz="3086" dirty="0"/>
              <a:t>T | T</a:t>
            </a:r>
          </a:p>
          <a:p>
            <a:pPr marL="377979" lvl="1" indent="0">
              <a:buNone/>
            </a:pPr>
            <a:r>
              <a:rPr lang="en-US" altLang="zh-CN" sz="3086" dirty="0"/>
              <a:t>T→T*F | F</a:t>
            </a:r>
          </a:p>
          <a:p>
            <a:pPr marL="377979" lvl="1" indent="0">
              <a:buNone/>
            </a:pPr>
            <a:r>
              <a:rPr lang="en-US" altLang="zh-CN" sz="3086" dirty="0"/>
              <a:t>F→(E) | </a:t>
            </a:r>
            <a:r>
              <a:rPr lang="en-US" altLang="zh-CN" sz="3086" dirty="0" err="1"/>
              <a:t>i</a:t>
            </a:r>
            <a:endParaRPr lang="en-US" altLang="zh-CN" sz="3086" dirty="0"/>
          </a:p>
          <a:p>
            <a:pPr marL="0" indent="0">
              <a:buNone/>
            </a:pPr>
            <a:r>
              <a:rPr lang="zh-CN" altLang="en-US" dirty="0"/>
              <a:t>请消除其直接左递归。</a:t>
            </a:r>
            <a:endParaRPr lang="en-US" altLang="zh-CN" dirty="0"/>
          </a:p>
        </p:txBody>
      </p:sp>
      <p:sp>
        <p:nvSpPr>
          <p:cNvPr id="110600" name="Rectangle 8"/>
          <p:cNvSpPr>
            <a:spLocks noChangeArrowheads="1"/>
          </p:cNvSpPr>
          <p:nvPr/>
        </p:nvSpPr>
        <p:spPr bwMode="auto">
          <a:xfrm>
            <a:off x="4238708" y="400801"/>
            <a:ext cx="5496143" cy="2071646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defTabSz="503972" eaLnBrk="1" fontAlgn="auto" hangingPunct="1">
              <a:spcAft>
                <a:spcPts val="0"/>
              </a:spcAft>
              <a:buClr>
                <a:srgbClr val="EEECE1"/>
              </a:buClr>
              <a:buNone/>
            </a:pPr>
            <a:r>
              <a:rPr lang="en-US" altLang="zh-CN" sz="2646" dirty="0">
                <a:solidFill>
                  <a:prstClr val="black"/>
                </a:solidFill>
              </a:rPr>
              <a:t>P→</a:t>
            </a:r>
            <a:r>
              <a:rPr lang="en-US" altLang="zh-CN" sz="2646" dirty="0">
                <a:solidFill>
                  <a:srgbClr val="CC0000"/>
                </a:solidFill>
              </a:rPr>
              <a:t>P</a:t>
            </a:r>
            <a:r>
              <a:rPr lang="en-US" altLang="zh-CN" sz="2646" dirty="0">
                <a:solidFill>
                  <a:srgbClr val="CC0000"/>
                </a:solidFill>
                <a:sym typeface="Symbol" panose="05050102010706020507" pitchFamily="18" charset="2"/>
              </a:rPr>
              <a:t></a:t>
            </a:r>
            <a:r>
              <a:rPr lang="en-US" altLang="zh-CN" sz="2646" baseline="-25000" dirty="0">
                <a:solidFill>
                  <a:srgbClr val="CC0000"/>
                </a:solidFill>
              </a:rPr>
              <a:t>1 </a:t>
            </a:r>
            <a:r>
              <a:rPr lang="en-US" altLang="zh-CN" sz="2646" dirty="0">
                <a:solidFill>
                  <a:srgbClr val="CC0000"/>
                </a:solidFill>
              </a:rPr>
              <a:t>| P</a:t>
            </a:r>
            <a:r>
              <a:rPr lang="en-US" altLang="zh-CN" sz="2646" dirty="0">
                <a:solidFill>
                  <a:srgbClr val="CC0000"/>
                </a:solidFill>
                <a:sym typeface="Symbol" panose="05050102010706020507" pitchFamily="18" charset="2"/>
              </a:rPr>
              <a:t></a:t>
            </a:r>
            <a:r>
              <a:rPr lang="en-US" altLang="zh-CN" sz="2646" baseline="-25000" dirty="0">
                <a:solidFill>
                  <a:srgbClr val="CC0000"/>
                </a:solidFill>
              </a:rPr>
              <a:t>2 </a:t>
            </a:r>
            <a:r>
              <a:rPr lang="en-US" altLang="zh-CN" sz="2646" dirty="0">
                <a:solidFill>
                  <a:srgbClr val="CC0000"/>
                </a:solidFill>
              </a:rPr>
              <a:t>| … | </a:t>
            </a:r>
            <a:r>
              <a:rPr lang="en-US" altLang="zh-CN" sz="2646" dirty="0" err="1">
                <a:solidFill>
                  <a:srgbClr val="CC0000"/>
                </a:solidFill>
              </a:rPr>
              <a:t>P</a:t>
            </a:r>
            <a:r>
              <a:rPr lang="en-US" altLang="zh-CN" sz="2646" dirty="0" err="1">
                <a:solidFill>
                  <a:srgbClr val="CC0000"/>
                </a:solidFill>
                <a:sym typeface="Symbol" panose="05050102010706020507" pitchFamily="18" charset="2"/>
              </a:rPr>
              <a:t></a:t>
            </a:r>
            <a:r>
              <a:rPr lang="en-US" altLang="zh-CN" sz="2646" baseline="-25000" dirty="0" err="1">
                <a:solidFill>
                  <a:srgbClr val="CC0000"/>
                </a:solidFill>
              </a:rPr>
              <a:t>m</a:t>
            </a:r>
            <a:r>
              <a:rPr lang="en-US" altLang="zh-CN" sz="2646" baseline="-25000" dirty="0">
                <a:solidFill>
                  <a:prstClr val="black"/>
                </a:solidFill>
              </a:rPr>
              <a:t> </a:t>
            </a:r>
            <a:r>
              <a:rPr lang="en-US" altLang="zh-CN" sz="2646" dirty="0">
                <a:solidFill>
                  <a:prstClr val="black"/>
                </a:solidFill>
              </a:rPr>
              <a:t>| </a:t>
            </a:r>
            <a:r>
              <a:rPr lang="en-US" altLang="zh-CN" sz="2646" dirty="0">
                <a:solidFill>
                  <a:srgbClr val="3366CC"/>
                </a:solidFill>
                <a:sym typeface="Symbol" panose="05050102010706020507" pitchFamily="18" charset="2"/>
              </a:rPr>
              <a:t></a:t>
            </a:r>
            <a:r>
              <a:rPr lang="en-US" altLang="zh-CN" sz="2646" baseline="-25000" dirty="0">
                <a:solidFill>
                  <a:srgbClr val="3366CC"/>
                </a:solidFill>
              </a:rPr>
              <a:t>1 </a:t>
            </a:r>
            <a:r>
              <a:rPr lang="en-US" altLang="zh-CN" sz="2646" dirty="0">
                <a:solidFill>
                  <a:srgbClr val="3366CC"/>
                </a:solidFill>
              </a:rPr>
              <a:t>| </a:t>
            </a:r>
            <a:r>
              <a:rPr lang="en-US" altLang="zh-CN" sz="2646" dirty="0">
                <a:solidFill>
                  <a:srgbClr val="3366CC"/>
                </a:solidFill>
                <a:sym typeface="Symbol" panose="05050102010706020507" pitchFamily="18" charset="2"/>
              </a:rPr>
              <a:t></a:t>
            </a:r>
            <a:r>
              <a:rPr lang="en-US" altLang="zh-CN" sz="2646" baseline="-25000" dirty="0">
                <a:solidFill>
                  <a:srgbClr val="3366CC"/>
                </a:solidFill>
              </a:rPr>
              <a:t>2</a:t>
            </a:r>
            <a:r>
              <a:rPr lang="en-US" altLang="zh-CN" sz="2646" dirty="0">
                <a:solidFill>
                  <a:srgbClr val="3366CC"/>
                </a:solidFill>
              </a:rPr>
              <a:t>|…|</a:t>
            </a:r>
            <a:r>
              <a:rPr lang="en-US" altLang="zh-CN" sz="2646" dirty="0">
                <a:solidFill>
                  <a:srgbClr val="3366CC"/>
                </a:solidFill>
                <a:sym typeface="Symbol" panose="05050102010706020507" pitchFamily="18" charset="2"/>
              </a:rPr>
              <a:t></a:t>
            </a:r>
            <a:r>
              <a:rPr lang="en-US" altLang="zh-CN" sz="2646" baseline="-25000" dirty="0">
                <a:solidFill>
                  <a:srgbClr val="3366CC"/>
                </a:solidFill>
              </a:rPr>
              <a:t>n</a:t>
            </a:r>
            <a:endParaRPr lang="en-US" altLang="zh-CN" sz="2646" dirty="0">
              <a:solidFill>
                <a:srgbClr val="3366CC"/>
              </a:solidFill>
            </a:endParaRPr>
          </a:p>
          <a:p>
            <a:pPr defTabSz="503972" eaLnBrk="1" fontAlgn="auto" hangingPunct="1">
              <a:spcAft>
                <a:spcPts val="0"/>
              </a:spcAft>
              <a:buClr>
                <a:srgbClr val="EEECE1"/>
              </a:buClr>
              <a:buNone/>
            </a:pPr>
            <a:r>
              <a:rPr lang="zh-CN" altLang="en-US" sz="2646" dirty="0">
                <a:solidFill>
                  <a:prstClr val="black"/>
                </a:solidFill>
              </a:rPr>
              <a:t>变换成：</a:t>
            </a:r>
          </a:p>
          <a:p>
            <a:pPr defTabSz="503972" eaLnBrk="1" fontAlgn="auto" hangingPunct="1">
              <a:spcAft>
                <a:spcPts val="0"/>
              </a:spcAft>
              <a:buClr>
                <a:srgbClr val="EEECE1"/>
              </a:buClr>
              <a:buNone/>
            </a:pPr>
            <a:r>
              <a:rPr lang="en-US" altLang="zh-CN" sz="2646" dirty="0">
                <a:solidFill>
                  <a:prstClr val="black"/>
                </a:solidFill>
              </a:rPr>
              <a:t>P→</a:t>
            </a:r>
            <a:r>
              <a:rPr lang="en-US" altLang="zh-CN" sz="2646" dirty="0">
                <a:solidFill>
                  <a:prstClr val="black"/>
                </a:solidFill>
                <a:sym typeface="Symbol" panose="05050102010706020507" pitchFamily="18" charset="2"/>
              </a:rPr>
              <a:t></a:t>
            </a:r>
            <a:r>
              <a:rPr lang="en-US" altLang="zh-CN" sz="2646" baseline="-25000" dirty="0">
                <a:solidFill>
                  <a:prstClr val="black"/>
                </a:solidFill>
              </a:rPr>
              <a:t>1</a:t>
            </a:r>
            <a:r>
              <a:rPr lang="en-US" altLang="zh-CN" sz="2646" dirty="0">
                <a:solidFill>
                  <a:prstClr val="black"/>
                </a:solidFill>
              </a:rPr>
              <a:t>P</a:t>
            </a:r>
            <a:r>
              <a:rPr lang="en-US" altLang="zh-CN" sz="2646" dirty="0">
                <a:solidFill>
                  <a:prstClr val="black"/>
                </a:solidFill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solidFill>
                  <a:prstClr val="black"/>
                </a:solidFill>
              </a:rPr>
              <a:t> | </a:t>
            </a:r>
            <a:r>
              <a:rPr lang="en-US" altLang="zh-CN" sz="2646" dirty="0">
                <a:solidFill>
                  <a:prstClr val="black"/>
                </a:solidFill>
                <a:sym typeface="Symbol" panose="05050102010706020507" pitchFamily="18" charset="2"/>
              </a:rPr>
              <a:t></a:t>
            </a:r>
            <a:r>
              <a:rPr lang="en-US" altLang="zh-CN" sz="2646" baseline="-25000" dirty="0">
                <a:solidFill>
                  <a:prstClr val="black"/>
                </a:solidFill>
              </a:rPr>
              <a:t>2</a:t>
            </a:r>
            <a:r>
              <a:rPr lang="en-US" altLang="zh-CN" sz="2646" dirty="0">
                <a:solidFill>
                  <a:prstClr val="black"/>
                </a:solidFill>
              </a:rPr>
              <a:t>P</a:t>
            </a:r>
            <a:r>
              <a:rPr lang="en-US" altLang="zh-CN" sz="2646" dirty="0">
                <a:solidFill>
                  <a:prstClr val="black"/>
                </a:solidFill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solidFill>
                  <a:prstClr val="black"/>
                </a:solidFill>
              </a:rPr>
              <a:t> | … | </a:t>
            </a:r>
            <a:r>
              <a:rPr lang="en-US" altLang="zh-CN" sz="2646" dirty="0">
                <a:solidFill>
                  <a:prstClr val="black"/>
                </a:solidFill>
                <a:sym typeface="Symbol" panose="05050102010706020507" pitchFamily="18" charset="2"/>
              </a:rPr>
              <a:t></a:t>
            </a:r>
            <a:r>
              <a:rPr lang="en-US" altLang="zh-CN" sz="2646" baseline="-25000" dirty="0" err="1">
                <a:solidFill>
                  <a:prstClr val="black"/>
                </a:solidFill>
              </a:rPr>
              <a:t>n</a:t>
            </a:r>
            <a:r>
              <a:rPr lang="en-US" altLang="zh-CN" sz="2646" dirty="0" err="1">
                <a:solidFill>
                  <a:prstClr val="black"/>
                </a:solidFill>
              </a:rPr>
              <a:t>P</a:t>
            </a:r>
            <a:r>
              <a:rPr lang="en-US" altLang="zh-CN" sz="2646" dirty="0">
                <a:solidFill>
                  <a:prstClr val="black"/>
                </a:solidFill>
                <a:sym typeface="Symbol" panose="05050102010706020507" pitchFamily="18" charset="2"/>
              </a:rPr>
              <a:t></a:t>
            </a:r>
            <a:endParaRPr lang="en-US" altLang="zh-CN" sz="2646" dirty="0">
              <a:solidFill>
                <a:prstClr val="black"/>
              </a:solidFill>
            </a:endParaRPr>
          </a:p>
          <a:p>
            <a:pPr defTabSz="503972" eaLnBrk="1" fontAlgn="auto" hangingPunct="1">
              <a:spcAft>
                <a:spcPts val="0"/>
              </a:spcAft>
              <a:buClr>
                <a:srgbClr val="EEECE1"/>
              </a:buClr>
              <a:buNone/>
            </a:pPr>
            <a:r>
              <a:rPr lang="en-US" altLang="zh-CN" sz="2646" dirty="0">
                <a:solidFill>
                  <a:prstClr val="black"/>
                </a:solidFill>
              </a:rPr>
              <a:t>P</a:t>
            </a:r>
            <a:r>
              <a:rPr lang="en-US" altLang="zh-CN" sz="2646" dirty="0">
                <a:solidFill>
                  <a:prstClr val="black"/>
                </a:solidFill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solidFill>
                  <a:prstClr val="black"/>
                </a:solidFill>
              </a:rPr>
              <a:t>→</a:t>
            </a:r>
            <a:r>
              <a:rPr lang="en-US" altLang="zh-CN" sz="2646" dirty="0">
                <a:solidFill>
                  <a:prstClr val="black"/>
                </a:solidFill>
                <a:sym typeface="Symbol" panose="05050102010706020507" pitchFamily="18" charset="2"/>
              </a:rPr>
              <a:t></a:t>
            </a:r>
            <a:r>
              <a:rPr lang="en-US" altLang="zh-CN" sz="2646" baseline="-25000" dirty="0">
                <a:solidFill>
                  <a:prstClr val="black"/>
                </a:solidFill>
              </a:rPr>
              <a:t>1</a:t>
            </a:r>
            <a:r>
              <a:rPr lang="en-US" altLang="zh-CN" sz="2646" dirty="0">
                <a:solidFill>
                  <a:prstClr val="black"/>
                </a:solidFill>
              </a:rPr>
              <a:t>P</a:t>
            </a:r>
            <a:r>
              <a:rPr lang="en-US" altLang="zh-CN" sz="2646" dirty="0">
                <a:solidFill>
                  <a:prstClr val="black"/>
                </a:solidFill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solidFill>
                  <a:prstClr val="black"/>
                </a:solidFill>
              </a:rPr>
              <a:t> | </a:t>
            </a:r>
            <a:r>
              <a:rPr lang="en-US" altLang="zh-CN" sz="2646" dirty="0">
                <a:solidFill>
                  <a:prstClr val="black"/>
                </a:solidFill>
                <a:sym typeface="Symbol" panose="05050102010706020507" pitchFamily="18" charset="2"/>
              </a:rPr>
              <a:t></a:t>
            </a:r>
            <a:r>
              <a:rPr lang="en-US" altLang="zh-CN" sz="2646" baseline="-25000" dirty="0">
                <a:solidFill>
                  <a:prstClr val="black"/>
                </a:solidFill>
              </a:rPr>
              <a:t>2</a:t>
            </a:r>
            <a:r>
              <a:rPr lang="en-US" altLang="zh-CN" sz="2646" dirty="0">
                <a:solidFill>
                  <a:prstClr val="black"/>
                </a:solidFill>
              </a:rPr>
              <a:t>P</a:t>
            </a:r>
            <a:r>
              <a:rPr lang="en-US" altLang="zh-CN" sz="2646" dirty="0">
                <a:solidFill>
                  <a:prstClr val="black"/>
                </a:solidFill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solidFill>
                  <a:prstClr val="black"/>
                </a:solidFill>
              </a:rPr>
              <a:t> |… | </a:t>
            </a:r>
            <a:r>
              <a:rPr lang="en-US" altLang="zh-CN" sz="2646" dirty="0">
                <a:solidFill>
                  <a:prstClr val="black"/>
                </a:solidFill>
                <a:sym typeface="Symbol" panose="05050102010706020507" pitchFamily="18" charset="2"/>
              </a:rPr>
              <a:t></a:t>
            </a:r>
            <a:r>
              <a:rPr lang="en-US" altLang="zh-CN" sz="2646" baseline="-25000" dirty="0" err="1">
                <a:solidFill>
                  <a:prstClr val="black"/>
                </a:solidFill>
              </a:rPr>
              <a:t>m</a:t>
            </a:r>
            <a:r>
              <a:rPr lang="en-US" altLang="zh-CN" sz="2646" dirty="0" err="1">
                <a:solidFill>
                  <a:prstClr val="black"/>
                </a:solidFill>
              </a:rPr>
              <a:t>P</a:t>
            </a:r>
            <a:r>
              <a:rPr lang="en-US" altLang="zh-CN" sz="2646" dirty="0">
                <a:solidFill>
                  <a:prstClr val="black"/>
                </a:solidFill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solidFill>
                  <a:prstClr val="black"/>
                </a:solidFill>
              </a:rPr>
              <a:t> | </a:t>
            </a:r>
            <a:r>
              <a:rPr lang="en-US" altLang="zh-CN" sz="2646" dirty="0">
                <a:solidFill>
                  <a:prstClr val="black"/>
                </a:solidFill>
                <a:sym typeface="Symbol" panose="05050102010706020507" pitchFamily="18" charset="2"/>
              </a:rPr>
              <a:t></a:t>
            </a:r>
            <a:endParaRPr lang="en-US" altLang="zh-CN" sz="2646" dirty="0">
              <a:solidFill>
                <a:prstClr val="black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00336" y="4464114"/>
            <a:ext cx="2609048" cy="29415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-173240" defTabSz="50397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3086" dirty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rPr>
              <a:t>G(E):</a:t>
            </a:r>
          </a:p>
          <a:p>
            <a:pPr marL="330732" lvl="1" indent="0" defTabSz="50397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3086" dirty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rPr>
              <a:t>E→TE</a:t>
            </a:r>
            <a:r>
              <a:rPr lang="en-US" altLang="zh-CN" sz="3086" dirty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</a:t>
            </a:r>
            <a:endParaRPr lang="en-US" altLang="zh-CN" sz="3086" dirty="0">
              <a:solidFill>
                <a:prstClr val="black"/>
              </a:solidFill>
              <a:latin typeface="Arial" panose="020B0604020202020204"/>
              <a:ea typeface="黑体" panose="02010609060101010101" pitchFamily="49" charset="-122"/>
              <a:cs typeface="+mn-cs"/>
            </a:endParaRPr>
          </a:p>
          <a:p>
            <a:pPr marL="330732" lvl="1" indent="0" defTabSz="50397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3086" dirty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rPr>
              <a:t>E</a:t>
            </a:r>
            <a:r>
              <a:rPr lang="en-US" altLang="zh-CN" sz="3086" dirty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</a:t>
            </a:r>
            <a:r>
              <a:rPr lang="en-US" altLang="zh-CN" sz="3086" dirty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rPr>
              <a:t>→+TE</a:t>
            </a:r>
            <a:r>
              <a:rPr lang="en-US" altLang="zh-CN" sz="3086" dirty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</a:t>
            </a:r>
            <a:r>
              <a:rPr lang="en-US" altLang="zh-CN" sz="3086" dirty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rPr>
              <a:t> | </a:t>
            </a:r>
            <a:r>
              <a:rPr lang="en-US" altLang="zh-CN" sz="3086" dirty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</a:t>
            </a:r>
            <a:endParaRPr lang="en-US" altLang="zh-CN" sz="3086" dirty="0">
              <a:solidFill>
                <a:prstClr val="black"/>
              </a:solidFill>
              <a:latin typeface="Arial" panose="020B0604020202020204"/>
              <a:ea typeface="黑体" panose="02010609060101010101" pitchFamily="49" charset="-122"/>
              <a:cs typeface="+mn-cs"/>
            </a:endParaRPr>
          </a:p>
          <a:p>
            <a:pPr marL="330732" lvl="1" indent="0" defTabSz="50397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3086" dirty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rPr>
              <a:t>T→FT</a:t>
            </a:r>
            <a:r>
              <a:rPr lang="en-US" altLang="zh-CN" sz="3086" dirty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</a:t>
            </a:r>
            <a:endParaRPr lang="en-US" altLang="zh-CN" sz="3086" dirty="0">
              <a:solidFill>
                <a:prstClr val="black"/>
              </a:solidFill>
              <a:latin typeface="Arial" panose="020B0604020202020204"/>
              <a:ea typeface="黑体" panose="02010609060101010101" pitchFamily="49" charset="-122"/>
              <a:cs typeface="+mn-cs"/>
            </a:endParaRPr>
          </a:p>
          <a:p>
            <a:pPr marL="330732" lvl="1" indent="0" defTabSz="50397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3086" dirty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rPr>
              <a:t>T</a:t>
            </a:r>
            <a:r>
              <a:rPr lang="en-US" altLang="zh-CN" sz="3086" dirty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</a:t>
            </a:r>
            <a:r>
              <a:rPr lang="en-US" altLang="zh-CN" sz="3086" dirty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rPr>
              <a:t>→*FT</a:t>
            </a:r>
            <a:r>
              <a:rPr lang="en-US" altLang="zh-CN" sz="3086" dirty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</a:t>
            </a:r>
            <a:r>
              <a:rPr lang="en-US" altLang="zh-CN" sz="3086" dirty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rPr>
              <a:t> | </a:t>
            </a:r>
            <a:r>
              <a:rPr lang="en-US" altLang="zh-CN" sz="3086" dirty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</a:t>
            </a:r>
            <a:endParaRPr lang="en-US" altLang="zh-CN" sz="3086" dirty="0">
              <a:solidFill>
                <a:prstClr val="black"/>
              </a:solidFill>
              <a:latin typeface="Arial" panose="020B0604020202020204"/>
              <a:ea typeface="黑体" panose="02010609060101010101" pitchFamily="49" charset="-122"/>
              <a:cs typeface="+mn-cs"/>
            </a:endParaRPr>
          </a:p>
          <a:p>
            <a:pPr marL="330732" lvl="1" indent="0" defTabSz="50397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3086" dirty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rPr>
              <a:t>F→(E) | </a:t>
            </a:r>
            <a:r>
              <a:rPr lang="en-US" altLang="zh-CN" sz="3086" dirty="0" err="1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rPr>
              <a:t>i</a:t>
            </a:r>
            <a:r>
              <a:rPr lang="en-US" altLang="zh-CN" sz="3086" dirty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rPr>
              <a:t>	</a:t>
            </a:r>
            <a:endParaRPr lang="zh-CN" altLang="en-US" sz="2205" dirty="0">
              <a:solidFill>
                <a:prstClr val="black"/>
              </a:solidFill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0EA648-ECA2-7AF9-5A30-B42EC1FC12C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34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1377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0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0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0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5" grpId="0" build="p" autoUpdateAnimBg="0"/>
      <p:bldP spid="110600" grpId="0" build="allAtOnce" animBg="1"/>
      <p:bldP spid="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间接左递归的消除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给定文法</a:t>
            </a:r>
            <a:r>
              <a:rPr lang="en-US" altLang="zh-CN" dirty="0"/>
              <a:t>G(S):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86" dirty="0" err="1"/>
              <a:t>S→Qc|c</a:t>
            </a:r>
            <a:endParaRPr lang="en-US" altLang="zh-CN" sz="3086" dirty="0"/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86" dirty="0" err="1"/>
              <a:t>Q→Rb|b</a:t>
            </a:r>
            <a:endParaRPr lang="en-US" altLang="zh-CN" sz="3086" dirty="0"/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86" dirty="0" err="1"/>
              <a:t>R→Sa|a</a:t>
            </a:r>
            <a:endParaRPr lang="en-US" altLang="zh-CN" sz="3086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没有直接左递归，但</a:t>
            </a:r>
            <a:r>
              <a:rPr lang="en-US" altLang="zh-CN" dirty="0"/>
              <a:t>S</a:t>
            </a:r>
            <a:r>
              <a:rPr lang="zh-CN" altLang="en-US" dirty="0"/>
              <a:t>、</a:t>
            </a:r>
            <a:r>
              <a:rPr lang="en-US" altLang="zh-CN" dirty="0"/>
              <a:t>Q</a:t>
            </a:r>
            <a:r>
              <a:rPr lang="zh-CN" altLang="en-US" dirty="0"/>
              <a:t>、</a:t>
            </a:r>
            <a:r>
              <a:rPr lang="en-US" altLang="zh-CN" dirty="0"/>
              <a:t>R</a:t>
            </a:r>
            <a:r>
              <a:rPr lang="zh-CN" altLang="en-US" dirty="0"/>
              <a:t>都是左递归的</a:t>
            </a: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err="1"/>
              <a:t>S</a:t>
            </a:r>
            <a:r>
              <a:rPr lang="en-US" altLang="zh-CN" dirty="0" err="1">
                <a:sym typeface="Symbol" panose="05050102010706020507" pitchFamily="18" charset="2"/>
              </a:rPr>
              <a:t></a:t>
            </a:r>
            <a:r>
              <a:rPr lang="en-US" altLang="zh-CN" dirty="0" err="1"/>
              <a:t>Qc</a:t>
            </a:r>
            <a:r>
              <a:rPr lang="en-US" altLang="zh-CN" dirty="0" err="1">
                <a:sym typeface="Symbol" panose="05050102010706020507" pitchFamily="18" charset="2"/>
              </a:rPr>
              <a:t></a:t>
            </a:r>
            <a:r>
              <a:rPr lang="en-US" altLang="zh-CN" dirty="0" err="1"/>
              <a:t>Rbc</a:t>
            </a:r>
            <a:r>
              <a:rPr lang="en-US" altLang="zh-CN" dirty="0" err="1">
                <a:sym typeface="Symbol" panose="05050102010706020507" pitchFamily="18" charset="2"/>
              </a:rPr>
              <a:t></a:t>
            </a:r>
            <a:r>
              <a:rPr lang="en-US" altLang="zh-CN" dirty="0" err="1"/>
              <a:t>Sabc</a:t>
            </a:r>
            <a:endParaRPr lang="en-US" altLang="zh-CN" dirty="0"/>
          </a:p>
          <a:p>
            <a:pPr>
              <a:lnSpc>
                <a:spcPct val="90000"/>
              </a:lnSpc>
            </a:pPr>
            <a:endParaRPr lang="en-US" altLang="zh-CN" dirty="0"/>
          </a:p>
        </p:txBody>
      </p:sp>
      <p:sp>
        <p:nvSpPr>
          <p:cNvPr id="7" name="文本框 6"/>
          <p:cNvSpPr txBox="1"/>
          <p:nvPr/>
        </p:nvSpPr>
        <p:spPr>
          <a:xfrm>
            <a:off x="7056225" y="932146"/>
            <a:ext cx="3023870" cy="566975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976" dirty="0">
              <a:solidFill>
                <a:srgbClr val="0070C0"/>
              </a:solidFill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1A754878-0A34-602C-767E-4925E1FD73A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35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7011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1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1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1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19" grpId="0" build="p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间接左递归的消除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527" dirty="0"/>
              <a:t>一个文法消除左递归的条件</a:t>
            </a:r>
          </a:p>
          <a:p>
            <a:pPr lvl="1"/>
            <a:r>
              <a:rPr lang="zh-CN" altLang="en-US" sz="3086" dirty="0"/>
              <a:t>不含以</a:t>
            </a:r>
            <a:r>
              <a:rPr lang="zh-CN" altLang="en-US" sz="3086" dirty="0">
                <a:sym typeface="Symbol" panose="05050102010706020507" pitchFamily="18" charset="2"/>
              </a:rPr>
              <a:t></a:t>
            </a:r>
            <a:r>
              <a:rPr lang="zh-CN" altLang="en-US" sz="3086" dirty="0"/>
              <a:t>为右部的产生式</a:t>
            </a:r>
          </a:p>
          <a:p>
            <a:pPr lvl="1"/>
            <a:r>
              <a:rPr lang="zh-CN" altLang="en-US" sz="3086" dirty="0"/>
              <a:t>不含回路</a:t>
            </a:r>
            <a:endParaRPr lang="en-US" altLang="zh-CN" sz="3086" dirty="0"/>
          </a:p>
        </p:txBody>
      </p:sp>
      <p:graphicFrame>
        <p:nvGraphicFramePr>
          <p:cNvPr id="111621" name="Object 5"/>
          <p:cNvGraphicFramePr>
            <a:graphicFrameLocks noChangeAspect="1"/>
          </p:cNvGraphicFramePr>
          <p:nvPr/>
        </p:nvGraphicFramePr>
        <p:xfrm>
          <a:off x="2273382" y="3728586"/>
          <a:ext cx="1378941" cy="936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482400" imgH="304560" progId="Equation.3">
                  <p:embed/>
                </p:oleObj>
              </mc:Choice>
              <mc:Fallback>
                <p:oleObj name="公式" r:id="rId3" imgW="48240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3382" y="3728586"/>
                        <a:ext cx="1378941" cy="9362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7056225" y="893707"/>
            <a:ext cx="3023870" cy="566975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81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29DDA2AC-E4BC-F676-5C09-D13ABBC91BA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36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5532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19" grpId="0" build="p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间接左递归的消除</a:t>
            </a:r>
          </a:p>
        </p:txBody>
      </p:sp>
      <p:sp>
        <p:nvSpPr>
          <p:cNvPr id="43011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sz="3527" dirty="0"/>
              <a:t>给定文法</a:t>
            </a:r>
            <a:r>
              <a:rPr lang="en-US" altLang="zh-CN" sz="3527" dirty="0"/>
              <a:t>G(S):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3527" dirty="0" err="1"/>
              <a:t>S→Qc|c</a:t>
            </a:r>
            <a:endParaRPr lang="en-US" altLang="zh-CN" sz="3527" dirty="0"/>
          </a:p>
          <a:p>
            <a:pPr lvl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3527" dirty="0" err="1"/>
              <a:t>Q→Rb|b</a:t>
            </a:r>
            <a:endParaRPr lang="en-US" altLang="zh-CN" sz="3527" dirty="0"/>
          </a:p>
          <a:p>
            <a:pPr lvl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3527" dirty="0" err="1"/>
              <a:t>R→Sa|a</a:t>
            </a:r>
            <a:endParaRPr lang="en-US" altLang="zh-CN" sz="3527" dirty="0"/>
          </a:p>
        </p:txBody>
      </p:sp>
      <p:sp>
        <p:nvSpPr>
          <p:cNvPr id="27" name="文本框 26"/>
          <p:cNvSpPr txBox="1"/>
          <p:nvPr/>
        </p:nvSpPr>
        <p:spPr>
          <a:xfrm>
            <a:off x="7056225" y="944959"/>
            <a:ext cx="3023870" cy="566975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81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309304" y="2893577"/>
            <a:ext cx="4235455" cy="63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3527" dirty="0" err="1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rPr>
              <a:t>S</a:t>
            </a:r>
            <a:r>
              <a:rPr lang="en-US" altLang="zh-CN" sz="3527" dirty="0" err="1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</a:t>
            </a:r>
            <a:r>
              <a:rPr lang="en-US" altLang="zh-CN" sz="3527" dirty="0" err="1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rPr>
              <a:t>Qc</a:t>
            </a:r>
            <a:r>
              <a:rPr lang="en-US" altLang="zh-CN" sz="3527" dirty="0" err="1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</a:t>
            </a:r>
            <a:r>
              <a:rPr lang="en-US" altLang="zh-CN" sz="3527" dirty="0" err="1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rPr>
              <a:t>Rbc</a:t>
            </a:r>
            <a:r>
              <a:rPr lang="en-US" altLang="zh-CN" sz="3527" dirty="0" err="1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</a:t>
            </a:r>
            <a:r>
              <a:rPr lang="en-US" altLang="zh-CN" sz="3527" dirty="0" err="1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rPr>
              <a:t>Sabc</a:t>
            </a:r>
            <a:endParaRPr lang="en-US" altLang="zh-CN" sz="3527" dirty="0">
              <a:solidFill>
                <a:prstClr val="black"/>
              </a:solidFill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28" name="Group 56"/>
          <p:cNvGrpSpPr>
            <a:grpSpLocks/>
          </p:cNvGrpSpPr>
          <p:nvPr/>
        </p:nvGrpSpPr>
        <p:grpSpPr bwMode="auto">
          <a:xfrm>
            <a:off x="595469" y="4016012"/>
            <a:ext cx="1667679" cy="1818171"/>
            <a:chOff x="498" y="2267"/>
            <a:chExt cx="953" cy="1039"/>
          </a:xfrm>
        </p:grpSpPr>
        <p:sp>
          <p:nvSpPr>
            <p:cNvPr id="29" name="Oval 6"/>
            <p:cNvSpPr>
              <a:spLocks noChangeAspect="1" noChangeArrowheads="1"/>
            </p:cNvSpPr>
            <p:nvPr/>
          </p:nvSpPr>
          <p:spPr bwMode="auto">
            <a:xfrm>
              <a:off x="527" y="2436"/>
              <a:ext cx="870" cy="87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endParaRPr lang="zh-CN" altLang="en-US" sz="1984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" name="Text Box 7"/>
            <p:cNvSpPr txBox="1">
              <a:spLocks noChangeAspect="1" noChangeArrowheads="1"/>
            </p:cNvSpPr>
            <p:nvPr/>
          </p:nvSpPr>
          <p:spPr bwMode="auto">
            <a:xfrm>
              <a:off x="498" y="2986"/>
              <a:ext cx="217" cy="2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lang="en-US" altLang="zh-CN" sz="2646">
                  <a:solidFill>
                    <a:prstClr val="black"/>
                  </a:solidFill>
                  <a:cs typeface="+mn-cs"/>
                </a:rPr>
                <a:t>S</a:t>
              </a:r>
              <a:endParaRPr lang="en-GB" altLang="zh-CN" sz="2646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31" name="Text Box 8"/>
            <p:cNvSpPr txBox="1">
              <a:spLocks noChangeAspect="1" noChangeArrowheads="1"/>
            </p:cNvSpPr>
            <p:nvPr/>
          </p:nvSpPr>
          <p:spPr bwMode="auto">
            <a:xfrm>
              <a:off x="854" y="2267"/>
              <a:ext cx="264" cy="2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lang="en-US" altLang="zh-CN" sz="2646" dirty="0">
                  <a:solidFill>
                    <a:prstClr val="black"/>
                  </a:solidFill>
                  <a:cs typeface="+mn-cs"/>
                </a:rPr>
                <a:t>Q</a:t>
              </a:r>
              <a:endParaRPr lang="en-GB" altLang="zh-CN" sz="2646" dirty="0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32" name="Text Box 9"/>
            <p:cNvSpPr txBox="1">
              <a:spLocks noChangeAspect="1" noChangeArrowheads="1"/>
            </p:cNvSpPr>
            <p:nvPr/>
          </p:nvSpPr>
          <p:spPr bwMode="auto">
            <a:xfrm>
              <a:off x="1219" y="2995"/>
              <a:ext cx="232" cy="2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lang="en-US" altLang="zh-CN" sz="2646" dirty="0">
                  <a:solidFill>
                    <a:prstClr val="black"/>
                  </a:solidFill>
                  <a:cs typeface="+mn-cs"/>
                </a:rPr>
                <a:t>R</a:t>
              </a:r>
              <a:endParaRPr lang="en-GB" altLang="zh-CN" sz="2646" dirty="0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33" name="Line 10"/>
            <p:cNvSpPr>
              <a:spLocks noChangeAspect="1" noChangeShapeType="1"/>
            </p:cNvSpPr>
            <p:nvPr/>
          </p:nvSpPr>
          <p:spPr bwMode="auto">
            <a:xfrm flipV="1">
              <a:off x="822" y="2431"/>
              <a:ext cx="58" cy="3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4" name="Line 11"/>
            <p:cNvSpPr>
              <a:spLocks noChangeAspect="1" noChangeShapeType="1"/>
            </p:cNvSpPr>
            <p:nvPr/>
          </p:nvSpPr>
          <p:spPr bwMode="auto">
            <a:xfrm flipH="1">
              <a:off x="1350" y="2988"/>
              <a:ext cx="30" cy="5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5" name="Line 12"/>
            <p:cNvSpPr>
              <a:spLocks noChangeAspect="1" noChangeShapeType="1"/>
            </p:cNvSpPr>
            <p:nvPr/>
          </p:nvSpPr>
          <p:spPr bwMode="auto">
            <a:xfrm flipH="1" flipV="1">
              <a:off x="686" y="3194"/>
              <a:ext cx="30" cy="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36" name="Group 57"/>
          <p:cNvGrpSpPr>
            <a:grpSpLocks/>
          </p:cNvGrpSpPr>
          <p:nvPr/>
        </p:nvGrpSpPr>
        <p:grpSpPr bwMode="auto">
          <a:xfrm>
            <a:off x="3410511" y="4030142"/>
            <a:ext cx="1573182" cy="1818171"/>
            <a:chOff x="2185" y="2251"/>
            <a:chExt cx="899" cy="1039"/>
          </a:xfrm>
        </p:grpSpPr>
        <p:sp>
          <p:nvSpPr>
            <p:cNvPr id="37" name="Oval 29"/>
            <p:cNvSpPr>
              <a:spLocks noChangeAspect="1" noChangeArrowheads="1"/>
            </p:cNvSpPr>
            <p:nvPr/>
          </p:nvSpPr>
          <p:spPr bwMode="auto">
            <a:xfrm>
              <a:off x="2214" y="2420"/>
              <a:ext cx="870" cy="87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endParaRPr lang="zh-CN" altLang="en-US" sz="1984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" name="Text Box 30"/>
            <p:cNvSpPr txBox="1">
              <a:spLocks noChangeAspect="1" noChangeArrowheads="1"/>
            </p:cNvSpPr>
            <p:nvPr/>
          </p:nvSpPr>
          <p:spPr bwMode="auto">
            <a:xfrm>
              <a:off x="2185" y="2970"/>
              <a:ext cx="217" cy="2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lang="en-US" altLang="zh-CN" sz="2646">
                  <a:solidFill>
                    <a:prstClr val="black"/>
                  </a:solidFill>
                  <a:cs typeface="+mn-cs"/>
                </a:rPr>
                <a:t>S</a:t>
              </a:r>
              <a:endParaRPr lang="en-GB" altLang="zh-CN" sz="2646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39" name="Text Box 31"/>
            <p:cNvSpPr txBox="1">
              <a:spLocks noChangeAspect="1" noChangeArrowheads="1"/>
            </p:cNvSpPr>
            <p:nvPr/>
          </p:nvSpPr>
          <p:spPr bwMode="auto">
            <a:xfrm>
              <a:off x="2541" y="2251"/>
              <a:ext cx="264" cy="2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lang="en-US" altLang="zh-CN" sz="2646">
                  <a:solidFill>
                    <a:prstClr val="black"/>
                  </a:solidFill>
                  <a:cs typeface="+mn-cs"/>
                </a:rPr>
                <a:t>Q</a:t>
              </a:r>
              <a:endParaRPr lang="en-GB" altLang="zh-CN" sz="2646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40" name="Line 33"/>
            <p:cNvSpPr>
              <a:spLocks noChangeAspect="1" noChangeShapeType="1"/>
            </p:cNvSpPr>
            <p:nvPr/>
          </p:nvSpPr>
          <p:spPr bwMode="auto">
            <a:xfrm flipV="1">
              <a:off x="2509" y="2415"/>
              <a:ext cx="58" cy="3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1" name="Line 35"/>
            <p:cNvSpPr>
              <a:spLocks noChangeAspect="1" noChangeShapeType="1"/>
            </p:cNvSpPr>
            <p:nvPr/>
          </p:nvSpPr>
          <p:spPr bwMode="auto">
            <a:xfrm flipH="1" flipV="1">
              <a:off x="2373" y="3178"/>
              <a:ext cx="30" cy="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42" name="Group 43"/>
          <p:cNvGrpSpPr>
            <a:grpSpLocks/>
          </p:cNvGrpSpPr>
          <p:nvPr/>
        </p:nvGrpSpPr>
        <p:grpSpPr bwMode="auto">
          <a:xfrm>
            <a:off x="6662861" y="4369628"/>
            <a:ext cx="1573183" cy="1522435"/>
            <a:chOff x="3070" y="2465"/>
            <a:chExt cx="899" cy="870"/>
          </a:xfrm>
        </p:grpSpPr>
        <p:sp>
          <p:nvSpPr>
            <p:cNvPr id="43" name="Oval 36"/>
            <p:cNvSpPr>
              <a:spLocks noChangeAspect="1" noChangeArrowheads="1"/>
            </p:cNvSpPr>
            <p:nvPr/>
          </p:nvSpPr>
          <p:spPr bwMode="auto">
            <a:xfrm>
              <a:off x="3099" y="2465"/>
              <a:ext cx="870" cy="87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endParaRPr lang="zh-CN" altLang="en-US" sz="1984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" name="Text Box 37"/>
            <p:cNvSpPr txBox="1">
              <a:spLocks noChangeAspect="1" noChangeArrowheads="1"/>
            </p:cNvSpPr>
            <p:nvPr/>
          </p:nvSpPr>
          <p:spPr bwMode="auto">
            <a:xfrm>
              <a:off x="3070" y="3015"/>
              <a:ext cx="217" cy="2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lang="en-US" altLang="zh-CN" sz="2646">
                  <a:solidFill>
                    <a:prstClr val="black"/>
                  </a:solidFill>
                  <a:cs typeface="+mn-cs"/>
                </a:rPr>
                <a:t>S</a:t>
              </a:r>
              <a:endParaRPr lang="en-GB" altLang="zh-CN" sz="2646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45" name="Line 40"/>
            <p:cNvSpPr>
              <a:spLocks noChangeAspect="1" noChangeShapeType="1"/>
            </p:cNvSpPr>
            <p:nvPr/>
          </p:nvSpPr>
          <p:spPr bwMode="auto">
            <a:xfrm flipH="1" flipV="1">
              <a:off x="3250" y="3215"/>
              <a:ext cx="30" cy="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46" name="Text Box 44"/>
          <p:cNvSpPr txBox="1">
            <a:spLocks noChangeArrowheads="1"/>
          </p:cNvSpPr>
          <p:nvPr/>
        </p:nvSpPr>
        <p:spPr bwMode="auto">
          <a:xfrm>
            <a:off x="2888856" y="6123052"/>
            <a:ext cx="2863406" cy="1313821"/>
          </a:xfrm>
          <a:prstGeom prst="rect">
            <a:avLst/>
          </a:prstGeom>
          <a:ln>
            <a:headEnd/>
            <a:tailEnd type="none" w="lg" len="lg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2646" dirty="0">
                <a:solidFill>
                  <a:prstClr val="whit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 → Qc | c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2646" dirty="0">
                <a:solidFill>
                  <a:prstClr val="whit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Q → Sab | ab | b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2646" dirty="0">
                <a:solidFill>
                  <a:prstClr val="whit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 → Sa | a</a:t>
            </a:r>
            <a:endParaRPr lang="en-GB" altLang="zh-CN" sz="2646" dirty="0">
              <a:solidFill>
                <a:prstClr val="whit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7" name="Text Box 45"/>
          <p:cNvSpPr txBox="1">
            <a:spLocks noChangeArrowheads="1"/>
          </p:cNvSpPr>
          <p:nvPr/>
        </p:nvSpPr>
        <p:spPr bwMode="auto">
          <a:xfrm>
            <a:off x="5905647" y="6123052"/>
            <a:ext cx="3732361" cy="1313821"/>
          </a:xfrm>
          <a:prstGeom prst="rect">
            <a:avLst/>
          </a:prstGeom>
          <a:ln>
            <a:headEnd/>
            <a:tailEnd type="none" w="lg" len="lg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2646" dirty="0">
                <a:solidFill>
                  <a:prstClr val="whit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 → </a:t>
            </a:r>
            <a:r>
              <a:rPr lang="en-US" altLang="zh-CN" sz="2646" dirty="0" err="1">
                <a:solidFill>
                  <a:prstClr val="whit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Sabc</a:t>
            </a:r>
            <a:r>
              <a:rPr lang="en-US" altLang="zh-CN" sz="2646" dirty="0">
                <a:solidFill>
                  <a:prstClr val="whit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| </a:t>
            </a:r>
            <a:r>
              <a:rPr lang="en-US" altLang="zh-CN" sz="2646" dirty="0" err="1">
                <a:solidFill>
                  <a:prstClr val="whit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abc</a:t>
            </a:r>
            <a:r>
              <a:rPr lang="en-US" altLang="zh-CN" sz="2646" dirty="0">
                <a:solidFill>
                  <a:prstClr val="whit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| </a:t>
            </a:r>
            <a:r>
              <a:rPr lang="en-US" altLang="zh-CN" sz="2646" dirty="0" err="1">
                <a:solidFill>
                  <a:prstClr val="whit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bc</a:t>
            </a:r>
            <a:r>
              <a:rPr lang="en-US" altLang="zh-CN" sz="2646" dirty="0">
                <a:solidFill>
                  <a:prstClr val="whit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| c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2646" dirty="0">
                <a:solidFill>
                  <a:prstClr val="whit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Q → Sab | ab | b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2646" dirty="0">
                <a:solidFill>
                  <a:prstClr val="whit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 → Sa | a</a:t>
            </a:r>
            <a:endParaRPr lang="en-GB" altLang="zh-CN" sz="2646" dirty="0">
              <a:solidFill>
                <a:prstClr val="whit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8" name="Text Box 46"/>
          <p:cNvSpPr txBox="1">
            <a:spLocks noChangeArrowheads="1"/>
          </p:cNvSpPr>
          <p:nvPr/>
        </p:nvSpPr>
        <p:spPr bwMode="auto">
          <a:xfrm>
            <a:off x="605966" y="6121302"/>
            <a:ext cx="1913961" cy="1313821"/>
          </a:xfrm>
          <a:prstGeom prst="rect">
            <a:avLst/>
          </a:prstGeom>
          <a:ln>
            <a:headEnd/>
            <a:tailEnd type="none" w="lg" len="lg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2646" dirty="0">
                <a:solidFill>
                  <a:prstClr val="whit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 → Qc | c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2646" dirty="0">
                <a:solidFill>
                  <a:prstClr val="whit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Q → </a:t>
            </a:r>
            <a:r>
              <a:rPr lang="en-US" altLang="zh-CN" sz="2646" dirty="0" err="1">
                <a:solidFill>
                  <a:prstClr val="whit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Rb</a:t>
            </a:r>
            <a:r>
              <a:rPr lang="en-US" altLang="zh-CN" sz="2646" dirty="0">
                <a:solidFill>
                  <a:prstClr val="whit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| b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2646" dirty="0">
                <a:solidFill>
                  <a:prstClr val="whit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 → Sa | a</a:t>
            </a:r>
            <a:endParaRPr lang="en-GB" altLang="zh-CN" sz="2646" dirty="0">
              <a:solidFill>
                <a:prstClr val="whit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9" name="Text Box 60"/>
          <p:cNvSpPr txBox="1">
            <a:spLocks noChangeArrowheads="1"/>
          </p:cNvSpPr>
          <p:nvPr/>
        </p:nvSpPr>
        <p:spPr bwMode="auto">
          <a:xfrm>
            <a:off x="6978166" y="3792015"/>
            <a:ext cx="947695" cy="1008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5952" dirty="0">
                <a:solidFill>
                  <a:srgbClr val="CC0000"/>
                </a:solidFill>
                <a:cs typeface="+mn-cs"/>
              </a:rPr>
              <a:t>ⅹ</a:t>
            </a:r>
            <a:endParaRPr lang="en-GB" altLang="zh-CN" sz="5952" dirty="0">
              <a:solidFill>
                <a:srgbClr val="CC0000"/>
              </a:solidFill>
              <a:cs typeface="+mn-cs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508876C-B275-28A0-410C-6C3BF99E03C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37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5258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6" grpId="0" animBg="1"/>
      <p:bldP spid="47" grpId="0" animBg="1"/>
      <p:bldP spid="48" grpId="0" animBg="1"/>
      <p:bldP spid="4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消除左递归的算法</a:t>
            </a:r>
            <a:endParaRPr lang="en-GB" altLang="zh-CN" dirty="0"/>
          </a:p>
        </p:txBody>
      </p:sp>
      <p:sp>
        <p:nvSpPr>
          <p:cNvPr id="427010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646" dirty="0"/>
              <a:t>1. </a:t>
            </a:r>
            <a:r>
              <a:rPr lang="zh-CN" altLang="en-US" sz="2646" dirty="0"/>
              <a:t>把文法</a:t>
            </a:r>
            <a:r>
              <a:rPr lang="en-US" altLang="zh-CN" sz="2646" dirty="0"/>
              <a:t>G</a:t>
            </a:r>
            <a:r>
              <a:rPr lang="zh-CN" altLang="en-US" sz="2646" dirty="0"/>
              <a:t>的所有非终结符按任一种顺序排列</a:t>
            </a:r>
            <a:r>
              <a:rPr lang="en-US" altLang="zh-CN" sz="2646" dirty="0">
                <a:solidFill>
                  <a:srgbClr val="C00000"/>
                </a:solidFill>
              </a:rPr>
              <a:t> P</a:t>
            </a:r>
            <a:r>
              <a:rPr lang="en-US" altLang="zh-CN" sz="2646" baseline="-25000" dirty="0">
                <a:solidFill>
                  <a:srgbClr val="C00000"/>
                </a:solidFill>
              </a:rPr>
              <a:t>1</a:t>
            </a:r>
            <a:r>
              <a:rPr lang="zh-CN" altLang="en-US" sz="2646" dirty="0">
                <a:solidFill>
                  <a:srgbClr val="C00000"/>
                </a:solidFill>
              </a:rPr>
              <a:t>，</a:t>
            </a:r>
            <a:r>
              <a:rPr lang="en-US" altLang="zh-CN" sz="2646" dirty="0">
                <a:solidFill>
                  <a:srgbClr val="C00000"/>
                </a:solidFill>
              </a:rPr>
              <a:t>P</a:t>
            </a:r>
            <a:r>
              <a:rPr lang="en-US" altLang="zh-CN" sz="2646" baseline="-25000" dirty="0">
                <a:solidFill>
                  <a:srgbClr val="C00000"/>
                </a:solidFill>
              </a:rPr>
              <a:t>2</a:t>
            </a:r>
            <a:r>
              <a:rPr lang="zh-CN" altLang="en-US" sz="2646" dirty="0">
                <a:solidFill>
                  <a:srgbClr val="C00000"/>
                </a:solidFill>
              </a:rPr>
              <a:t>，</a:t>
            </a:r>
            <a:r>
              <a:rPr lang="en-US" altLang="zh-CN" sz="2646" dirty="0">
                <a:solidFill>
                  <a:srgbClr val="C00000"/>
                </a:solidFill>
              </a:rPr>
              <a:t>…</a:t>
            </a:r>
            <a:r>
              <a:rPr lang="zh-CN" altLang="en-US" sz="2646" dirty="0">
                <a:solidFill>
                  <a:srgbClr val="C00000"/>
                </a:solidFill>
              </a:rPr>
              <a:t>，</a:t>
            </a:r>
            <a:r>
              <a:rPr lang="en-US" altLang="zh-CN" sz="2646" dirty="0" err="1">
                <a:solidFill>
                  <a:srgbClr val="C00000"/>
                </a:solidFill>
              </a:rPr>
              <a:t>P</a:t>
            </a:r>
            <a:r>
              <a:rPr lang="en-US" altLang="zh-CN" sz="2646" baseline="-25000" dirty="0" err="1">
                <a:solidFill>
                  <a:srgbClr val="C00000"/>
                </a:solidFill>
              </a:rPr>
              <a:t>n</a:t>
            </a:r>
            <a:r>
              <a:rPr lang="zh-CN" altLang="en-US" sz="2646" dirty="0"/>
              <a:t>；按此顺序执行：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646" dirty="0"/>
              <a:t>2. FOR  i:=1  TO  n  DO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646" dirty="0"/>
              <a:t>    BEGIN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646" dirty="0"/>
              <a:t>         FOR  j:=1  TO  i-1  DO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646" dirty="0"/>
              <a:t>             </a:t>
            </a:r>
            <a:r>
              <a:rPr lang="zh-CN" altLang="en-US" sz="2646" dirty="0"/>
              <a:t>把形如</a:t>
            </a:r>
            <a:r>
              <a:rPr lang="en-US" altLang="zh-CN" sz="2646" dirty="0" err="1">
                <a:solidFill>
                  <a:srgbClr val="C00000"/>
                </a:solidFill>
              </a:rPr>
              <a:t>P</a:t>
            </a:r>
            <a:r>
              <a:rPr lang="en-US" altLang="zh-CN" sz="2646" baseline="-25000" dirty="0" err="1">
                <a:solidFill>
                  <a:srgbClr val="C00000"/>
                </a:solidFill>
              </a:rPr>
              <a:t>i</a:t>
            </a:r>
            <a:r>
              <a:rPr lang="en-US" altLang="zh-CN" sz="2646" dirty="0" err="1">
                <a:solidFill>
                  <a:srgbClr val="C00000"/>
                </a:solidFill>
              </a:rPr>
              <a:t>→</a:t>
            </a:r>
            <a:r>
              <a:rPr lang="en-US" altLang="zh-CN" sz="2646" dirty="0" err="1">
                <a:solidFill>
                  <a:srgbClr val="0070C0"/>
                </a:solidFill>
              </a:rPr>
              <a:t>P</a:t>
            </a:r>
            <a:r>
              <a:rPr lang="en-US" altLang="zh-CN" sz="2646" baseline="-25000" dirty="0" err="1">
                <a:solidFill>
                  <a:srgbClr val="0070C0"/>
                </a:solidFill>
              </a:rPr>
              <a:t>j</a:t>
            </a:r>
            <a:r>
              <a:rPr lang="en-US" altLang="zh-CN" sz="2646" dirty="0">
                <a:solidFill>
                  <a:srgbClr val="C00000"/>
                </a:solidFill>
                <a:sym typeface="Symbol" panose="05050102010706020507" pitchFamily="18" charset="2"/>
              </a:rPr>
              <a:t></a:t>
            </a:r>
            <a:r>
              <a:rPr lang="zh-CN" altLang="en-US" sz="2646" dirty="0"/>
              <a:t>的规则改写成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646" dirty="0"/>
              <a:t>              </a:t>
            </a:r>
            <a:r>
              <a:rPr lang="en-US" altLang="zh-CN" sz="2646" dirty="0">
                <a:solidFill>
                  <a:srgbClr val="C00000"/>
                </a:solidFill>
              </a:rPr>
              <a:t>P</a:t>
            </a:r>
            <a:r>
              <a:rPr lang="en-US" altLang="zh-CN" sz="2646" baseline="-25000" dirty="0">
                <a:solidFill>
                  <a:srgbClr val="C00000"/>
                </a:solidFill>
              </a:rPr>
              <a:t>i</a:t>
            </a:r>
            <a:r>
              <a:rPr lang="en-US" altLang="zh-CN" sz="2646" dirty="0">
                <a:solidFill>
                  <a:srgbClr val="C00000"/>
                </a:solidFill>
              </a:rPr>
              <a:t>→ </a:t>
            </a:r>
            <a:r>
              <a:rPr lang="en-US" altLang="zh-CN" sz="2646" dirty="0">
                <a:solidFill>
                  <a:srgbClr val="0070C0"/>
                </a:solidFill>
                <a:sym typeface="Symbol" panose="05050102010706020507" pitchFamily="18" charset="2"/>
              </a:rPr>
              <a:t></a:t>
            </a:r>
            <a:r>
              <a:rPr lang="en-US" altLang="zh-CN" sz="2646" baseline="-25000" dirty="0">
                <a:solidFill>
                  <a:srgbClr val="0070C0"/>
                </a:solidFill>
              </a:rPr>
              <a:t>1</a:t>
            </a:r>
            <a:r>
              <a:rPr lang="en-US" altLang="zh-CN" sz="2646" dirty="0">
                <a:solidFill>
                  <a:srgbClr val="C00000"/>
                </a:solidFill>
                <a:sym typeface="Symbol" panose="05050102010706020507" pitchFamily="18" charset="2"/>
              </a:rPr>
              <a:t> </a:t>
            </a:r>
            <a:r>
              <a:rPr lang="en-US" altLang="zh-CN" sz="2646" dirty="0">
                <a:solidFill>
                  <a:srgbClr val="C00000"/>
                </a:solidFill>
              </a:rPr>
              <a:t>| </a:t>
            </a:r>
            <a:r>
              <a:rPr lang="en-US" altLang="zh-CN" sz="2646" dirty="0">
                <a:solidFill>
                  <a:srgbClr val="0070C0"/>
                </a:solidFill>
                <a:sym typeface="Symbol" panose="05050102010706020507" pitchFamily="18" charset="2"/>
              </a:rPr>
              <a:t></a:t>
            </a:r>
            <a:r>
              <a:rPr lang="en-US" altLang="zh-CN" sz="2646" baseline="-25000" dirty="0">
                <a:solidFill>
                  <a:srgbClr val="0070C0"/>
                </a:solidFill>
              </a:rPr>
              <a:t>2</a:t>
            </a:r>
            <a:r>
              <a:rPr lang="en-US" altLang="zh-CN" sz="2646" dirty="0">
                <a:solidFill>
                  <a:srgbClr val="C00000"/>
                </a:solidFill>
                <a:sym typeface="Symbol" panose="05050102010706020507" pitchFamily="18" charset="2"/>
              </a:rPr>
              <a:t> </a:t>
            </a:r>
            <a:r>
              <a:rPr lang="en-US" altLang="zh-CN" sz="2646" dirty="0">
                <a:solidFill>
                  <a:srgbClr val="C00000"/>
                </a:solidFill>
              </a:rPr>
              <a:t>| … | </a:t>
            </a:r>
            <a:r>
              <a:rPr lang="en-US" altLang="zh-CN" sz="2646" dirty="0">
                <a:solidFill>
                  <a:srgbClr val="0070C0"/>
                </a:solidFill>
                <a:sym typeface="Symbol" panose="05050102010706020507" pitchFamily="18" charset="2"/>
              </a:rPr>
              <a:t></a:t>
            </a:r>
            <a:r>
              <a:rPr lang="en-US" altLang="zh-CN" sz="2646" baseline="-25000" dirty="0">
                <a:solidFill>
                  <a:srgbClr val="0070C0"/>
                </a:solidFill>
              </a:rPr>
              <a:t>k</a:t>
            </a:r>
            <a:r>
              <a:rPr lang="en-US" altLang="zh-CN" sz="2646" dirty="0">
                <a:solidFill>
                  <a:srgbClr val="C00000"/>
                </a:solidFill>
                <a:sym typeface="Symbol" panose="05050102010706020507" pitchFamily="18" charset="2"/>
              </a:rPr>
              <a:t> </a:t>
            </a:r>
            <a:r>
              <a:rPr lang="en-US" altLang="zh-CN" sz="2646" dirty="0">
                <a:sym typeface="Symbol" panose="05050102010706020507" pitchFamily="18" charset="2"/>
              </a:rPr>
              <a:t>;   (</a:t>
            </a:r>
            <a:r>
              <a:rPr lang="zh-CN" altLang="en-US" sz="2646" dirty="0"/>
              <a:t>其中</a:t>
            </a:r>
            <a:r>
              <a:rPr lang="en-US" altLang="zh-CN" sz="2646" dirty="0" err="1">
                <a:solidFill>
                  <a:srgbClr val="0070C0"/>
                </a:solidFill>
              </a:rPr>
              <a:t>P</a:t>
            </a:r>
            <a:r>
              <a:rPr lang="en-US" altLang="zh-CN" sz="2646" baseline="-25000" dirty="0" err="1">
                <a:solidFill>
                  <a:srgbClr val="0070C0"/>
                </a:solidFill>
              </a:rPr>
              <a:t>j</a:t>
            </a:r>
            <a:r>
              <a:rPr lang="en-US" altLang="zh-CN" sz="2646" dirty="0">
                <a:solidFill>
                  <a:srgbClr val="0070C0"/>
                </a:solidFill>
              </a:rPr>
              <a:t>→</a:t>
            </a:r>
            <a:r>
              <a:rPr lang="en-US" altLang="zh-CN" sz="2646" dirty="0">
                <a:solidFill>
                  <a:srgbClr val="0070C0"/>
                </a:solidFill>
                <a:sym typeface="Symbol" panose="05050102010706020507" pitchFamily="18" charset="2"/>
              </a:rPr>
              <a:t></a:t>
            </a:r>
            <a:r>
              <a:rPr lang="en-US" altLang="zh-CN" sz="2646" baseline="-25000" dirty="0">
                <a:solidFill>
                  <a:srgbClr val="0070C0"/>
                </a:solidFill>
              </a:rPr>
              <a:t>1 </a:t>
            </a:r>
            <a:r>
              <a:rPr lang="en-US" altLang="zh-CN" sz="2646" dirty="0">
                <a:solidFill>
                  <a:srgbClr val="0070C0"/>
                </a:solidFill>
              </a:rPr>
              <a:t>| </a:t>
            </a:r>
            <a:r>
              <a:rPr lang="en-US" altLang="zh-CN" sz="2646" dirty="0">
                <a:solidFill>
                  <a:srgbClr val="0070C0"/>
                </a:solidFill>
                <a:sym typeface="Symbol" panose="05050102010706020507" pitchFamily="18" charset="2"/>
              </a:rPr>
              <a:t></a:t>
            </a:r>
            <a:r>
              <a:rPr lang="en-US" altLang="zh-CN" sz="2646" baseline="-25000" dirty="0">
                <a:solidFill>
                  <a:srgbClr val="0070C0"/>
                </a:solidFill>
              </a:rPr>
              <a:t>2 </a:t>
            </a:r>
            <a:r>
              <a:rPr lang="en-US" altLang="zh-CN" sz="2646" dirty="0">
                <a:solidFill>
                  <a:srgbClr val="0070C0"/>
                </a:solidFill>
              </a:rPr>
              <a:t>| … | </a:t>
            </a:r>
            <a:r>
              <a:rPr lang="en-US" altLang="zh-CN" sz="2646" dirty="0">
                <a:solidFill>
                  <a:srgbClr val="0070C0"/>
                </a:solidFill>
                <a:sym typeface="Symbol" panose="05050102010706020507" pitchFamily="18" charset="2"/>
              </a:rPr>
              <a:t></a:t>
            </a:r>
            <a:r>
              <a:rPr lang="en-US" altLang="zh-CN" sz="2646" baseline="-25000" dirty="0">
                <a:solidFill>
                  <a:srgbClr val="0070C0"/>
                </a:solidFill>
              </a:rPr>
              <a:t>k</a:t>
            </a:r>
            <a:r>
              <a:rPr lang="zh-CN" altLang="en-US" sz="2646" dirty="0"/>
              <a:t>是关于</a:t>
            </a:r>
            <a:r>
              <a:rPr lang="en-US" altLang="zh-CN" sz="2646" dirty="0" err="1">
                <a:solidFill>
                  <a:srgbClr val="0070C0"/>
                </a:solidFill>
              </a:rPr>
              <a:t>P</a:t>
            </a:r>
            <a:r>
              <a:rPr lang="en-US" altLang="zh-CN" sz="2646" baseline="-25000" dirty="0" err="1">
                <a:solidFill>
                  <a:srgbClr val="0070C0"/>
                </a:solidFill>
              </a:rPr>
              <a:t>j</a:t>
            </a:r>
            <a:r>
              <a:rPr lang="zh-CN" altLang="en-US" sz="2646" dirty="0"/>
              <a:t>的所有规则</a:t>
            </a:r>
            <a:r>
              <a:rPr lang="en-US" altLang="zh-CN" sz="2646" dirty="0"/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646" dirty="0"/>
              <a:t>         </a:t>
            </a:r>
            <a:r>
              <a:rPr lang="zh-CN" altLang="en-US" sz="2646" dirty="0"/>
              <a:t>消除关于</a:t>
            </a:r>
            <a:r>
              <a:rPr lang="en-US" altLang="zh-CN" sz="2646" dirty="0">
                <a:solidFill>
                  <a:srgbClr val="C00000"/>
                </a:solidFill>
              </a:rPr>
              <a:t>P</a:t>
            </a:r>
            <a:r>
              <a:rPr lang="en-US" altLang="zh-CN" sz="2646" baseline="-25000" dirty="0">
                <a:solidFill>
                  <a:srgbClr val="C00000"/>
                </a:solidFill>
              </a:rPr>
              <a:t>i</a:t>
            </a:r>
            <a:r>
              <a:rPr lang="zh-CN" altLang="en-US" sz="2646" dirty="0"/>
              <a:t>规则的直接左递归性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646" dirty="0"/>
              <a:t>    </a:t>
            </a:r>
            <a:r>
              <a:rPr lang="en-US" altLang="zh-CN" sz="2646" dirty="0"/>
              <a:t>END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646" dirty="0"/>
              <a:t>3. </a:t>
            </a:r>
            <a:r>
              <a:rPr lang="zh-CN" altLang="en-US" sz="2646" dirty="0"/>
              <a:t>化简由</a:t>
            </a:r>
            <a:r>
              <a:rPr lang="en-US" altLang="zh-CN" sz="2646" dirty="0"/>
              <a:t>2</a:t>
            </a:r>
            <a:r>
              <a:rPr lang="zh-CN" altLang="en-US" sz="2646" dirty="0"/>
              <a:t>所得的文法，去除从开始符号出发永远无法到达的非终结符的产生规则。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189328" y="5653838"/>
            <a:ext cx="4140877" cy="43165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2205" dirty="0" err="1">
                <a:solidFill>
                  <a:prstClr val="white"/>
                </a:solidFill>
              </a:rPr>
              <a:t>P</a:t>
            </a:r>
            <a:r>
              <a:rPr lang="en-US" altLang="zh-CN" sz="2205" baseline="-25000" dirty="0" err="1">
                <a:solidFill>
                  <a:prstClr val="white"/>
                </a:solidFill>
              </a:rPr>
              <a:t>i</a:t>
            </a:r>
            <a:r>
              <a:rPr lang="en-US" altLang="zh-CN" sz="2205" dirty="0" err="1">
                <a:solidFill>
                  <a:prstClr val="white"/>
                </a:solidFill>
              </a:rPr>
              <a:t>→a</a:t>
            </a:r>
            <a:r>
              <a:rPr lang="en-US" altLang="zh-CN" sz="2205" dirty="0">
                <a:solidFill>
                  <a:prstClr val="white"/>
                </a:solidFill>
              </a:rPr>
              <a:t>…| </a:t>
            </a:r>
            <a:r>
              <a:rPr lang="en-US" altLang="zh-CN" sz="2205" dirty="0">
                <a:solidFill>
                  <a:prstClr val="white"/>
                </a:solidFill>
                <a:sym typeface="Symbol" panose="05050102010706020507" pitchFamily="18" charset="2"/>
              </a:rPr>
              <a:t>P</a:t>
            </a:r>
            <a:r>
              <a:rPr lang="en-US" altLang="zh-CN" sz="2205" baseline="-25000" dirty="0">
                <a:solidFill>
                  <a:prstClr val="white"/>
                </a:solidFill>
                <a:sym typeface="Symbol" panose="05050102010706020507" pitchFamily="18" charset="2"/>
              </a:rPr>
              <a:t>i</a:t>
            </a:r>
            <a:r>
              <a:rPr lang="en-US" altLang="zh-CN" sz="2205" baseline="-25000" dirty="0">
                <a:solidFill>
                  <a:prstClr val="white"/>
                </a:solidFill>
              </a:rPr>
              <a:t>+1</a:t>
            </a:r>
            <a:r>
              <a:rPr lang="en-US" altLang="zh-CN" sz="2205" dirty="0">
                <a:solidFill>
                  <a:prstClr val="white"/>
                </a:solidFill>
                <a:sym typeface="Symbol" panose="05050102010706020507" pitchFamily="18" charset="2"/>
              </a:rPr>
              <a:t>...</a:t>
            </a:r>
            <a:r>
              <a:rPr lang="en-US" altLang="zh-CN" sz="2205" dirty="0">
                <a:solidFill>
                  <a:prstClr val="white"/>
                </a:solidFill>
              </a:rPr>
              <a:t>| </a:t>
            </a:r>
            <a:r>
              <a:rPr lang="en-US" altLang="zh-CN" sz="2205" dirty="0">
                <a:solidFill>
                  <a:prstClr val="white"/>
                </a:solidFill>
                <a:sym typeface="Symbol" panose="05050102010706020507" pitchFamily="18" charset="2"/>
              </a:rPr>
              <a:t>P</a:t>
            </a:r>
            <a:r>
              <a:rPr lang="en-US" altLang="zh-CN" sz="2205" baseline="-25000" dirty="0">
                <a:solidFill>
                  <a:prstClr val="white"/>
                </a:solidFill>
                <a:sym typeface="Symbol" panose="05050102010706020507" pitchFamily="18" charset="2"/>
              </a:rPr>
              <a:t>i</a:t>
            </a:r>
            <a:r>
              <a:rPr lang="en-US" altLang="zh-CN" sz="2205" baseline="-25000" dirty="0">
                <a:solidFill>
                  <a:prstClr val="white"/>
                </a:solidFill>
              </a:rPr>
              <a:t>+2</a:t>
            </a:r>
            <a:r>
              <a:rPr lang="en-US" altLang="zh-CN" sz="2205" dirty="0">
                <a:solidFill>
                  <a:prstClr val="white"/>
                </a:solidFill>
                <a:sym typeface="Symbol" panose="05050102010706020507" pitchFamily="18" charset="2"/>
              </a:rPr>
              <a:t>...</a:t>
            </a:r>
            <a:r>
              <a:rPr lang="en-US" altLang="zh-CN" sz="2205" dirty="0">
                <a:solidFill>
                  <a:prstClr val="white"/>
                </a:solidFill>
              </a:rPr>
              <a:t>| … | </a:t>
            </a:r>
            <a:r>
              <a:rPr lang="en-US" altLang="zh-CN" sz="2205" dirty="0" err="1">
                <a:solidFill>
                  <a:prstClr val="white"/>
                </a:solidFill>
                <a:sym typeface="Symbol" panose="05050102010706020507" pitchFamily="18" charset="2"/>
              </a:rPr>
              <a:t>P</a:t>
            </a:r>
            <a:r>
              <a:rPr lang="en-US" altLang="zh-CN" sz="2205" baseline="-25000" dirty="0" err="1">
                <a:solidFill>
                  <a:prstClr val="white"/>
                </a:solidFill>
                <a:sym typeface="Symbol" panose="05050102010706020507" pitchFamily="18" charset="2"/>
              </a:rPr>
              <a:t>i</a:t>
            </a:r>
            <a:r>
              <a:rPr lang="en-US" altLang="zh-CN" sz="2205" baseline="-25000" dirty="0" err="1">
                <a:solidFill>
                  <a:prstClr val="white"/>
                </a:solidFill>
              </a:rPr>
              <a:t>+k</a:t>
            </a:r>
            <a:r>
              <a:rPr lang="en-US" altLang="zh-CN" sz="2205" dirty="0">
                <a:solidFill>
                  <a:prstClr val="white"/>
                </a:solidFill>
                <a:sym typeface="Symbol" panose="05050102010706020507" pitchFamily="18" charset="2"/>
              </a:rPr>
              <a:t>...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274034" y="3618198"/>
            <a:ext cx="4219425" cy="43165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2205" dirty="0" err="1">
                <a:solidFill>
                  <a:prstClr val="white"/>
                </a:solidFill>
              </a:rPr>
              <a:t>P</a:t>
            </a:r>
            <a:r>
              <a:rPr lang="en-US" altLang="zh-CN" sz="2205" baseline="-25000" dirty="0" err="1">
                <a:solidFill>
                  <a:prstClr val="white"/>
                </a:solidFill>
              </a:rPr>
              <a:t>i</a:t>
            </a:r>
            <a:r>
              <a:rPr lang="en-US" altLang="zh-CN" sz="2205" dirty="0" err="1">
                <a:solidFill>
                  <a:prstClr val="white"/>
                </a:solidFill>
              </a:rPr>
              <a:t>→a</a:t>
            </a:r>
            <a:r>
              <a:rPr lang="en-US" altLang="zh-CN" sz="2205" dirty="0">
                <a:solidFill>
                  <a:prstClr val="white"/>
                </a:solidFill>
              </a:rPr>
              <a:t>…| </a:t>
            </a:r>
            <a:r>
              <a:rPr lang="en-US" altLang="zh-CN" sz="2205" dirty="0">
                <a:solidFill>
                  <a:prstClr val="white"/>
                </a:solidFill>
                <a:sym typeface="Symbol" panose="05050102010706020507" pitchFamily="18" charset="2"/>
              </a:rPr>
              <a:t>P</a:t>
            </a:r>
            <a:r>
              <a:rPr lang="en-US" altLang="zh-CN" sz="2205" baseline="-25000" dirty="0">
                <a:solidFill>
                  <a:prstClr val="white"/>
                </a:solidFill>
                <a:sym typeface="Symbol" panose="05050102010706020507" pitchFamily="18" charset="2"/>
              </a:rPr>
              <a:t>j</a:t>
            </a:r>
            <a:r>
              <a:rPr lang="en-US" altLang="zh-CN" sz="2205" baseline="-25000" dirty="0">
                <a:solidFill>
                  <a:prstClr val="white"/>
                </a:solidFill>
              </a:rPr>
              <a:t>+1</a:t>
            </a:r>
            <a:r>
              <a:rPr lang="en-US" altLang="zh-CN" sz="2205" dirty="0">
                <a:solidFill>
                  <a:prstClr val="white"/>
                </a:solidFill>
                <a:sym typeface="Symbol" panose="05050102010706020507" pitchFamily="18" charset="2"/>
              </a:rPr>
              <a:t>... </a:t>
            </a:r>
            <a:r>
              <a:rPr lang="en-US" altLang="zh-CN" sz="2205" dirty="0">
                <a:solidFill>
                  <a:prstClr val="white"/>
                </a:solidFill>
              </a:rPr>
              <a:t>| </a:t>
            </a:r>
            <a:r>
              <a:rPr lang="en-US" altLang="zh-CN" sz="2205" dirty="0">
                <a:solidFill>
                  <a:prstClr val="white"/>
                </a:solidFill>
                <a:sym typeface="Symbol" panose="05050102010706020507" pitchFamily="18" charset="2"/>
              </a:rPr>
              <a:t>P</a:t>
            </a:r>
            <a:r>
              <a:rPr lang="en-US" altLang="zh-CN" sz="2205" baseline="-25000" dirty="0">
                <a:solidFill>
                  <a:prstClr val="white"/>
                </a:solidFill>
                <a:sym typeface="Symbol" panose="05050102010706020507" pitchFamily="18" charset="2"/>
              </a:rPr>
              <a:t>j</a:t>
            </a:r>
            <a:r>
              <a:rPr lang="en-US" altLang="zh-CN" sz="2205" baseline="-25000" dirty="0">
                <a:solidFill>
                  <a:prstClr val="white"/>
                </a:solidFill>
              </a:rPr>
              <a:t>+2</a:t>
            </a:r>
            <a:r>
              <a:rPr lang="en-US" altLang="zh-CN" sz="2205" dirty="0">
                <a:solidFill>
                  <a:prstClr val="white"/>
                </a:solidFill>
                <a:sym typeface="Symbol" panose="05050102010706020507" pitchFamily="18" charset="2"/>
              </a:rPr>
              <a:t>...</a:t>
            </a:r>
            <a:r>
              <a:rPr lang="en-US" altLang="zh-CN" sz="2205" dirty="0">
                <a:solidFill>
                  <a:prstClr val="white"/>
                </a:solidFill>
              </a:rPr>
              <a:t>| … | </a:t>
            </a:r>
            <a:r>
              <a:rPr lang="en-US" altLang="zh-CN" sz="2205" dirty="0" err="1">
                <a:solidFill>
                  <a:prstClr val="white"/>
                </a:solidFill>
                <a:sym typeface="Symbol" panose="05050102010706020507" pitchFamily="18" charset="2"/>
              </a:rPr>
              <a:t>P</a:t>
            </a:r>
            <a:r>
              <a:rPr lang="en-US" altLang="zh-CN" sz="2205" baseline="-25000" dirty="0" err="1">
                <a:solidFill>
                  <a:prstClr val="white"/>
                </a:solidFill>
                <a:sym typeface="Symbol" panose="05050102010706020507" pitchFamily="18" charset="2"/>
              </a:rPr>
              <a:t>j</a:t>
            </a:r>
            <a:r>
              <a:rPr lang="en-US" altLang="zh-CN" sz="2205" baseline="-25000" dirty="0" err="1">
                <a:solidFill>
                  <a:prstClr val="white"/>
                </a:solidFill>
              </a:rPr>
              <a:t>+k</a:t>
            </a:r>
            <a:r>
              <a:rPr lang="en-US" altLang="zh-CN" sz="2205" dirty="0">
                <a:solidFill>
                  <a:prstClr val="white"/>
                </a:solidFill>
                <a:sym typeface="Symbol" panose="05050102010706020507" pitchFamily="18" charset="2"/>
              </a:rPr>
              <a:t>...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039805" y="4931813"/>
            <a:ext cx="4004622" cy="43165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2205" dirty="0" err="1">
                <a:solidFill>
                  <a:prstClr val="white"/>
                </a:solidFill>
              </a:rPr>
              <a:t>P</a:t>
            </a:r>
            <a:r>
              <a:rPr lang="en-US" altLang="zh-CN" sz="2205" baseline="-25000" dirty="0" err="1">
                <a:solidFill>
                  <a:prstClr val="white"/>
                </a:solidFill>
              </a:rPr>
              <a:t>i</a:t>
            </a:r>
            <a:r>
              <a:rPr lang="en-US" altLang="zh-CN" sz="2205" dirty="0" err="1">
                <a:solidFill>
                  <a:prstClr val="white"/>
                </a:solidFill>
              </a:rPr>
              <a:t>→a</a:t>
            </a:r>
            <a:r>
              <a:rPr lang="en-US" altLang="zh-CN" sz="2205" dirty="0">
                <a:solidFill>
                  <a:prstClr val="white"/>
                </a:solidFill>
              </a:rPr>
              <a:t>…| </a:t>
            </a:r>
            <a:r>
              <a:rPr lang="en-US" altLang="zh-CN" sz="2205" dirty="0">
                <a:solidFill>
                  <a:prstClr val="white"/>
                </a:solidFill>
                <a:sym typeface="Symbol" panose="05050102010706020507" pitchFamily="18" charset="2"/>
              </a:rPr>
              <a:t>P</a:t>
            </a:r>
            <a:r>
              <a:rPr lang="en-US" altLang="zh-CN" sz="2205" baseline="-25000" dirty="0">
                <a:solidFill>
                  <a:prstClr val="white"/>
                </a:solidFill>
                <a:sym typeface="Symbol" panose="05050102010706020507" pitchFamily="18" charset="2"/>
              </a:rPr>
              <a:t>i</a:t>
            </a:r>
            <a:r>
              <a:rPr lang="en-US" altLang="zh-CN" sz="2205" dirty="0">
                <a:solidFill>
                  <a:prstClr val="white"/>
                </a:solidFill>
                <a:sym typeface="Symbol" panose="05050102010706020507" pitchFamily="18" charset="2"/>
              </a:rPr>
              <a:t>... </a:t>
            </a:r>
            <a:r>
              <a:rPr lang="en-US" altLang="zh-CN" sz="2205" dirty="0">
                <a:solidFill>
                  <a:prstClr val="white"/>
                </a:solidFill>
              </a:rPr>
              <a:t>| </a:t>
            </a:r>
            <a:r>
              <a:rPr lang="en-US" altLang="zh-CN" sz="2205" dirty="0">
                <a:solidFill>
                  <a:prstClr val="white"/>
                </a:solidFill>
                <a:sym typeface="Symbol" panose="05050102010706020507" pitchFamily="18" charset="2"/>
              </a:rPr>
              <a:t>P</a:t>
            </a:r>
            <a:r>
              <a:rPr lang="en-US" altLang="zh-CN" sz="2205" baseline="-25000" dirty="0">
                <a:solidFill>
                  <a:prstClr val="white"/>
                </a:solidFill>
                <a:sym typeface="Symbol" panose="05050102010706020507" pitchFamily="18" charset="2"/>
              </a:rPr>
              <a:t>i</a:t>
            </a:r>
            <a:r>
              <a:rPr lang="en-US" altLang="zh-CN" sz="2205" baseline="-25000" dirty="0">
                <a:solidFill>
                  <a:prstClr val="white"/>
                </a:solidFill>
              </a:rPr>
              <a:t>+1</a:t>
            </a:r>
            <a:r>
              <a:rPr lang="en-US" altLang="zh-CN" sz="2205" dirty="0">
                <a:solidFill>
                  <a:prstClr val="white"/>
                </a:solidFill>
                <a:sym typeface="Symbol" panose="05050102010706020507" pitchFamily="18" charset="2"/>
              </a:rPr>
              <a:t>...</a:t>
            </a:r>
            <a:r>
              <a:rPr lang="en-US" altLang="zh-CN" sz="2205" dirty="0">
                <a:solidFill>
                  <a:prstClr val="white"/>
                </a:solidFill>
              </a:rPr>
              <a:t>| … | </a:t>
            </a:r>
            <a:r>
              <a:rPr lang="en-US" altLang="zh-CN" sz="2205" dirty="0" err="1">
                <a:solidFill>
                  <a:prstClr val="white"/>
                </a:solidFill>
                <a:sym typeface="Symbol" panose="05050102010706020507" pitchFamily="18" charset="2"/>
              </a:rPr>
              <a:t>P</a:t>
            </a:r>
            <a:r>
              <a:rPr lang="en-US" altLang="zh-CN" sz="2205" baseline="-25000" dirty="0" err="1">
                <a:solidFill>
                  <a:prstClr val="white"/>
                </a:solidFill>
                <a:sym typeface="Symbol" panose="05050102010706020507" pitchFamily="18" charset="2"/>
              </a:rPr>
              <a:t>i</a:t>
            </a:r>
            <a:r>
              <a:rPr lang="en-US" altLang="zh-CN" sz="2205" baseline="-25000" dirty="0" err="1">
                <a:solidFill>
                  <a:prstClr val="white"/>
                </a:solidFill>
              </a:rPr>
              <a:t>+k</a:t>
            </a:r>
            <a:r>
              <a:rPr lang="en-US" altLang="zh-CN" sz="2205" dirty="0">
                <a:solidFill>
                  <a:prstClr val="white"/>
                </a:solidFill>
                <a:sym typeface="Symbol" panose="05050102010706020507" pitchFamily="18" charset="2"/>
              </a:rPr>
              <a:t>...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660192" y="3204699"/>
            <a:ext cx="6399509" cy="43165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2205" dirty="0">
                <a:solidFill>
                  <a:prstClr val="white"/>
                </a:solidFill>
              </a:rPr>
              <a:t>把</a:t>
            </a:r>
            <a:r>
              <a:rPr lang="en-US" altLang="zh-CN" sz="2205" dirty="0">
                <a:solidFill>
                  <a:prstClr val="white"/>
                </a:solidFill>
              </a:rPr>
              <a:t>P</a:t>
            </a:r>
            <a:r>
              <a:rPr lang="en-US" altLang="zh-CN" sz="2205" baseline="-25000" dirty="0">
                <a:solidFill>
                  <a:prstClr val="white"/>
                </a:solidFill>
              </a:rPr>
              <a:t>i </a:t>
            </a:r>
            <a:r>
              <a:rPr lang="zh-CN" altLang="en-US" sz="2205" dirty="0">
                <a:solidFill>
                  <a:prstClr val="white"/>
                </a:solidFill>
              </a:rPr>
              <a:t>的规则改造成</a:t>
            </a:r>
            <a:r>
              <a:rPr lang="en-US" altLang="zh-CN" sz="2205" dirty="0" err="1">
                <a:solidFill>
                  <a:prstClr val="white"/>
                </a:solidFill>
              </a:rPr>
              <a:t>P</a:t>
            </a:r>
            <a:r>
              <a:rPr lang="en-US" altLang="zh-CN" sz="2205" baseline="-25000" dirty="0" err="1">
                <a:solidFill>
                  <a:prstClr val="white"/>
                </a:solidFill>
              </a:rPr>
              <a:t>i</a:t>
            </a:r>
            <a:r>
              <a:rPr lang="en-US" altLang="zh-CN" sz="2205" dirty="0" err="1">
                <a:solidFill>
                  <a:prstClr val="white"/>
                </a:solidFill>
              </a:rPr>
              <a:t>→a</a:t>
            </a:r>
            <a:r>
              <a:rPr lang="en-US" altLang="zh-CN" sz="2205" dirty="0">
                <a:solidFill>
                  <a:prstClr val="white"/>
                </a:solidFill>
              </a:rPr>
              <a:t>…| </a:t>
            </a:r>
            <a:r>
              <a:rPr lang="en-US" altLang="zh-CN" sz="2205" dirty="0">
                <a:solidFill>
                  <a:prstClr val="white"/>
                </a:solidFill>
                <a:sym typeface="Symbol" panose="05050102010706020507" pitchFamily="18" charset="2"/>
              </a:rPr>
              <a:t>P</a:t>
            </a:r>
            <a:r>
              <a:rPr lang="en-US" altLang="zh-CN" sz="2205" baseline="-25000" dirty="0">
                <a:solidFill>
                  <a:prstClr val="white"/>
                </a:solidFill>
                <a:sym typeface="Symbol" panose="05050102010706020507" pitchFamily="18" charset="2"/>
              </a:rPr>
              <a:t>i</a:t>
            </a:r>
            <a:r>
              <a:rPr lang="en-US" altLang="zh-CN" sz="2205" baseline="-25000" dirty="0">
                <a:solidFill>
                  <a:prstClr val="white"/>
                </a:solidFill>
              </a:rPr>
              <a:t>+1</a:t>
            </a:r>
            <a:r>
              <a:rPr lang="en-US" altLang="zh-CN" sz="2205" dirty="0">
                <a:solidFill>
                  <a:prstClr val="white"/>
                </a:solidFill>
                <a:sym typeface="Symbol" panose="05050102010706020507" pitchFamily="18" charset="2"/>
              </a:rPr>
              <a:t>...</a:t>
            </a:r>
            <a:r>
              <a:rPr lang="en-US" altLang="zh-CN" sz="2205" dirty="0">
                <a:solidFill>
                  <a:prstClr val="white"/>
                </a:solidFill>
              </a:rPr>
              <a:t>| </a:t>
            </a:r>
            <a:r>
              <a:rPr lang="en-US" altLang="zh-CN" sz="2205" dirty="0">
                <a:solidFill>
                  <a:prstClr val="white"/>
                </a:solidFill>
                <a:sym typeface="Symbol" panose="05050102010706020507" pitchFamily="18" charset="2"/>
              </a:rPr>
              <a:t>P</a:t>
            </a:r>
            <a:r>
              <a:rPr lang="en-US" altLang="zh-CN" sz="2205" baseline="-25000" dirty="0">
                <a:solidFill>
                  <a:prstClr val="white"/>
                </a:solidFill>
                <a:sym typeface="Symbol" panose="05050102010706020507" pitchFamily="18" charset="2"/>
              </a:rPr>
              <a:t>i</a:t>
            </a:r>
            <a:r>
              <a:rPr lang="en-US" altLang="zh-CN" sz="2205" baseline="-25000" dirty="0">
                <a:solidFill>
                  <a:prstClr val="white"/>
                </a:solidFill>
              </a:rPr>
              <a:t>+2</a:t>
            </a:r>
            <a:r>
              <a:rPr lang="en-US" altLang="zh-CN" sz="2205" dirty="0">
                <a:solidFill>
                  <a:prstClr val="white"/>
                </a:solidFill>
                <a:sym typeface="Symbol" panose="05050102010706020507" pitchFamily="18" charset="2"/>
              </a:rPr>
              <a:t>...</a:t>
            </a:r>
            <a:r>
              <a:rPr lang="en-US" altLang="zh-CN" sz="2205" dirty="0">
                <a:solidFill>
                  <a:prstClr val="white"/>
                </a:solidFill>
              </a:rPr>
              <a:t>| … | </a:t>
            </a:r>
            <a:r>
              <a:rPr lang="en-US" altLang="zh-CN" sz="2205" dirty="0" err="1">
                <a:solidFill>
                  <a:prstClr val="white"/>
                </a:solidFill>
                <a:sym typeface="Symbol" panose="05050102010706020507" pitchFamily="18" charset="2"/>
              </a:rPr>
              <a:t>P</a:t>
            </a:r>
            <a:r>
              <a:rPr lang="en-US" altLang="zh-CN" sz="2205" baseline="-25000" dirty="0" err="1">
                <a:solidFill>
                  <a:prstClr val="white"/>
                </a:solidFill>
                <a:sym typeface="Symbol" panose="05050102010706020507" pitchFamily="18" charset="2"/>
              </a:rPr>
              <a:t>i</a:t>
            </a:r>
            <a:r>
              <a:rPr lang="en-US" altLang="zh-CN" sz="2205" baseline="-25000" dirty="0" err="1">
                <a:solidFill>
                  <a:prstClr val="white"/>
                </a:solidFill>
              </a:rPr>
              <a:t>+k</a:t>
            </a:r>
            <a:r>
              <a:rPr lang="en-US" altLang="zh-CN" sz="2205" dirty="0">
                <a:solidFill>
                  <a:prstClr val="white"/>
                </a:solidFill>
                <a:sym typeface="Symbol" panose="05050102010706020507" pitchFamily="18" charset="2"/>
              </a:rPr>
              <a:t>...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B93F6B07-BF3F-D676-4DEC-1B3AAF93166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38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4836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70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7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70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70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70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70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70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270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270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10" grpId="0" build="p" bldLvl="2" autoUpdateAnimBg="0"/>
      <p:bldP spid="2" grpId="0" animBg="1"/>
      <p:bldP spid="6" grpId="0" animBg="1"/>
      <p:bldP spid="7" grpId="0" animBg="1"/>
      <p:bldP spid="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习题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527" dirty="0"/>
              <a:t>消除文法</a:t>
            </a:r>
            <a:r>
              <a:rPr lang="en-US" altLang="zh-CN" sz="3527" dirty="0"/>
              <a:t>G(S)</a:t>
            </a:r>
            <a:r>
              <a:rPr lang="zh-CN" altLang="en-US" sz="3527" dirty="0"/>
              <a:t>的左递归</a:t>
            </a:r>
            <a:endParaRPr lang="en-US" altLang="zh-CN" sz="3527" dirty="0"/>
          </a:p>
          <a:p>
            <a:pPr marL="377979" lvl="1" indent="0">
              <a:buNone/>
            </a:pPr>
            <a:r>
              <a:rPr lang="en-US" altLang="zh-CN" sz="3086" dirty="0"/>
              <a:t>S → Qc | c</a:t>
            </a:r>
          </a:p>
          <a:p>
            <a:pPr marL="377979" lvl="1" indent="0">
              <a:buNone/>
            </a:pPr>
            <a:r>
              <a:rPr lang="en-US" altLang="zh-CN" sz="3086" dirty="0"/>
              <a:t>Q → </a:t>
            </a:r>
            <a:r>
              <a:rPr lang="en-US" altLang="zh-CN" sz="3086" dirty="0" err="1"/>
              <a:t>Rb</a:t>
            </a:r>
            <a:r>
              <a:rPr lang="en-US" altLang="zh-CN" sz="3086" dirty="0"/>
              <a:t> | b</a:t>
            </a:r>
          </a:p>
          <a:p>
            <a:pPr marL="377979" lvl="1" indent="0">
              <a:buNone/>
            </a:pPr>
            <a:r>
              <a:rPr lang="en-US" altLang="zh-CN" sz="3086" dirty="0"/>
              <a:t>R → Sa | a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490835" y="4848509"/>
            <a:ext cx="4069876" cy="1042080"/>
          </a:xfrm>
          <a:prstGeom prst="rect">
            <a:avLst/>
          </a:prstGeom>
          <a:ln>
            <a:headEnd/>
            <a:tailEnd type="none" w="lg" len="lg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defTabSz="503972" eaLnBrk="1" fontAlgn="auto" hangingPunct="1">
              <a:spcAft>
                <a:spcPts val="0"/>
              </a:spcAft>
            </a:pPr>
            <a:r>
              <a:rPr lang="en-US" altLang="zh-CN" sz="3086" dirty="0">
                <a:solidFill>
                  <a:prstClr val="white"/>
                </a:solidFill>
              </a:rPr>
              <a:t>S → </a:t>
            </a:r>
            <a:r>
              <a:rPr lang="en-US" altLang="zh-CN" sz="3086" dirty="0" err="1">
                <a:solidFill>
                  <a:prstClr val="white"/>
                </a:solidFill>
              </a:rPr>
              <a:t>abcS</a:t>
            </a:r>
            <a:r>
              <a:rPr lang="en-US" altLang="zh-CN" sz="3086" dirty="0">
                <a:solidFill>
                  <a:prstClr val="white"/>
                </a:solidFill>
                <a:sym typeface="Symbol" panose="05050102010706020507" pitchFamily="18" charset="2"/>
              </a:rPr>
              <a:t></a:t>
            </a:r>
            <a:r>
              <a:rPr lang="en-US" altLang="zh-CN" sz="3086" dirty="0">
                <a:solidFill>
                  <a:prstClr val="white"/>
                </a:solidFill>
              </a:rPr>
              <a:t> | </a:t>
            </a:r>
            <a:r>
              <a:rPr lang="en-US" altLang="zh-CN" sz="3086" dirty="0" err="1">
                <a:solidFill>
                  <a:prstClr val="white"/>
                </a:solidFill>
              </a:rPr>
              <a:t>bcS</a:t>
            </a:r>
            <a:r>
              <a:rPr lang="en-US" altLang="zh-CN" sz="3086" dirty="0">
                <a:solidFill>
                  <a:prstClr val="white"/>
                </a:solidFill>
                <a:sym typeface="Symbol" panose="05050102010706020507" pitchFamily="18" charset="2"/>
              </a:rPr>
              <a:t></a:t>
            </a:r>
            <a:r>
              <a:rPr lang="en-US" altLang="zh-CN" sz="3086" dirty="0">
                <a:solidFill>
                  <a:prstClr val="white"/>
                </a:solidFill>
              </a:rPr>
              <a:t> | </a:t>
            </a:r>
            <a:r>
              <a:rPr lang="en-US" altLang="zh-CN" sz="3086" dirty="0" err="1">
                <a:solidFill>
                  <a:prstClr val="white"/>
                </a:solidFill>
              </a:rPr>
              <a:t>cS</a:t>
            </a:r>
            <a:r>
              <a:rPr lang="en-US" altLang="zh-CN" sz="3086" dirty="0">
                <a:solidFill>
                  <a:prstClr val="white"/>
                </a:solidFill>
                <a:sym typeface="Symbol" panose="05050102010706020507" pitchFamily="18" charset="2"/>
              </a:rPr>
              <a:t></a:t>
            </a:r>
            <a:endParaRPr lang="en-US" altLang="zh-CN" sz="3086" dirty="0">
              <a:solidFill>
                <a:prstClr val="white"/>
              </a:solidFill>
            </a:endParaRPr>
          </a:p>
          <a:p>
            <a:pPr defTabSz="503972" eaLnBrk="1" fontAlgn="auto" hangingPunct="1">
              <a:spcAft>
                <a:spcPts val="0"/>
              </a:spcAft>
            </a:pPr>
            <a:r>
              <a:rPr lang="en-US" altLang="zh-CN" sz="3086" dirty="0">
                <a:solidFill>
                  <a:prstClr val="white"/>
                </a:solidFill>
              </a:rPr>
              <a:t>S</a:t>
            </a:r>
            <a:r>
              <a:rPr lang="en-US" altLang="zh-CN" sz="3086" dirty="0">
                <a:solidFill>
                  <a:prstClr val="white"/>
                </a:solidFill>
                <a:sym typeface="Symbol" panose="05050102010706020507" pitchFamily="18" charset="2"/>
              </a:rPr>
              <a:t> </a:t>
            </a:r>
            <a:r>
              <a:rPr lang="en-US" altLang="zh-CN" sz="3086" dirty="0">
                <a:solidFill>
                  <a:prstClr val="white"/>
                </a:solidFill>
              </a:rPr>
              <a:t>→ </a:t>
            </a:r>
            <a:r>
              <a:rPr lang="en-US" altLang="zh-CN" sz="3086" dirty="0" err="1">
                <a:solidFill>
                  <a:prstClr val="white"/>
                </a:solidFill>
              </a:rPr>
              <a:t>abcS</a:t>
            </a:r>
            <a:r>
              <a:rPr lang="en-US" altLang="zh-CN" sz="3086" dirty="0">
                <a:solidFill>
                  <a:prstClr val="white"/>
                </a:solidFill>
                <a:sym typeface="Symbol" panose="05050102010706020507" pitchFamily="18" charset="2"/>
              </a:rPr>
              <a:t></a:t>
            </a:r>
            <a:r>
              <a:rPr lang="en-US" altLang="zh-CN" sz="3086" dirty="0">
                <a:solidFill>
                  <a:prstClr val="white"/>
                </a:solidFill>
              </a:rPr>
              <a:t> | </a:t>
            </a:r>
            <a:r>
              <a:rPr lang="en-US" altLang="zh-CN" sz="3086" dirty="0">
                <a:solidFill>
                  <a:prstClr val="white"/>
                </a:solidFill>
                <a:sym typeface="Symbol" panose="05050102010706020507" pitchFamily="18" charset="2"/>
              </a:rPr>
              <a:t></a:t>
            </a:r>
            <a:endParaRPr lang="en-GB" altLang="zh-CN" sz="3086" dirty="0">
              <a:solidFill>
                <a:prstClr val="white"/>
              </a:solidFill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BDDDF5F-38D4-D56D-007F-096352172B5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39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14594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消除左递归的算法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zh-CN" altLang="en-US" dirty="0"/>
              <a:t>注意，由于对非终结符排序的不同，最后所得的文法在形式上可能不一样。但不难证明，它们都是等价的。</a:t>
            </a:r>
          </a:p>
          <a:p>
            <a:pPr eaLnBrk="1" hangingPunct="1"/>
            <a:r>
              <a:rPr lang="zh-CN" altLang="en-US" dirty="0"/>
              <a:t>例如，若对文法的非终结符排序选为</a:t>
            </a:r>
            <a:r>
              <a:rPr lang="en-US" altLang="zh-CN" dirty="0"/>
              <a:t>S</a:t>
            </a:r>
            <a:r>
              <a:rPr lang="zh-CN" altLang="en-US" dirty="0"/>
              <a:t>、</a:t>
            </a:r>
            <a:r>
              <a:rPr lang="en-US" altLang="zh-CN" dirty="0"/>
              <a:t>Q</a:t>
            </a:r>
            <a:r>
              <a:rPr lang="zh-CN" altLang="en-US" dirty="0"/>
              <a:t>、</a:t>
            </a:r>
            <a:r>
              <a:rPr lang="en-US" altLang="zh-CN" dirty="0"/>
              <a:t>R</a:t>
            </a:r>
            <a:r>
              <a:rPr lang="zh-CN" altLang="en-US" dirty="0"/>
              <a:t>，那么，最后所得的无左递归文法是：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		</a:t>
            </a:r>
            <a:r>
              <a:rPr lang="en-US" altLang="zh-CN" dirty="0" err="1"/>
              <a:t>S→Qc</a:t>
            </a:r>
            <a:r>
              <a:rPr lang="en-US" altLang="zh-CN" dirty="0"/>
              <a:t> | c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Q→Rb</a:t>
            </a:r>
            <a:r>
              <a:rPr lang="en-US" altLang="zh-CN" dirty="0"/>
              <a:t> | b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R→bcaR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 | </a:t>
            </a:r>
            <a:r>
              <a:rPr lang="en-US" altLang="zh-CN" dirty="0" err="1"/>
              <a:t>caR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 |a R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   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dirty="0"/>
              <a:t>		R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→ </a:t>
            </a:r>
            <a:r>
              <a:rPr lang="en-US" altLang="zh-CN" dirty="0" err="1"/>
              <a:t>bca</a:t>
            </a:r>
            <a:r>
              <a:rPr lang="en-US" altLang="zh-CN" dirty="0"/>
              <a:t> R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 | </a:t>
            </a:r>
            <a:r>
              <a:rPr lang="en-US" altLang="zh-CN" dirty="0">
                <a:sym typeface="Symbol" panose="05050102010706020507" pitchFamily="18" charset="2"/>
              </a:rPr>
              <a:t></a:t>
            </a:r>
            <a:r>
              <a:rPr lang="en-US" altLang="zh-CN" dirty="0"/>
              <a:t>			</a:t>
            </a:r>
          </a:p>
          <a:p>
            <a:pPr eaLnBrk="1" hangingPunct="1"/>
            <a:r>
              <a:rPr lang="zh-CN" altLang="en-US" dirty="0"/>
              <a:t>上述两个文法是等价的。</a:t>
            </a:r>
          </a:p>
        </p:txBody>
      </p:sp>
      <p:sp>
        <p:nvSpPr>
          <p:cNvPr id="115716" name="Text Box 4"/>
          <p:cNvSpPr txBox="1">
            <a:spLocks noChangeArrowheads="1"/>
          </p:cNvSpPr>
          <p:nvPr/>
        </p:nvSpPr>
        <p:spPr bwMode="auto">
          <a:xfrm>
            <a:off x="5090680" y="4675717"/>
            <a:ext cx="4069876" cy="1042080"/>
          </a:xfrm>
          <a:prstGeom prst="rect">
            <a:avLst/>
          </a:prstGeom>
          <a:ln>
            <a:headEnd/>
            <a:tailEnd type="none" w="lg" len="lg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defTabSz="503972" eaLnBrk="1" fontAlgn="auto" hangingPunct="1">
              <a:spcAft>
                <a:spcPts val="0"/>
              </a:spcAft>
            </a:pPr>
            <a:r>
              <a:rPr lang="en-US" altLang="zh-CN" sz="3086" dirty="0">
                <a:solidFill>
                  <a:prstClr val="white"/>
                </a:solidFill>
              </a:rPr>
              <a:t>S → </a:t>
            </a:r>
            <a:r>
              <a:rPr lang="en-US" altLang="zh-CN" sz="3086" dirty="0" err="1">
                <a:solidFill>
                  <a:prstClr val="white"/>
                </a:solidFill>
              </a:rPr>
              <a:t>abcS</a:t>
            </a:r>
            <a:r>
              <a:rPr lang="en-US" altLang="zh-CN" sz="3086" dirty="0">
                <a:solidFill>
                  <a:prstClr val="white"/>
                </a:solidFill>
                <a:sym typeface="Symbol" panose="05050102010706020507" pitchFamily="18" charset="2"/>
              </a:rPr>
              <a:t></a:t>
            </a:r>
            <a:r>
              <a:rPr lang="en-US" altLang="zh-CN" sz="3086" dirty="0">
                <a:solidFill>
                  <a:prstClr val="white"/>
                </a:solidFill>
              </a:rPr>
              <a:t> | </a:t>
            </a:r>
            <a:r>
              <a:rPr lang="en-US" altLang="zh-CN" sz="3086" dirty="0" err="1">
                <a:solidFill>
                  <a:prstClr val="white"/>
                </a:solidFill>
              </a:rPr>
              <a:t>bcS</a:t>
            </a:r>
            <a:r>
              <a:rPr lang="en-US" altLang="zh-CN" sz="3086" dirty="0">
                <a:solidFill>
                  <a:prstClr val="white"/>
                </a:solidFill>
                <a:sym typeface="Symbol" panose="05050102010706020507" pitchFamily="18" charset="2"/>
              </a:rPr>
              <a:t></a:t>
            </a:r>
            <a:r>
              <a:rPr lang="en-US" altLang="zh-CN" sz="3086" dirty="0">
                <a:solidFill>
                  <a:prstClr val="white"/>
                </a:solidFill>
              </a:rPr>
              <a:t> | </a:t>
            </a:r>
            <a:r>
              <a:rPr lang="en-US" altLang="zh-CN" sz="3086" dirty="0" err="1">
                <a:solidFill>
                  <a:prstClr val="white"/>
                </a:solidFill>
              </a:rPr>
              <a:t>cS</a:t>
            </a:r>
            <a:r>
              <a:rPr lang="en-US" altLang="zh-CN" sz="3086" dirty="0">
                <a:solidFill>
                  <a:prstClr val="white"/>
                </a:solidFill>
                <a:sym typeface="Symbol" panose="05050102010706020507" pitchFamily="18" charset="2"/>
              </a:rPr>
              <a:t></a:t>
            </a:r>
            <a:endParaRPr lang="en-US" altLang="zh-CN" sz="3086" dirty="0">
              <a:solidFill>
                <a:prstClr val="white"/>
              </a:solidFill>
            </a:endParaRPr>
          </a:p>
          <a:p>
            <a:pPr defTabSz="503972" eaLnBrk="1" fontAlgn="auto" hangingPunct="1">
              <a:spcAft>
                <a:spcPts val="0"/>
              </a:spcAft>
            </a:pPr>
            <a:r>
              <a:rPr lang="en-US" altLang="zh-CN" sz="3086" dirty="0">
                <a:solidFill>
                  <a:prstClr val="white"/>
                </a:solidFill>
              </a:rPr>
              <a:t>S</a:t>
            </a:r>
            <a:r>
              <a:rPr lang="en-US" altLang="zh-CN" sz="3086" dirty="0">
                <a:solidFill>
                  <a:prstClr val="white"/>
                </a:solidFill>
                <a:sym typeface="Symbol" panose="05050102010706020507" pitchFamily="18" charset="2"/>
              </a:rPr>
              <a:t> </a:t>
            </a:r>
            <a:r>
              <a:rPr lang="en-US" altLang="zh-CN" sz="3086" dirty="0">
                <a:solidFill>
                  <a:prstClr val="white"/>
                </a:solidFill>
              </a:rPr>
              <a:t>→ </a:t>
            </a:r>
            <a:r>
              <a:rPr lang="en-US" altLang="zh-CN" sz="3086" dirty="0" err="1">
                <a:solidFill>
                  <a:prstClr val="white"/>
                </a:solidFill>
              </a:rPr>
              <a:t>abcS</a:t>
            </a:r>
            <a:r>
              <a:rPr lang="en-US" altLang="zh-CN" sz="3086" dirty="0">
                <a:solidFill>
                  <a:prstClr val="white"/>
                </a:solidFill>
                <a:sym typeface="Symbol" panose="05050102010706020507" pitchFamily="18" charset="2"/>
              </a:rPr>
              <a:t></a:t>
            </a:r>
            <a:r>
              <a:rPr lang="en-US" altLang="zh-CN" sz="3086" dirty="0">
                <a:solidFill>
                  <a:prstClr val="white"/>
                </a:solidFill>
              </a:rPr>
              <a:t> | </a:t>
            </a:r>
            <a:r>
              <a:rPr lang="en-US" altLang="zh-CN" sz="3086" dirty="0">
                <a:solidFill>
                  <a:prstClr val="white"/>
                </a:solidFill>
                <a:sym typeface="Symbol" panose="05050102010706020507" pitchFamily="18" charset="2"/>
              </a:rPr>
              <a:t></a:t>
            </a:r>
            <a:endParaRPr lang="en-GB" altLang="zh-CN" sz="3086" dirty="0">
              <a:solidFill>
                <a:prstClr val="white"/>
              </a:solidFill>
            </a:endParaRPr>
          </a:p>
        </p:txBody>
      </p:sp>
      <p:sp>
        <p:nvSpPr>
          <p:cNvPr id="6" name="Text Box 46"/>
          <p:cNvSpPr txBox="1">
            <a:spLocks noChangeArrowheads="1"/>
          </p:cNvSpPr>
          <p:nvPr/>
        </p:nvSpPr>
        <p:spPr bwMode="auto">
          <a:xfrm>
            <a:off x="6359515" y="367624"/>
            <a:ext cx="2690274" cy="1516954"/>
          </a:xfrm>
          <a:prstGeom prst="rect">
            <a:avLst/>
          </a:prstGeom>
          <a:ln>
            <a:headEnd/>
            <a:tailEnd type="none" w="lg" len="lg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3086" dirty="0">
                <a:solidFill>
                  <a:prstClr val="whit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 → Qc | c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3086" dirty="0">
                <a:solidFill>
                  <a:prstClr val="whit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Q → </a:t>
            </a:r>
            <a:r>
              <a:rPr lang="en-US" altLang="zh-CN" sz="3086" dirty="0" err="1">
                <a:solidFill>
                  <a:prstClr val="whit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Rb</a:t>
            </a:r>
            <a:r>
              <a:rPr lang="en-US" altLang="zh-CN" sz="3086" dirty="0">
                <a:solidFill>
                  <a:prstClr val="whit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| b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3086" dirty="0">
                <a:solidFill>
                  <a:prstClr val="white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 → Sa | a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9625CB71-D491-3611-17CE-578D55905D7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40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2743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5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15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5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5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5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5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5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5" grpId="0" build="p" autoUpdateAnimBg="0"/>
      <p:bldP spid="115716" grpId="0" animBg="1"/>
      <p:bldP spid="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7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自上而下分析</a:t>
            </a:r>
            <a:endParaRPr lang="zh-CN" altLang="en-GB" dirty="0"/>
          </a:p>
        </p:txBody>
      </p:sp>
      <p:sp>
        <p:nvSpPr>
          <p:cNvPr id="1064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527" dirty="0"/>
              <a:t>面临的问题</a:t>
            </a:r>
            <a:endParaRPr lang="en-US" altLang="zh-CN" sz="3527" dirty="0"/>
          </a:p>
          <a:p>
            <a:pPr lvl="1"/>
            <a:r>
              <a:rPr lang="zh-CN" altLang="en-US" sz="3086" noProof="1"/>
              <a:t>文法左递归问题</a:t>
            </a:r>
            <a:endParaRPr lang="en-US" altLang="zh-CN" sz="3086" noProof="1"/>
          </a:p>
          <a:p>
            <a:pPr lvl="1"/>
            <a:r>
              <a:rPr lang="zh-CN" altLang="en-US" sz="3086" noProof="1"/>
              <a:t>回溯问题</a:t>
            </a:r>
            <a:endParaRPr lang="zh-CN" altLang="en-US" sz="3086" dirty="0"/>
          </a:p>
          <a:p>
            <a:r>
              <a:rPr lang="zh-CN" altLang="en-US" sz="3527" dirty="0"/>
              <a:t>构造不带回溯的自上而下分析算法</a:t>
            </a:r>
          </a:p>
          <a:p>
            <a:pPr lvl="1"/>
            <a:r>
              <a:rPr lang="zh-CN" altLang="en-US" sz="3086" dirty="0">
                <a:solidFill>
                  <a:schemeClr val="tx1"/>
                </a:solidFill>
              </a:rPr>
              <a:t>消除文法的左递归性</a:t>
            </a:r>
          </a:p>
          <a:p>
            <a:pPr lvl="1"/>
            <a:r>
              <a:rPr lang="zh-CN" altLang="en-US" sz="3086" dirty="0">
                <a:solidFill>
                  <a:srgbClr val="C00000"/>
                </a:solidFill>
              </a:rPr>
              <a:t>消除回溯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1661683-5B88-CF19-3C17-76247F62592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41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13321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消除回溯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为了</a:t>
            </a:r>
            <a:r>
              <a:rPr lang="zh-CN" altLang="en-US" dirty="0">
                <a:solidFill>
                  <a:srgbClr val="CC0000"/>
                </a:solidFill>
              </a:rPr>
              <a:t>消除回溯</a:t>
            </a:r>
            <a:r>
              <a:rPr lang="zh-CN" altLang="en-US" dirty="0"/>
              <a:t>必须保证</a:t>
            </a:r>
          </a:p>
          <a:p>
            <a:pPr lvl="1" eaLnBrk="1" hangingPunct="1"/>
            <a:r>
              <a:rPr lang="zh-CN" altLang="en-US" dirty="0"/>
              <a:t>对文法的任何非终结符，当要它去匹配输入串时，能够根据它所面临的输入符号准确地指派它的一个候选去执行任务，并且此候选的工作结果应是确信无疑的。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7056225" y="919333"/>
            <a:ext cx="3023870" cy="566975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GB" altLang="zh-CN" sz="2646" dirty="0"/>
          </a:p>
        </p:txBody>
      </p:sp>
      <p:grpSp>
        <p:nvGrpSpPr>
          <p:cNvPr id="19" name="Group 18"/>
          <p:cNvGrpSpPr>
            <a:grpSpLocks/>
          </p:cNvGrpSpPr>
          <p:nvPr/>
        </p:nvGrpSpPr>
        <p:grpSpPr bwMode="auto">
          <a:xfrm>
            <a:off x="5438653" y="4813357"/>
            <a:ext cx="3527848" cy="1511935"/>
            <a:chOff x="3360" y="2976"/>
            <a:chExt cx="2016" cy="864"/>
          </a:xfrm>
        </p:grpSpPr>
        <p:sp>
          <p:nvSpPr>
            <p:cNvPr id="20" name="Rectangle 5"/>
            <p:cNvSpPr>
              <a:spLocks noChangeArrowheads="1"/>
            </p:cNvSpPr>
            <p:nvPr/>
          </p:nvSpPr>
          <p:spPr bwMode="auto">
            <a:xfrm>
              <a:off x="4320" y="2976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3086">
                  <a:latin typeface="+mj-ea"/>
                  <a:ea typeface="+mj-ea"/>
                </a:rPr>
                <a:t>S</a:t>
              </a:r>
              <a:endParaRPr kumimoji="1" lang="en-US" altLang="zh-CN" sz="2646">
                <a:latin typeface="+mj-ea"/>
                <a:ea typeface="+mj-ea"/>
              </a:endParaRPr>
            </a:p>
          </p:txBody>
        </p:sp>
        <p:sp>
          <p:nvSpPr>
            <p:cNvPr id="21" name="Rectangle 6"/>
            <p:cNvSpPr>
              <a:spLocks noChangeArrowheads="1"/>
            </p:cNvSpPr>
            <p:nvPr/>
          </p:nvSpPr>
          <p:spPr bwMode="auto">
            <a:xfrm>
              <a:off x="3504" y="2976"/>
              <a:ext cx="5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3086">
                  <a:latin typeface="+mj-ea"/>
                  <a:ea typeface="+mj-ea"/>
                </a:rPr>
                <a:t>a…#</a:t>
              </a:r>
              <a:endParaRPr kumimoji="1" lang="en-US" altLang="zh-CN" sz="2646">
                <a:latin typeface="+mj-ea"/>
                <a:ea typeface="+mj-ea"/>
              </a:endParaRPr>
            </a:p>
          </p:txBody>
        </p:sp>
        <p:grpSp>
          <p:nvGrpSpPr>
            <p:cNvPr id="22" name="Group 7"/>
            <p:cNvGrpSpPr>
              <a:grpSpLocks/>
            </p:cNvGrpSpPr>
            <p:nvPr/>
          </p:nvGrpSpPr>
          <p:grpSpPr bwMode="auto">
            <a:xfrm>
              <a:off x="3360" y="3216"/>
              <a:ext cx="480" cy="624"/>
              <a:chOff x="624" y="768"/>
              <a:chExt cx="480" cy="624"/>
            </a:xfrm>
          </p:grpSpPr>
          <p:sp>
            <p:nvSpPr>
              <p:cNvPr id="29" name="Line 8"/>
              <p:cNvSpPr>
                <a:spLocks noChangeShapeType="1"/>
              </p:cNvSpPr>
              <p:nvPr/>
            </p:nvSpPr>
            <p:spPr bwMode="auto">
              <a:xfrm flipV="1">
                <a:off x="864" y="768"/>
                <a:ext cx="1" cy="288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30" name="Rectangle 9"/>
              <p:cNvSpPr>
                <a:spLocks noChangeArrowheads="1"/>
              </p:cNvSpPr>
              <p:nvPr/>
            </p:nvSpPr>
            <p:spPr bwMode="auto">
              <a:xfrm>
                <a:off x="624" y="1104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3086">
                    <a:latin typeface="+mj-ea"/>
                    <a:ea typeface="+mj-ea"/>
                  </a:rPr>
                  <a:t>IP</a:t>
                </a:r>
                <a:endParaRPr kumimoji="1" lang="en-US" altLang="zh-CN" sz="2646">
                  <a:latin typeface="+mj-ea"/>
                  <a:ea typeface="+mj-ea"/>
                </a:endParaRPr>
              </a:p>
            </p:txBody>
          </p:sp>
        </p:grpSp>
        <p:sp>
          <p:nvSpPr>
            <p:cNvPr id="23" name="Line 10"/>
            <p:cNvSpPr>
              <a:spLocks noChangeShapeType="1"/>
            </p:cNvSpPr>
            <p:nvPr/>
          </p:nvSpPr>
          <p:spPr bwMode="auto">
            <a:xfrm flipH="1">
              <a:off x="4272" y="3216"/>
              <a:ext cx="288" cy="288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4" name="Line 11"/>
            <p:cNvSpPr>
              <a:spLocks noChangeShapeType="1"/>
            </p:cNvSpPr>
            <p:nvPr/>
          </p:nvSpPr>
          <p:spPr bwMode="auto">
            <a:xfrm>
              <a:off x="4560" y="3216"/>
              <a:ext cx="624" cy="288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5" name="Line 12"/>
            <p:cNvSpPr>
              <a:spLocks noChangeShapeType="1"/>
            </p:cNvSpPr>
            <p:nvPr/>
          </p:nvSpPr>
          <p:spPr bwMode="auto">
            <a:xfrm>
              <a:off x="4560" y="3216"/>
              <a:ext cx="96" cy="288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Rectangle 13"/>
            <p:cNvSpPr>
              <a:spLocks noChangeArrowheads="1"/>
            </p:cNvSpPr>
            <p:nvPr/>
          </p:nvSpPr>
          <p:spPr bwMode="auto">
            <a:xfrm>
              <a:off x="4416" y="3504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3086">
                  <a:latin typeface="+mj-ea"/>
                  <a:ea typeface="+mj-ea"/>
                </a:rPr>
                <a:t>A</a:t>
              </a:r>
              <a:endParaRPr kumimoji="1" lang="en-US" altLang="zh-CN" sz="2646">
                <a:latin typeface="+mj-ea"/>
                <a:ea typeface="+mj-ea"/>
              </a:endParaRPr>
            </a:p>
          </p:txBody>
        </p:sp>
        <p:sp>
          <p:nvSpPr>
            <p:cNvPr id="27" name="Rectangle 14"/>
            <p:cNvSpPr>
              <a:spLocks noChangeArrowheads="1"/>
            </p:cNvSpPr>
            <p:nvPr/>
          </p:nvSpPr>
          <p:spPr bwMode="auto">
            <a:xfrm>
              <a:off x="3984" y="3504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3086">
                  <a:latin typeface="+mj-ea"/>
                  <a:ea typeface="+mj-ea"/>
                </a:rPr>
                <a:t>...</a:t>
              </a:r>
              <a:endParaRPr kumimoji="1" lang="en-US" altLang="zh-CN" sz="2646">
                <a:latin typeface="+mj-ea"/>
                <a:ea typeface="+mj-ea"/>
              </a:endParaRPr>
            </a:p>
          </p:txBody>
        </p:sp>
        <p:sp>
          <p:nvSpPr>
            <p:cNvPr id="28" name="Rectangle 15"/>
            <p:cNvSpPr>
              <a:spLocks noChangeArrowheads="1"/>
            </p:cNvSpPr>
            <p:nvPr/>
          </p:nvSpPr>
          <p:spPr bwMode="auto">
            <a:xfrm>
              <a:off x="4896" y="3504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3086">
                  <a:latin typeface="+mj-ea"/>
                  <a:ea typeface="+mj-ea"/>
                </a:rPr>
                <a:t>...</a:t>
              </a:r>
              <a:endParaRPr kumimoji="1" lang="en-US" altLang="zh-CN" sz="2646">
                <a:latin typeface="+mj-ea"/>
                <a:ea typeface="+mj-ea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842430" y="4813358"/>
            <a:ext cx="4244175" cy="63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527" dirty="0"/>
              <a:t>A → </a:t>
            </a:r>
            <a:r>
              <a:rPr lang="en-US" altLang="zh-CN" sz="3527" dirty="0">
                <a:sym typeface="Symbol" panose="05050102010706020507" pitchFamily="18" charset="2"/>
              </a:rPr>
              <a:t></a:t>
            </a:r>
            <a:r>
              <a:rPr lang="en-US" altLang="zh-CN" sz="3527" baseline="-25000" dirty="0"/>
              <a:t> 1 </a:t>
            </a:r>
            <a:r>
              <a:rPr lang="en-US" altLang="zh-CN" sz="3527" dirty="0"/>
              <a:t>| </a:t>
            </a:r>
            <a:r>
              <a:rPr lang="en-US" altLang="zh-CN" sz="3527" dirty="0">
                <a:sym typeface="Symbol" panose="05050102010706020507" pitchFamily="18" charset="2"/>
              </a:rPr>
              <a:t></a:t>
            </a:r>
            <a:r>
              <a:rPr lang="en-US" altLang="zh-CN" sz="3527" baseline="-25000" dirty="0"/>
              <a:t> 2 </a:t>
            </a:r>
            <a:r>
              <a:rPr lang="en-US" altLang="zh-CN" sz="3527" dirty="0"/>
              <a:t>| … | </a:t>
            </a:r>
            <a:r>
              <a:rPr lang="en-US" altLang="zh-CN" sz="3527" dirty="0">
                <a:sym typeface="Symbol" panose="05050102010706020507" pitchFamily="18" charset="2"/>
              </a:rPr>
              <a:t></a:t>
            </a:r>
            <a:r>
              <a:rPr lang="en-US" altLang="zh-CN" sz="3527" baseline="-25000" dirty="0"/>
              <a:t> n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1643504-92B2-3C8D-AC30-5C7C03CD82B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42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47421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6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16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build="p" autoUpdateAnimBg="0"/>
      <p:bldP spid="3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FIRST</a:t>
            </a:r>
            <a:r>
              <a:rPr lang="zh-CN" altLang="en-US" dirty="0"/>
              <a:t>集合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763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zh-CN" altLang="en-US" dirty="0"/>
                  <a:t>令</a:t>
                </a:r>
                <a:r>
                  <a:rPr lang="en-US" altLang="zh-CN" dirty="0"/>
                  <a:t>G</a:t>
                </a:r>
                <a:r>
                  <a:rPr lang="zh-CN" altLang="en-US" dirty="0"/>
                  <a:t>是一个不含左递归的文法，对</a:t>
                </a:r>
                <a:r>
                  <a:rPr lang="en-US" altLang="zh-CN" dirty="0"/>
                  <a:t>G</a:t>
                </a:r>
                <a:r>
                  <a:rPr lang="zh-CN" altLang="en-US" dirty="0"/>
                  <a:t>的所有非终结符的每个候选</a:t>
                </a:r>
                <a:r>
                  <a:rPr lang="zh-CN" altLang="en-US" dirty="0">
                    <a:sym typeface="Symbol" panose="05050102010706020507" pitchFamily="18" charset="2"/>
                  </a:rPr>
                  <a:t></a:t>
                </a:r>
                <a:r>
                  <a:rPr lang="zh-CN" altLang="en-US" dirty="0"/>
                  <a:t>定义它的</a:t>
                </a:r>
                <a:r>
                  <a:rPr lang="zh-CN" altLang="en-US" dirty="0">
                    <a:solidFill>
                      <a:srgbClr val="CC0000"/>
                    </a:solidFill>
                  </a:rPr>
                  <a:t>终结首符集</a:t>
                </a:r>
                <a:r>
                  <a:rPr lang="en-US" altLang="zh-CN" dirty="0">
                    <a:solidFill>
                      <a:srgbClr val="CC0000"/>
                    </a:solidFill>
                  </a:rPr>
                  <a:t>FIRST(</a:t>
                </a:r>
                <a:r>
                  <a:rPr lang="en-US" altLang="zh-CN" dirty="0">
                    <a:solidFill>
                      <a:srgbClr val="CC0000"/>
                    </a:solidFill>
                    <a:sym typeface="Symbol" panose="05050102010706020507" pitchFamily="18" charset="2"/>
                  </a:rPr>
                  <a:t></a:t>
                </a:r>
                <a:r>
                  <a:rPr lang="en-US" altLang="zh-CN" dirty="0">
                    <a:solidFill>
                      <a:srgbClr val="CC0000"/>
                    </a:solidFill>
                  </a:rPr>
                  <a:t>)</a:t>
                </a:r>
                <a:r>
                  <a:rPr lang="zh-CN" altLang="en-US" dirty="0"/>
                  <a:t>为：</a:t>
                </a:r>
                <a:endParaRPr lang="en-US" altLang="zh-CN" dirty="0"/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𝐹𝐼𝑅𝑆𝑇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groupChr>
                            <m:groupChrPr>
                              <m:chr m:val="⇒"/>
                              <m:vertJc m:val="bot"/>
                              <m:ctrlP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e>
                          </m:groupCh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…,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zh-CN" altLang="en-US" dirty="0"/>
                  <a:t>特别是，若</a:t>
                </a:r>
                <a14:m>
                  <m:oMath xmlns:m="http://schemas.openxmlformats.org/officeDocument/2006/math">
                    <m:r>
                      <a:rPr kumimoji="1" lang="zh-CN" altLang="en-US" i="1" dirty="0" smtClean="0">
                        <a:latin typeface="Cambria Math" panose="02040503050406030204" pitchFamily="18" charset="0"/>
                      </a:rPr>
                      <m:t>𝛼</m:t>
                    </m:r>
                    <m:groupChr>
                      <m:groupChrPr>
                        <m:chr m:val="⇒"/>
                        <m:vertJc m:val="bot"/>
                        <m:ctrlPr>
                          <a:rPr kumimoji="1" lang="zh-CN" altLang="en-US" i="1" dirty="0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kumimoji="1" lang="en-US" altLang="zh-CN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groupChr>
                    <m:r>
                      <a:rPr kumimoji="1" lang="zh-CN" altLang="en-US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kumimoji="1" lang="zh-CN" altLang="en-US" dirty="0"/>
                  <a:t>，则规定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kumimoji="1" lang="zh-CN" altLang="en-US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𝐹𝐼𝑅𝑆𝑇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zh-CN" alt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kumimoji="1" lang="zh-CN" altLang="en-US" dirty="0"/>
                  <a:t>。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1" lang="en-US" altLang="zh-CN" sz="2205" dirty="0"/>
              </a:p>
              <a:p>
                <a:pPr marL="0" indent="0">
                  <a:lnSpc>
                    <a:spcPct val="90000"/>
                  </a:lnSpc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1177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546" t="-2381" r="-5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E3DBCF7-0901-89B6-E599-A5F40FE8D8D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43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1615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3" grpId="0" build="p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FIRST</a:t>
            </a:r>
            <a:r>
              <a:rPr lang="zh-CN" altLang="en-US"/>
              <a:t>集合</a:t>
            </a:r>
            <a:endParaRPr lang="zh-CN" altLang="en-US" dirty="0"/>
          </a:p>
        </p:txBody>
      </p:sp>
      <p:sp>
        <p:nvSpPr>
          <p:cNvPr id="1177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如果非终结符</a:t>
            </a:r>
            <a:r>
              <a:rPr lang="en-US" altLang="zh-CN" dirty="0"/>
              <a:t>A</a:t>
            </a:r>
            <a:r>
              <a:rPr lang="zh-CN" altLang="en-US" dirty="0"/>
              <a:t>的所有候选首符集两两不相交，即</a:t>
            </a:r>
            <a:r>
              <a:rPr lang="en-US" altLang="zh-CN" dirty="0"/>
              <a:t>A</a:t>
            </a:r>
            <a:r>
              <a:rPr lang="zh-CN" altLang="en-US" dirty="0"/>
              <a:t>的任何两个不同候选</a:t>
            </a:r>
            <a:r>
              <a:rPr lang="zh-CN" altLang="en-US" dirty="0">
                <a:sym typeface="Symbol" panose="05050102010706020507" pitchFamily="18" charset="2"/>
              </a:rPr>
              <a:t></a:t>
            </a:r>
            <a:r>
              <a:rPr lang="en-US" altLang="zh-CN" baseline="-25000" dirty="0" err="1"/>
              <a:t>i</a:t>
            </a:r>
            <a:r>
              <a:rPr lang="zh-CN" altLang="en-US" dirty="0"/>
              <a:t>和</a:t>
            </a:r>
            <a:r>
              <a:rPr lang="zh-CN" altLang="en-US" dirty="0">
                <a:sym typeface="Symbol" panose="05050102010706020507" pitchFamily="18" charset="2"/>
              </a:rPr>
              <a:t></a:t>
            </a:r>
            <a:r>
              <a:rPr lang="en-US" altLang="zh-CN" baseline="-25000" dirty="0"/>
              <a:t>j</a:t>
            </a:r>
            <a:r>
              <a:rPr lang="en-US" altLang="zh-CN" dirty="0"/>
              <a:t> </a:t>
            </a:r>
          </a:p>
          <a:p>
            <a:pPr marL="0" indent="0" algn="ctr">
              <a:buNone/>
            </a:pPr>
            <a:r>
              <a:rPr lang="en-US" altLang="zh-CN" dirty="0"/>
              <a:t>FIRST(</a:t>
            </a:r>
            <a:r>
              <a:rPr lang="en-US" altLang="zh-CN" dirty="0">
                <a:sym typeface="Symbol" panose="05050102010706020507" pitchFamily="18" charset="2"/>
              </a:rPr>
              <a:t></a:t>
            </a:r>
            <a:r>
              <a:rPr lang="en-US" altLang="zh-CN" baseline="-25000" dirty="0" err="1"/>
              <a:t>i</a:t>
            </a:r>
            <a:r>
              <a:rPr lang="en-US" altLang="zh-CN" dirty="0"/>
              <a:t>)∩FIRST(</a:t>
            </a:r>
            <a:r>
              <a:rPr lang="en-US" altLang="zh-CN" dirty="0">
                <a:sym typeface="Symbol" panose="05050102010706020507" pitchFamily="18" charset="2"/>
              </a:rPr>
              <a:t></a:t>
            </a:r>
            <a:r>
              <a:rPr lang="en-US" altLang="zh-CN" baseline="-25000" dirty="0"/>
              <a:t>j</a:t>
            </a:r>
            <a:r>
              <a:rPr lang="en-US" altLang="zh-CN" dirty="0"/>
              <a:t>)</a:t>
            </a:r>
            <a:r>
              <a:rPr lang="zh-CN" altLang="en-US" dirty="0"/>
              <a:t>＝</a:t>
            </a:r>
            <a:r>
              <a:rPr lang="zh-CN" altLang="en-US" dirty="0">
                <a:sym typeface="Symbol" panose="05050102010706020507" pitchFamily="18" charset="2"/>
              </a:rPr>
              <a:t></a:t>
            </a:r>
            <a:endParaRPr lang="zh-CN" altLang="en-US" dirty="0"/>
          </a:p>
          <a:p>
            <a:r>
              <a:rPr lang="zh-CN" altLang="en-US" dirty="0"/>
              <a:t> 当要求</a:t>
            </a:r>
            <a:r>
              <a:rPr lang="en-US" altLang="zh-CN" dirty="0"/>
              <a:t>A</a:t>
            </a:r>
            <a:r>
              <a:rPr lang="zh-CN" altLang="en-US" dirty="0"/>
              <a:t>匹配输入串时，</a:t>
            </a:r>
            <a:r>
              <a:rPr lang="en-US" altLang="zh-CN" dirty="0"/>
              <a:t>A</a:t>
            </a:r>
            <a:r>
              <a:rPr lang="zh-CN" altLang="en-US" dirty="0"/>
              <a:t>能根据它所面临的第一个输入符号</a:t>
            </a:r>
            <a:r>
              <a:rPr lang="en-US" altLang="zh-CN" dirty="0"/>
              <a:t>a</a:t>
            </a:r>
            <a:r>
              <a:rPr lang="zh-CN" altLang="en-US" dirty="0"/>
              <a:t>，准确地指派某一个候选去执行任务。这个候选就是那个终结首符集含</a:t>
            </a:r>
            <a:r>
              <a:rPr lang="en-US" altLang="zh-CN" dirty="0"/>
              <a:t>a</a:t>
            </a:r>
            <a:r>
              <a:rPr lang="zh-CN" altLang="en-US" dirty="0"/>
              <a:t>的</a:t>
            </a:r>
            <a:r>
              <a:rPr lang="zh-CN" altLang="en-US" dirty="0">
                <a:sym typeface="Symbol" panose="05050102010706020507" pitchFamily="18" charset="2"/>
              </a:rPr>
              <a:t></a:t>
            </a:r>
            <a:r>
              <a:rPr lang="zh-CN" altLang="en-US" dirty="0"/>
              <a:t>。</a:t>
            </a:r>
          </a:p>
        </p:txBody>
      </p:sp>
      <p:sp>
        <p:nvSpPr>
          <p:cNvPr id="117767" name="Rectangle 7"/>
          <p:cNvSpPr>
            <a:spLocks noChangeArrowheads="1"/>
          </p:cNvSpPr>
          <p:nvPr/>
        </p:nvSpPr>
        <p:spPr bwMode="auto">
          <a:xfrm>
            <a:off x="586033" y="4233161"/>
            <a:ext cx="6929702" cy="2771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98438" indent="-198438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90000"/>
              </a:lnSpc>
              <a:spcAft>
                <a:spcPts val="496"/>
              </a:spcAft>
            </a:pPr>
            <a:endParaRPr kumimoji="1" lang="zh-CN" altLang="en-US" sz="2480" dirty="0"/>
          </a:p>
        </p:txBody>
      </p:sp>
      <p:grpSp>
        <p:nvGrpSpPr>
          <p:cNvPr id="29" name="Group 18"/>
          <p:cNvGrpSpPr>
            <a:grpSpLocks/>
          </p:cNvGrpSpPr>
          <p:nvPr/>
        </p:nvGrpSpPr>
        <p:grpSpPr bwMode="auto">
          <a:xfrm>
            <a:off x="5526302" y="5385133"/>
            <a:ext cx="3527848" cy="1511935"/>
            <a:chOff x="3360" y="2976"/>
            <a:chExt cx="2016" cy="864"/>
          </a:xfrm>
        </p:grpSpPr>
        <p:sp>
          <p:nvSpPr>
            <p:cNvPr id="30" name="Rectangle 5"/>
            <p:cNvSpPr>
              <a:spLocks noChangeArrowheads="1"/>
            </p:cNvSpPr>
            <p:nvPr/>
          </p:nvSpPr>
          <p:spPr bwMode="auto">
            <a:xfrm>
              <a:off x="4320" y="2976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3086">
                  <a:latin typeface="+mj-ea"/>
                  <a:ea typeface="+mj-ea"/>
                </a:rPr>
                <a:t>S</a:t>
              </a:r>
              <a:endParaRPr kumimoji="1" lang="en-US" altLang="zh-CN" sz="2646">
                <a:latin typeface="+mj-ea"/>
                <a:ea typeface="+mj-ea"/>
              </a:endParaRPr>
            </a:p>
          </p:txBody>
        </p:sp>
        <p:sp>
          <p:nvSpPr>
            <p:cNvPr id="31" name="Rectangle 6"/>
            <p:cNvSpPr>
              <a:spLocks noChangeArrowheads="1"/>
            </p:cNvSpPr>
            <p:nvPr/>
          </p:nvSpPr>
          <p:spPr bwMode="auto">
            <a:xfrm>
              <a:off x="3504" y="2976"/>
              <a:ext cx="5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3086">
                  <a:latin typeface="+mj-ea"/>
                  <a:ea typeface="+mj-ea"/>
                </a:rPr>
                <a:t>a…#</a:t>
              </a:r>
              <a:endParaRPr kumimoji="1" lang="en-US" altLang="zh-CN" sz="2646">
                <a:latin typeface="+mj-ea"/>
                <a:ea typeface="+mj-ea"/>
              </a:endParaRPr>
            </a:p>
          </p:txBody>
        </p:sp>
        <p:grpSp>
          <p:nvGrpSpPr>
            <p:cNvPr id="32" name="Group 7"/>
            <p:cNvGrpSpPr>
              <a:grpSpLocks/>
            </p:cNvGrpSpPr>
            <p:nvPr/>
          </p:nvGrpSpPr>
          <p:grpSpPr bwMode="auto">
            <a:xfrm>
              <a:off x="3360" y="3216"/>
              <a:ext cx="480" cy="624"/>
              <a:chOff x="624" y="768"/>
              <a:chExt cx="480" cy="624"/>
            </a:xfrm>
          </p:grpSpPr>
          <p:sp>
            <p:nvSpPr>
              <p:cNvPr id="39" name="Line 8"/>
              <p:cNvSpPr>
                <a:spLocks noChangeShapeType="1"/>
              </p:cNvSpPr>
              <p:nvPr/>
            </p:nvSpPr>
            <p:spPr bwMode="auto">
              <a:xfrm flipV="1">
                <a:off x="864" y="768"/>
                <a:ext cx="1" cy="288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0" name="Rectangle 9"/>
              <p:cNvSpPr>
                <a:spLocks noChangeArrowheads="1"/>
              </p:cNvSpPr>
              <p:nvPr/>
            </p:nvSpPr>
            <p:spPr bwMode="auto">
              <a:xfrm>
                <a:off x="624" y="1104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3086">
                    <a:latin typeface="+mj-ea"/>
                    <a:ea typeface="+mj-ea"/>
                  </a:rPr>
                  <a:t>IP</a:t>
                </a:r>
                <a:endParaRPr kumimoji="1" lang="en-US" altLang="zh-CN" sz="2646">
                  <a:latin typeface="+mj-ea"/>
                  <a:ea typeface="+mj-ea"/>
                </a:endParaRPr>
              </a:p>
            </p:txBody>
          </p:sp>
        </p:grpSp>
        <p:sp>
          <p:nvSpPr>
            <p:cNvPr id="33" name="Line 10"/>
            <p:cNvSpPr>
              <a:spLocks noChangeShapeType="1"/>
            </p:cNvSpPr>
            <p:nvPr/>
          </p:nvSpPr>
          <p:spPr bwMode="auto">
            <a:xfrm flipH="1">
              <a:off x="4272" y="3216"/>
              <a:ext cx="288" cy="288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34" name="Line 11"/>
            <p:cNvSpPr>
              <a:spLocks noChangeShapeType="1"/>
            </p:cNvSpPr>
            <p:nvPr/>
          </p:nvSpPr>
          <p:spPr bwMode="auto">
            <a:xfrm>
              <a:off x="4560" y="3216"/>
              <a:ext cx="624" cy="288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35" name="Line 12"/>
            <p:cNvSpPr>
              <a:spLocks noChangeShapeType="1"/>
            </p:cNvSpPr>
            <p:nvPr/>
          </p:nvSpPr>
          <p:spPr bwMode="auto">
            <a:xfrm>
              <a:off x="4560" y="3216"/>
              <a:ext cx="96" cy="288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36" name="Rectangle 13"/>
            <p:cNvSpPr>
              <a:spLocks noChangeArrowheads="1"/>
            </p:cNvSpPr>
            <p:nvPr/>
          </p:nvSpPr>
          <p:spPr bwMode="auto">
            <a:xfrm>
              <a:off x="4416" y="3504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3086">
                  <a:latin typeface="+mj-ea"/>
                  <a:ea typeface="+mj-ea"/>
                </a:rPr>
                <a:t>A</a:t>
              </a:r>
              <a:endParaRPr kumimoji="1" lang="en-US" altLang="zh-CN" sz="2646">
                <a:latin typeface="+mj-ea"/>
                <a:ea typeface="+mj-ea"/>
              </a:endParaRPr>
            </a:p>
          </p:txBody>
        </p:sp>
        <p:sp>
          <p:nvSpPr>
            <p:cNvPr id="37" name="Rectangle 14"/>
            <p:cNvSpPr>
              <a:spLocks noChangeArrowheads="1"/>
            </p:cNvSpPr>
            <p:nvPr/>
          </p:nvSpPr>
          <p:spPr bwMode="auto">
            <a:xfrm>
              <a:off x="3984" y="3504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3086">
                  <a:latin typeface="+mj-ea"/>
                  <a:ea typeface="+mj-ea"/>
                </a:rPr>
                <a:t>...</a:t>
              </a:r>
              <a:endParaRPr kumimoji="1" lang="en-US" altLang="zh-CN" sz="2646">
                <a:latin typeface="+mj-ea"/>
                <a:ea typeface="+mj-ea"/>
              </a:endParaRPr>
            </a:p>
          </p:txBody>
        </p:sp>
        <p:sp>
          <p:nvSpPr>
            <p:cNvPr id="38" name="Rectangle 15"/>
            <p:cNvSpPr>
              <a:spLocks noChangeArrowheads="1"/>
            </p:cNvSpPr>
            <p:nvPr/>
          </p:nvSpPr>
          <p:spPr bwMode="auto">
            <a:xfrm>
              <a:off x="4896" y="3504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3086">
                  <a:latin typeface="+mj-ea"/>
                  <a:ea typeface="+mj-ea"/>
                </a:rPr>
                <a:t>...</a:t>
              </a:r>
              <a:endParaRPr kumimoji="1" lang="en-US" altLang="zh-CN" sz="2646">
                <a:latin typeface="+mj-ea"/>
                <a:ea typeface="+mj-ea"/>
              </a:endParaRPr>
            </a:p>
          </p:txBody>
        </p:sp>
      </p:grpSp>
      <p:sp>
        <p:nvSpPr>
          <p:cNvPr id="41" name="文本框 40"/>
          <p:cNvSpPr txBox="1"/>
          <p:nvPr/>
        </p:nvSpPr>
        <p:spPr>
          <a:xfrm>
            <a:off x="1212951" y="5385133"/>
            <a:ext cx="4019049" cy="63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527" dirty="0"/>
              <a:t>A→</a:t>
            </a:r>
            <a:r>
              <a:rPr lang="en-US" altLang="zh-CN" sz="3527" dirty="0">
                <a:sym typeface="Symbol" panose="05050102010706020507" pitchFamily="18" charset="2"/>
              </a:rPr>
              <a:t></a:t>
            </a:r>
            <a:r>
              <a:rPr lang="en-US" altLang="zh-CN" sz="3527" baseline="-25000" dirty="0"/>
              <a:t> 1 </a:t>
            </a:r>
            <a:r>
              <a:rPr lang="en-US" altLang="zh-CN" sz="3527" dirty="0"/>
              <a:t>| </a:t>
            </a:r>
            <a:r>
              <a:rPr lang="en-US" altLang="zh-CN" sz="3527" dirty="0">
                <a:sym typeface="Symbol" panose="05050102010706020507" pitchFamily="18" charset="2"/>
              </a:rPr>
              <a:t></a:t>
            </a:r>
            <a:r>
              <a:rPr lang="en-US" altLang="zh-CN" sz="3527" baseline="-25000" dirty="0"/>
              <a:t> 2 </a:t>
            </a:r>
            <a:r>
              <a:rPr lang="en-US" altLang="zh-CN" sz="3527" dirty="0"/>
              <a:t>| … | </a:t>
            </a:r>
            <a:r>
              <a:rPr lang="en-US" altLang="zh-CN" sz="3527" dirty="0">
                <a:sym typeface="Symbol" panose="05050102010706020507" pitchFamily="18" charset="2"/>
              </a:rPr>
              <a:t></a:t>
            </a:r>
            <a:r>
              <a:rPr lang="en-US" altLang="zh-CN" sz="3527" baseline="-25000" dirty="0"/>
              <a:t> n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00BBECFB-BFC7-6E52-DF75-CB451E463B3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44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7998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77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3" grpId="0" build="p" autoUpdateAnimBg="0"/>
      <p:bldP spid="117767" grpId="0" build="p" autoUpdateAnimBg="0"/>
      <p:bldP spid="4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提取公共左因子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假定关于</a:t>
            </a:r>
            <a:r>
              <a:rPr lang="en-US" altLang="zh-CN" dirty="0"/>
              <a:t>A</a:t>
            </a:r>
            <a:r>
              <a:rPr lang="zh-CN" altLang="en-US" dirty="0"/>
              <a:t>的规则是</a:t>
            </a:r>
          </a:p>
          <a:p>
            <a:pPr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  </a:t>
            </a:r>
            <a:r>
              <a:rPr lang="en-US" altLang="zh-CN" dirty="0">
                <a:solidFill>
                  <a:schemeClr val="tx1"/>
                </a:solidFill>
              </a:rPr>
              <a:t>A → 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</a:t>
            </a:r>
            <a:r>
              <a:rPr lang="en-US" altLang="zh-CN" dirty="0">
                <a:solidFill>
                  <a:srgbClr val="0070C0"/>
                </a:solidFill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solidFill>
                  <a:srgbClr val="0070C0"/>
                </a:solidFill>
              </a:rPr>
              <a:t>1 </a:t>
            </a:r>
            <a:r>
              <a:rPr lang="en-US" altLang="zh-CN" dirty="0">
                <a:solidFill>
                  <a:srgbClr val="C00000"/>
                </a:solidFill>
              </a:rPr>
              <a:t>| 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</a:t>
            </a:r>
            <a:r>
              <a:rPr lang="en-US" altLang="zh-CN" dirty="0">
                <a:solidFill>
                  <a:srgbClr val="0070C0"/>
                </a:solidFill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solidFill>
                  <a:srgbClr val="0070C0"/>
                </a:solidFill>
              </a:rPr>
              <a:t>2 </a:t>
            </a:r>
            <a:r>
              <a:rPr lang="en-US" altLang="zh-CN" dirty="0">
                <a:solidFill>
                  <a:srgbClr val="C00000"/>
                </a:solidFill>
              </a:rPr>
              <a:t>| …| 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</a:t>
            </a:r>
            <a:r>
              <a:rPr lang="en-US" altLang="zh-CN" dirty="0">
                <a:solidFill>
                  <a:srgbClr val="0070C0"/>
                </a:solidFill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solidFill>
                  <a:srgbClr val="0070C0"/>
                </a:solidFill>
              </a:rPr>
              <a:t>n </a:t>
            </a:r>
            <a:r>
              <a:rPr lang="en-US" altLang="zh-CN" dirty="0">
                <a:solidFill>
                  <a:srgbClr val="7030A0"/>
                </a:solidFill>
              </a:rPr>
              <a:t>| </a:t>
            </a:r>
            <a:r>
              <a:rPr lang="en-US" altLang="zh-CN" dirty="0">
                <a:solidFill>
                  <a:srgbClr val="7030A0"/>
                </a:solidFill>
                <a:sym typeface="Symbol" panose="05050102010706020507" pitchFamily="18" charset="2"/>
              </a:rPr>
              <a:t></a:t>
            </a:r>
            <a:r>
              <a:rPr lang="en-US" altLang="zh-CN" baseline="-25000" dirty="0">
                <a:solidFill>
                  <a:srgbClr val="7030A0"/>
                </a:solidFill>
              </a:rPr>
              <a:t> 1 </a:t>
            </a:r>
            <a:r>
              <a:rPr lang="en-US" altLang="zh-CN" dirty="0">
                <a:solidFill>
                  <a:srgbClr val="7030A0"/>
                </a:solidFill>
              </a:rPr>
              <a:t>| </a:t>
            </a:r>
            <a:r>
              <a:rPr lang="en-US" altLang="zh-CN" dirty="0">
                <a:solidFill>
                  <a:srgbClr val="7030A0"/>
                </a:solidFill>
                <a:sym typeface="Symbol" panose="05050102010706020507" pitchFamily="18" charset="2"/>
              </a:rPr>
              <a:t></a:t>
            </a:r>
            <a:r>
              <a:rPr lang="en-US" altLang="zh-CN" baseline="-25000" dirty="0">
                <a:solidFill>
                  <a:srgbClr val="7030A0"/>
                </a:solidFill>
              </a:rPr>
              <a:t>2 </a:t>
            </a:r>
            <a:r>
              <a:rPr lang="en-US" altLang="zh-CN" dirty="0">
                <a:solidFill>
                  <a:srgbClr val="7030A0"/>
                </a:solidFill>
              </a:rPr>
              <a:t>| … | </a:t>
            </a:r>
            <a:r>
              <a:rPr lang="en-US" altLang="zh-CN" dirty="0">
                <a:solidFill>
                  <a:srgbClr val="7030A0"/>
                </a:solidFill>
                <a:sym typeface="Symbol" panose="05050102010706020507" pitchFamily="18" charset="2"/>
              </a:rPr>
              <a:t></a:t>
            </a:r>
            <a:r>
              <a:rPr lang="en-US" altLang="zh-CN" baseline="-25000" dirty="0">
                <a:solidFill>
                  <a:srgbClr val="7030A0"/>
                </a:solidFill>
              </a:rPr>
              <a:t>m</a:t>
            </a:r>
            <a:r>
              <a:rPr lang="en-US" altLang="zh-CN" dirty="0"/>
              <a:t>		 (</a:t>
            </a:r>
            <a:r>
              <a:rPr lang="zh-CN" altLang="en-US" dirty="0"/>
              <a:t>其中，每个</a:t>
            </a:r>
            <a:r>
              <a:rPr lang="zh-CN" altLang="en-US" dirty="0">
                <a:sym typeface="Symbol" panose="05050102010706020507" pitchFamily="18" charset="2"/>
              </a:rPr>
              <a:t></a:t>
            </a:r>
            <a:r>
              <a:rPr lang="zh-CN" altLang="en-US" baseline="-25000" dirty="0"/>
              <a:t> </a:t>
            </a:r>
            <a:r>
              <a:rPr lang="zh-CN" altLang="en-US" dirty="0"/>
              <a:t>不以</a:t>
            </a:r>
            <a:r>
              <a:rPr lang="zh-CN" altLang="en-US" dirty="0">
                <a:sym typeface="Symbol" panose="05050102010706020507" pitchFamily="18" charset="2"/>
              </a:rPr>
              <a:t></a:t>
            </a:r>
            <a:r>
              <a:rPr lang="zh-CN" altLang="en-US" dirty="0"/>
              <a:t>开头</a:t>
            </a:r>
            <a:r>
              <a:rPr lang="en-US" altLang="zh-CN" dirty="0"/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</a:t>
            </a:r>
            <a:r>
              <a:rPr lang="zh-CN" altLang="en-US" dirty="0"/>
              <a:t>那么，可以把这些规则改写成</a:t>
            </a:r>
          </a:p>
          <a:p>
            <a:pPr algn="ctr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tx1"/>
                </a:solidFill>
              </a:rPr>
              <a:t>A →</a:t>
            </a:r>
            <a:r>
              <a:rPr lang="en-US" altLang="zh-CN" dirty="0">
                <a:solidFill>
                  <a:srgbClr val="3333CC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</a:t>
            </a:r>
            <a:r>
              <a:rPr lang="en-US" altLang="zh-CN" dirty="0">
                <a:solidFill>
                  <a:srgbClr val="0070C0"/>
                </a:solidFill>
              </a:rPr>
              <a:t>A</a:t>
            </a:r>
            <a:r>
              <a:rPr lang="en-US" altLang="zh-CN" dirty="0">
                <a:solidFill>
                  <a:srgbClr val="0070C0"/>
                </a:solidFill>
                <a:sym typeface="Symbol" panose="05050102010706020507" pitchFamily="18" charset="2"/>
              </a:rPr>
              <a:t>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7030A0"/>
                </a:solidFill>
              </a:rPr>
              <a:t>| </a:t>
            </a:r>
            <a:r>
              <a:rPr lang="en-US" altLang="zh-CN" dirty="0">
                <a:solidFill>
                  <a:srgbClr val="7030A0"/>
                </a:solidFill>
                <a:sym typeface="Symbol" panose="05050102010706020507" pitchFamily="18" charset="2"/>
              </a:rPr>
              <a:t></a:t>
            </a:r>
            <a:r>
              <a:rPr lang="en-US" altLang="zh-CN" baseline="-25000" dirty="0">
                <a:solidFill>
                  <a:srgbClr val="7030A0"/>
                </a:solidFill>
              </a:rPr>
              <a:t> 1 </a:t>
            </a:r>
            <a:r>
              <a:rPr lang="en-US" altLang="zh-CN" dirty="0">
                <a:solidFill>
                  <a:srgbClr val="7030A0"/>
                </a:solidFill>
              </a:rPr>
              <a:t>| </a:t>
            </a:r>
            <a:r>
              <a:rPr lang="en-US" altLang="zh-CN" dirty="0">
                <a:solidFill>
                  <a:srgbClr val="7030A0"/>
                </a:solidFill>
                <a:sym typeface="Symbol" panose="05050102010706020507" pitchFamily="18" charset="2"/>
              </a:rPr>
              <a:t></a:t>
            </a:r>
            <a:r>
              <a:rPr lang="en-US" altLang="zh-CN" baseline="-25000" dirty="0">
                <a:solidFill>
                  <a:srgbClr val="7030A0"/>
                </a:solidFill>
              </a:rPr>
              <a:t> 2 </a:t>
            </a:r>
            <a:r>
              <a:rPr lang="en-US" altLang="zh-CN" dirty="0">
                <a:solidFill>
                  <a:srgbClr val="7030A0"/>
                </a:solidFill>
              </a:rPr>
              <a:t>| … | </a:t>
            </a:r>
            <a:r>
              <a:rPr lang="en-US" altLang="zh-CN" dirty="0">
                <a:solidFill>
                  <a:srgbClr val="7030A0"/>
                </a:solidFill>
                <a:sym typeface="Symbol" panose="05050102010706020507" pitchFamily="18" charset="2"/>
              </a:rPr>
              <a:t></a:t>
            </a:r>
            <a:r>
              <a:rPr lang="en-US" altLang="zh-CN" baseline="-25000" dirty="0">
                <a:solidFill>
                  <a:srgbClr val="7030A0"/>
                </a:solidFill>
              </a:rPr>
              <a:t> m</a:t>
            </a:r>
            <a:endParaRPr lang="en-US" altLang="zh-CN" dirty="0">
              <a:solidFill>
                <a:srgbClr val="7030A0"/>
              </a:solidFill>
            </a:endParaRPr>
          </a:p>
          <a:p>
            <a:pPr algn="ctr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70C0"/>
                </a:solidFill>
              </a:rPr>
              <a:t>A</a:t>
            </a:r>
            <a:r>
              <a:rPr lang="en-US" altLang="zh-CN" dirty="0">
                <a:solidFill>
                  <a:srgbClr val="0070C0"/>
                </a:solidFill>
                <a:sym typeface="Symbol" panose="05050102010706020507" pitchFamily="18" charset="2"/>
              </a:rPr>
              <a:t> </a:t>
            </a:r>
            <a:r>
              <a:rPr lang="en-US" altLang="zh-CN" dirty="0">
                <a:solidFill>
                  <a:srgbClr val="0070C0"/>
                </a:solidFill>
              </a:rPr>
              <a:t>→ </a:t>
            </a:r>
            <a:r>
              <a:rPr lang="en-US" altLang="zh-CN" dirty="0">
                <a:solidFill>
                  <a:srgbClr val="0070C0"/>
                </a:solidFill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solidFill>
                  <a:srgbClr val="0070C0"/>
                </a:solidFill>
              </a:rPr>
              <a:t> 1 </a:t>
            </a:r>
            <a:r>
              <a:rPr lang="en-US" altLang="zh-CN" dirty="0">
                <a:solidFill>
                  <a:srgbClr val="0070C0"/>
                </a:solidFill>
              </a:rPr>
              <a:t>| </a:t>
            </a:r>
            <a:r>
              <a:rPr lang="en-US" altLang="zh-CN" dirty="0">
                <a:solidFill>
                  <a:srgbClr val="0070C0"/>
                </a:solidFill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solidFill>
                  <a:srgbClr val="0070C0"/>
                </a:solidFill>
              </a:rPr>
              <a:t> 2 </a:t>
            </a:r>
            <a:r>
              <a:rPr lang="en-US" altLang="zh-CN" dirty="0">
                <a:solidFill>
                  <a:srgbClr val="0070C0"/>
                </a:solidFill>
              </a:rPr>
              <a:t>| … | </a:t>
            </a:r>
            <a:r>
              <a:rPr lang="en-US" altLang="zh-CN" dirty="0">
                <a:solidFill>
                  <a:srgbClr val="0070C0"/>
                </a:solidFill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solidFill>
                  <a:srgbClr val="0070C0"/>
                </a:solidFill>
              </a:rPr>
              <a:t> n</a:t>
            </a:r>
            <a:endParaRPr lang="en-US" altLang="zh-CN" dirty="0">
              <a:solidFill>
                <a:srgbClr val="0070C0"/>
              </a:solidFill>
            </a:endParaRPr>
          </a:p>
          <a:p>
            <a:pPr eaLnBrk="1" hangingPunct="1"/>
            <a:r>
              <a:rPr lang="zh-CN" altLang="en-US" dirty="0"/>
              <a:t>经过反复提取左因子，就能够把每个非终结符</a:t>
            </a:r>
            <a:r>
              <a:rPr lang="en-US" altLang="zh-CN" dirty="0"/>
              <a:t>(</a:t>
            </a:r>
            <a:r>
              <a:rPr lang="zh-CN" altLang="en-US" dirty="0"/>
              <a:t>包括新引进者</a:t>
            </a:r>
            <a:r>
              <a:rPr lang="en-US" altLang="zh-CN" dirty="0"/>
              <a:t>)</a:t>
            </a:r>
            <a:r>
              <a:rPr lang="zh-CN" altLang="en-US" dirty="0"/>
              <a:t>的所有候选首符集变成为两两不相交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AB2FE9F-D90D-4104-640B-30B6A6A2D44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45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356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8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18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18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7" grpId="0" build="p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0" name="Rectangle 1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Symbol" panose="05050102010706020507" pitchFamily="18" charset="2"/>
              </a:rPr>
              <a:t> </a:t>
            </a:r>
            <a:r>
              <a:rPr lang="zh-CN" altLang="en-US" dirty="0"/>
              <a:t>候选</a:t>
            </a:r>
          </a:p>
        </p:txBody>
      </p:sp>
      <p:sp>
        <p:nvSpPr>
          <p:cNvPr id="119813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dirty="0"/>
              <a:t> </a:t>
            </a:r>
            <a:r>
              <a:rPr lang="zh-CN" altLang="en-US" dirty="0"/>
              <a:t>考虑文法</a:t>
            </a:r>
            <a:r>
              <a:rPr lang="en-US" altLang="zh-CN" dirty="0"/>
              <a:t>G(E)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dirty="0"/>
              <a:t>    E→TE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 E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→+TE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 | </a:t>
            </a:r>
            <a:r>
              <a:rPr lang="en-US" altLang="zh-CN" dirty="0">
                <a:sym typeface="Symbol" panose="05050102010706020507" pitchFamily="18" charset="2"/>
              </a:rPr>
              <a:t>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 T→FT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 T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→*FT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 | </a:t>
            </a:r>
            <a:r>
              <a:rPr lang="en-US" altLang="zh-CN" dirty="0">
                <a:sym typeface="Symbol" panose="05050102010706020507" pitchFamily="18" charset="2"/>
              </a:rPr>
              <a:t>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 F→(E) | </a:t>
            </a:r>
            <a:r>
              <a:rPr lang="en-US" altLang="zh-CN" dirty="0" err="1"/>
              <a:t>i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kumimoji="1" lang="en-US" altLang="zh-CN" dirty="0"/>
              <a:t> </a:t>
            </a:r>
            <a:r>
              <a:rPr kumimoji="1" lang="zh-CN" altLang="en-US" dirty="0"/>
              <a:t>分析：</a:t>
            </a:r>
            <a:r>
              <a:rPr kumimoji="1" lang="en-US" altLang="zh-CN" dirty="0" err="1"/>
              <a:t>i</a:t>
            </a:r>
            <a:r>
              <a:rPr kumimoji="1" lang="en-US" altLang="zh-CN" dirty="0"/>
              <a:t>   +   </a:t>
            </a:r>
            <a:r>
              <a:rPr kumimoji="1" lang="en-US" altLang="zh-CN" dirty="0" err="1"/>
              <a:t>i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7056225" y="919333"/>
            <a:ext cx="3023870" cy="566975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2646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F83ABDF-72E6-6AB8-7C2C-9327E45EBBB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46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468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98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3" grpId="0" build="p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Text Box 2"/>
          <p:cNvSpPr txBox="1">
            <a:spLocks noChangeArrowheads="1"/>
          </p:cNvSpPr>
          <p:nvPr/>
        </p:nvSpPr>
        <p:spPr bwMode="auto">
          <a:xfrm>
            <a:off x="1638458" y="2724633"/>
            <a:ext cx="1581495" cy="550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976" b="1">
                <a:latin typeface="Times New Roman" panose="02020603050405020304" pitchFamily="18" charset="0"/>
                <a:ea typeface="宋体" panose="02010600030101010101" pitchFamily="2" charset="-122"/>
              </a:rPr>
              <a:t>i   +   i </a:t>
            </a:r>
          </a:p>
        </p:txBody>
      </p:sp>
      <p:sp>
        <p:nvSpPr>
          <p:cNvPr id="67588" name="Line 3"/>
          <p:cNvSpPr>
            <a:spLocks noChangeShapeType="1"/>
          </p:cNvSpPr>
          <p:nvPr/>
        </p:nvSpPr>
        <p:spPr bwMode="auto">
          <a:xfrm flipV="1">
            <a:off x="1986256" y="3275859"/>
            <a:ext cx="0" cy="44098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67589" name="Text Box 4"/>
          <p:cNvSpPr txBox="1">
            <a:spLocks noChangeArrowheads="1"/>
          </p:cNvSpPr>
          <p:nvPr/>
        </p:nvSpPr>
        <p:spPr bwMode="auto">
          <a:xfrm>
            <a:off x="1746957" y="3834960"/>
            <a:ext cx="481222" cy="44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315" b="1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</a:p>
        </p:txBody>
      </p:sp>
      <p:sp>
        <p:nvSpPr>
          <p:cNvPr id="211973" name="Text Box 5"/>
          <p:cNvSpPr txBox="1">
            <a:spLocks noChangeArrowheads="1"/>
          </p:cNvSpPr>
          <p:nvPr/>
        </p:nvSpPr>
        <p:spPr bwMode="auto">
          <a:xfrm>
            <a:off x="5402600" y="1133951"/>
            <a:ext cx="41069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211994" name="Text Box 26"/>
          <p:cNvSpPr txBox="1">
            <a:spLocks noChangeArrowheads="1"/>
          </p:cNvSpPr>
          <p:nvPr/>
        </p:nvSpPr>
        <p:spPr bwMode="auto">
          <a:xfrm>
            <a:off x="3093959" y="2765319"/>
            <a:ext cx="37382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46">
                <a:latin typeface="Arial" panose="020B0604020202020204" pitchFamily="34" charset="0"/>
                <a:ea typeface="宋体" panose="02010600030101010101" pitchFamily="2" charset="-122"/>
              </a:rPr>
              <a:t>#</a:t>
            </a:r>
            <a:endParaRPr lang="en-GB" altLang="zh-CN" sz="2646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Rectangle 25"/>
          <p:cNvSpPr>
            <a:spLocks noChangeArrowheads="1"/>
          </p:cNvSpPr>
          <p:nvPr/>
        </p:nvSpPr>
        <p:spPr bwMode="auto">
          <a:xfrm>
            <a:off x="852134" y="4498402"/>
            <a:ext cx="2717100" cy="1942416"/>
          </a:xfrm>
          <a:prstGeom prst="rect">
            <a:avLst/>
          </a:prstGeom>
          <a:ln>
            <a:headEnd/>
            <a:tailEnd type="none" w="lg" len="lg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G(E):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E→TE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E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→+TE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| 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T→FT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T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→*FT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| 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F→(E) | </a:t>
            </a:r>
            <a:r>
              <a:rPr lang="en-US" altLang="zh-CN" sz="2315" dirty="0" err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endParaRPr lang="en-GB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DCB53D4-A7C1-A774-1F53-BC1E3A90B1F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47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25636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973" grpId="0"/>
      <p:bldP spid="21199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Text Box 2"/>
          <p:cNvSpPr txBox="1">
            <a:spLocks noChangeArrowheads="1"/>
          </p:cNvSpPr>
          <p:nvPr/>
        </p:nvSpPr>
        <p:spPr bwMode="auto">
          <a:xfrm>
            <a:off x="1638458" y="2724633"/>
            <a:ext cx="1581495" cy="550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976" b="1">
                <a:latin typeface="Times New Roman" panose="02020603050405020304" pitchFamily="18" charset="0"/>
                <a:ea typeface="宋体" panose="02010600030101010101" pitchFamily="2" charset="-122"/>
              </a:rPr>
              <a:t>i   +   i </a:t>
            </a:r>
          </a:p>
        </p:txBody>
      </p:sp>
      <p:sp>
        <p:nvSpPr>
          <p:cNvPr id="68612" name="Line 3"/>
          <p:cNvSpPr>
            <a:spLocks noChangeShapeType="1"/>
          </p:cNvSpPr>
          <p:nvPr/>
        </p:nvSpPr>
        <p:spPr bwMode="auto">
          <a:xfrm flipV="1">
            <a:off x="1986256" y="3275859"/>
            <a:ext cx="0" cy="44098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68613" name="Text Box 4"/>
          <p:cNvSpPr txBox="1">
            <a:spLocks noChangeArrowheads="1"/>
          </p:cNvSpPr>
          <p:nvPr/>
        </p:nvSpPr>
        <p:spPr bwMode="auto">
          <a:xfrm>
            <a:off x="1746957" y="3834960"/>
            <a:ext cx="481222" cy="44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315" b="1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</a:p>
        </p:txBody>
      </p:sp>
      <p:sp>
        <p:nvSpPr>
          <p:cNvPr id="68614" name="Text Box 5"/>
          <p:cNvSpPr txBox="1">
            <a:spLocks noChangeArrowheads="1"/>
          </p:cNvSpPr>
          <p:nvPr/>
        </p:nvSpPr>
        <p:spPr bwMode="auto">
          <a:xfrm>
            <a:off x="5402600" y="1133951"/>
            <a:ext cx="41069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68615" name="Line 6"/>
          <p:cNvSpPr>
            <a:spLocks noChangeShapeType="1"/>
          </p:cNvSpPr>
          <p:nvPr/>
        </p:nvSpPr>
        <p:spPr bwMode="auto">
          <a:xfrm flipH="1">
            <a:off x="4599331" y="1549996"/>
            <a:ext cx="944959" cy="5669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68616" name="Line 7"/>
          <p:cNvSpPr>
            <a:spLocks noChangeShapeType="1"/>
          </p:cNvSpPr>
          <p:nvPr/>
        </p:nvSpPr>
        <p:spPr bwMode="auto">
          <a:xfrm>
            <a:off x="5670285" y="1549996"/>
            <a:ext cx="1070954" cy="5669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68617" name="Text Box 8"/>
          <p:cNvSpPr txBox="1">
            <a:spLocks noChangeArrowheads="1"/>
          </p:cNvSpPr>
          <p:nvPr/>
        </p:nvSpPr>
        <p:spPr bwMode="auto">
          <a:xfrm>
            <a:off x="4393330" y="2116973"/>
            <a:ext cx="41069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</a:p>
        </p:txBody>
      </p:sp>
      <p:sp>
        <p:nvSpPr>
          <p:cNvPr id="68618" name="Text Box 9"/>
          <p:cNvSpPr txBox="1">
            <a:spLocks noChangeArrowheads="1"/>
          </p:cNvSpPr>
          <p:nvPr/>
        </p:nvSpPr>
        <p:spPr bwMode="auto">
          <a:xfrm>
            <a:off x="6416793" y="2116973"/>
            <a:ext cx="52290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E’</a:t>
            </a:r>
          </a:p>
        </p:txBody>
      </p:sp>
      <p:sp>
        <p:nvSpPr>
          <p:cNvPr id="68620" name="Text Box 12"/>
          <p:cNvSpPr txBox="1">
            <a:spLocks noChangeArrowheads="1"/>
          </p:cNvSpPr>
          <p:nvPr/>
        </p:nvSpPr>
        <p:spPr bwMode="auto">
          <a:xfrm>
            <a:off x="3093959" y="2765319"/>
            <a:ext cx="37382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46">
                <a:latin typeface="Arial" panose="020B0604020202020204" pitchFamily="34" charset="0"/>
                <a:ea typeface="宋体" panose="02010600030101010101" pitchFamily="2" charset="-122"/>
              </a:rPr>
              <a:t>#</a:t>
            </a:r>
            <a:endParaRPr lang="en-GB" altLang="zh-CN" sz="2646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Rectangle 25"/>
          <p:cNvSpPr>
            <a:spLocks noChangeArrowheads="1"/>
          </p:cNvSpPr>
          <p:nvPr/>
        </p:nvSpPr>
        <p:spPr bwMode="auto">
          <a:xfrm>
            <a:off x="852134" y="4498402"/>
            <a:ext cx="2717100" cy="1942416"/>
          </a:xfrm>
          <a:prstGeom prst="rect">
            <a:avLst/>
          </a:prstGeom>
          <a:ln>
            <a:headEnd/>
            <a:tailEnd type="none" w="lg" len="lg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G(E):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E→TE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E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→+TE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| 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T→FT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T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→*FT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| 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F→(E) | </a:t>
            </a:r>
            <a:r>
              <a:rPr lang="en-US" altLang="zh-CN" sz="2315" dirty="0" err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endParaRPr lang="en-GB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FBB0FBE-3957-0742-716C-6B6B43D850D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48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13782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Text Box 2"/>
          <p:cNvSpPr txBox="1">
            <a:spLocks noChangeArrowheads="1"/>
          </p:cNvSpPr>
          <p:nvPr/>
        </p:nvSpPr>
        <p:spPr bwMode="auto">
          <a:xfrm>
            <a:off x="1638458" y="2724633"/>
            <a:ext cx="1581495" cy="550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976" b="1">
                <a:latin typeface="Times New Roman" panose="02020603050405020304" pitchFamily="18" charset="0"/>
                <a:ea typeface="宋体" panose="02010600030101010101" pitchFamily="2" charset="-122"/>
              </a:rPr>
              <a:t>i   +   i </a:t>
            </a:r>
          </a:p>
        </p:txBody>
      </p:sp>
      <p:sp>
        <p:nvSpPr>
          <p:cNvPr id="69636" name="Line 3"/>
          <p:cNvSpPr>
            <a:spLocks noChangeShapeType="1"/>
          </p:cNvSpPr>
          <p:nvPr/>
        </p:nvSpPr>
        <p:spPr bwMode="auto">
          <a:xfrm flipV="1">
            <a:off x="1986256" y="3275859"/>
            <a:ext cx="0" cy="44098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69637" name="Text Box 4"/>
          <p:cNvSpPr txBox="1">
            <a:spLocks noChangeArrowheads="1"/>
          </p:cNvSpPr>
          <p:nvPr/>
        </p:nvSpPr>
        <p:spPr bwMode="auto">
          <a:xfrm>
            <a:off x="1746957" y="3834960"/>
            <a:ext cx="481222" cy="44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315" b="1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</a:p>
        </p:txBody>
      </p:sp>
      <p:sp>
        <p:nvSpPr>
          <p:cNvPr id="69638" name="Text Box 5"/>
          <p:cNvSpPr txBox="1">
            <a:spLocks noChangeArrowheads="1"/>
          </p:cNvSpPr>
          <p:nvPr/>
        </p:nvSpPr>
        <p:spPr bwMode="auto">
          <a:xfrm>
            <a:off x="5402600" y="1133951"/>
            <a:ext cx="41069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69639" name="Line 6"/>
          <p:cNvSpPr>
            <a:spLocks noChangeShapeType="1"/>
          </p:cNvSpPr>
          <p:nvPr/>
        </p:nvSpPr>
        <p:spPr bwMode="auto">
          <a:xfrm flipH="1">
            <a:off x="4599331" y="1549996"/>
            <a:ext cx="944959" cy="5669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69640" name="Line 7"/>
          <p:cNvSpPr>
            <a:spLocks noChangeShapeType="1"/>
          </p:cNvSpPr>
          <p:nvPr/>
        </p:nvSpPr>
        <p:spPr bwMode="auto">
          <a:xfrm>
            <a:off x="5670285" y="1549996"/>
            <a:ext cx="1070954" cy="5669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69641" name="Text Box 8"/>
          <p:cNvSpPr txBox="1">
            <a:spLocks noChangeArrowheads="1"/>
          </p:cNvSpPr>
          <p:nvPr/>
        </p:nvSpPr>
        <p:spPr bwMode="auto">
          <a:xfrm>
            <a:off x="4393330" y="2116973"/>
            <a:ext cx="41069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</a:p>
        </p:txBody>
      </p:sp>
      <p:sp>
        <p:nvSpPr>
          <p:cNvPr id="69642" name="Text Box 9"/>
          <p:cNvSpPr txBox="1">
            <a:spLocks noChangeArrowheads="1"/>
          </p:cNvSpPr>
          <p:nvPr/>
        </p:nvSpPr>
        <p:spPr bwMode="auto">
          <a:xfrm>
            <a:off x="6416793" y="2116973"/>
            <a:ext cx="52290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E’</a:t>
            </a:r>
          </a:p>
        </p:txBody>
      </p:sp>
      <p:sp>
        <p:nvSpPr>
          <p:cNvPr id="69643" name="Line 10"/>
          <p:cNvSpPr>
            <a:spLocks noChangeShapeType="1"/>
          </p:cNvSpPr>
          <p:nvPr/>
        </p:nvSpPr>
        <p:spPr bwMode="auto">
          <a:xfrm flipH="1">
            <a:off x="3906361" y="2494956"/>
            <a:ext cx="629973" cy="6299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69644" name="Line 11"/>
          <p:cNvSpPr>
            <a:spLocks noChangeShapeType="1"/>
          </p:cNvSpPr>
          <p:nvPr/>
        </p:nvSpPr>
        <p:spPr bwMode="auto">
          <a:xfrm>
            <a:off x="4599331" y="2494956"/>
            <a:ext cx="566976" cy="6299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69645" name="Text Box 12"/>
          <p:cNvSpPr txBox="1">
            <a:spLocks noChangeArrowheads="1"/>
          </p:cNvSpPr>
          <p:nvPr/>
        </p:nvSpPr>
        <p:spPr bwMode="auto">
          <a:xfrm>
            <a:off x="3658137" y="3149864"/>
            <a:ext cx="391453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69646" name="Text Box 13"/>
          <p:cNvSpPr txBox="1">
            <a:spLocks noChangeArrowheads="1"/>
          </p:cNvSpPr>
          <p:nvPr/>
        </p:nvSpPr>
        <p:spPr bwMode="auto">
          <a:xfrm>
            <a:off x="4959980" y="3149864"/>
            <a:ext cx="52290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T’</a:t>
            </a:r>
          </a:p>
        </p:txBody>
      </p:sp>
      <p:sp>
        <p:nvSpPr>
          <p:cNvPr id="69648" name="Text Box 16"/>
          <p:cNvSpPr txBox="1">
            <a:spLocks noChangeArrowheads="1"/>
          </p:cNvSpPr>
          <p:nvPr/>
        </p:nvSpPr>
        <p:spPr bwMode="auto">
          <a:xfrm>
            <a:off x="3093959" y="2765319"/>
            <a:ext cx="37382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46">
                <a:latin typeface="Arial" panose="020B0604020202020204" pitchFamily="34" charset="0"/>
                <a:ea typeface="宋体" panose="02010600030101010101" pitchFamily="2" charset="-122"/>
              </a:rPr>
              <a:t>#</a:t>
            </a:r>
            <a:endParaRPr lang="en-GB" altLang="zh-CN" sz="2646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Rectangle 25"/>
          <p:cNvSpPr>
            <a:spLocks noChangeArrowheads="1"/>
          </p:cNvSpPr>
          <p:nvPr/>
        </p:nvSpPr>
        <p:spPr bwMode="auto">
          <a:xfrm>
            <a:off x="852134" y="4498402"/>
            <a:ext cx="2717100" cy="1942416"/>
          </a:xfrm>
          <a:prstGeom prst="rect">
            <a:avLst/>
          </a:prstGeom>
          <a:ln>
            <a:headEnd/>
            <a:tailEnd type="none" w="lg" len="lg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G(E):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E→TE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E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→+TE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| 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T→FT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T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→*FT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| 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F→(E) | </a:t>
            </a:r>
            <a:r>
              <a:rPr lang="en-US" altLang="zh-CN" sz="2315" dirty="0" err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endParaRPr lang="en-GB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2A00DFD-D09A-B83D-9750-1AE8A828676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49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73853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Text Box 1026"/>
          <p:cNvSpPr txBox="1">
            <a:spLocks noChangeArrowheads="1"/>
          </p:cNvSpPr>
          <p:nvPr/>
        </p:nvSpPr>
        <p:spPr bwMode="auto">
          <a:xfrm>
            <a:off x="1638458" y="2724633"/>
            <a:ext cx="1581495" cy="550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976" b="1">
                <a:latin typeface="Times New Roman" panose="02020603050405020304" pitchFamily="18" charset="0"/>
                <a:ea typeface="宋体" panose="02010600030101010101" pitchFamily="2" charset="-122"/>
              </a:rPr>
              <a:t>i   +   i </a:t>
            </a:r>
          </a:p>
        </p:txBody>
      </p:sp>
      <p:sp>
        <p:nvSpPr>
          <p:cNvPr id="70660" name="Line 1027"/>
          <p:cNvSpPr>
            <a:spLocks noChangeShapeType="1"/>
          </p:cNvSpPr>
          <p:nvPr/>
        </p:nvSpPr>
        <p:spPr bwMode="auto">
          <a:xfrm flipV="1">
            <a:off x="1986256" y="3275859"/>
            <a:ext cx="0" cy="44098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0661" name="Text Box 1028"/>
          <p:cNvSpPr txBox="1">
            <a:spLocks noChangeArrowheads="1"/>
          </p:cNvSpPr>
          <p:nvPr/>
        </p:nvSpPr>
        <p:spPr bwMode="auto">
          <a:xfrm>
            <a:off x="1746957" y="3834960"/>
            <a:ext cx="481222" cy="44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315" b="1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</a:p>
        </p:txBody>
      </p:sp>
      <p:sp>
        <p:nvSpPr>
          <p:cNvPr id="70662" name="Text Box 1029"/>
          <p:cNvSpPr txBox="1">
            <a:spLocks noChangeArrowheads="1"/>
          </p:cNvSpPr>
          <p:nvPr/>
        </p:nvSpPr>
        <p:spPr bwMode="auto">
          <a:xfrm>
            <a:off x="5402600" y="1133951"/>
            <a:ext cx="41069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70663" name="Line 1030"/>
          <p:cNvSpPr>
            <a:spLocks noChangeShapeType="1"/>
          </p:cNvSpPr>
          <p:nvPr/>
        </p:nvSpPr>
        <p:spPr bwMode="auto">
          <a:xfrm flipH="1">
            <a:off x="4599331" y="1549996"/>
            <a:ext cx="944959" cy="5669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0664" name="Line 1031"/>
          <p:cNvSpPr>
            <a:spLocks noChangeShapeType="1"/>
          </p:cNvSpPr>
          <p:nvPr/>
        </p:nvSpPr>
        <p:spPr bwMode="auto">
          <a:xfrm>
            <a:off x="5670285" y="1549996"/>
            <a:ext cx="1070954" cy="5669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0665" name="Text Box 1032"/>
          <p:cNvSpPr txBox="1">
            <a:spLocks noChangeArrowheads="1"/>
          </p:cNvSpPr>
          <p:nvPr/>
        </p:nvSpPr>
        <p:spPr bwMode="auto">
          <a:xfrm>
            <a:off x="4393330" y="2116973"/>
            <a:ext cx="41069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</a:p>
        </p:txBody>
      </p:sp>
      <p:sp>
        <p:nvSpPr>
          <p:cNvPr id="70666" name="Text Box 1033"/>
          <p:cNvSpPr txBox="1">
            <a:spLocks noChangeArrowheads="1"/>
          </p:cNvSpPr>
          <p:nvPr/>
        </p:nvSpPr>
        <p:spPr bwMode="auto">
          <a:xfrm>
            <a:off x="6416793" y="2116973"/>
            <a:ext cx="52290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E’</a:t>
            </a:r>
          </a:p>
        </p:txBody>
      </p:sp>
      <p:sp>
        <p:nvSpPr>
          <p:cNvPr id="70667" name="Line 1034"/>
          <p:cNvSpPr>
            <a:spLocks noChangeShapeType="1"/>
          </p:cNvSpPr>
          <p:nvPr/>
        </p:nvSpPr>
        <p:spPr bwMode="auto">
          <a:xfrm flipH="1">
            <a:off x="3906361" y="2494956"/>
            <a:ext cx="629973" cy="6299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0668" name="Line 1035"/>
          <p:cNvSpPr>
            <a:spLocks noChangeShapeType="1"/>
          </p:cNvSpPr>
          <p:nvPr/>
        </p:nvSpPr>
        <p:spPr bwMode="auto">
          <a:xfrm>
            <a:off x="4599331" y="2494956"/>
            <a:ext cx="566976" cy="6299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0669" name="Text Box 1036"/>
          <p:cNvSpPr txBox="1">
            <a:spLocks noChangeArrowheads="1"/>
          </p:cNvSpPr>
          <p:nvPr/>
        </p:nvSpPr>
        <p:spPr bwMode="auto">
          <a:xfrm>
            <a:off x="3658137" y="3149864"/>
            <a:ext cx="391453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70670" name="Text Box 1037"/>
          <p:cNvSpPr txBox="1">
            <a:spLocks noChangeArrowheads="1"/>
          </p:cNvSpPr>
          <p:nvPr/>
        </p:nvSpPr>
        <p:spPr bwMode="auto">
          <a:xfrm>
            <a:off x="4959980" y="3149864"/>
            <a:ext cx="52290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T’</a:t>
            </a:r>
          </a:p>
        </p:txBody>
      </p:sp>
      <p:sp>
        <p:nvSpPr>
          <p:cNvPr id="70671" name="Line 1038"/>
          <p:cNvSpPr>
            <a:spLocks noChangeShapeType="1"/>
          </p:cNvSpPr>
          <p:nvPr/>
        </p:nvSpPr>
        <p:spPr bwMode="auto">
          <a:xfrm>
            <a:off x="3852551" y="3565910"/>
            <a:ext cx="0" cy="69297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0672" name="Text Box 1039"/>
          <p:cNvSpPr txBox="1">
            <a:spLocks noChangeArrowheads="1"/>
          </p:cNvSpPr>
          <p:nvPr/>
        </p:nvSpPr>
        <p:spPr bwMode="auto">
          <a:xfrm>
            <a:off x="3709649" y="4258881"/>
            <a:ext cx="279243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70674" name="Text Box 1042"/>
          <p:cNvSpPr txBox="1">
            <a:spLocks noChangeArrowheads="1"/>
          </p:cNvSpPr>
          <p:nvPr/>
        </p:nvSpPr>
        <p:spPr bwMode="auto">
          <a:xfrm>
            <a:off x="3093959" y="2765319"/>
            <a:ext cx="37382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46">
                <a:latin typeface="Arial" panose="020B0604020202020204" pitchFamily="34" charset="0"/>
                <a:ea typeface="宋体" panose="02010600030101010101" pitchFamily="2" charset="-122"/>
              </a:rPr>
              <a:t>#</a:t>
            </a:r>
            <a:endParaRPr lang="en-GB" altLang="zh-CN" sz="2646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Rectangle 25"/>
          <p:cNvSpPr>
            <a:spLocks noChangeArrowheads="1"/>
          </p:cNvSpPr>
          <p:nvPr/>
        </p:nvSpPr>
        <p:spPr bwMode="auto">
          <a:xfrm>
            <a:off x="852134" y="4498402"/>
            <a:ext cx="2717100" cy="1942416"/>
          </a:xfrm>
          <a:prstGeom prst="rect">
            <a:avLst/>
          </a:prstGeom>
          <a:ln>
            <a:headEnd/>
            <a:tailEnd type="none" w="lg" len="lg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G(E):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E→TE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E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→+TE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| 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T→FT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T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→*FT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| 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F→(E) | </a:t>
            </a:r>
            <a:r>
              <a:rPr lang="en-US" altLang="zh-CN" sz="2315" dirty="0" err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endParaRPr lang="en-GB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D092731-B935-4938-32A4-847A202FE79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50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17292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Text Box 2"/>
          <p:cNvSpPr txBox="1">
            <a:spLocks noChangeArrowheads="1"/>
          </p:cNvSpPr>
          <p:nvPr/>
        </p:nvSpPr>
        <p:spPr bwMode="auto">
          <a:xfrm>
            <a:off x="1638458" y="2724633"/>
            <a:ext cx="1581495" cy="550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976" b="1">
                <a:latin typeface="Times New Roman" panose="02020603050405020304" pitchFamily="18" charset="0"/>
                <a:ea typeface="宋体" panose="02010600030101010101" pitchFamily="2" charset="-122"/>
              </a:rPr>
              <a:t>i   +   i </a:t>
            </a:r>
          </a:p>
        </p:txBody>
      </p:sp>
      <p:sp>
        <p:nvSpPr>
          <p:cNvPr id="71684" name="Line 3"/>
          <p:cNvSpPr>
            <a:spLocks noChangeShapeType="1"/>
          </p:cNvSpPr>
          <p:nvPr/>
        </p:nvSpPr>
        <p:spPr bwMode="auto">
          <a:xfrm flipV="1">
            <a:off x="2427237" y="3275859"/>
            <a:ext cx="0" cy="44098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1685" name="Text Box 4"/>
          <p:cNvSpPr txBox="1">
            <a:spLocks noChangeArrowheads="1"/>
          </p:cNvSpPr>
          <p:nvPr/>
        </p:nvSpPr>
        <p:spPr bwMode="auto">
          <a:xfrm>
            <a:off x="2187938" y="3834960"/>
            <a:ext cx="481222" cy="44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315" b="1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</a:p>
        </p:txBody>
      </p:sp>
      <p:sp>
        <p:nvSpPr>
          <p:cNvPr id="71686" name="Text Box 5"/>
          <p:cNvSpPr txBox="1">
            <a:spLocks noChangeArrowheads="1"/>
          </p:cNvSpPr>
          <p:nvPr/>
        </p:nvSpPr>
        <p:spPr bwMode="auto">
          <a:xfrm>
            <a:off x="5402600" y="1133951"/>
            <a:ext cx="41069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71687" name="Line 6"/>
          <p:cNvSpPr>
            <a:spLocks noChangeShapeType="1"/>
          </p:cNvSpPr>
          <p:nvPr/>
        </p:nvSpPr>
        <p:spPr bwMode="auto">
          <a:xfrm flipH="1">
            <a:off x="4599331" y="1549996"/>
            <a:ext cx="944959" cy="5669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1688" name="Line 7"/>
          <p:cNvSpPr>
            <a:spLocks noChangeShapeType="1"/>
          </p:cNvSpPr>
          <p:nvPr/>
        </p:nvSpPr>
        <p:spPr bwMode="auto">
          <a:xfrm>
            <a:off x="5670285" y="1549996"/>
            <a:ext cx="1070954" cy="5669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1689" name="Text Box 8"/>
          <p:cNvSpPr txBox="1">
            <a:spLocks noChangeArrowheads="1"/>
          </p:cNvSpPr>
          <p:nvPr/>
        </p:nvSpPr>
        <p:spPr bwMode="auto">
          <a:xfrm>
            <a:off x="4393330" y="2116973"/>
            <a:ext cx="41069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</a:p>
        </p:txBody>
      </p:sp>
      <p:sp>
        <p:nvSpPr>
          <p:cNvPr id="71690" name="Text Box 9"/>
          <p:cNvSpPr txBox="1">
            <a:spLocks noChangeArrowheads="1"/>
          </p:cNvSpPr>
          <p:nvPr/>
        </p:nvSpPr>
        <p:spPr bwMode="auto">
          <a:xfrm>
            <a:off x="6416793" y="2116973"/>
            <a:ext cx="52290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E’</a:t>
            </a:r>
          </a:p>
        </p:txBody>
      </p:sp>
      <p:sp>
        <p:nvSpPr>
          <p:cNvPr id="71691" name="Line 10"/>
          <p:cNvSpPr>
            <a:spLocks noChangeShapeType="1"/>
          </p:cNvSpPr>
          <p:nvPr/>
        </p:nvSpPr>
        <p:spPr bwMode="auto">
          <a:xfrm flipH="1">
            <a:off x="3906361" y="2494956"/>
            <a:ext cx="629973" cy="6299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1692" name="Line 11"/>
          <p:cNvSpPr>
            <a:spLocks noChangeShapeType="1"/>
          </p:cNvSpPr>
          <p:nvPr/>
        </p:nvSpPr>
        <p:spPr bwMode="auto">
          <a:xfrm>
            <a:off x="4599331" y="2494956"/>
            <a:ext cx="566976" cy="6299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1693" name="Text Box 12"/>
          <p:cNvSpPr txBox="1">
            <a:spLocks noChangeArrowheads="1"/>
          </p:cNvSpPr>
          <p:nvPr/>
        </p:nvSpPr>
        <p:spPr bwMode="auto">
          <a:xfrm>
            <a:off x="3658137" y="3149864"/>
            <a:ext cx="391453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71694" name="Text Box 13"/>
          <p:cNvSpPr txBox="1">
            <a:spLocks noChangeArrowheads="1"/>
          </p:cNvSpPr>
          <p:nvPr/>
        </p:nvSpPr>
        <p:spPr bwMode="auto">
          <a:xfrm>
            <a:off x="4959980" y="3149864"/>
            <a:ext cx="52290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T’</a:t>
            </a:r>
          </a:p>
        </p:txBody>
      </p:sp>
      <p:sp>
        <p:nvSpPr>
          <p:cNvPr id="71695" name="Line 14"/>
          <p:cNvSpPr>
            <a:spLocks noChangeShapeType="1"/>
          </p:cNvSpPr>
          <p:nvPr/>
        </p:nvSpPr>
        <p:spPr bwMode="auto">
          <a:xfrm>
            <a:off x="3852551" y="3565910"/>
            <a:ext cx="0" cy="69297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1696" name="Text Box 15"/>
          <p:cNvSpPr txBox="1">
            <a:spLocks noChangeArrowheads="1"/>
          </p:cNvSpPr>
          <p:nvPr/>
        </p:nvSpPr>
        <p:spPr bwMode="auto">
          <a:xfrm>
            <a:off x="3709649" y="4258881"/>
            <a:ext cx="279243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71698" name="Text Box 18"/>
          <p:cNvSpPr txBox="1">
            <a:spLocks noChangeArrowheads="1"/>
          </p:cNvSpPr>
          <p:nvPr/>
        </p:nvSpPr>
        <p:spPr bwMode="auto">
          <a:xfrm>
            <a:off x="3093959" y="2765319"/>
            <a:ext cx="37382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46">
                <a:latin typeface="Arial" panose="020B0604020202020204" pitchFamily="34" charset="0"/>
                <a:ea typeface="宋体" panose="02010600030101010101" pitchFamily="2" charset="-122"/>
              </a:rPr>
              <a:t>#</a:t>
            </a:r>
            <a:endParaRPr lang="en-GB" altLang="zh-CN" sz="2646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Rectangle 25"/>
          <p:cNvSpPr>
            <a:spLocks noChangeArrowheads="1"/>
          </p:cNvSpPr>
          <p:nvPr/>
        </p:nvSpPr>
        <p:spPr bwMode="auto">
          <a:xfrm>
            <a:off x="852134" y="4498402"/>
            <a:ext cx="2717100" cy="1942416"/>
          </a:xfrm>
          <a:prstGeom prst="rect">
            <a:avLst/>
          </a:prstGeom>
          <a:ln>
            <a:headEnd/>
            <a:tailEnd type="none" w="lg" len="lg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G(E):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E→TE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E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→+TE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| 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T→FT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T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→*FT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| 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F→(E) | </a:t>
            </a:r>
            <a:r>
              <a:rPr lang="en-US" altLang="zh-CN" sz="2315" dirty="0" err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endParaRPr lang="en-GB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33434F4-42BE-7802-AA98-69F0E3B826F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51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017421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Text Box 2"/>
          <p:cNvSpPr txBox="1">
            <a:spLocks noChangeArrowheads="1"/>
          </p:cNvSpPr>
          <p:nvPr/>
        </p:nvSpPr>
        <p:spPr bwMode="auto">
          <a:xfrm>
            <a:off x="1638458" y="2724633"/>
            <a:ext cx="1581495" cy="550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976" b="1">
                <a:latin typeface="Times New Roman" panose="02020603050405020304" pitchFamily="18" charset="0"/>
                <a:ea typeface="宋体" panose="02010600030101010101" pitchFamily="2" charset="-122"/>
              </a:rPr>
              <a:t>i   +   i </a:t>
            </a:r>
          </a:p>
        </p:txBody>
      </p:sp>
      <p:sp>
        <p:nvSpPr>
          <p:cNvPr id="72708" name="Line 3"/>
          <p:cNvSpPr>
            <a:spLocks noChangeShapeType="1"/>
          </p:cNvSpPr>
          <p:nvPr/>
        </p:nvSpPr>
        <p:spPr bwMode="auto">
          <a:xfrm flipV="1">
            <a:off x="2427237" y="3275859"/>
            <a:ext cx="0" cy="44098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2709" name="Text Box 4"/>
          <p:cNvSpPr txBox="1">
            <a:spLocks noChangeArrowheads="1"/>
          </p:cNvSpPr>
          <p:nvPr/>
        </p:nvSpPr>
        <p:spPr bwMode="auto">
          <a:xfrm>
            <a:off x="2187938" y="3834960"/>
            <a:ext cx="481222" cy="44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315" b="1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</a:p>
        </p:txBody>
      </p:sp>
      <p:sp>
        <p:nvSpPr>
          <p:cNvPr id="72710" name="Text Box 5"/>
          <p:cNvSpPr txBox="1">
            <a:spLocks noChangeArrowheads="1"/>
          </p:cNvSpPr>
          <p:nvPr/>
        </p:nvSpPr>
        <p:spPr bwMode="auto">
          <a:xfrm>
            <a:off x="5402600" y="1133951"/>
            <a:ext cx="41069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72711" name="Line 6"/>
          <p:cNvSpPr>
            <a:spLocks noChangeShapeType="1"/>
          </p:cNvSpPr>
          <p:nvPr/>
        </p:nvSpPr>
        <p:spPr bwMode="auto">
          <a:xfrm flipH="1">
            <a:off x="4599331" y="1549996"/>
            <a:ext cx="944959" cy="5669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2712" name="Line 7"/>
          <p:cNvSpPr>
            <a:spLocks noChangeShapeType="1"/>
          </p:cNvSpPr>
          <p:nvPr/>
        </p:nvSpPr>
        <p:spPr bwMode="auto">
          <a:xfrm>
            <a:off x="5670285" y="1549996"/>
            <a:ext cx="1070954" cy="5669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2713" name="Text Box 8"/>
          <p:cNvSpPr txBox="1">
            <a:spLocks noChangeArrowheads="1"/>
          </p:cNvSpPr>
          <p:nvPr/>
        </p:nvSpPr>
        <p:spPr bwMode="auto">
          <a:xfrm>
            <a:off x="4393330" y="2116973"/>
            <a:ext cx="41069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</a:p>
        </p:txBody>
      </p:sp>
      <p:sp>
        <p:nvSpPr>
          <p:cNvPr id="72714" name="Text Box 9"/>
          <p:cNvSpPr txBox="1">
            <a:spLocks noChangeArrowheads="1"/>
          </p:cNvSpPr>
          <p:nvPr/>
        </p:nvSpPr>
        <p:spPr bwMode="auto">
          <a:xfrm>
            <a:off x="6416793" y="2116973"/>
            <a:ext cx="52290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E’</a:t>
            </a:r>
          </a:p>
        </p:txBody>
      </p:sp>
      <p:sp>
        <p:nvSpPr>
          <p:cNvPr id="72715" name="Line 10"/>
          <p:cNvSpPr>
            <a:spLocks noChangeShapeType="1"/>
          </p:cNvSpPr>
          <p:nvPr/>
        </p:nvSpPr>
        <p:spPr bwMode="auto">
          <a:xfrm flipH="1">
            <a:off x="3906361" y="2494956"/>
            <a:ext cx="629973" cy="6299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2716" name="Line 11"/>
          <p:cNvSpPr>
            <a:spLocks noChangeShapeType="1"/>
          </p:cNvSpPr>
          <p:nvPr/>
        </p:nvSpPr>
        <p:spPr bwMode="auto">
          <a:xfrm>
            <a:off x="4599331" y="2494956"/>
            <a:ext cx="566976" cy="6299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2717" name="Text Box 12"/>
          <p:cNvSpPr txBox="1">
            <a:spLocks noChangeArrowheads="1"/>
          </p:cNvSpPr>
          <p:nvPr/>
        </p:nvSpPr>
        <p:spPr bwMode="auto">
          <a:xfrm>
            <a:off x="3658137" y="3149864"/>
            <a:ext cx="391453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72718" name="Text Box 13"/>
          <p:cNvSpPr txBox="1">
            <a:spLocks noChangeArrowheads="1"/>
          </p:cNvSpPr>
          <p:nvPr/>
        </p:nvSpPr>
        <p:spPr bwMode="auto">
          <a:xfrm>
            <a:off x="4959980" y="3149864"/>
            <a:ext cx="52290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T’</a:t>
            </a:r>
          </a:p>
        </p:txBody>
      </p:sp>
      <p:sp>
        <p:nvSpPr>
          <p:cNvPr id="72719" name="Line 14"/>
          <p:cNvSpPr>
            <a:spLocks noChangeShapeType="1"/>
          </p:cNvSpPr>
          <p:nvPr/>
        </p:nvSpPr>
        <p:spPr bwMode="auto">
          <a:xfrm>
            <a:off x="3852551" y="3565910"/>
            <a:ext cx="0" cy="69297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2720" name="Text Box 15"/>
          <p:cNvSpPr txBox="1">
            <a:spLocks noChangeArrowheads="1"/>
          </p:cNvSpPr>
          <p:nvPr/>
        </p:nvSpPr>
        <p:spPr bwMode="auto">
          <a:xfrm>
            <a:off x="3709649" y="4258881"/>
            <a:ext cx="279243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72721" name="Line 16"/>
          <p:cNvSpPr>
            <a:spLocks noChangeShapeType="1"/>
          </p:cNvSpPr>
          <p:nvPr/>
        </p:nvSpPr>
        <p:spPr bwMode="auto">
          <a:xfrm>
            <a:off x="5158432" y="3628907"/>
            <a:ext cx="0" cy="69297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2722" name="Text Box 17"/>
          <p:cNvSpPr txBox="1">
            <a:spLocks noChangeArrowheads="1"/>
          </p:cNvSpPr>
          <p:nvPr/>
        </p:nvSpPr>
        <p:spPr bwMode="auto">
          <a:xfrm>
            <a:off x="4988280" y="4315314"/>
            <a:ext cx="333745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kumimoji="1" lang="en-US" altLang="zh-CN" sz="2646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724" name="Text Box 20"/>
          <p:cNvSpPr txBox="1">
            <a:spLocks noChangeArrowheads="1"/>
          </p:cNvSpPr>
          <p:nvPr/>
        </p:nvSpPr>
        <p:spPr bwMode="auto">
          <a:xfrm>
            <a:off x="3093959" y="2765319"/>
            <a:ext cx="37382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46">
                <a:latin typeface="Arial" panose="020B0604020202020204" pitchFamily="34" charset="0"/>
                <a:ea typeface="宋体" panose="02010600030101010101" pitchFamily="2" charset="-122"/>
              </a:rPr>
              <a:t>#</a:t>
            </a:r>
            <a:endParaRPr lang="en-GB" altLang="zh-CN" sz="2646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" name="Rectangle 25"/>
          <p:cNvSpPr>
            <a:spLocks noChangeArrowheads="1"/>
          </p:cNvSpPr>
          <p:nvPr/>
        </p:nvSpPr>
        <p:spPr bwMode="auto">
          <a:xfrm>
            <a:off x="852134" y="4498402"/>
            <a:ext cx="2717100" cy="1942416"/>
          </a:xfrm>
          <a:prstGeom prst="rect">
            <a:avLst/>
          </a:prstGeom>
          <a:ln>
            <a:headEnd/>
            <a:tailEnd type="none" w="lg" len="lg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G(E):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E→TE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E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→+TE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| 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T→FT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T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→*FT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| 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F→(E) | </a:t>
            </a:r>
            <a:r>
              <a:rPr lang="en-US" altLang="zh-CN" sz="2315" dirty="0" err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endParaRPr lang="en-GB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4479898-7409-A600-9FA8-F131581000C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52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95828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Text Box 2"/>
          <p:cNvSpPr txBox="1">
            <a:spLocks noChangeArrowheads="1"/>
          </p:cNvSpPr>
          <p:nvPr/>
        </p:nvSpPr>
        <p:spPr bwMode="auto">
          <a:xfrm>
            <a:off x="1638458" y="2724633"/>
            <a:ext cx="1581495" cy="550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976" b="1">
                <a:latin typeface="Times New Roman" panose="02020603050405020304" pitchFamily="18" charset="0"/>
                <a:ea typeface="宋体" panose="02010600030101010101" pitchFamily="2" charset="-122"/>
              </a:rPr>
              <a:t>i   +   i </a:t>
            </a:r>
          </a:p>
        </p:txBody>
      </p:sp>
      <p:sp>
        <p:nvSpPr>
          <p:cNvPr id="73732" name="Line 3"/>
          <p:cNvSpPr>
            <a:spLocks noChangeShapeType="1"/>
          </p:cNvSpPr>
          <p:nvPr/>
        </p:nvSpPr>
        <p:spPr bwMode="auto">
          <a:xfrm flipV="1">
            <a:off x="2427237" y="3275859"/>
            <a:ext cx="0" cy="44098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3733" name="Text Box 4"/>
          <p:cNvSpPr txBox="1">
            <a:spLocks noChangeArrowheads="1"/>
          </p:cNvSpPr>
          <p:nvPr/>
        </p:nvSpPr>
        <p:spPr bwMode="auto">
          <a:xfrm>
            <a:off x="2187938" y="3834960"/>
            <a:ext cx="481222" cy="44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315" b="1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</a:p>
        </p:txBody>
      </p:sp>
      <p:sp>
        <p:nvSpPr>
          <p:cNvPr id="73734" name="Text Box 5"/>
          <p:cNvSpPr txBox="1">
            <a:spLocks noChangeArrowheads="1"/>
          </p:cNvSpPr>
          <p:nvPr/>
        </p:nvSpPr>
        <p:spPr bwMode="auto">
          <a:xfrm>
            <a:off x="5402600" y="1133951"/>
            <a:ext cx="41069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73735" name="Line 6"/>
          <p:cNvSpPr>
            <a:spLocks noChangeShapeType="1"/>
          </p:cNvSpPr>
          <p:nvPr/>
        </p:nvSpPr>
        <p:spPr bwMode="auto">
          <a:xfrm flipH="1">
            <a:off x="4599331" y="1549996"/>
            <a:ext cx="944959" cy="5669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3736" name="Line 7"/>
          <p:cNvSpPr>
            <a:spLocks noChangeShapeType="1"/>
          </p:cNvSpPr>
          <p:nvPr/>
        </p:nvSpPr>
        <p:spPr bwMode="auto">
          <a:xfrm>
            <a:off x="5670285" y="1549996"/>
            <a:ext cx="1070954" cy="5669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3737" name="Text Box 8"/>
          <p:cNvSpPr txBox="1">
            <a:spLocks noChangeArrowheads="1"/>
          </p:cNvSpPr>
          <p:nvPr/>
        </p:nvSpPr>
        <p:spPr bwMode="auto">
          <a:xfrm>
            <a:off x="4393330" y="2116973"/>
            <a:ext cx="41069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</a:p>
        </p:txBody>
      </p:sp>
      <p:sp>
        <p:nvSpPr>
          <p:cNvPr id="73738" name="Text Box 9"/>
          <p:cNvSpPr txBox="1">
            <a:spLocks noChangeArrowheads="1"/>
          </p:cNvSpPr>
          <p:nvPr/>
        </p:nvSpPr>
        <p:spPr bwMode="auto">
          <a:xfrm>
            <a:off x="6416793" y="2116973"/>
            <a:ext cx="52290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E’</a:t>
            </a:r>
          </a:p>
        </p:txBody>
      </p:sp>
      <p:sp>
        <p:nvSpPr>
          <p:cNvPr id="73739" name="Line 10"/>
          <p:cNvSpPr>
            <a:spLocks noChangeShapeType="1"/>
          </p:cNvSpPr>
          <p:nvPr/>
        </p:nvSpPr>
        <p:spPr bwMode="auto">
          <a:xfrm flipH="1">
            <a:off x="3906361" y="2494956"/>
            <a:ext cx="629973" cy="6299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3740" name="Line 11"/>
          <p:cNvSpPr>
            <a:spLocks noChangeShapeType="1"/>
          </p:cNvSpPr>
          <p:nvPr/>
        </p:nvSpPr>
        <p:spPr bwMode="auto">
          <a:xfrm>
            <a:off x="4599331" y="2494956"/>
            <a:ext cx="566976" cy="6299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3741" name="Text Box 12"/>
          <p:cNvSpPr txBox="1">
            <a:spLocks noChangeArrowheads="1"/>
          </p:cNvSpPr>
          <p:nvPr/>
        </p:nvSpPr>
        <p:spPr bwMode="auto">
          <a:xfrm>
            <a:off x="3658137" y="3149864"/>
            <a:ext cx="391453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73742" name="Text Box 13"/>
          <p:cNvSpPr txBox="1">
            <a:spLocks noChangeArrowheads="1"/>
          </p:cNvSpPr>
          <p:nvPr/>
        </p:nvSpPr>
        <p:spPr bwMode="auto">
          <a:xfrm>
            <a:off x="4959980" y="3149864"/>
            <a:ext cx="52290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T’</a:t>
            </a:r>
          </a:p>
        </p:txBody>
      </p:sp>
      <p:sp>
        <p:nvSpPr>
          <p:cNvPr id="73743" name="Line 14"/>
          <p:cNvSpPr>
            <a:spLocks noChangeShapeType="1"/>
          </p:cNvSpPr>
          <p:nvPr/>
        </p:nvSpPr>
        <p:spPr bwMode="auto">
          <a:xfrm>
            <a:off x="3852551" y="3565910"/>
            <a:ext cx="0" cy="69297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3744" name="Text Box 15"/>
          <p:cNvSpPr txBox="1">
            <a:spLocks noChangeArrowheads="1"/>
          </p:cNvSpPr>
          <p:nvPr/>
        </p:nvSpPr>
        <p:spPr bwMode="auto">
          <a:xfrm>
            <a:off x="3709649" y="4258881"/>
            <a:ext cx="279243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73745" name="Line 16"/>
          <p:cNvSpPr>
            <a:spLocks noChangeShapeType="1"/>
          </p:cNvSpPr>
          <p:nvPr/>
        </p:nvSpPr>
        <p:spPr bwMode="auto">
          <a:xfrm>
            <a:off x="5158432" y="3628907"/>
            <a:ext cx="0" cy="69297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3746" name="Text Box 17"/>
          <p:cNvSpPr txBox="1">
            <a:spLocks noChangeArrowheads="1"/>
          </p:cNvSpPr>
          <p:nvPr/>
        </p:nvSpPr>
        <p:spPr bwMode="auto">
          <a:xfrm>
            <a:off x="4988280" y="4315314"/>
            <a:ext cx="333745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kumimoji="1" lang="en-US" altLang="zh-CN" sz="2646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3747" name="Line 18"/>
          <p:cNvSpPr>
            <a:spLocks noChangeShapeType="1"/>
          </p:cNvSpPr>
          <p:nvPr/>
        </p:nvSpPr>
        <p:spPr bwMode="auto">
          <a:xfrm flipH="1">
            <a:off x="5985271" y="2557953"/>
            <a:ext cx="692970" cy="6299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3748" name="Line 19"/>
          <p:cNvSpPr>
            <a:spLocks noChangeShapeType="1"/>
          </p:cNvSpPr>
          <p:nvPr/>
        </p:nvSpPr>
        <p:spPr bwMode="auto">
          <a:xfrm>
            <a:off x="6741239" y="2557953"/>
            <a:ext cx="188992" cy="5669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3749" name="Line 20"/>
          <p:cNvSpPr>
            <a:spLocks noChangeShapeType="1"/>
          </p:cNvSpPr>
          <p:nvPr/>
        </p:nvSpPr>
        <p:spPr bwMode="auto">
          <a:xfrm>
            <a:off x="6804236" y="2494956"/>
            <a:ext cx="1259946" cy="69297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3750" name="Text Box 21"/>
          <p:cNvSpPr txBox="1">
            <a:spLocks noChangeArrowheads="1"/>
          </p:cNvSpPr>
          <p:nvPr/>
        </p:nvSpPr>
        <p:spPr bwMode="auto">
          <a:xfrm>
            <a:off x="5778895" y="3187927"/>
            <a:ext cx="378629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</a:p>
        </p:txBody>
      </p:sp>
      <p:sp>
        <p:nvSpPr>
          <p:cNvPr id="73751" name="Text Box 22"/>
          <p:cNvSpPr txBox="1">
            <a:spLocks noChangeArrowheads="1"/>
          </p:cNvSpPr>
          <p:nvPr/>
        </p:nvSpPr>
        <p:spPr bwMode="auto">
          <a:xfrm>
            <a:off x="6724230" y="3187927"/>
            <a:ext cx="41069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</a:p>
        </p:txBody>
      </p:sp>
      <p:sp>
        <p:nvSpPr>
          <p:cNvPr id="73752" name="Text Box 23"/>
          <p:cNvSpPr txBox="1">
            <a:spLocks noChangeArrowheads="1"/>
          </p:cNvSpPr>
          <p:nvPr/>
        </p:nvSpPr>
        <p:spPr bwMode="auto">
          <a:xfrm>
            <a:off x="7865730" y="3187927"/>
            <a:ext cx="52290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E’</a:t>
            </a:r>
          </a:p>
        </p:txBody>
      </p:sp>
      <p:sp>
        <p:nvSpPr>
          <p:cNvPr id="73754" name="Text Box 26"/>
          <p:cNvSpPr txBox="1">
            <a:spLocks noChangeArrowheads="1"/>
          </p:cNvSpPr>
          <p:nvPr/>
        </p:nvSpPr>
        <p:spPr bwMode="auto">
          <a:xfrm>
            <a:off x="3093959" y="2765319"/>
            <a:ext cx="37382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46">
                <a:latin typeface="Arial" panose="020B0604020202020204" pitchFamily="34" charset="0"/>
                <a:ea typeface="宋体" panose="02010600030101010101" pitchFamily="2" charset="-122"/>
              </a:rPr>
              <a:t>#</a:t>
            </a:r>
            <a:endParaRPr lang="en-GB" altLang="zh-CN" sz="2646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" name="Rectangle 25"/>
          <p:cNvSpPr>
            <a:spLocks noChangeArrowheads="1"/>
          </p:cNvSpPr>
          <p:nvPr/>
        </p:nvSpPr>
        <p:spPr bwMode="auto">
          <a:xfrm>
            <a:off x="852134" y="4498402"/>
            <a:ext cx="2717100" cy="1942416"/>
          </a:xfrm>
          <a:prstGeom prst="rect">
            <a:avLst/>
          </a:prstGeom>
          <a:ln>
            <a:headEnd/>
            <a:tailEnd type="none" w="lg" len="lg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G(E):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E→TE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E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→+TE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| 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T→FT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T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→*FT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| 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F→(E) | </a:t>
            </a:r>
            <a:r>
              <a:rPr lang="en-US" altLang="zh-CN" sz="2315" dirty="0" err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endParaRPr lang="en-GB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EB416A5-CD14-9589-294A-DEC78BBEBDD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53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24225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Text Box 2"/>
          <p:cNvSpPr txBox="1">
            <a:spLocks noChangeArrowheads="1"/>
          </p:cNvSpPr>
          <p:nvPr/>
        </p:nvSpPr>
        <p:spPr bwMode="auto">
          <a:xfrm>
            <a:off x="1638458" y="2724633"/>
            <a:ext cx="1581495" cy="550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976" b="1">
                <a:latin typeface="Times New Roman" panose="02020603050405020304" pitchFamily="18" charset="0"/>
                <a:ea typeface="宋体" panose="02010600030101010101" pitchFamily="2" charset="-122"/>
              </a:rPr>
              <a:t>i   +   i </a:t>
            </a:r>
          </a:p>
        </p:txBody>
      </p:sp>
      <p:sp>
        <p:nvSpPr>
          <p:cNvPr id="74756" name="Line 3"/>
          <p:cNvSpPr>
            <a:spLocks noChangeShapeType="1"/>
          </p:cNvSpPr>
          <p:nvPr/>
        </p:nvSpPr>
        <p:spPr bwMode="auto">
          <a:xfrm flipV="1">
            <a:off x="2868218" y="3275859"/>
            <a:ext cx="0" cy="44098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4757" name="Text Box 4"/>
          <p:cNvSpPr txBox="1">
            <a:spLocks noChangeArrowheads="1"/>
          </p:cNvSpPr>
          <p:nvPr/>
        </p:nvSpPr>
        <p:spPr bwMode="auto">
          <a:xfrm>
            <a:off x="2628919" y="3834960"/>
            <a:ext cx="481222" cy="44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315" b="1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</a:p>
        </p:txBody>
      </p:sp>
      <p:sp>
        <p:nvSpPr>
          <p:cNvPr id="74758" name="Text Box 5"/>
          <p:cNvSpPr txBox="1">
            <a:spLocks noChangeArrowheads="1"/>
          </p:cNvSpPr>
          <p:nvPr/>
        </p:nvSpPr>
        <p:spPr bwMode="auto">
          <a:xfrm>
            <a:off x="5402600" y="1133951"/>
            <a:ext cx="41069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74759" name="Line 6"/>
          <p:cNvSpPr>
            <a:spLocks noChangeShapeType="1"/>
          </p:cNvSpPr>
          <p:nvPr/>
        </p:nvSpPr>
        <p:spPr bwMode="auto">
          <a:xfrm flipH="1">
            <a:off x="4599331" y="1549996"/>
            <a:ext cx="944959" cy="5669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4760" name="Line 7"/>
          <p:cNvSpPr>
            <a:spLocks noChangeShapeType="1"/>
          </p:cNvSpPr>
          <p:nvPr/>
        </p:nvSpPr>
        <p:spPr bwMode="auto">
          <a:xfrm>
            <a:off x="5670285" y="1549996"/>
            <a:ext cx="1070954" cy="5669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4761" name="Text Box 8"/>
          <p:cNvSpPr txBox="1">
            <a:spLocks noChangeArrowheads="1"/>
          </p:cNvSpPr>
          <p:nvPr/>
        </p:nvSpPr>
        <p:spPr bwMode="auto">
          <a:xfrm>
            <a:off x="4393330" y="2116973"/>
            <a:ext cx="41069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</a:p>
        </p:txBody>
      </p:sp>
      <p:sp>
        <p:nvSpPr>
          <p:cNvPr id="74762" name="Text Box 9"/>
          <p:cNvSpPr txBox="1">
            <a:spLocks noChangeArrowheads="1"/>
          </p:cNvSpPr>
          <p:nvPr/>
        </p:nvSpPr>
        <p:spPr bwMode="auto">
          <a:xfrm>
            <a:off x="6416793" y="2116973"/>
            <a:ext cx="52290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E’</a:t>
            </a:r>
          </a:p>
        </p:txBody>
      </p:sp>
      <p:sp>
        <p:nvSpPr>
          <p:cNvPr id="74763" name="Line 10"/>
          <p:cNvSpPr>
            <a:spLocks noChangeShapeType="1"/>
          </p:cNvSpPr>
          <p:nvPr/>
        </p:nvSpPr>
        <p:spPr bwMode="auto">
          <a:xfrm flipH="1">
            <a:off x="3906361" y="2494956"/>
            <a:ext cx="629973" cy="6299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4764" name="Line 11"/>
          <p:cNvSpPr>
            <a:spLocks noChangeShapeType="1"/>
          </p:cNvSpPr>
          <p:nvPr/>
        </p:nvSpPr>
        <p:spPr bwMode="auto">
          <a:xfrm>
            <a:off x="4599331" y="2494956"/>
            <a:ext cx="566976" cy="6299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4765" name="Text Box 12"/>
          <p:cNvSpPr txBox="1">
            <a:spLocks noChangeArrowheads="1"/>
          </p:cNvSpPr>
          <p:nvPr/>
        </p:nvSpPr>
        <p:spPr bwMode="auto">
          <a:xfrm>
            <a:off x="3658137" y="3149864"/>
            <a:ext cx="391453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74766" name="Text Box 13"/>
          <p:cNvSpPr txBox="1">
            <a:spLocks noChangeArrowheads="1"/>
          </p:cNvSpPr>
          <p:nvPr/>
        </p:nvSpPr>
        <p:spPr bwMode="auto">
          <a:xfrm>
            <a:off x="4959980" y="3149864"/>
            <a:ext cx="52290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T’</a:t>
            </a:r>
          </a:p>
        </p:txBody>
      </p:sp>
      <p:sp>
        <p:nvSpPr>
          <p:cNvPr id="74767" name="Line 14"/>
          <p:cNvSpPr>
            <a:spLocks noChangeShapeType="1"/>
          </p:cNvSpPr>
          <p:nvPr/>
        </p:nvSpPr>
        <p:spPr bwMode="auto">
          <a:xfrm>
            <a:off x="3852551" y="3565910"/>
            <a:ext cx="0" cy="69297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4768" name="Text Box 15"/>
          <p:cNvSpPr txBox="1">
            <a:spLocks noChangeArrowheads="1"/>
          </p:cNvSpPr>
          <p:nvPr/>
        </p:nvSpPr>
        <p:spPr bwMode="auto">
          <a:xfrm>
            <a:off x="3709649" y="4258881"/>
            <a:ext cx="279243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74769" name="Line 16"/>
          <p:cNvSpPr>
            <a:spLocks noChangeShapeType="1"/>
          </p:cNvSpPr>
          <p:nvPr/>
        </p:nvSpPr>
        <p:spPr bwMode="auto">
          <a:xfrm>
            <a:off x="5158432" y="3628907"/>
            <a:ext cx="0" cy="69297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4770" name="Text Box 17"/>
          <p:cNvSpPr txBox="1">
            <a:spLocks noChangeArrowheads="1"/>
          </p:cNvSpPr>
          <p:nvPr/>
        </p:nvSpPr>
        <p:spPr bwMode="auto">
          <a:xfrm>
            <a:off x="4988280" y="4315314"/>
            <a:ext cx="333745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kumimoji="1" lang="en-US" altLang="zh-CN" sz="2646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4771" name="Line 18"/>
          <p:cNvSpPr>
            <a:spLocks noChangeShapeType="1"/>
          </p:cNvSpPr>
          <p:nvPr/>
        </p:nvSpPr>
        <p:spPr bwMode="auto">
          <a:xfrm flipH="1">
            <a:off x="5985271" y="2557953"/>
            <a:ext cx="692970" cy="6299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4772" name="Line 19"/>
          <p:cNvSpPr>
            <a:spLocks noChangeShapeType="1"/>
          </p:cNvSpPr>
          <p:nvPr/>
        </p:nvSpPr>
        <p:spPr bwMode="auto">
          <a:xfrm>
            <a:off x="6741239" y="2557953"/>
            <a:ext cx="188992" cy="5669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4773" name="Line 20"/>
          <p:cNvSpPr>
            <a:spLocks noChangeShapeType="1"/>
          </p:cNvSpPr>
          <p:nvPr/>
        </p:nvSpPr>
        <p:spPr bwMode="auto">
          <a:xfrm>
            <a:off x="6804236" y="2494956"/>
            <a:ext cx="1259946" cy="69297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4774" name="Text Box 21"/>
          <p:cNvSpPr txBox="1">
            <a:spLocks noChangeArrowheads="1"/>
          </p:cNvSpPr>
          <p:nvPr/>
        </p:nvSpPr>
        <p:spPr bwMode="auto">
          <a:xfrm>
            <a:off x="5778895" y="3187927"/>
            <a:ext cx="378629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</a:p>
        </p:txBody>
      </p:sp>
      <p:sp>
        <p:nvSpPr>
          <p:cNvPr id="74775" name="Text Box 22"/>
          <p:cNvSpPr txBox="1">
            <a:spLocks noChangeArrowheads="1"/>
          </p:cNvSpPr>
          <p:nvPr/>
        </p:nvSpPr>
        <p:spPr bwMode="auto">
          <a:xfrm>
            <a:off x="6724230" y="3187927"/>
            <a:ext cx="41069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</a:p>
        </p:txBody>
      </p:sp>
      <p:sp>
        <p:nvSpPr>
          <p:cNvPr id="74776" name="Text Box 23"/>
          <p:cNvSpPr txBox="1">
            <a:spLocks noChangeArrowheads="1"/>
          </p:cNvSpPr>
          <p:nvPr/>
        </p:nvSpPr>
        <p:spPr bwMode="auto">
          <a:xfrm>
            <a:off x="7865730" y="3187927"/>
            <a:ext cx="52290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E’</a:t>
            </a:r>
          </a:p>
        </p:txBody>
      </p:sp>
      <p:sp>
        <p:nvSpPr>
          <p:cNvPr id="74778" name="Text Box 26"/>
          <p:cNvSpPr txBox="1">
            <a:spLocks noChangeArrowheads="1"/>
          </p:cNvSpPr>
          <p:nvPr/>
        </p:nvSpPr>
        <p:spPr bwMode="auto">
          <a:xfrm>
            <a:off x="3093959" y="2765319"/>
            <a:ext cx="37382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46">
                <a:latin typeface="Arial" panose="020B0604020202020204" pitchFamily="34" charset="0"/>
                <a:ea typeface="宋体" panose="02010600030101010101" pitchFamily="2" charset="-122"/>
              </a:rPr>
              <a:t>#</a:t>
            </a:r>
            <a:endParaRPr lang="en-GB" altLang="zh-CN" sz="2646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" name="Rectangle 25"/>
          <p:cNvSpPr>
            <a:spLocks noChangeArrowheads="1"/>
          </p:cNvSpPr>
          <p:nvPr/>
        </p:nvSpPr>
        <p:spPr bwMode="auto">
          <a:xfrm>
            <a:off x="852134" y="4498402"/>
            <a:ext cx="2717100" cy="1942416"/>
          </a:xfrm>
          <a:prstGeom prst="rect">
            <a:avLst/>
          </a:prstGeom>
          <a:ln>
            <a:headEnd/>
            <a:tailEnd type="none" w="lg" len="lg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G(E):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E→TE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E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→+TE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| 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T→FT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T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→*FT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| 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F→(E) | </a:t>
            </a:r>
            <a:r>
              <a:rPr lang="en-US" altLang="zh-CN" sz="2315" dirty="0" err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endParaRPr lang="en-GB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B186AF7-30C1-49E1-4FC1-7E2C0FA57CC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54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94959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Text Box 2"/>
          <p:cNvSpPr txBox="1">
            <a:spLocks noChangeArrowheads="1"/>
          </p:cNvSpPr>
          <p:nvPr/>
        </p:nvSpPr>
        <p:spPr bwMode="auto">
          <a:xfrm>
            <a:off x="1638458" y="2724633"/>
            <a:ext cx="1581495" cy="550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976" b="1">
                <a:latin typeface="Times New Roman" panose="02020603050405020304" pitchFamily="18" charset="0"/>
                <a:ea typeface="宋体" panose="02010600030101010101" pitchFamily="2" charset="-122"/>
              </a:rPr>
              <a:t>i   +   i </a:t>
            </a:r>
          </a:p>
        </p:txBody>
      </p:sp>
      <p:sp>
        <p:nvSpPr>
          <p:cNvPr id="75780" name="Line 3"/>
          <p:cNvSpPr>
            <a:spLocks noChangeShapeType="1"/>
          </p:cNvSpPr>
          <p:nvPr/>
        </p:nvSpPr>
        <p:spPr bwMode="auto">
          <a:xfrm flipV="1">
            <a:off x="2868218" y="3275859"/>
            <a:ext cx="0" cy="44098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5781" name="Text Box 4"/>
          <p:cNvSpPr txBox="1">
            <a:spLocks noChangeArrowheads="1"/>
          </p:cNvSpPr>
          <p:nvPr/>
        </p:nvSpPr>
        <p:spPr bwMode="auto">
          <a:xfrm>
            <a:off x="2628919" y="3834960"/>
            <a:ext cx="481222" cy="44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315" b="1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</a:p>
        </p:txBody>
      </p:sp>
      <p:sp>
        <p:nvSpPr>
          <p:cNvPr id="75782" name="Text Box 5"/>
          <p:cNvSpPr txBox="1">
            <a:spLocks noChangeArrowheads="1"/>
          </p:cNvSpPr>
          <p:nvPr/>
        </p:nvSpPr>
        <p:spPr bwMode="auto">
          <a:xfrm>
            <a:off x="5402600" y="1133951"/>
            <a:ext cx="41069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75783" name="Line 6"/>
          <p:cNvSpPr>
            <a:spLocks noChangeShapeType="1"/>
          </p:cNvSpPr>
          <p:nvPr/>
        </p:nvSpPr>
        <p:spPr bwMode="auto">
          <a:xfrm flipH="1">
            <a:off x="4599331" y="1549996"/>
            <a:ext cx="944959" cy="5669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5784" name="Line 7"/>
          <p:cNvSpPr>
            <a:spLocks noChangeShapeType="1"/>
          </p:cNvSpPr>
          <p:nvPr/>
        </p:nvSpPr>
        <p:spPr bwMode="auto">
          <a:xfrm>
            <a:off x="5670285" y="1549996"/>
            <a:ext cx="1070954" cy="5669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5785" name="Text Box 8"/>
          <p:cNvSpPr txBox="1">
            <a:spLocks noChangeArrowheads="1"/>
          </p:cNvSpPr>
          <p:nvPr/>
        </p:nvSpPr>
        <p:spPr bwMode="auto">
          <a:xfrm>
            <a:off x="4393330" y="2116973"/>
            <a:ext cx="41069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</a:p>
        </p:txBody>
      </p:sp>
      <p:sp>
        <p:nvSpPr>
          <p:cNvPr id="75786" name="Text Box 9"/>
          <p:cNvSpPr txBox="1">
            <a:spLocks noChangeArrowheads="1"/>
          </p:cNvSpPr>
          <p:nvPr/>
        </p:nvSpPr>
        <p:spPr bwMode="auto">
          <a:xfrm>
            <a:off x="6416793" y="2116973"/>
            <a:ext cx="52290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E’</a:t>
            </a:r>
          </a:p>
        </p:txBody>
      </p:sp>
      <p:sp>
        <p:nvSpPr>
          <p:cNvPr id="75787" name="Line 10"/>
          <p:cNvSpPr>
            <a:spLocks noChangeShapeType="1"/>
          </p:cNvSpPr>
          <p:nvPr/>
        </p:nvSpPr>
        <p:spPr bwMode="auto">
          <a:xfrm flipH="1">
            <a:off x="3906361" y="2494956"/>
            <a:ext cx="629973" cy="6299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5788" name="Line 11"/>
          <p:cNvSpPr>
            <a:spLocks noChangeShapeType="1"/>
          </p:cNvSpPr>
          <p:nvPr/>
        </p:nvSpPr>
        <p:spPr bwMode="auto">
          <a:xfrm>
            <a:off x="4599331" y="2494956"/>
            <a:ext cx="566976" cy="6299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5789" name="Text Box 12"/>
          <p:cNvSpPr txBox="1">
            <a:spLocks noChangeArrowheads="1"/>
          </p:cNvSpPr>
          <p:nvPr/>
        </p:nvSpPr>
        <p:spPr bwMode="auto">
          <a:xfrm>
            <a:off x="3658137" y="3149864"/>
            <a:ext cx="391453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75790" name="Text Box 13"/>
          <p:cNvSpPr txBox="1">
            <a:spLocks noChangeArrowheads="1"/>
          </p:cNvSpPr>
          <p:nvPr/>
        </p:nvSpPr>
        <p:spPr bwMode="auto">
          <a:xfrm>
            <a:off x="4959980" y="3149864"/>
            <a:ext cx="52290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T’</a:t>
            </a:r>
          </a:p>
        </p:txBody>
      </p:sp>
      <p:sp>
        <p:nvSpPr>
          <p:cNvPr id="75791" name="Line 14"/>
          <p:cNvSpPr>
            <a:spLocks noChangeShapeType="1"/>
          </p:cNvSpPr>
          <p:nvPr/>
        </p:nvSpPr>
        <p:spPr bwMode="auto">
          <a:xfrm>
            <a:off x="3852551" y="3565910"/>
            <a:ext cx="0" cy="69297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5792" name="Text Box 15"/>
          <p:cNvSpPr txBox="1">
            <a:spLocks noChangeArrowheads="1"/>
          </p:cNvSpPr>
          <p:nvPr/>
        </p:nvSpPr>
        <p:spPr bwMode="auto">
          <a:xfrm>
            <a:off x="3709649" y="4258881"/>
            <a:ext cx="279243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75793" name="Line 16"/>
          <p:cNvSpPr>
            <a:spLocks noChangeShapeType="1"/>
          </p:cNvSpPr>
          <p:nvPr/>
        </p:nvSpPr>
        <p:spPr bwMode="auto">
          <a:xfrm>
            <a:off x="5158432" y="3628907"/>
            <a:ext cx="0" cy="69297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5794" name="Text Box 17"/>
          <p:cNvSpPr txBox="1">
            <a:spLocks noChangeArrowheads="1"/>
          </p:cNvSpPr>
          <p:nvPr/>
        </p:nvSpPr>
        <p:spPr bwMode="auto">
          <a:xfrm>
            <a:off x="4988280" y="4315314"/>
            <a:ext cx="333745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kumimoji="1" lang="en-US" altLang="zh-CN" sz="2646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5795" name="Line 18"/>
          <p:cNvSpPr>
            <a:spLocks noChangeShapeType="1"/>
          </p:cNvSpPr>
          <p:nvPr/>
        </p:nvSpPr>
        <p:spPr bwMode="auto">
          <a:xfrm flipH="1">
            <a:off x="5985271" y="2557953"/>
            <a:ext cx="692970" cy="6299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5796" name="Line 19"/>
          <p:cNvSpPr>
            <a:spLocks noChangeShapeType="1"/>
          </p:cNvSpPr>
          <p:nvPr/>
        </p:nvSpPr>
        <p:spPr bwMode="auto">
          <a:xfrm>
            <a:off x="6741239" y="2557953"/>
            <a:ext cx="188992" cy="5669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5797" name="Line 20"/>
          <p:cNvSpPr>
            <a:spLocks noChangeShapeType="1"/>
          </p:cNvSpPr>
          <p:nvPr/>
        </p:nvSpPr>
        <p:spPr bwMode="auto">
          <a:xfrm>
            <a:off x="6804236" y="2494956"/>
            <a:ext cx="1259946" cy="69297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5798" name="Text Box 21"/>
          <p:cNvSpPr txBox="1">
            <a:spLocks noChangeArrowheads="1"/>
          </p:cNvSpPr>
          <p:nvPr/>
        </p:nvSpPr>
        <p:spPr bwMode="auto">
          <a:xfrm>
            <a:off x="5778895" y="3187927"/>
            <a:ext cx="378629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</a:p>
        </p:txBody>
      </p:sp>
      <p:sp>
        <p:nvSpPr>
          <p:cNvPr id="75799" name="Text Box 22"/>
          <p:cNvSpPr txBox="1">
            <a:spLocks noChangeArrowheads="1"/>
          </p:cNvSpPr>
          <p:nvPr/>
        </p:nvSpPr>
        <p:spPr bwMode="auto">
          <a:xfrm>
            <a:off x="6724230" y="3187927"/>
            <a:ext cx="41069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</a:p>
        </p:txBody>
      </p:sp>
      <p:sp>
        <p:nvSpPr>
          <p:cNvPr id="75800" name="Text Box 23"/>
          <p:cNvSpPr txBox="1">
            <a:spLocks noChangeArrowheads="1"/>
          </p:cNvSpPr>
          <p:nvPr/>
        </p:nvSpPr>
        <p:spPr bwMode="auto">
          <a:xfrm>
            <a:off x="7865730" y="3187927"/>
            <a:ext cx="52290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E’</a:t>
            </a:r>
          </a:p>
        </p:txBody>
      </p:sp>
      <p:sp>
        <p:nvSpPr>
          <p:cNvPr id="75801" name="Line 24"/>
          <p:cNvSpPr>
            <a:spLocks noChangeShapeType="1"/>
          </p:cNvSpPr>
          <p:nvPr/>
        </p:nvSpPr>
        <p:spPr bwMode="auto">
          <a:xfrm flipH="1">
            <a:off x="6363255" y="3628907"/>
            <a:ext cx="566976" cy="5669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5802" name="Line 25"/>
          <p:cNvSpPr>
            <a:spLocks noChangeShapeType="1"/>
          </p:cNvSpPr>
          <p:nvPr/>
        </p:nvSpPr>
        <p:spPr bwMode="auto">
          <a:xfrm>
            <a:off x="6993228" y="3628907"/>
            <a:ext cx="566976" cy="5669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5803" name="Text Box 26"/>
          <p:cNvSpPr txBox="1">
            <a:spLocks noChangeArrowheads="1"/>
          </p:cNvSpPr>
          <p:nvPr/>
        </p:nvSpPr>
        <p:spPr bwMode="auto">
          <a:xfrm>
            <a:off x="6097970" y="4195884"/>
            <a:ext cx="391453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75804" name="Text Box 27"/>
          <p:cNvSpPr txBox="1">
            <a:spLocks noChangeArrowheads="1"/>
          </p:cNvSpPr>
          <p:nvPr/>
        </p:nvSpPr>
        <p:spPr bwMode="auto">
          <a:xfrm>
            <a:off x="7290880" y="4195884"/>
            <a:ext cx="52290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T’</a:t>
            </a:r>
          </a:p>
        </p:txBody>
      </p:sp>
      <p:sp>
        <p:nvSpPr>
          <p:cNvPr id="75806" name="Text Box 30"/>
          <p:cNvSpPr txBox="1">
            <a:spLocks noChangeArrowheads="1"/>
          </p:cNvSpPr>
          <p:nvPr/>
        </p:nvSpPr>
        <p:spPr bwMode="auto">
          <a:xfrm>
            <a:off x="3093959" y="2765319"/>
            <a:ext cx="37382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46">
                <a:latin typeface="Arial" panose="020B0604020202020204" pitchFamily="34" charset="0"/>
                <a:ea typeface="宋体" panose="02010600030101010101" pitchFamily="2" charset="-122"/>
              </a:rPr>
              <a:t>#</a:t>
            </a:r>
            <a:endParaRPr lang="en-GB" altLang="zh-CN" sz="2646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" name="Rectangle 25"/>
          <p:cNvSpPr>
            <a:spLocks noChangeArrowheads="1"/>
          </p:cNvSpPr>
          <p:nvPr/>
        </p:nvSpPr>
        <p:spPr bwMode="auto">
          <a:xfrm>
            <a:off x="852134" y="4498402"/>
            <a:ext cx="2717100" cy="1942416"/>
          </a:xfrm>
          <a:prstGeom prst="rect">
            <a:avLst/>
          </a:prstGeom>
          <a:ln>
            <a:headEnd/>
            <a:tailEnd type="none" w="lg" len="lg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G(E):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E→TE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E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→+TE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| 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T→FT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T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→*FT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| 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F→(E) | </a:t>
            </a:r>
            <a:r>
              <a:rPr lang="en-US" altLang="zh-CN" sz="2315" dirty="0" err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endParaRPr lang="en-GB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AD165104-939E-9D26-DCE1-A32764B0D5B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55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848305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Text Box 2"/>
          <p:cNvSpPr txBox="1">
            <a:spLocks noChangeArrowheads="1"/>
          </p:cNvSpPr>
          <p:nvPr/>
        </p:nvSpPr>
        <p:spPr bwMode="auto">
          <a:xfrm>
            <a:off x="1638458" y="2724633"/>
            <a:ext cx="1581495" cy="550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976" b="1">
                <a:latin typeface="Times New Roman" panose="02020603050405020304" pitchFamily="18" charset="0"/>
                <a:ea typeface="宋体" panose="02010600030101010101" pitchFamily="2" charset="-122"/>
              </a:rPr>
              <a:t>i   +   i </a:t>
            </a:r>
          </a:p>
        </p:txBody>
      </p:sp>
      <p:sp>
        <p:nvSpPr>
          <p:cNvPr id="76804" name="Line 3"/>
          <p:cNvSpPr>
            <a:spLocks noChangeShapeType="1"/>
          </p:cNvSpPr>
          <p:nvPr/>
        </p:nvSpPr>
        <p:spPr bwMode="auto">
          <a:xfrm flipV="1">
            <a:off x="2868218" y="3275859"/>
            <a:ext cx="0" cy="44098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6805" name="Text Box 4"/>
          <p:cNvSpPr txBox="1">
            <a:spLocks noChangeArrowheads="1"/>
          </p:cNvSpPr>
          <p:nvPr/>
        </p:nvSpPr>
        <p:spPr bwMode="auto">
          <a:xfrm>
            <a:off x="2628919" y="3834960"/>
            <a:ext cx="481222" cy="44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315" b="1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</a:p>
        </p:txBody>
      </p:sp>
      <p:sp>
        <p:nvSpPr>
          <p:cNvPr id="76806" name="Text Box 5"/>
          <p:cNvSpPr txBox="1">
            <a:spLocks noChangeArrowheads="1"/>
          </p:cNvSpPr>
          <p:nvPr/>
        </p:nvSpPr>
        <p:spPr bwMode="auto">
          <a:xfrm>
            <a:off x="5402600" y="1133951"/>
            <a:ext cx="41069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76807" name="Line 6"/>
          <p:cNvSpPr>
            <a:spLocks noChangeShapeType="1"/>
          </p:cNvSpPr>
          <p:nvPr/>
        </p:nvSpPr>
        <p:spPr bwMode="auto">
          <a:xfrm flipH="1">
            <a:off x="4599331" y="1549996"/>
            <a:ext cx="944959" cy="5669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6808" name="Line 7"/>
          <p:cNvSpPr>
            <a:spLocks noChangeShapeType="1"/>
          </p:cNvSpPr>
          <p:nvPr/>
        </p:nvSpPr>
        <p:spPr bwMode="auto">
          <a:xfrm>
            <a:off x="5670285" y="1549996"/>
            <a:ext cx="1070954" cy="5669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6809" name="Text Box 8"/>
          <p:cNvSpPr txBox="1">
            <a:spLocks noChangeArrowheads="1"/>
          </p:cNvSpPr>
          <p:nvPr/>
        </p:nvSpPr>
        <p:spPr bwMode="auto">
          <a:xfrm>
            <a:off x="4393330" y="2116973"/>
            <a:ext cx="41069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</a:p>
        </p:txBody>
      </p:sp>
      <p:sp>
        <p:nvSpPr>
          <p:cNvPr id="76810" name="Text Box 9"/>
          <p:cNvSpPr txBox="1">
            <a:spLocks noChangeArrowheads="1"/>
          </p:cNvSpPr>
          <p:nvPr/>
        </p:nvSpPr>
        <p:spPr bwMode="auto">
          <a:xfrm>
            <a:off x="6416793" y="2116973"/>
            <a:ext cx="52290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E’</a:t>
            </a:r>
          </a:p>
        </p:txBody>
      </p:sp>
      <p:sp>
        <p:nvSpPr>
          <p:cNvPr id="76811" name="Line 10"/>
          <p:cNvSpPr>
            <a:spLocks noChangeShapeType="1"/>
          </p:cNvSpPr>
          <p:nvPr/>
        </p:nvSpPr>
        <p:spPr bwMode="auto">
          <a:xfrm flipH="1">
            <a:off x="3906361" y="2494956"/>
            <a:ext cx="629973" cy="6299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6812" name="Line 11"/>
          <p:cNvSpPr>
            <a:spLocks noChangeShapeType="1"/>
          </p:cNvSpPr>
          <p:nvPr/>
        </p:nvSpPr>
        <p:spPr bwMode="auto">
          <a:xfrm>
            <a:off x="4599331" y="2494956"/>
            <a:ext cx="566976" cy="6299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6813" name="Text Box 12"/>
          <p:cNvSpPr txBox="1">
            <a:spLocks noChangeArrowheads="1"/>
          </p:cNvSpPr>
          <p:nvPr/>
        </p:nvSpPr>
        <p:spPr bwMode="auto">
          <a:xfrm>
            <a:off x="3658137" y="3149864"/>
            <a:ext cx="391453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76814" name="Text Box 13"/>
          <p:cNvSpPr txBox="1">
            <a:spLocks noChangeArrowheads="1"/>
          </p:cNvSpPr>
          <p:nvPr/>
        </p:nvSpPr>
        <p:spPr bwMode="auto">
          <a:xfrm>
            <a:off x="4959980" y="3149864"/>
            <a:ext cx="52290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T’</a:t>
            </a:r>
          </a:p>
        </p:txBody>
      </p:sp>
      <p:sp>
        <p:nvSpPr>
          <p:cNvPr id="76815" name="Line 14"/>
          <p:cNvSpPr>
            <a:spLocks noChangeShapeType="1"/>
          </p:cNvSpPr>
          <p:nvPr/>
        </p:nvSpPr>
        <p:spPr bwMode="auto">
          <a:xfrm>
            <a:off x="3852551" y="3565910"/>
            <a:ext cx="0" cy="69297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6816" name="Text Box 15"/>
          <p:cNvSpPr txBox="1">
            <a:spLocks noChangeArrowheads="1"/>
          </p:cNvSpPr>
          <p:nvPr/>
        </p:nvSpPr>
        <p:spPr bwMode="auto">
          <a:xfrm>
            <a:off x="3709649" y="4258881"/>
            <a:ext cx="279243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76817" name="Line 16"/>
          <p:cNvSpPr>
            <a:spLocks noChangeShapeType="1"/>
          </p:cNvSpPr>
          <p:nvPr/>
        </p:nvSpPr>
        <p:spPr bwMode="auto">
          <a:xfrm>
            <a:off x="5158432" y="3628907"/>
            <a:ext cx="0" cy="69297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6818" name="Text Box 17"/>
          <p:cNvSpPr txBox="1">
            <a:spLocks noChangeArrowheads="1"/>
          </p:cNvSpPr>
          <p:nvPr/>
        </p:nvSpPr>
        <p:spPr bwMode="auto">
          <a:xfrm>
            <a:off x="4988280" y="4315314"/>
            <a:ext cx="333745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kumimoji="1" lang="en-US" altLang="zh-CN" sz="2646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819" name="Line 18"/>
          <p:cNvSpPr>
            <a:spLocks noChangeShapeType="1"/>
          </p:cNvSpPr>
          <p:nvPr/>
        </p:nvSpPr>
        <p:spPr bwMode="auto">
          <a:xfrm flipH="1">
            <a:off x="5985271" y="2557953"/>
            <a:ext cx="692970" cy="6299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6820" name="Line 19"/>
          <p:cNvSpPr>
            <a:spLocks noChangeShapeType="1"/>
          </p:cNvSpPr>
          <p:nvPr/>
        </p:nvSpPr>
        <p:spPr bwMode="auto">
          <a:xfrm>
            <a:off x="6741239" y="2557953"/>
            <a:ext cx="188992" cy="5669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6821" name="Line 20"/>
          <p:cNvSpPr>
            <a:spLocks noChangeShapeType="1"/>
          </p:cNvSpPr>
          <p:nvPr/>
        </p:nvSpPr>
        <p:spPr bwMode="auto">
          <a:xfrm>
            <a:off x="6804236" y="2494956"/>
            <a:ext cx="1259946" cy="69297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6822" name="Text Box 21"/>
          <p:cNvSpPr txBox="1">
            <a:spLocks noChangeArrowheads="1"/>
          </p:cNvSpPr>
          <p:nvPr/>
        </p:nvSpPr>
        <p:spPr bwMode="auto">
          <a:xfrm>
            <a:off x="5778895" y="3187927"/>
            <a:ext cx="378629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</a:p>
        </p:txBody>
      </p:sp>
      <p:sp>
        <p:nvSpPr>
          <p:cNvPr id="76823" name="Text Box 22"/>
          <p:cNvSpPr txBox="1">
            <a:spLocks noChangeArrowheads="1"/>
          </p:cNvSpPr>
          <p:nvPr/>
        </p:nvSpPr>
        <p:spPr bwMode="auto">
          <a:xfrm>
            <a:off x="6724230" y="3187927"/>
            <a:ext cx="41069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</a:p>
        </p:txBody>
      </p:sp>
      <p:sp>
        <p:nvSpPr>
          <p:cNvPr id="76824" name="Text Box 23"/>
          <p:cNvSpPr txBox="1">
            <a:spLocks noChangeArrowheads="1"/>
          </p:cNvSpPr>
          <p:nvPr/>
        </p:nvSpPr>
        <p:spPr bwMode="auto">
          <a:xfrm>
            <a:off x="7865730" y="3187927"/>
            <a:ext cx="52290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E’</a:t>
            </a:r>
          </a:p>
        </p:txBody>
      </p:sp>
      <p:sp>
        <p:nvSpPr>
          <p:cNvPr id="76825" name="Line 24"/>
          <p:cNvSpPr>
            <a:spLocks noChangeShapeType="1"/>
          </p:cNvSpPr>
          <p:nvPr/>
        </p:nvSpPr>
        <p:spPr bwMode="auto">
          <a:xfrm flipH="1">
            <a:off x="6363255" y="3628907"/>
            <a:ext cx="566976" cy="5669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6826" name="Line 25"/>
          <p:cNvSpPr>
            <a:spLocks noChangeShapeType="1"/>
          </p:cNvSpPr>
          <p:nvPr/>
        </p:nvSpPr>
        <p:spPr bwMode="auto">
          <a:xfrm>
            <a:off x="6993228" y="3628907"/>
            <a:ext cx="566976" cy="5669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6827" name="Text Box 26"/>
          <p:cNvSpPr txBox="1">
            <a:spLocks noChangeArrowheads="1"/>
          </p:cNvSpPr>
          <p:nvPr/>
        </p:nvSpPr>
        <p:spPr bwMode="auto">
          <a:xfrm>
            <a:off x="6097970" y="4195884"/>
            <a:ext cx="391453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76828" name="Text Box 27"/>
          <p:cNvSpPr txBox="1">
            <a:spLocks noChangeArrowheads="1"/>
          </p:cNvSpPr>
          <p:nvPr/>
        </p:nvSpPr>
        <p:spPr bwMode="auto">
          <a:xfrm>
            <a:off x="7290880" y="4195884"/>
            <a:ext cx="52290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T’</a:t>
            </a:r>
          </a:p>
        </p:txBody>
      </p:sp>
      <p:sp>
        <p:nvSpPr>
          <p:cNvPr id="76829" name="Line 28"/>
          <p:cNvSpPr>
            <a:spLocks noChangeShapeType="1"/>
          </p:cNvSpPr>
          <p:nvPr/>
        </p:nvSpPr>
        <p:spPr bwMode="auto">
          <a:xfrm>
            <a:off x="6254323" y="4693298"/>
            <a:ext cx="0" cy="69297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6830" name="Text Box 29"/>
          <p:cNvSpPr txBox="1">
            <a:spLocks noChangeArrowheads="1"/>
          </p:cNvSpPr>
          <p:nvPr/>
        </p:nvSpPr>
        <p:spPr bwMode="auto">
          <a:xfrm>
            <a:off x="6111420" y="5386268"/>
            <a:ext cx="279243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76832" name="Text Box 31"/>
          <p:cNvSpPr txBox="1">
            <a:spLocks noChangeArrowheads="1"/>
          </p:cNvSpPr>
          <p:nvPr/>
        </p:nvSpPr>
        <p:spPr bwMode="auto">
          <a:xfrm>
            <a:off x="3093959" y="2765319"/>
            <a:ext cx="37382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46">
                <a:latin typeface="Arial" panose="020B0604020202020204" pitchFamily="34" charset="0"/>
                <a:ea typeface="宋体" panose="02010600030101010101" pitchFamily="2" charset="-122"/>
              </a:rPr>
              <a:t>#</a:t>
            </a:r>
            <a:endParaRPr lang="en-GB" altLang="zh-CN" sz="2646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" name="Rectangle 25"/>
          <p:cNvSpPr>
            <a:spLocks noChangeArrowheads="1"/>
          </p:cNvSpPr>
          <p:nvPr/>
        </p:nvSpPr>
        <p:spPr bwMode="auto">
          <a:xfrm>
            <a:off x="852134" y="4498402"/>
            <a:ext cx="2717100" cy="1942416"/>
          </a:xfrm>
          <a:prstGeom prst="rect">
            <a:avLst/>
          </a:prstGeom>
          <a:ln>
            <a:headEnd/>
            <a:tailEnd type="none" w="lg" len="lg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G(E):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E→TE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E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→+TE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| 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T→FT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T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→*FT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| 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F→(E) | </a:t>
            </a:r>
            <a:r>
              <a:rPr lang="en-US" altLang="zh-CN" sz="2315" dirty="0" err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endParaRPr lang="en-GB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1F8317F-2D96-0FEC-BB01-34EEF8BC81A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56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81136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Text Box 2"/>
          <p:cNvSpPr txBox="1">
            <a:spLocks noChangeArrowheads="1"/>
          </p:cNvSpPr>
          <p:nvPr/>
        </p:nvSpPr>
        <p:spPr bwMode="auto">
          <a:xfrm>
            <a:off x="1638458" y="2724633"/>
            <a:ext cx="1581495" cy="550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976" b="1">
                <a:latin typeface="Times New Roman" panose="02020603050405020304" pitchFamily="18" charset="0"/>
                <a:ea typeface="宋体" panose="02010600030101010101" pitchFamily="2" charset="-122"/>
              </a:rPr>
              <a:t>i   +   i </a:t>
            </a:r>
          </a:p>
        </p:txBody>
      </p:sp>
      <p:sp>
        <p:nvSpPr>
          <p:cNvPr id="77828" name="Line 3"/>
          <p:cNvSpPr>
            <a:spLocks noChangeShapeType="1"/>
          </p:cNvSpPr>
          <p:nvPr/>
        </p:nvSpPr>
        <p:spPr bwMode="auto">
          <a:xfrm flipV="1">
            <a:off x="3208141" y="3275859"/>
            <a:ext cx="0" cy="44098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7829" name="Text Box 4"/>
          <p:cNvSpPr txBox="1">
            <a:spLocks noChangeArrowheads="1"/>
          </p:cNvSpPr>
          <p:nvPr/>
        </p:nvSpPr>
        <p:spPr bwMode="auto">
          <a:xfrm>
            <a:off x="2968843" y="3834960"/>
            <a:ext cx="481222" cy="44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315" b="1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</a:p>
        </p:txBody>
      </p:sp>
      <p:sp>
        <p:nvSpPr>
          <p:cNvPr id="77830" name="Text Box 5"/>
          <p:cNvSpPr txBox="1">
            <a:spLocks noChangeArrowheads="1"/>
          </p:cNvSpPr>
          <p:nvPr/>
        </p:nvSpPr>
        <p:spPr bwMode="auto">
          <a:xfrm>
            <a:off x="5402600" y="1133951"/>
            <a:ext cx="41069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77831" name="Line 6"/>
          <p:cNvSpPr>
            <a:spLocks noChangeShapeType="1"/>
          </p:cNvSpPr>
          <p:nvPr/>
        </p:nvSpPr>
        <p:spPr bwMode="auto">
          <a:xfrm flipH="1">
            <a:off x="4599331" y="1549996"/>
            <a:ext cx="944959" cy="5669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7832" name="Line 7"/>
          <p:cNvSpPr>
            <a:spLocks noChangeShapeType="1"/>
          </p:cNvSpPr>
          <p:nvPr/>
        </p:nvSpPr>
        <p:spPr bwMode="auto">
          <a:xfrm>
            <a:off x="5670285" y="1549996"/>
            <a:ext cx="1070954" cy="5669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7833" name="Text Box 8"/>
          <p:cNvSpPr txBox="1">
            <a:spLocks noChangeArrowheads="1"/>
          </p:cNvSpPr>
          <p:nvPr/>
        </p:nvSpPr>
        <p:spPr bwMode="auto">
          <a:xfrm>
            <a:off x="4393330" y="2116973"/>
            <a:ext cx="41069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</a:p>
        </p:txBody>
      </p:sp>
      <p:sp>
        <p:nvSpPr>
          <p:cNvPr id="77834" name="Text Box 9"/>
          <p:cNvSpPr txBox="1">
            <a:spLocks noChangeArrowheads="1"/>
          </p:cNvSpPr>
          <p:nvPr/>
        </p:nvSpPr>
        <p:spPr bwMode="auto">
          <a:xfrm>
            <a:off x="6416793" y="2116973"/>
            <a:ext cx="52290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E’</a:t>
            </a:r>
          </a:p>
        </p:txBody>
      </p:sp>
      <p:sp>
        <p:nvSpPr>
          <p:cNvPr id="77835" name="Line 10"/>
          <p:cNvSpPr>
            <a:spLocks noChangeShapeType="1"/>
          </p:cNvSpPr>
          <p:nvPr/>
        </p:nvSpPr>
        <p:spPr bwMode="auto">
          <a:xfrm flipH="1">
            <a:off x="3906361" y="2494956"/>
            <a:ext cx="629973" cy="6299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7836" name="Line 11"/>
          <p:cNvSpPr>
            <a:spLocks noChangeShapeType="1"/>
          </p:cNvSpPr>
          <p:nvPr/>
        </p:nvSpPr>
        <p:spPr bwMode="auto">
          <a:xfrm>
            <a:off x="4599331" y="2494956"/>
            <a:ext cx="566976" cy="6299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7837" name="Text Box 12"/>
          <p:cNvSpPr txBox="1">
            <a:spLocks noChangeArrowheads="1"/>
          </p:cNvSpPr>
          <p:nvPr/>
        </p:nvSpPr>
        <p:spPr bwMode="auto">
          <a:xfrm>
            <a:off x="3658137" y="3149864"/>
            <a:ext cx="391453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77838" name="Text Box 13"/>
          <p:cNvSpPr txBox="1">
            <a:spLocks noChangeArrowheads="1"/>
          </p:cNvSpPr>
          <p:nvPr/>
        </p:nvSpPr>
        <p:spPr bwMode="auto">
          <a:xfrm>
            <a:off x="4959980" y="3149864"/>
            <a:ext cx="52290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T’</a:t>
            </a:r>
          </a:p>
        </p:txBody>
      </p:sp>
      <p:sp>
        <p:nvSpPr>
          <p:cNvPr id="77839" name="Line 14"/>
          <p:cNvSpPr>
            <a:spLocks noChangeShapeType="1"/>
          </p:cNvSpPr>
          <p:nvPr/>
        </p:nvSpPr>
        <p:spPr bwMode="auto">
          <a:xfrm>
            <a:off x="3852551" y="3565910"/>
            <a:ext cx="0" cy="69297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7840" name="Text Box 15"/>
          <p:cNvSpPr txBox="1">
            <a:spLocks noChangeArrowheads="1"/>
          </p:cNvSpPr>
          <p:nvPr/>
        </p:nvSpPr>
        <p:spPr bwMode="auto">
          <a:xfrm>
            <a:off x="3709649" y="4258881"/>
            <a:ext cx="279243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77841" name="Line 16"/>
          <p:cNvSpPr>
            <a:spLocks noChangeShapeType="1"/>
          </p:cNvSpPr>
          <p:nvPr/>
        </p:nvSpPr>
        <p:spPr bwMode="auto">
          <a:xfrm>
            <a:off x="5158432" y="3628907"/>
            <a:ext cx="0" cy="69297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7842" name="Text Box 17"/>
          <p:cNvSpPr txBox="1">
            <a:spLocks noChangeArrowheads="1"/>
          </p:cNvSpPr>
          <p:nvPr/>
        </p:nvSpPr>
        <p:spPr bwMode="auto">
          <a:xfrm>
            <a:off x="4988280" y="4315314"/>
            <a:ext cx="333745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kumimoji="1" lang="en-US" altLang="zh-CN" sz="2646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7843" name="Line 18"/>
          <p:cNvSpPr>
            <a:spLocks noChangeShapeType="1"/>
          </p:cNvSpPr>
          <p:nvPr/>
        </p:nvSpPr>
        <p:spPr bwMode="auto">
          <a:xfrm flipH="1">
            <a:off x="5985271" y="2557953"/>
            <a:ext cx="692970" cy="6299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7844" name="Line 19"/>
          <p:cNvSpPr>
            <a:spLocks noChangeShapeType="1"/>
          </p:cNvSpPr>
          <p:nvPr/>
        </p:nvSpPr>
        <p:spPr bwMode="auto">
          <a:xfrm>
            <a:off x="6741239" y="2557953"/>
            <a:ext cx="188992" cy="5669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7845" name="Line 20"/>
          <p:cNvSpPr>
            <a:spLocks noChangeShapeType="1"/>
          </p:cNvSpPr>
          <p:nvPr/>
        </p:nvSpPr>
        <p:spPr bwMode="auto">
          <a:xfrm>
            <a:off x="6804236" y="2494956"/>
            <a:ext cx="1259946" cy="69297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7846" name="Text Box 21"/>
          <p:cNvSpPr txBox="1">
            <a:spLocks noChangeArrowheads="1"/>
          </p:cNvSpPr>
          <p:nvPr/>
        </p:nvSpPr>
        <p:spPr bwMode="auto">
          <a:xfrm>
            <a:off x="5778895" y="3187927"/>
            <a:ext cx="378629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</a:p>
        </p:txBody>
      </p:sp>
      <p:sp>
        <p:nvSpPr>
          <p:cNvPr id="77847" name="Text Box 22"/>
          <p:cNvSpPr txBox="1">
            <a:spLocks noChangeArrowheads="1"/>
          </p:cNvSpPr>
          <p:nvPr/>
        </p:nvSpPr>
        <p:spPr bwMode="auto">
          <a:xfrm>
            <a:off x="6724230" y="3187927"/>
            <a:ext cx="41069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</a:p>
        </p:txBody>
      </p:sp>
      <p:sp>
        <p:nvSpPr>
          <p:cNvPr id="77848" name="Text Box 23"/>
          <p:cNvSpPr txBox="1">
            <a:spLocks noChangeArrowheads="1"/>
          </p:cNvSpPr>
          <p:nvPr/>
        </p:nvSpPr>
        <p:spPr bwMode="auto">
          <a:xfrm>
            <a:off x="7865730" y="3187927"/>
            <a:ext cx="52290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E’</a:t>
            </a:r>
          </a:p>
        </p:txBody>
      </p:sp>
      <p:sp>
        <p:nvSpPr>
          <p:cNvPr id="77849" name="Line 24"/>
          <p:cNvSpPr>
            <a:spLocks noChangeShapeType="1"/>
          </p:cNvSpPr>
          <p:nvPr/>
        </p:nvSpPr>
        <p:spPr bwMode="auto">
          <a:xfrm flipH="1">
            <a:off x="6363255" y="3628907"/>
            <a:ext cx="566976" cy="5669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7850" name="Line 25"/>
          <p:cNvSpPr>
            <a:spLocks noChangeShapeType="1"/>
          </p:cNvSpPr>
          <p:nvPr/>
        </p:nvSpPr>
        <p:spPr bwMode="auto">
          <a:xfrm>
            <a:off x="6993228" y="3628907"/>
            <a:ext cx="566976" cy="5669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7851" name="Text Box 26"/>
          <p:cNvSpPr txBox="1">
            <a:spLocks noChangeArrowheads="1"/>
          </p:cNvSpPr>
          <p:nvPr/>
        </p:nvSpPr>
        <p:spPr bwMode="auto">
          <a:xfrm>
            <a:off x="6097970" y="4195884"/>
            <a:ext cx="391453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77852" name="Text Box 27"/>
          <p:cNvSpPr txBox="1">
            <a:spLocks noChangeArrowheads="1"/>
          </p:cNvSpPr>
          <p:nvPr/>
        </p:nvSpPr>
        <p:spPr bwMode="auto">
          <a:xfrm>
            <a:off x="7290880" y="4195884"/>
            <a:ext cx="52290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T’</a:t>
            </a:r>
          </a:p>
        </p:txBody>
      </p:sp>
      <p:sp>
        <p:nvSpPr>
          <p:cNvPr id="77853" name="Line 28"/>
          <p:cNvSpPr>
            <a:spLocks noChangeShapeType="1"/>
          </p:cNvSpPr>
          <p:nvPr/>
        </p:nvSpPr>
        <p:spPr bwMode="auto">
          <a:xfrm>
            <a:off x="6254323" y="4693298"/>
            <a:ext cx="0" cy="69297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7854" name="Text Box 29"/>
          <p:cNvSpPr txBox="1">
            <a:spLocks noChangeArrowheads="1"/>
          </p:cNvSpPr>
          <p:nvPr/>
        </p:nvSpPr>
        <p:spPr bwMode="auto">
          <a:xfrm>
            <a:off x="6111420" y="5386268"/>
            <a:ext cx="279243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77856" name="Text Box 31"/>
          <p:cNvSpPr txBox="1">
            <a:spLocks noChangeArrowheads="1"/>
          </p:cNvSpPr>
          <p:nvPr/>
        </p:nvSpPr>
        <p:spPr bwMode="auto">
          <a:xfrm>
            <a:off x="3093959" y="2765319"/>
            <a:ext cx="37382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46">
                <a:latin typeface="Arial" panose="020B0604020202020204" pitchFamily="34" charset="0"/>
                <a:ea typeface="宋体" panose="02010600030101010101" pitchFamily="2" charset="-122"/>
              </a:rPr>
              <a:t>#</a:t>
            </a:r>
            <a:endParaRPr lang="en-GB" altLang="zh-CN" sz="2646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" name="Rectangle 25"/>
          <p:cNvSpPr>
            <a:spLocks noChangeArrowheads="1"/>
          </p:cNvSpPr>
          <p:nvPr/>
        </p:nvSpPr>
        <p:spPr bwMode="auto">
          <a:xfrm>
            <a:off x="852134" y="4498402"/>
            <a:ext cx="2717100" cy="1942416"/>
          </a:xfrm>
          <a:prstGeom prst="rect">
            <a:avLst/>
          </a:prstGeom>
          <a:ln>
            <a:headEnd/>
            <a:tailEnd type="none" w="lg" len="lg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G(E):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E→TE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E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→+TE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| 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T→FT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T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→*FT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| 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F→(E) | </a:t>
            </a:r>
            <a:r>
              <a:rPr lang="en-US" altLang="zh-CN" sz="2315" dirty="0" err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endParaRPr lang="en-GB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1EF7056-DDF8-0C2C-18A4-A0BC365748A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57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902158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Text Box 2"/>
          <p:cNvSpPr txBox="1">
            <a:spLocks noChangeArrowheads="1"/>
          </p:cNvSpPr>
          <p:nvPr/>
        </p:nvSpPr>
        <p:spPr bwMode="auto">
          <a:xfrm>
            <a:off x="1638458" y="2724633"/>
            <a:ext cx="1581495" cy="550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976" b="1">
                <a:latin typeface="Times New Roman" panose="02020603050405020304" pitchFamily="18" charset="0"/>
                <a:ea typeface="宋体" panose="02010600030101010101" pitchFamily="2" charset="-122"/>
              </a:rPr>
              <a:t>i   +   i </a:t>
            </a:r>
          </a:p>
        </p:txBody>
      </p:sp>
      <p:sp>
        <p:nvSpPr>
          <p:cNvPr id="78852" name="Line 3"/>
          <p:cNvSpPr>
            <a:spLocks noChangeShapeType="1"/>
          </p:cNvSpPr>
          <p:nvPr/>
        </p:nvSpPr>
        <p:spPr bwMode="auto">
          <a:xfrm flipV="1">
            <a:off x="3208141" y="3275859"/>
            <a:ext cx="0" cy="44098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8853" name="Text Box 4"/>
          <p:cNvSpPr txBox="1">
            <a:spLocks noChangeArrowheads="1"/>
          </p:cNvSpPr>
          <p:nvPr/>
        </p:nvSpPr>
        <p:spPr bwMode="auto">
          <a:xfrm>
            <a:off x="2968843" y="3834960"/>
            <a:ext cx="481222" cy="44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315" b="1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</a:p>
        </p:txBody>
      </p:sp>
      <p:sp>
        <p:nvSpPr>
          <p:cNvPr id="78854" name="Text Box 5"/>
          <p:cNvSpPr txBox="1">
            <a:spLocks noChangeArrowheads="1"/>
          </p:cNvSpPr>
          <p:nvPr/>
        </p:nvSpPr>
        <p:spPr bwMode="auto">
          <a:xfrm>
            <a:off x="5402600" y="1133951"/>
            <a:ext cx="41069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78855" name="Line 6"/>
          <p:cNvSpPr>
            <a:spLocks noChangeShapeType="1"/>
          </p:cNvSpPr>
          <p:nvPr/>
        </p:nvSpPr>
        <p:spPr bwMode="auto">
          <a:xfrm flipH="1">
            <a:off x="4599331" y="1549996"/>
            <a:ext cx="944959" cy="5669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8856" name="Line 7"/>
          <p:cNvSpPr>
            <a:spLocks noChangeShapeType="1"/>
          </p:cNvSpPr>
          <p:nvPr/>
        </p:nvSpPr>
        <p:spPr bwMode="auto">
          <a:xfrm>
            <a:off x="5670285" y="1549996"/>
            <a:ext cx="1070954" cy="5669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8857" name="Text Box 8"/>
          <p:cNvSpPr txBox="1">
            <a:spLocks noChangeArrowheads="1"/>
          </p:cNvSpPr>
          <p:nvPr/>
        </p:nvSpPr>
        <p:spPr bwMode="auto">
          <a:xfrm>
            <a:off x="4393330" y="2116973"/>
            <a:ext cx="41069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</a:p>
        </p:txBody>
      </p:sp>
      <p:sp>
        <p:nvSpPr>
          <p:cNvPr id="78858" name="Text Box 9"/>
          <p:cNvSpPr txBox="1">
            <a:spLocks noChangeArrowheads="1"/>
          </p:cNvSpPr>
          <p:nvPr/>
        </p:nvSpPr>
        <p:spPr bwMode="auto">
          <a:xfrm>
            <a:off x="6416793" y="2116973"/>
            <a:ext cx="52290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E’</a:t>
            </a:r>
          </a:p>
        </p:txBody>
      </p:sp>
      <p:sp>
        <p:nvSpPr>
          <p:cNvPr id="78859" name="Line 10"/>
          <p:cNvSpPr>
            <a:spLocks noChangeShapeType="1"/>
          </p:cNvSpPr>
          <p:nvPr/>
        </p:nvSpPr>
        <p:spPr bwMode="auto">
          <a:xfrm flipH="1">
            <a:off x="3906361" y="2494956"/>
            <a:ext cx="629973" cy="6299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8860" name="Line 11"/>
          <p:cNvSpPr>
            <a:spLocks noChangeShapeType="1"/>
          </p:cNvSpPr>
          <p:nvPr/>
        </p:nvSpPr>
        <p:spPr bwMode="auto">
          <a:xfrm>
            <a:off x="4599331" y="2494956"/>
            <a:ext cx="566976" cy="6299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8861" name="Text Box 12"/>
          <p:cNvSpPr txBox="1">
            <a:spLocks noChangeArrowheads="1"/>
          </p:cNvSpPr>
          <p:nvPr/>
        </p:nvSpPr>
        <p:spPr bwMode="auto">
          <a:xfrm>
            <a:off x="3658137" y="3149864"/>
            <a:ext cx="391453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78862" name="Text Box 13"/>
          <p:cNvSpPr txBox="1">
            <a:spLocks noChangeArrowheads="1"/>
          </p:cNvSpPr>
          <p:nvPr/>
        </p:nvSpPr>
        <p:spPr bwMode="auto">
          <a:xfrm>
            <a:off x="4959980" y="3149864"/>
            <a:ext cx="52290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T’</a:t>
            </a:r>
          </a:p>
        </p:txBody>
      </p:sp>
      <p:sp>
        <p:nvSpPr>
          <p:cNvPr id="78863" name="Line 14"/>
          <p:cNvSpPr>
            <a:spLocks noChangeShapeType="1"/>
          </p:cNvSpPr>
          <p:nvPr/>
        </p:nvSpPr>
        <p:spPr bwMode="auto">
          <a:xfrm>
            <a:off x="3852551" y="3565910"/>
            <a:ext cx="0" cy="69297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8864" name="Text Box 15"/>
          <p:cNvSpPr txBox="1">
            <a:spLocks noChangeArrowheads="1"/>
          </p:cNvSpPr>
          <p:nvPr/>
        </p:nvSpPr>
        <p:spPr bwMode="auto">
          <a:xfrm>
            <a:off x="3709649" y="4258881"/>
            <a:ext cx="279243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78865" name="Line 16"/>
          <p:cNvSpPr>
            <a:spLocks noChangeShapeType="1"/>
          </p:cNvSpPr>
          <p:nvPr/>
        </p:nvSpPr>
        <p:spPr bwMode="auto">
          <a:xfrm>
            <a:off x="5158432" y="3628907"/>
            <a:ext cx="0" cy="69297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8866" name="Text Box 17"/>
          <p:cNvSpPr txBox="1">
            <a:spLocks noChangeArrowheads="1"/>
          </p:cNvSpPr>
          <p:nvPr/>
        </p:nvSpPr>
        <p:spPr bwMode="auto">
          <a:xfrm>
            <a:off x="4988280" y="4315314"/>
            <a:ext cx="333745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kumimoji="1" lang="en-US" altLang="zh-CN" sz="2646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867" name="Line 18"/>
          <p:cNvSpPr>
            <a:spLocks noChangeShapeType="1"/>
          </p:cNvSpPr>
          <p:nvPr/>
        </p:nvSpPr>
        <p:spPr bwMode="auto">
          <a:xfrm flipH="1">
            <a:off x="5985271" y="2557953"/>
            <a:ext cx="692970" cy="6299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8868" name="Line 19"/>
          <p:cNvSpPr>
            <a:spLocks noChangeShapeType="1"/>
          </p:cNvSpPr>
          <p:nvPr/>
        </p:nvSpPr>
        <p:spPr bwMode="auto">
          <a:xfrm>
            <a:off x="6741239" y="2557953"/>
            <a:ext cx="188992" cy="5669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8869" name="Line 20"/>
          <p:cNvSpPr>
            <a:spLocks noChangeShapeType="1"/>
          </p:cNvSpPr>
          <p:nvPr/>
        </p:nvSpPr>
        <p:spPr bwMode="auto">
          <a:xfrm>
            <a:off x="6804236" y="2494956"/>
            <a:ext cx="1259946" cy="69297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8870" name="Text Box 21"/>
          <p:cNvSpPr txBox="1">
            <a:spLocks noChangeArrowheads="1"/>
          </p:cNvSpPr>
          <p:nvPr/>
        </p:nvSpPr>
        <p:spPr bwMode="auto">
          <a:xfrm>
            <a:off x="5778895" y="3187927"/>
            <a:ext cx="378629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</a:p>
        </p:txBody>
      </p:sp>
      <p:sp>
        <p:nvSpPr>
          <p:cNvPr id="78871" name="Text Box 22"/>
          <p:cNvSpPr txBox="1">
            <a:spLocks noChangeArrowheads="1"/>
          </p:cNvSpPr>
          <p:nvPr/>
        </p:nvSpPr>
        <p:spPr bwMode="auto">
          <a:xfrm>
            <a:off x="6724230" y="3187927"/>
            <a:ext cx="41069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</a:p>
        </p:txBody>
      </p:sp>
      <p:sp>
        <p:nvSpPr>
          <p:cNvPr id="78872" name="Text Box 23"/>
          <p:cNvSpPr txBox="1">
            <a:spLocks noChangeArrowheads="1"/>
          </p:cNvSpPr>
          <p:nvPr/>
        </p:nvSpPr>
        <p:spPr bwMode="auto">
          <a:xfrm>
            <a:off x="7865730" y="3187927"/>
            <a:ext cx="52290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E’</a:t>
            </a:r>
          </a:p>
        </p:txBody>
      </p:sp>
      <p:sp>
        <p:nvSpPr>
          <p:cNvPr id="78873" name="Line 24"/>
          <p:cNvSpPr>
            <a:spLocks noChangeShapeType="1"/>
          </p:cNvSpPr>
          <p:nvPr/>
        </p:nvSpPr>
        <p:spPr bwMode="auto">
          <a:xfrm flipH="1">
            <a:off x="6363255" y="3628907"/>
            <a:ext cx="566976" cy="5669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8874" name="Line 25"/>
          <p:cNvSpPr>
            <a:spLocks noChangeShapeType="1"/>
          </p:cNvSpPr>
          <p:nvPr/>
        </p:nvSpPr>
        <p:spPr bwMode="auto">
          <a:xfrm>
            <a:off x="6993228" y="3628907"/>
            <a:ext cx="566976" cy="5669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8875" name="Text Box 26"/>
          <p:cNvSpPr txBox="1">
            <a:spLocks noChangeArrowheads="1"/>
          </p:cNvSpPr>
          <p:nvPr/>
        </p:nvSpPr>
        <p:spPr bwMode="auto">
          <a:xfrm>
            <a:off x="6097970" y="4195884"/>
            <a:ext cx="391453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78876" name="Text Box 27"/>
          <p:cNvSpPr txBox="1">
            <a:spLocks noChangeArrowheads="1"/>
          </p:cNvSpPr>
          <p:nvPr/>
        </p:nvSpPr>
        <p:spPr bwMode="auto">
          <a:xfrm>
            <a:off x="7290880" y="4195884"/>
            <a:ext cx="52290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T’</a:t>
            </a:r>
          </a:p>
        </p:txBody>
      </p:sp>
      <p:sp>
        <p:nvSpPr>
          <p:cNvPr id="78877" name="Line 28"/>
          <p:cNvSpPr>
            <a:spLocks noChangeShapeType="1"/>
          </p:cNvSpPr>
          <p:nvPr/>
        </p:nvSpPr>
        <p:spPr bwMode="auto">
          <a:xfrm>
            <a:off x="6254323" y="4693298"/>
            <a:ext cx="0" cy="69297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8878" name="Text Box 29"/>
          <p:cNvSpPr txBox="1">
            <a:spLocks noChangeArrowheads="1"/>
          </p:cNvSpPr>
          <p:nvPr/>
        </p:nvSpPr>
        <p:spPr bwMode="auto">
          <a:xfrm>
            <a:off x="6111420" y="5386268"/>
            <a:ext cx="279243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78879" name="Line 30"/>
          <p:cNvSpPr>
            <a:spLocks noChangeShapeType="1"/>
          </p:cNvSpPr>
          <p:nvPr/>
        </p:nvSpPr>
        <p:spPr bwMode="auto">
          <a:xfrm>
            <a:off x="7560204" y="4756295"/>
            <a:ext cx="0" cy="69297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8880" name="Text Box 31"/>
          <p:cNvSpPr txBox="1">
            <a:spLocks noChangeArrowheads="1"/>
          </p:cNvSpPr>
          <p:nvPr/>
        </p:nvSpPr>
        <p:spPr bwMode="auto">
          <a:xfrm>
            <a:off x="7390052" y="5442704"/>
            <a:ext cx="333745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kumimoji="1" lang="en-US" altLang="zh-CN" sz="2646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882" name="Text Box 33"/>
          <p:cNvSpPr txBox="1">
            <a:spLocks noChangeArrowheads="1"/>
          </p:cNvSpPr>
          <p:nvPr/>
        </p:nvSpPr>
        <p:spPr bwMode="auto">
          <a:xfrm>
            <a:off x="3093959" y="2765319"/>
            <a:ext cx="37382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46">
                <a:latin typeface="Arial" panose="020B0604020202020204" pitchFamily="34" charset="0"/>
                <a:ea typeface="宋体" panose="02010600030101010101" pitchFamily="2" charset="-122"/>
              </a:rPr>
              <a:t>#</a:t>
            </a:r>
            <a:endParaRPr lang="en-GB" altLang="zh-CN" sz="2646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" name="Rectangle 25"/>
          <p:cNvSpPr>
            <a:spLocks noChangeArrowheads="1"/>
          </p:cNvSpPr>
          <p:nvPr/>
        </p:nvSpPr>
        <p:spPr bwMode="auto">
          <a:xfrm>
            <a:off x="852134" y="4498402"/>
            <a:ext cx="2717100" cy="1942416"/>
          </a:xfrm>
          <a:prstGeom prst="rect">
            <a:avLst/>
          </a:prstGeom>
          <a:ln>
            <a:headEnd/>
            <a:tailEnd type="none" w="lg" len="lg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G(E):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E→TE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E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→+TE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| 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T→FT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T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→*FT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| 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F→(E) | </a:t>
            </a:r>
            <a:r>
              <a:rPr lang="en-US" altLang="zh-CN" sz="2315" dirty="0" err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endParaRPr lang="en-GB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17B8AD4-1067-3BBB-508D-EEB06E4A1C4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58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7553296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Text Box 2"/>
          <p:cNvSpPr txBox="1">
            <a:spLocks noChangeArrowheads="1"/>
          </p:cNvSpPr>
          <p:nvPr/>
        </p:nvSpPr>
        <p:spPr bwMode="auto">
          <a:xfrm>
            <a:off x="1638458" y="2724633"/>
            <a:ext cx="1581495" cy="550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976" b="1">
                <a:latin typeface="Times New Roman" panose="02020603050405020304" pitchFamily="18" charset="0"/>
                <a:ea typeface="宋体" panose="02010600030101010101" pitchFamily="2" charset="-122"/>
              </a:rPr>
              <a:t>i   +   i </a:t>
            </a:r>
          </a:p>
        </p:txBody>
      </p:sp>
      <p:sp>
        <p:nvSpPr>
          <p:cNvPr id="79876" name="Line 3"/>
          <p:cNvSpPr>
            <a:spLocks noChangeShapeType="1"/>
          </p:cNvSpPr>
          <p:nvPr/>
        </p:nvSpPr>
        <p:spPr bwMode="auto">
          <a:xfrm flipV="1">
            <a:off x="3208141" y="3275859"/>
            <a:ext cx="0" cy="44098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9877" name="Text Box 4"/>
          <p:cNvSpPr txBox="1">
            <a:spLocks noChangeArrowheads="1"/>
          </p:cNvSpPr>
          <p:nvPr/>
        </p:nvSpPr>
        <p:spPr bwMode="auto">
          <a:xfrm>
            <a:off x="2968843" y="3834960"/>
            <a:ext cx="481222" cy="44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315" b="1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</a:p>
        </p:txBody>
      </p:sp>
      <p:sp>
        <p:nvSpPr>
          <p:cNvPr id="79878" name="Text Box 5"/>
          <p:cNvSpPr txBox="1">
            <a:spLocks noChangeArrowheads="1"/>
          </p:cNvSpPr>
          <p:nvPr/>
        </p:nvSpPr>
        <p:spPr bwMode="auto">
          <a:xfrm>
            <a:off x="5402600" y="1133951"/>
            <a:ext cx="41069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79879" name="Line 6"/>
          <p:cNvSpPr>
            <a:spLocks noChangeShapeType="1"/>
          </p:cNvSpPr>
          <p:nvPr/>
        </p:nvSpPr>
        <p:spPr bwMode="auto">
          <a:xfrm flipH="1">
            <a:off x="4599331" y="1549996"/>
            <a:ext cx="944959" cy="5669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9880" name="Line 7"/>
          <p:cNvSpPr>
            <a:spLocks noChangeShapeType="1"/>
          </p:cNvSpPr>
          <p:nvPr/>
        </p:nvSpPr>
        <p:spPr bwMode="auto">
          <a:xfrm>
            <a:off x="5670285" y="1549996"/>
            <a:ext cx="1070954" cy="5669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9881" name="Text Box 8"/>
          <p:cNvSpPr txBox="1">
            <a:spLocks noChangeArrowheads="1"/>
          </p:cNvSpPr>
          <p:nvPr/>
        </p:nvSpPr>
        <p:spPr bwMode="auto">
          <a:xfrm>
            <a:off x="4393330" y="2116973"/>
            <a:ext cx="41069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</a:p>
        </p:txBody>
      </p:sp>
      <p:sp>
        <p:nvSpPr>
          <p:cNvPr id="79882" name="Text Box 9"/>
          <p:cNvSpPr txBox="1">
            <a:spLocks noChangeArrowheads="1"/>
          </p:cNvSpPr>
          <p:nvPr/>
        </p:nvSpPr>
        <p:spPr bwMode="auto">
          <a:xfrm>
            <a:off x="6416793" y="2116973"/>
            <a:ext cx="52290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E’</a:t>
            </a:r>
          </a:p>
        </p:txBody>
      </p:sp>
      <p:sp>
        <p:nvSpPr>
          <p:cNvPr id="79883" name="Line 10"/>
          <p:cNvSpPr>
            <a:spLocks noChangeShapeType="1"/>
          </p:cNvSpPr>
          <p:nvPr/>
        </p:nvSpPr>
        <p:spPr bwMode="auto">
          <a:xfrm flipH="1">
            <a:off x="3906361" y="2494956"/>
            <a:ext cx="629973" cy="6299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9884" name="Line 11"/>
          <p:cNvSpPr>
            <a:spLocks noChangeShapeType="1"/>
          </p:cNvSpPr>
          <p:nvPr/>
        </p:nvSpPr>
        <p:spPr bwMode="auto">
          <a:xfrm>
            <a:off x="4599331" y="2494956"/>
            <a:ext cx="566976" cy="6299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9885" name="Text Box 12"/>
          <p:cNvSpPr txBox="1">
            <a:spLocks noChangeArrowheads="1"/>
          </p:cNvSpPr>
          <p:nvPr/>
        </p:nvSpPr>
        <p:spPr bwMode="auto">
          <a:xfrm>
            <a:off x="3658137" y="3149864"/>
            <a:ext cx="391453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79886" name="Text Box 13"/>
          <p:cNvSpPr txBox="1">
            <a:spLocks noChangeArrowheads="1"/>
          </p:cNvSpPr>
          <p:nvPr/>
        </p:nvSpPr>
        <p:spPr bwMode="auto">
          <a:xfrm>
            <a:off x="4959980" y="3149864"/>
            <a:ext cx="52290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T’</a:t>
            </a:r>
          </a:p>
        </p:txBody>
      </p:sp>
      <p:sp>
        <p:nvSpPr>
          <p:cNvPr id="79887" name="Line 14"/>
          <p:cNvSpPr>
            <a:spLocks noChangeShapeType="1"/>
          </p:cNvSpPr>
          <p:nvPr/>
        </p:nvSpPr>
        <p:spPr bwMode="auto">
          <a:xfrm>
            <a:off x="3852551" y="3565910"/>
            <a:ext cx="0" cy="69297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9888" name="Text Box 15"/>
          <p:cNvSpPr txBox="1">
            <a:spLocks noChangeArrowheads="1"/>
          </p:cNvSpPr>
          <p:nvPr/>
        </p:nvSpPr>
        <p:spPr bwMode="auto">
          <a:xfrm>
            <a:off x="3709649" y="4258881"/>
            <a:ext cx="279243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79889" name="Line 16"/>
          <p:cNvSpPr>
            <a:spLocks noChangeShapeType="1"/>
          </p:cNvSpPr>
          <p:nvPr/>
        </p:nvSpPr>
        <p:spPr bwMode="auto">
          <a:xfrm>
            <a:off x="5158432" y="3628907"/>
            <a:ext cx="0" cy="69297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9890" name="Text Box 17"/>
          <p:cNvSpPr txBox="1">
            <a:spLocks noChangeArrowheads="1"/>
          </p:cNvSpPr>
          <p:nvPr/>
        </p:nvSpPr>
        <p:spPr bwMode="auto">
          <a:xfrm>
            <a:off x="4988280" y="4315314"/>
            <a:ext cx="333745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kumimoji="1" lang="en-US" altLang="zh-CN" sz="2646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9891" name="Line 18"/>
          <p:cNvSpPr>
            <a:spLocks noChangeShapeType="1"/>
          </p:cNvSpPr>
          <p:nvPr/>
        </p:nvSpPr>
        <p:spPr bwMode="auto">
          <a:xfrm flipH="1">
            <a:off x="5985271" y="2557953"/>
            <a:ext cx="692970" cy="6299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9892" name="Line 19"/>
          <p:cNvSpPr>
            <a:spLocks noChangeShapeType="1"/>
          </p:cNvSpPr>
          <p:nvPr/>
        </p:nvSpPr>
        <p:spPr bwMode="auto">
          <a:xfrm>
            <a:off x="6741239" y="2557953"/>
            <a:ext cx="188992" cy="5669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9893" name="Line 20"/>
          <p:cNvSpPr>
            <a:spLocks noChangeShapeType="1"/>
          </p:cNvSpPr>
          <p:nvPr/>
        </p:nvSpPr>
        <p:spPr bwMode="auto">
          <a:xfrm>
            <a:off x="6804236" y="2494956"/>
            <a:ext cx="1259946" cy="69297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9894" name="Text Box 21"/>
          <p:cNvSpPr txBox="1">
            <a:spLocks noChangeArrowheads="1"/>
          </p:cNvSpPr>
          <p:nvPr/>
        </p:nvSpPr>
        <p:spPr bwMode="auto">
          <a:xfrm>
            <a:off x="5778895" y="3187927"/>
            <a:ext cx="378629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</a:p>
        </p:txBody>
      </p:sp>
      <p:sp>
        <p:nvSpPr>
          <p:cNvPr id="79895" name="Text Box 22"/>
          <p:cNvSpPr txBox="1">
            <a:spLocks noChangeArrowheads="1"/>
          </p:cNvSpPr>
          <p:nvPr/>
        </p:nvSpPr>
        <p:spPr bwMode="auto">
          <a:xfrm>
            <a:off x="6724230" y="3187927"/>
            <a:ext cx="41069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</a:p>
        </p:txBody>
      </p:sp>
      <p:sp>
        <p:nvSpPr>
          <p:cNvPr id="79896" name="Text Box 23"/>
          <p:cNvSpPr txBox="1">
            <a:spLocks noChangeArrowheads="1"/>
          </p:cNvSpPr>
          <p:nvPr/>
        </p:nvSpPr>
        <p:spPr bwMode="auto">
          <a:xfrm>
            <a:off x="7865730" y="3187927"/>
            <a:ext cx="52290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E’</a:t>
            </a:r>
          </a:p>
        </p:txBody>
      </p:sp>
      <p:sp>
        <p:nvSpPr>
          <p:cNvPr id="79897" name="Line 24"/>
          <p:cNvSpPr>
            <a:spLocks noChangeShapeType="1"/>
          </p:cNvSpPr>
          <p:nvPr/>
        </p:nvSpPr>
        <p:spPr bwMode="auto">
          <a:xfrm flipH="1">
            <a:off x="6363255" y="3628907"/>
            <a:ext cx="566976" cy="5669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9898" name="Line 25"/>
          <p:cNvSpPr>
            <a:spLocks noChangeShapeType="1"/>
          </p:cNvSpPr>
          <p:nvPr/>
        </p:nvSpPr>
        <p:spPr bwMode="auto">
          <a:xfrm>
            <a:off x="6993228" y="3628907"/>
            <a:ext cx="566976" cy="5669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9899" name="Text Box 26"/>
          <p:cNvSpPr txBox="1">
            <a:spLocks noChangeArrowheads="1"/>
          </p:cNvSpPr>
          <p:nvPr/>
        </p:nvSpPr>
        <p:spPr bwMode="auto">
          <a:xfrm>
            <a:off x="6097970" y="4195884"/>
            <a:ext cx="391453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79900" name="Text Box 27"/>
          <p:cNvSpPr txBox="1">
            <a:spLocks noChangeArrowheads="1"/>
          </p:cNvSpPr>
          <p:nvPr/>
        </p:nvSpPr>
        <p:spPr bwMode="auto">
          <a:xfrm>
            <a:off x="7290880" y="4195884"/>
            <a:ext cx="52290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T’</a:t>
            </a:r>
          </a:p>
        </p:txBody>
      </p:sp>
      <p:sp>
        <p:nvSpPr>
          <p:cNvPr id="79901" name="Line 28"/>
          <p:cNvSpPr>
            <a:spLocks noChangeShapeType="1"/>
          </p:cNvSpPr>
          <p:nvPr/>
        </p:nvSpPr>
        <p:spPr bwMode="auto">
          <a:xfrm>
            <a:off x="6254323" y="4693298"/>
            <a:ext cx="0" cy="69297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9902" name="Text Box 29"/>
          <p:cNvSpPr txBox="1">
            <a:spLocks noChangeArrowheads="1"/>
          </p:cNvSpPr>
          <p:nvPr/>
        </p:nvSpPr>
        <p:spPr bwMode="auto">
          <a:xfrm>
            <a:off x="6111420" y="5386268"/>
            <a:ext cx="279243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79903" name="Line 30"/>
          <p:cNvSpPr>
            <a:spLocks noChangeShapeType="1"/>
          </p:cNvSpPr>
          <p:nvPr/>
        </p:nvSpPr>
        <p:spPr bwMode="auto">
          <a:xfrm>
            <a:off x="7560204" y="4756295"/>
            <a:ext cx="0" cy="69297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9904" name="Text Box 31"/>
          <p:cNvSpPr txBox="1">
            <a:spLocks noChangeArrowheads="1"/>
          </p:cNvSpPr>
          <p:nvPr/>
        </p:nvSpPr>
        <p:spPr bwMode="auto">
          <a:xfrm>
            <a:off x="7390052" y="5442704"/>
            <a:ext cx="333745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kumimoji="1" lang="en-US" altLang="zh-CN" sz="2646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9906" name="Line 33"/>
          <p:cNvSpPr>
            <a:spLocks noChangeShapeType="1"/>
          </p:cNvSpPr>
          <p:nvPr/>
        </p:nvSpPr>
        <p:spPr bwMode="auto">
          <a:xfrm>
            <a:off x="8136367" y="3601345"/>
            <a:ext cx="0" cy="69297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79907" name="Text Box 34"/>
          <p:cNvSpPr txBox="1">
            <a:spLocks noChangeArrowheads="1"/>
          </p:cNvSpPr>
          <p:nvPr/>
        </p:nvSpPr>
        <p:spPr bwMode="auto">
          <a:xfrm>
            <a:off x="7966214" y="4287754"/>
            <a:ext cx="333745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kumimoji="1" lang="en-US" altLang="zh-CN" sz="2646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9908" name="Text Box 35"/>
          <p:cNvSpPr txBox="1">
            <a:spLocks noChangeArrowheads="1"/>
          </p:cNvSpPr>
          <p:nvPr/>
        </p:nvSpPr>
        <p:spPr bwMode="auto">
          <a:xfrm>
            <a:off x="3093959" y="2765319"/>
            <a:ext cx="37382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46">
                <a:latin typeface="Arial" panose="020B0604020202020204" pitchFamily="34" charset="0"/>
                <a:ea typeface="宋体" panose="02010600030101010101" pitchFamily="2" charset="-122"/>
              </a:rPr>
              <a:t>#</a:t>
            </a:r>
            <a:endParaRPr lang="en-GB" altLang="zh-CN" sz="2646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" name="Rectangle 25"/>
          <p:cNvSpPr>
            <a:spLocks noChangeArrowheads="1"/>
          </p:cNvSpPr>
          <p:nvPr/>
        </p:nvSpPr>
        <p:spPr bwMode="auto">
          <a:xfrm>
            <a:off x="852134" y="4498402"/>
            <a:ext cx="2717100" cy="1942416"/>
          </a:xfrm>
          <a:prstGeom prst="rect">
            <a:avLst/>
          </a:prstGeom>
          <a:ln>
            <a:headEnd/>
            <a:tailEnd type="none" w="lg" len="lg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G(E):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E→TE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E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→+TE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| 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T→FT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T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→*FT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| 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F→(E) | </a:t>
            </a:r>
            <a:r>
              <a:rPr lang="en-US" altLang="zh-CN" sz="2315" dirty="0" err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endParaRPr lang="en-GB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72714A3-122A-EED2-C760-2FA5512C929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59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74349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Text Box 2"/>
          <p:cNvSpPr txBox="1">
            <a:spLocks noChangeArrowheads="1"/>
          </p:cNvSpPr>
          <p:nvPr/>
        </p:nvSpPr>
        <p:spPr bwMode="auto">
          <a:xfrm>
            <a:off x="1638458" y="2724633"/>
            <a:ext cx="1581495" cy="550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976" b="1">
                <a:latin typeface="Times New Roman" panose="02020603050405020304" pitchFamily="18" charset="0"/>
                <a:ea typeface="宋体" panose="02010600030101010101" pitchFamily="2" charset="-122"/>
              </a:rPr>
              <a:t>i   +   i </a:t>
            </a:r>
          </a:p>
        </p:txBody>
      </p:sp>
      <p:sp>
        <p:nvSpPr>
          <p:cNvPr id="80900" name="Line 3"/>
          <p:cNvSpPr>
            <a:spLocks noChangeShapeType="1"/>
          </p:cNvSpPr>
          <p:nvPr/>
        </p:nvSpPr>
        <p:spPr bwMode="auto">
          <a:xfrm flipV="1">
            <a:off x="2404925" y="3275859"/>
            <a:ext cx="0" cy="44098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80901" name="Text Box 4"/>
          <p:cNvSpPr txBox="1">
            <a:spLocks noChangeArrowheads="1"/>
          </p:cNvSpPr>
          <p:nvPr/>
        </p:nvSpPr>
        <p:spPr bwMode="auto">
          <a:xfrm>
            <a:off x="2165627" y="3834960"/>
            <a:ext cx="481222" cy="44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315" b="1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</a:p>
        </p:txBody>
      </p:sp>
      <p:sp>
        <p:nvSpPr>
          <p:cNvPr id="80902" name="Text Box 5"/>
          <p:cNvSpPr txBox="1">
            <a:spLocks noChangeArrowheads="1"/>
          </p:cNvSpPr>
          <p:nvPr/>
        </p:nvSpPr>
        <p:spPr bwMode="auto">
          <a:xfrm>
            <a:off x="5402600" y="1133951"/>
            <a:ext cx="41069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80903" name="Line 6"/>
          <p:cNvSpPr>
            <a:spLocks noChangeShapeType="1"/>
          </p:cNvSpPr>
          <p:nvPr/>
        </p:nvSpPr>
        <p:spPr bwMode="auto">
          <a:xfrm flipH="1">
            <a:off x="4599331" y="1549996"/>
            <a:ext cx="944959" cy="5669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80904" name="Line 7"/>
          <p:cNvSpPr>
            <a:spLocks noChangeShapeType="1"/>
          </p:cNvSpPr>
          <p:nvPr/>
        </p:nvSpPr>
        <p:spPr bwMode="auto">
          <a:xfrm>
            <a:off x="5670285" y="1549996"/>
            <a:ext cx="1070954" cy="5669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80905" name="Text Box 8"/>
          <p:cNvSpPr txBox="1">
            <a:spLocks noChangeArrowheads="1"/>
          </p:cNvSpPr>
          <p:nvPr/>
        </p:nvSpPr>
        <p:spPr bwMode="auto">
          <a:xfrm>
            <a:off x="4393330" y="2116973"/>
            <a:ext cx="41069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</a:p>
        </p:txBody>
      </p:sp>
      <p:sp>
        <p:nvSpPr>
          <p:cNvPr id="80906" name="Text Box 9"/>
          <p:cNvSpPr txBox="1">
            <a:spLocks noChangeArrowheads="1"/>
          </p:cNvSpPr>
          <p:nvPr/>
        </p:nvSpPr>
        <p:spPr bwMode="auto">
          <a:xfrm>
            <a:off x="6416793" y="2116973"/>
            <a:ext cx="52290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E’</a:t>
            </a:r>
          </a:p>
        </p:txBody>
      </p:sp>
      <p:sp>
        <p:nvSpPr>
          <p:cNvPr id="80907" name="Line 10"/>
          <p:cNvSpPr>
            <a:spLocks noChangeShapeType="1"/>
          </p:cNvSpPr>
          <p:nvPr/>
        </p:nvSpPr>
        <p:spPr bwMode="auto">
          <a:xfrm flipH="1">
            <a:off x="3906361" y="2494956"/>
            <a:ext cx="629973" cy="6299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80908" name="Line 11"/>
          <p:cNvSpPr>
            <a:spLocks noChangeShapeType="1"/>
          </p:cNvSpPr>
          <p:nvPr/>
        </p:nvSpPr>
        <p:spPr bwMode="auto">
          <a:xfrm>
            <a:off x="4599331" y="2494956"/>
            <a:ext cx="566976" cy="6299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80909" name="Text Box 12"/>
          <p:cNvSpPr txBox="1">
            <a:spLocks noChangeArrowheads="1"/>
          </p:cNvSpPr>
          <p:nvPr/>
        </p:nvSpPr>
        <p:spPr bwMode="auto">
          <a:xfrm>
            <a:off x="3658137" y="3149864"/>
            <a:ext cx="391453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80910" name="Text Box 13"/>
          <p:cNvSpPr txBox="1">
            <a:spLocks noChangeArrowheads="1"/>
          </p:cNvSpPr>
          <p:nvPr/>
        </p:nvSpPr>
        <p:spPr bwMode="auto">
          <a:xfrm>
            <a:off x="4959980" y="3149864"/>
            <a:ext cx="52290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T’</a:t>
            </a:r>
          </a:p>
        </p:txBody>
      </p:sp>
      <p:sp>
        <p:nvSpPr>
          <p:cNvPr id="80911" name="Line 14"/>
          <p:cNvSpPr>
            <a:spLocks noChangeShapeType="1"/>
          </p:cNvSpPr>
          <p:nvPr/>
        </p:nvSpPr>
        <p:spPr bwMode="auto">
          <a:xfrm>
            <a:off x="3852551" y="3565910"/>
            <a:ext cx="0" cy="69297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80912" name="Text Box 15"/>
          <p:cNvSpPr txBox="1">
            <a:spLocks noChangeArrowheads="1"/>
          </p:cNvSpPr>
          <p:nvPr/>
        </p:nvSpPr>
        <p:spPr bwMode="auto">
          <a:xfrm>
            <a:off x="3709649" y="4258881"/>
            <a:ext cx="279243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338960" name="Line 16"/>
          <p:cNvSpPr>
            <a:spLocks noChangeShapeType="1"/>
          </p:cNvSpPr>
          <p:nvPr/>
        </p:nvSpPr>
        <p:spPr bwMode="auto">
          <a:xfrm>
            <a:off x="5158432" y="3628907"/>
            <a:ext cx="0" cy="69297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8"/>
          </a:p>
        </p:txBody>
      </p:sp>
      <p:sp>
        <p:nvSpPr>
          <p:cNvPr id="338961" name="Text Box 17"/>
          <p:cNvSpPr txBox="1">
            <a:spLocks noChangeArrowheads="1"/>
          </p:cNvSpPr>
          <p:nvPr/>
        </p:nvSpPr>
        <p:spPr bwMode="auto">
          <a:xfrm>
            <a:off x="4988280" y="4315314"/>
            <a:ext cx="333745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46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kumimoji="1" lang="en-US" altLang="zh-CN" sz="2646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5779223" y="2494956"/>
            <a:ext cx="2607827" cy="1193012"/>
            <a:chOff x="3443" y="1181"/>
            <a:chExt cx="1987" cy="909"/>
          </a:xfrm>
        </p:grpSpPr>
        <p:sp>
          <p:nvSpPr>
            <p:cNvPr id="80920" name="Line 18"/>
            <p:cNvSpPr>
              <a:spLocks noChangeShapeType="1"/>
            </p:cNvSpPr>
            <p:nvPr/>
          </p:nvSpPr>
          <p:spPr bwMode="auto">
            <a:xfrm flipH="1">
              <a:off x="3600" y="1229"/>
              <a:ext cx="528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88"/>
            </a:p>
          </p:txBody>
        </p:sp>
        <p:sp>
          <p:nvSpPr>
            <p:cNvPr id="80921" name="Line 19"/>
            <p:cNvSpPr>
              <a:spLocks noChangeShapeType="1"/>
            </p:cNvSpPr>
            <p:nvPr/>
          </p:nvSpPr>
          <p:spPr bwMode="auto">
            <a:xfrm>
              <a:off x="4176" y="1229"/>
              <a:ext cx="144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88"/>
            </a:p>
          </p:txBody>
        </p:sp>
        <p:sp>
          <p:nvSpPr>
            <p:cNvPr id="80922" name="Line 20"/>
            <p:cNvSpPr>
              <a:spLocks noChangeShapeType="1"/>
            </p:cNvSpPr>
            <p:nvPr/>
          </p:nvSpPr>
          <p:spPr bwMode="auto">
            <a:xfrm>
              <a:off x="4224" y="1181"/>
              <a:ext cx="960" cy="5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88"/>
            </a:p>
          </p:txBody>
        </p:sp>
        <p:sp>
          <p:nvSpPr>
            <p:cNvPr id="80923" name="Text Box 21"/>
            <p:cNvSpPr txBox="1">
              <a:spLocks noChangeArrowheads="1"/>
            </p:cNvSpPr>
            <p:nvPr/>
          </p:nvSpPr>
          <p:spPr bwMode="auto">
            <a:xfrm>
              <a:off x="3443" y="1709"/>
              <a:ext cx="288" cy="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646" b="1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80924" name="Text Box 22"/>
            <p:cNvSpPr txBox="1">
              <a:spLocks noChangeArrowheads="1"/>
            </p:cNvSpPr>
            <p:nvPr/>
          </p:nvSpPr>
          <p:spPr bwMode="auto">
            <a:xfrm>
              <a:off x="4163" y="1709"/>
              <a:ext cx="313" cy="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646" b="1"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</a:p>
          </p:txBody>
        </p:sp>
        <p:sp>
          <p:nvSpPr>
            <p:cNvPr id="80925" name="Text Box 23"/>
            <p:cNvSpPr txBox="1">
              <a:spLocks noChangeArrowheads="1"/>
            </p:cNvSpPr>
            <p:nvPr/>
          </p:nvSpPr>
          <p:spPr bwMode="auto">
            <a:xfrm>
              <a:off x="5032" y="1709"/>
              <a:ext cx="398" cy="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646" b="1">
                  <a:latin typeface="Times New Roman" panose="02020603050405020304" pitchFamily="18" charset="0"/>
                  <a:ea typeface="宋体" panose="02010600030101010101" pitchFamily="2" charset="-122"/>
                </a:rPr>
                <a:t>E’</a:t>
              </a:r>
            </a:p>
          </p:txBody>
        </p:sp>
      </p:grpSp>
      <p:sp>
        <p:nvSpPr>
          <p:cNvPr id="338979" name="Rectangle 35"/>
          <p:cNvSpPr>
            <a:spLocks noChangeArrowheads="1"/>
          </p:cNvSpPr>
          <p:nvPr/>
        </p:nvSpPr>
        <p:spPr bwMode="auto">
          <a:xfrm>
            <a:off x="4802761" y="3065869"/>
            <a:ext cx="773029" cy="1845296"/>
          </a:xfrm>
          <a:prstGeom prst="rect">
            <a:avLst/>
          </a:prstGeom>
          <a:solidFill>
            <a:srgbClr val="CC99FF">
              <a:alpha val="39999"/>
            </a:srgbClr>
          </a:solidFill>
          <a:ln w="12700">
            <a:solidFill>
              <a:srgbClr val="FF0000"/>
            </a:solidFill>
            <a:miter lim="800000"/>
            <a:headEnd/>
            <a:tailEnd type="none" w="lg" len="lg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488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0919" name="Text Box 37"/>
          <p:cNvSpPr txBox="1">
            <a:spLocks noChangeArrowheads="1"/>
          </p:cNvSpPr>
          <p:nvPr/>
        </p:nvSpPr>
        <p:spPr bwMode="auto">
          <a:xfrm>
            <a:off x="3093959" y="2765319"/>
            <a:ext cx="373820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46">
                <a:latin typeface="Arial" panose="020B0604020202020204" pitchFamily="34" charset="0"/>
                <a:ea typeface="宋体" panose="02010600030101010101" pitchFamily="2" charset="-122"/>
              </a:rPr>
              <a:t>#</a:t>
            </a:r>
            <a:endParaRPr lang="en-GB" altLang="zh-CN" sz="2646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852134" y="4498402"/>
            <a:ext cx="2717100" cy="1942416"/>
          </a:xfrm>
          <a:prstGeom prst="rect">
            <a:avLst/>
          </a:prstGeom>
          <a:ln>
            <a:headEnd/>
            <a:tailEnd type="none" w="lg" len="lg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G(E):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E→TE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E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→+TE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| 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T→FT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T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→*FT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| </a:t>
            </a: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lang="en-US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315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F→(E) | </a:t>
            </a:r>
            <a:r>
              <a:rPr lang="en-US" altLang="zh-CN" sz="2315" dirty="0" err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endParaRPr lang="en-GB" altLang="zh-CN" sz="2315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66559" y="5223075"/>
            <a:ext cx="2805833" cy="4994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zh-CN" sz="2646" b="1" dirty="0">
                <a:latin typeface="Times New Roman" panose="02020603050405020304" pitchFamily="18" charset="0"/>
                <a:ea typeface="宋体" panose="02010600030101010101" pitchFamily="2" charset="-122"/>
              </a:rPr>
              <a:t>E </a:t>
            </a:r>
            <a:r>
              <a:rPr kumimoji="1" lang="en-US" altLang="zh-CN" sz="2646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 …  </a:t>
            </a:r>
            <a:r>
              <a:rPr kumimoji="1" lang="en-US" altLang="zh-CN" sz="2646" b="1" dirty="0" err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kumimoji="1" lang="en-US" altLang="zh-CN" sz="2646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T’</a:t>
            </a:r>
            <a:r>
              <a:rPr kumimoji="1" lang="en-US" altLang="zh-CN" sz="2646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kumimoji="1" lang="en-US" altLang="zh-CN" sz="2646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…</a:t>
            </a:r>
            <a:endParaRPr kumimoji="1" lang="zh-CN" altLang="en-GB" sz="2646" b="1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DB131018-EA1A-7E4A-B86A-36CD169E7CD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60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69690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8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38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" dur="500"/>
                                        <p:tgtEl>
                                          <p:spTgt spid="3389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2" dur="500"/>
                                        <p:tgtEl>
                                          <p:spTgt spid="3389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960" grpId="0" animBg="1"/>
      <p:bldP spid="338960" grpId="1" animBg="1"/>
      <p:bldP spid="338961" grpId="0"/>
      <p:bldP spid="338961" grpId="1"/>
      <p:bldP spid="338979" grpId="0" animBg="1"/>
      <p:bldP spid="4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6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FOLLOW</a:t>
            </a:r>
            <a:r>
              <a:rPr lang="zh-CN" altLang="en-US" dirty="0"/>
              <a:t>集合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3474" name="Rectangle 2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/>
                <a:r>
                  <a:rPr lang="zh-CN" altLang="en-US" dirty="0"/>
                  <a:t>假定</a:t>
                </a:r>
                <a:r>
                  <a:rPr lang="en-US" altLang="zh-CN" dirty="0"/>
                  <a:t>S</a:t>
                </a:r>
                <a:r>
                  <a:rPr lang="zh-CN" altLang="en-US" dirty="0"/>
                  <a:t>是文法</a:t>
                </a:r>
                <a:r>
                  <a:rPr lang="en-US" altLang="zh-CN" dirty="0"/>
                  <a:t>G</a:t>
                </a:r>
                <a:r>
                  <a:rPr lang="zh-CN" altLang="en-US" dirty="0"/>
                  <a:t>的开始符号，对于</a:t>
                </a:r>
                <a:r>
                  <a:rPr lang="en-US" altLang="zh-CN" dirty="0"/>
                  <a:t>G</a:t>
                </a:r>
                <a:r>
                  <a:rPr lang="zh-CN" altLang="en-US" dirty="0"/>
                  <a:t>的任何非终结符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，我们定义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的</a:t>
                </a:r>
                <a:r>
                  <a:rPr kumimoji="1" lang="en-US" altLang="zh-CN" dirty="0">
                    <a:solidFill>
                      <a:srgbClr val="CC0000"/>
                    </a:solidFill>
                  </a:rPr>
                  <a:t>FOLLOW</a:t>
                </a:r>
                <a:r>
                  <a:rPr kumimoji="1" lang="zh-CN" altLang="en-US" dirty="0"/>
                  <a:t>集合</a:t>
                </a:r>
                <a:endParaRPr kumimoji="1"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𝐹𝑂𝐿𝐿𝑂𝑊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groupChr>
                            <m:groupChrPr>
                              <m:chr m:val="⇒"/>
                              <m:vertJc m:val="bot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e>
                          </m:groupCh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𝐴𝑎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…,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zh-CN" altLang="en-US" dirty="0"/>
                  <a:t>特别是，若</a:t>
                </a:r>
                <a14:m>
                  <m:oMath xmlns:m="http://schemas.openxmlformats.org/officeDocument/2006/math">
                    <m:r>
                      <a:rPr kumimoji="1" lang="en-US" altLang="zh-CN" b="0" i="1" dirty="0" smtClean="0">
                        <a:latin typeface="Cambria Math" panose="02040503050406030204" pitchFamily="18" charset="0"/>
                      </a:rPr>
                      <m:t>𝑆</m:t>
                    </m:r>
                    <m:groupChr>
                      <m:groupChrPr>
                        <m:chr m:val="⇒"/>
                        <m:vertJc m:val="bot"/>
                        <m:ctrlPr>
                          <a:rPr kumimoji="1"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kumimoji="1" lang="en-US" altLang="zh-CN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groupChr>
                    <m:r>
                      <a:rPr kumimoji="1" lang="en-US" altLang="zh-CN" b="0" i="1" dirty="0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kumimoji="1" lang="en-US" altLang="zh-CN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kumimoji="1" lang="zh-CN" altLang="en-US" dirty="0"/>
                  <a:t>，则规定</a:t>
                </a:r>
                <a14:m>
                  <m:oMath xmlns:m="http://schemas.openxmlformats.org/officeDocument/2006/math">
                    <m:r>
                      <a:rPr kumimoji="1" lang="en-US" altLang="zh-CN" i="1" dirty="0">
                        <a:latin typeface="Cambria Math" panose="02040503050406030204" pitchFamily="18" charset="0"/>
                      </a:rPr>
                      <m:t>#</m:t>
                    </m:r>
                    <m:r>
                      <a:rPr kumimoji="1" lang="en-US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kumimoji="1"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𝐹𝑂𝐿𝐿𝑂𝑊</m:t>
                    </m:r>
                    <m:r>
                      <a:rPr kumimoji="1"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kumimoji="1"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kumimoji="1"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33474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546" t="-14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18"/>
          <p:cNvGrpSpPr>
            <a:grpSpLocks/>
          </p:cNvGrpSpPr>
          <p:nvPr/>
        </p:nvGrpSpPr>
        <p:grpSpPr bwMode="auto">
          <a:xfrm>
            <a:off x="5624141" y="4863906"/>
            <a:ext cx="3527848" cy="1511935"/>
            <a:chOff x="3360" y="2976"/>
            <a:chExt cx="2016" cy="864"/>
          </a:xfrm>
        </p:grpSpPr>
        <p:sp>
          <p:nvSpPr>
            <p:cNvPr id="24" name="Rectangle 5"/>
            <p:cNvSpPr>
              <a:spLocks noChangeArrowheads="1"/>
            </p:cNvSpPr>
            <p:nvPr/>
          </p:nvSpPr>
          <p:spPr bwMode="auto">
            <a:xfrm>
              <a:off x="4320" y="2976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3086">
                  <a:latin typeface="+mj-ea"/>
                  <a:ea typeface="+mj-ea"/>
                </a:rPr>
                <a:t>S</a:t>
              </a:r>
              <a:endParaRPr kumimoji="1" lang="en-US" altLang="zh-CN" sz="2646">
                <a:latin typeface="+mj-ea"/>
                <a:ea typeface="+mj-ea"/>
              </a:endParaRPr>
            </a:p>
          </p:txBody>
        </p:sp>
        <p:sp>
          <p:nvSpPr>
            <p:cNvPr id="25" name="Rectangle 6"/>
            <p:cNvSpPr>
              <a:spLocks noChangeArrowheads="1"/>
            </p:cNvSpPr>
            <p:nvPr/>
          </p:nvSpPr>
          <p:spPr bwMode="auto">
            <a:xfrm>
              <a:off x="3504" y="2976"/>
              <a:ext cx="5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3086">
                  <a:latin typeface="+mj-ea"/>
                  <a:ea typeface="+mj-ea"/>
                </a:rPr>
                <a:t>a…#</a:t>
              </a:r>
              <a:endParaRPr kumimoji="1" lang="en-US" altLang="zh-CN" sz="2646">
                <a:latin typeface="+mj-ea"/>
                <a:ea typeface="+mj-ea"/>
              </a:endParaRPr>
            </a:p>
          </p:txBody>
        </p:sp>
        <p:grpSp>
          <p:nvGrpSpPr>
            <p:cNvPr id="26" name="Group 7"/>
            <p:cNvGrpSpPr>
              <a:grpSpLocks/>
            </p:cNvGrpSpPr>
            <p:nvPr/>
          </p:nvGrpSpPr>
          <p:grpSpPr bwMode="auto">
            <a:xfrm>
              <a:off x="3360" y="3216"/>
              <a:ext cx="480" cy="624"/>
              <a:chOff x="624" y="768"/>
              <a:chExt cx="480" cy="624"/>
            </a:xfrm>
          </p:grpSpPr>
          <p:sp>
            <p:nvSpPr>
              <p:cNvPr id="33" name="Line 8"/>
              <p:cNvSpPr>
                <a:spLocks noChangeShapeType="1"/>
              </p:cNvSpPr>
              <p:nvPr/>
            </p:nvSpPr>
            <p:spPr bwMode="auto">
              <a:xfrm flipV="1">
                <a:off x="864" y="768"/>
                <a:ext cx="1" cy="288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34" name="Rectangle 9"/>
              <p:cNvSpPr>
                <a:spLocks noChangeArrowheads="1"/>
              </p:cNvSpPr>
              <p:nvPr/>
            </p:nvSpPr>
            <p:spPr bwMode="auto">
              <a:xfrm>
                <a:off x="624" y="1104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3086">
                    <a:latin typeface="+mj-ea"/>
                    <a:ea typeface="+mj-ea"/>
                  </a:rPr>
                  <a:t>IP</a:t>
                </a:r>
                <a:endParaRPr kumimoji="1" lang="en-US" altLang="zh-CN" sz="2646">
                  <a:latin typeface="+mj-ea"/>
                  <a:ea typeface="+mj-ea"/>
                </a:endParaRPr>
              </a:p>
            </p:txBody>
          </p:sp>
        </p:grpSp>
        <p:sp>
          <p:nvSpPr>
            <p:cNvPr id="27" name="Line 10"/>
            <p:cNvSpPr>
              <a:spLocks noChangeShapeType="1"/>
            </p:cNvSpPr>
            <p:nvPr/>
          </p:nvSpPr>
          <p:spPr bwMode="auto">
            <a:xfrm flipH="1">
              <a:off x="4272" y="3216"/>
              <a:ext cx="288" cy="288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8" name="Line 11"/>
            <p:cNvSpPr>
              <a:spLocks noChangeShapeType="1"/>
            </p:cNvSpPr>
            <p:nvPr/>
          </p:nvSpPr>
          <p:spPr bwMode="auto">
            <a:xfrm>
              <a:off x="4560" y="3216"/>
              <a:ext cx="624" cy="288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9" name="Line 12"/>
            <p:cNvSpPr>
              <a:spLocks noChangeShapeType="1"/>
            </p:cNvSpPr>
            <p:nvPr/>
          </p:nvSpPr>
          <p:spPr bwMode="auto">
            <a:xfrm>
              <a:off x="4560" y="3216"/>
              <a:ext cx="96" cy="288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30" name="Rectangle 13"/>
            <p:cNvSpPr>
              <a:spLocks noChangeArrowheads="1"/>
            </p:cNvSpPr>
            <p:nvPr/>
          </p:nvSpPr>
          <p:spPr bwMode="auto">
            <a:xfrm>
              <a:off x="4416" y="3504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3086">
                  <a:latin typeface="+mj-ea"/>
                  <a:ea typeface="+mj-ea"/>
                </a:rPr>
                <a:t>A</a:t>
              </a:r>
              <a:endParaRPr kumimoji="1" lang="en-US" altLang="zh-CN" sz="2646">
                <a:latin typeface="+mj-ea"/>
                <a:ea typeface="+mj-ea"/>
              </a:endParaRPr>
            </a:p>
          </p:txBody>
        </p:sp>
        <p:sp>
          <p:nvSpPr>
            <p:cNvPr id="31" name="Rectangle 14"/>
            <p:cNvSpPr>
              <a:spLocks noChangeArrowheads="1"/>
            </p:cNvSpPr>
            <p:nvPr/>
          </p:nvSpPr>
          <p:spPr bwMode="auto">
            <a:xfrm>
              <a:off x="3984" y="3504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3086">
                  <a:latin typeface="+mj-ea"/>
                  <a:ea typeface="+mj-ea"/>
                </a:rPr>
                <a:t>...</a:t>
              </a:r>
              <a:endParaRPr kumimoji="1" lang="en-US" altLang="zh-CN" sz="2646">
                <a:latin typeface="+mj-ea"/>
                <a:ea typeface="+mj-ea"/>
              </a:endParaRPr>
            </a:p>
          </p:txBody>
        </p:sp>
        <p:sp>
          <p:nvSpPr>
            <p:cNvPr id="32" name="Rectangle 15"/>
            <p:cNvSpPr>
              <a:spLocks noChangeArrowheads="1"/>
            </p:cNvSpPr>
            <p:nvPr/>
          </p:nvSpPr>
          <p:spPr bwMode="auto">
            <a:xfrm>
              <a:off x="4896" y="3504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3086">
                  <a:latin typeface="+mj-ea"/>
                  <a:ea typeface="+mj-ea"/>
                </a:rPr>
                <a:t>...</a:t>
              </a:r>
              <a:endParaRPr kumimoji="1" lang="en-US" altLang="zh-CN" sz="2646">
                <a:latin typeface="+mj-ea"/>
                <a:ea typeface="+mj-ea"/>
              </a:endParaRPr>
            </a:p>
          </p:txBody>
        </p:sp>
      </p:grpSp>
      <p:sp>
        <p:nvSpPr>
          <p:cNvPr id="35" name="文本框 34"/>
          <p:cNvSpPr txBox="1"/>
          <p:nvPr/>
        </p:nvSpPr>
        <p:spPr>
          <a:xfrm>
            <a:off x="808413" y="5012204"/>
            <a:ext cx="4643322" cy="63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527" dirty="0"/>
              <a:t>A → </a:t>
            </a:r>
            <a:r>
              <a:rPr kumimoji="1" lang="en-US" altLang="zh-CN" sz="3527" dirty="0">
                <a:sym typeface="Symbol" panose="05050102010706020507" pitchFamily="18" charset="2"/>
              </a:rPr>
              <a:t></a:t>
            </a:r>
            <a:r>
              <a:rPr kumimoji="1" lang="en-US" altLang="zh-CN" sz="3527" baseline="-25000" dirty="0"/>
              <a:t> 1 </a:t>
            </a:r>
            <a:r>
              <a:rPr kumimoji="1" lang="en-US" altLang="zh-CN" sz="3527" dirty="0"/>
              <a:t>| </a:t>
            </a:r>
            <a:r>
              <a:rPr kumimoji="1" lang="en-US" altLang="zh-CN" sz="3527" dirty="0">
                <a:sym typeface="Symbol" panose="05050102010706020507" pitchFamily="18" charset="2"/>
              </a:rPr>
              <a:t></a:t>
            </a:r>
            <a:r>
              <a:rPr kumimoji="1" lang="en-US" altLang="zh-CN" sz="3527" baseline="-25000" dirty="0"/>
              <a:t> 2 </a:t>
            </a:r>
            <a:r>
              <a:rPr kumimoji="1" lang="en-US" altLang="zh-CN" sz="3527" dirty="0"/>
              <a:t>|… | </a:t>
            </a:r>
            <a:r>
              <a:rPr kumimoji="1" lang="en-US" altLang="zh-CN" sz="3527" dirty="0">
                <a:sym typeface="Symbol" panose="05050102010706020507" pitchFamily="18" charset="2"/>
              </a:rPr>
              <a:t></a:t>
            </a:r>
            <a:r>
              <a:rPr kumimoji="1" lang="en-US" altLang="zh-CN" sz="3527" baseline="-25000" dirty="0"/>
              <a:t> n </a:t>
            </a:r>
            <a:r>
              <a:rPr kumimoji="1" lang="en-US" altLang="zh-CN" sz="3527" dirty="0"/>
              <a:t>| </a:t>
            </a:r>
            <a:r>
              <a:rPr lang="en-US" altLang="zh-CN" sz="3527" dirty="0">
                <a:solidFill>
                  <a:srgbClr val="0070C0"/>
                </a:solidFill>
                <a:sym typeface="Symbol" panose="05050102010706020507" pitchFamily="18" charset="2"/>
              </a:rPr>
              <a:t></a:t>
            </a:r>
            <a:endParaRPr kumimoji="1" lang="en-US" altLang="zh-CN" sz="3527" dirty="0">
              <a:solidFill>
                <a:srgbClr val="0070C0"/>
              </a:solidFill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7CDB15E-B32D-234A-5CF3-908E7E74FF1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61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7865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33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334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334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74" grpId="0" build="p" autoUpdateAnimBg="0"/>
      <p:bldP spid="3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LL(1)</a:t>
            </a:r>
            <a:r>
              <a:rPr lang="zh-CN" altLang="en-US" dirty="0"/>
              <a:t>文法</a:t>
            </a:r>
            <a:endParaRPr lang="en-GB" altLang="zh-CN" dirty="0"/>
          </a:p>
        </p:txBody>
      </p:sp>
      <p:sp>
        <p:nvSpPr>
          <p:cNvPr id="120837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ct val="10000"/>
              </a:spcBef>
              <a:buClr>
                <a:srgbClr val="0070C0"/>
              </a:buClr>
              <a:buSzTx/>
            </a:pPr>
            <a:r>
              <a:rPr lang="zh-CN" altLang="en-US" dirty="0"/>
              <a:t>构造不带回溯的自上而下分析的文法条件</a:t>
            </a:r>
            <a:endParaRPr lang="en-US" altLang="zh-CN" dirty="0"/>
          </a:p>
          <a:p>
            <a:pPr>
              <a:spcBef>
                <a:spcPct val="10000"/>
              </a:spcBef>
              <a:buClrTx/>
              <a:buSzTx/>
              <a:buFontTx/>
              <a:buNone/>
            </a:pPr>
            <a:r>
              <a:rPr kumimoji="1" lang="en-US" altLang="zh-CN" sz="2646" dirty="0"/>
              <a:t>1. </a:t>
            </a:r>
            <a:r>
              <a:rPr kumimoji="1" lang="zh-CN" altLang="en-US" sz="2646" dirty="0"/>
              <a:t>文法不含左递归</a:t>
            </a:r>
          </a:p>
          <a:p>
            <a:pPr>
              <a:spcBef>
                <a:spcPct val="10000"/>
              </a:spcBef>
              <a:buClrTx/>
              <a:buSzTx/>
              <a:buFontTx/>
              <a:buNone/>
            </a:pPr>
            <a:r>
              <a:rPr kumimoji="1" lang="en-US" altLang="zh-CN" sz="2646" dirty="0"/>
              <a:t>2. </a:t>
            </a:r>
            <a:r>
              <a:rPr kumimoji="1" lang="zh-CN" altLang="en-US" sz="2646" dirty="0"/>
              <a:t>对于文法中每一个非终结符</a:t>
            </a:r>
            <a:r>
              <a:rPr kumimoji="1" lang="en-US" altLang="zh-CN" sz="2646" dirty="0"/>
              <a:t>A</a:t>
            </a:r>
            <a:r>
              <a:rPr kumimoji="1" lang="zh-CN" altLang="en-US" sz="2646" dirty="0"/>
              <a:t>的各个产生式的候选首符集两两不相交。即，若</a:t>
            </a:r>
          </a:p>
          <a:p>
            <a:pPr algn="ctr">
              <a:spcBef>
                <a:spcPct val="10000"/>
              </a:spcBef>
              <a:buClrTx/>
              <a:buSzTx/>
              <a:buFontTx/>
              <a:buNone/>
            </a:pPr>
            <a:r>
              <a:rPr kumimoji="1" lang="en-US" altLang="zh-CN" sz="2646" dirty="0"/>
              <a:t>A→</a:t>
            </a:r>
            <a:r>
              <a:rPr kumimoji="1" lang="en-US" altLang="zh-CN" sz="2646" dirty="0">
                <a:sym typeface="Symbol" panose="05050102010706020507" pitchFamily="18" charset="2"/>
              </a:rPr>
              <a:t></a:t>
            </a:r>
            <a:r>
              <a:rPr kumimoji="1" lang="en-US" altLang="zh-CN" sz="2646" baseline="-25000" dirty="0"/>
              <a:t> 1</a:t>
            </a:r>
            <a:r>
              <a:rPr kumimoji="1" lang="en-US" altLang="zh-CN" sz="2646" dirty="0"/>
              <a:t>|</a:t>
            </a:r>
            <a:r>
              <a:rPr kumimoji="1" lang="en-US" altLang="zh-CN" sz="2646" dirty="0">
                <a:sym typeface="Symbol" panose="05050102010706020507" pitchFamily="18" charset="2"/>
              </a:rPr>
              <a:t></a:t>
            </a:r>
            <a:r>
              <a:rPr kumimoji="1" lang="en-US" altLang="zh-CN" sz="2646" baseline="-25000" dirty="0"/>
              <a:t> 2</a:t>
            </a:r>
            <a:r>
              <a:rPr kumimoji="1" lang="en-US" altLang="zh-CN" sz="2646" dirty="0"/>
              <a:t>|…|</a:t>
            </a:r>
            <a:r>
              <a:rPr kumimoji="1" lang="en-US" altLang="zh-CN" sz="2646" dirty="0">
                <a:sym typeface="Symbol" panose="05050102010706020507" pitchFamily="18" charset="2"/>
              </a:rPr>
              <a:t></a:t>
            </a:r>
            <a:r>
              <a:rPr kumimoji="1" lang="en-US" altLang="zh-CN" sz="2646" baseline="-25000" dirty="0"/>
              <a:t> n</a:t>
            </a:r>
            <a:endParaRPr kumimoji="1" lang="en-US" altLang="zh-CN" sz="2646" dirty="0"/>
          </a:p>
          <a:p>
            <a:pPr>
              <a:spcBef>
                <a:spcPct val="10000"/>
              </a:spcBef>
              <a:buClrTx/>
              <a:buSzTx/>
              <a:buFontTx/>
              <a:buNone/>
            </a:pPr>
            <a:r>
              <a:rPr kumimoji="1" lang="en-US" altLang="zh-CN" sz="2646" dirty="0"/>
              <a:t>    </a:t>
            </a:r>
            <a:r>
              <a:rPr kumimoji="1" lang="zh-CN" altLang="en-US" sz="2646" dirty="0"/>
              <a:t>则  </a:t>
            </a:r>
            <a:r>
              <a:rPr kumimoji="1" lang="en-US" altLang="zh-CN" sz="2646" dirty="0"/>
              <a:t>FIRST(</a:t>
            </a:r>
            <a:r>
              <a:rPr kumimoji="1" lang="en-US" altLang="zh-CN" sz="2646" dirty="0">
                <a:sym typeface="Symbol" panose="05050102010706020507" pitchFamily="18" charset="2"/>
              </a:rPr>
              <a:t></a:t>
            </a:r>
            <a:r>
              <a:rPr kumimoji="1" lang="en-US" altLang="zh-CN" sz="2646" baseline="-25000" dirty="0"/>
              <a:t> </a:t>
            </a:r>
            <a:r>
              <a:rPr kumimoji="1" lang="en-US" altLang="zh-CN" sz="2646" baseline="-25000" dirty="0" err="1"/>
              <a:t>i</a:t>
            </a:r>
            <a:r>
              <a:rPr kumimoji="1" lang="en-US" altLang="zh-CN" sz="2646" dirty="0"/>
              <a:t>)∩FIRST(</a:t>
            </a:r>
            <a:r>
              <a:rPr kumimoji="1" lang="en-US" altLang="zh-CN" sz="2646" dirty="0">
                <a:sym typeface="Symbol" panose="05050102010706020507" pitchFamily="18" charset="2"/>
              </a:rPr>
              <a:t></a:t>
            </a:r>
            <a:r>
              <a:rPr kumimoji="1" lang="en-US" altLang="zh-CN" sz="2646" baseline="-25000" dirty="0"/>
              <a:t> j</a:t>
            </a:r>
            <a:r>
              <a:rPr kumimoji="1" lang="en-US" altLang="zh-CN" sz="2646" dirty="0"/>
              <a:t>)</a:t>
            </a:r>
            <a:r>
              <a:rPr kumimoji="1" lang="zh-CN" altLang="en-US" sz="2646" dirty="0"/>
              <a:t>＝</a:t>
            </a:r>
            <a:r>
              <a:rPr kumimoji="1" lang="zh-CN" altLang="en-US" sz="2646" dirty="0">
                <a:sym typeface="Symbol" panose="05050102010706020507" pitchFamily="18" charset="2"/>
              </a:rPr>
              <a:t></a:t>
            </a:r>
            <a:r>
              <a:rPr kumimoji="1" lang="zh-CN" altLang="en-US" sz="2646" dirty="0"/>
              <a:t>	   </a:t>
            </a:r>
            <a:r>
              <a:rPr kumimoji="1" lang="en-US" altLang="zh-CN" sz="2646" dirty="0"/>
              <a:t>(</a:t>
            </a:r>
            <a:r>
              <a:rPr kumimoji="1" lang="en-US" altLang="zh-CN" sz="2646" dirty="0" err="1"/>
              <a:t>i</a:t>
            </a:r>
            <a:r>
              <a:rPr kumimoji="1" lang="en-US" altLang="zh-CN" sz="2646" dirty="0" err="1">
                <a:sym typeface="Symbol" panose="05050102010706020507" pitchFamily="18" charset="2"/>
              </a:rPr>
              <a:t></a:t>
            </a:r>
            <a:r>
              <a:rPr kumimoji="1" lang="en-US" altLang="zh-CN" sz="2646" dirty="0" err="1"/>
              <a:t>j</a:t>
            </a:r>
            <a:r>
              <a:rPr kumimoji="1" lang="en-US" altLang="zh-CN" sz="2646" dirty="0"/>
              <a:t>)</a:t>
            </a:r>
          </a:p>
          <a:p>
            <a:pPr>
              <a:spcBef>
                <a:spcPct val="10000"/>
              </a:spcBef>
              <a:buClrTx/>
              <a:buSzTx/>
              <a:buFontTx/>
              <a:buNone/>
            </a:pPr>
            <a:r>
              <a:rPr kumimoji="1" lang="en-US" altLang="zh-CN" sz="2646" dirty="0"/>
              <a:t>3. </a:t>
            </a:r>
            <a:r>
              <a:rPr kumimoji="1" lang="zh-CN" altLang="en-US" sz="2646" dirty="0"/>
              <a:t>对文法中的每个非终结符</a:t>
            </a:r>
            <a:r>
              <a:rPr kumimoji="1" lang="en-US" altLang="zh-CN" sz="2646" dirty="0"/>
              <a:t>A</a:t>
            </a:r>
            <a:r>
              <a:rPr kumimoji="1" lang="zh-CN" altLang="en-US" sz="2646" dirty="0"/>
              <a:t>，若它存在某个候选首符集包含</a:t>
            </a:r>
            <a:r>
              <a:rPr kumimoji="1" lang="zh-CN" altLang="en-US" sz="2646" dirty="0">
                <a:sym typeface="Symbol" panose="05050102010706020507" pitchFamily="18" charset="2"/>
              </a:rPr>
              <a:t></a:t>
            </a:r>
            <a:r>
              <a:rPr kumimoji="1" lang="zh-CN" altLang="en-US" sz="2646" dirty="0"/>
              <a:t>，则</a:t>
            </a:r>
          </a:p>
          <a:p>
            <a:pPr algn="ctr">
              <a:spcBef>
                <a:spcPct val="10000"/>
              </a:spcBef>
              <a:buClrTx/>
              <a:buSzTx/>
              <a:buFontTx/>
              <a:buNone/>
            </a:pPr>
            <a:r>
              <a:rPr kumimoji="1" lang="en-US" altLang="zh-CN" sz="2646" dirty="0"/>
              <a:t>FIRST(</a:t>
            </a:r>
            <a:r>
              <a:rPr kumimoji="1" lang="en-US" altLang="zh-CN" sz="2646" dirty="0">
                <a:sym typeface="Symbol" panose="05050102010706020507" pitchFamily="18" charset="2"/>
              </a:rPr>
              <a:t></a:t>
            </a:r>
            <a:r>
              <a:rPr kumimoji="1" lang="en-US" altLang="zh-CN" sz="2646" baseline="-25000" dirty="0"/>
              <a:t> </a:t>
            </a:r>
            <a:r>
              <a:rPr kumimoji="1" lang="en-US" altLang="zh-CN" sz="2646" baseline="-25000" dirty="0" err="1"/>
              <a:t>i</a:t>
            </a:r>
            <a:r>
              <a:rPr kumimoji="1" lang="en-US" altLang="zh-CN" sz="2646" dirty="0"/>
              <a:t>)∩FOLLOW(A)=</a:t>
            </a:r>
            <a:r>
              <a:rPr kumimoji="1" lang="en-US" altLang="zh-CN" sz="2646" dirty="0">
                <a:sym typeface="Symbol" panose="05050102010706020507" pitchFamily="18" charset="2"/>
              </a:rPr>
              <a:t></a:t>
            </a:r>
            <a:r>
              <a:rPr kumimoji="1" lang="zh-CN" altLang="en-US" sz="2646" dirty="0">
                <a:sym typeface="Symbol" panose="05050102010706020507" pitchFamily="18" charset="2"/>
              </a:rPr>
              <a:t>，</a:t>
            </a:r>
            <a:r>
              <a:rPr kumimoji="1" lang="en-US" altLang="zh-CN" sz="2646" dirty="0" err="1">
                <a:sym typeface="Symbol" panose="05050102010706020507" pitchFamily="18" charset="2"/>
              </a:rPr>
              <a:t>i</a:t>
            </a:r>
            <a:r>
              <a:rPr kumimoji="1" lang="en-US" altLang="zh-CN" sz="2646" dirty="0">
                <a:sym typeface="Symbol" panose="05050102010706020507" pitchFamily="18" charset="2"/>
              </a:rPr>
              <a:t>=1,2,...,n</a:t>
            </a:r>
          </a:p>
          <a:p>
            <a:pPr>
              <a:spcBef>
                <a:spcPct val="10000"/>
              </a:spcBef>
              <a:buClrTx/>
              <a:buSzTx/>
              <a:buFontTx/>
              <a:buNone/>
            </a:pPr>
            <a:r>
              <a:rPr kumimoji="1" lang="zh-CN" altLang="en-US" sz="2646" dirty="0"/>
              <a:t>如果一个文法</a:t>
            </a:r>
            <a:r>
              <a:rPr kumimoji="1" lang="en-US" altLang="zh-CN" sz="2646" dirty="0"/>
              <a:t>G</a:t>
            </a:r>
            <a:r>
              <a:rPr kumimoji="1" lang="zh-CN" altLang="en-US" sz="2646" dirty="0"/>
              <a:t>满足以上条件，则称该文法</a:t>
            </a:r>
            <a:r>
              <a:rPr kumimoji="1" lang="en-US" altLang="zh-CN" sz="2646" dirty="0"/>
              <a:t>G</a:t>
            </a:r>
            <a:r>
              <a:rPr kumimoji="1" lang="zh-CN" altLang="en-US" sz="2646" dirty="0"/>
              <a:t>为</a:t>
            </a:r>
            <a:r>
              <a:rPr kumimoji="1" lang="en-US" altLang="zh-CN" sz="2646" dirty="0">
                <a:solidFill>
                  <a:srgbClr val="CC0000"/>
                </a:solidFill>
              </a:rPr>
              <a:t>L</a:t>
            </a:r>
            <a:r>
              <a:rPr kumimoji="1" lang="en-US" altLang="zh-CN" sz="2646" dirty="0">
                <a:solidFill>
                  <a:srgbClr val="008000"/>
                </a:solidFill>
              </a:rPr>
              <a:t>L</a:t>
            </a:r>
            <a:r>
              <a:rPr kumimoji="1" lang="en-US" altLang="zh-CN" sz="2646" dirty="0"/>
              <a:t>(</a:t>
            </a:r>
            <a:r>
              <a:rPr kumimoji="1" lang="en-US" altLang="zh-CN" sz="2646" dirty="0">
                <a:solidFill>
                  <a:srgbClr val="7030A0"/>
                </a:solidFill>
              </a:rPr>
              <a:t>1</a:t>
            </a:r>
            <a:r>
              <a:rPr kumimoji="1" lang="en-US" altLang="zh-CN" sz="2646" dirty="0"/>
              <a:t>)</a:t>
            </a:r>
            <a:r>
              <a:rPr kumimoji="1" lang="zh-CN" altLang="en-US" sz="2646" dirty="0">
                <a:solidFill>
                  <a:srgbClr val="CC0000"/>
                </a:solidFill>
              </a:rPr>
              <a:t>文法</a:t>
            </a:r>
            <a:r>
              <a:rPr kumimoji="1" lang="zh-CN" altLang="en-US" sz="2646" dirty="0"/>
              <a:t>。</a:t>
            </a:r>
            <a:endParaRPr lang="en-GB" altLang="zh-CN" sz="2646" dirty="0"/>
          </a:p>
        </p:txBody>
      </p:sp>
      <p:sp>
        <p:nvSpPr>
          <p:cNvPr id="9" name="AutoShape 3"/>
          <p:cNvSpPr>
            <a:spLocks noChangeArrowheads="1"/>
          </p:cNvSpPr>
          <p:nvPr/>
        </p:nvSpPr>
        <p:spPr bwMode="auto">
          <a:xfrm>
            <a:off x="2329838" y="6704695"/>
            <a:ext cx="3510184" cy="541094"/>
          </a:xfrm>
          <a:prstGeom prst="wedgeRectCallout">
            <a:avLst>
              <a:gd name="adj1" fmla="val 105987"/>
              <a:gd name="adj2" fmla="val -116142"/>
            </a:avLst>
          </a:prstGeom>
          <a:ln>
            <a:headEnd/>
            <a:tailEnd type="none" w="lg" len="lg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9525" rIns="59525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GB" altLang="zh-CN" sz="2646" dirty="0">
                <a:solidFill>
                  <a:srgbClr val="C00000"/>
                </a:solidFill>
                <a:sym typeface="Symbol" panose="05050102010706020507" pitchFamily="18" charset="2"/>
              </a:rPr>
              <a:t>L: </a:t>
            </a:r>
            <a:r>
              <a:rPr kumimoji="1" lang="en-GB" altLang="zh-CN" sz="2646" dirty="0" err="1">
                <a:solidFill>
                  <a:srgbClr val="C00000"/>
                </a:solidFill>
                <a:sym typeface="Symbol" panose="05050102010706020507" pitchFamily="18" charset="2"/>
              </a:rPr>
              <a:t>从左到右扫描输入串</a:t>
            </a:r>
            <a:endParaRPr kumimoji="1" lang="en-GB" altLang="zh-CN" sz="2646" dirty="0">
              <a:solidFill>
                <a:srgbClr val="C00000"/>
              </a:solidFill>
              <a:sym typeface="Symbol" panose="05050102010706020507" pitchFamily="18" charset="2"/>
            </a:endParaRPr>
          </a:p>
        </p:txBody>
      </p:sp>
      <p:sp>
        <p:nvSpPr>
          <p:cNvPr id="10" name="AutoShape 3"/>
          <p:cNvSpPr>
            <a:spLocks noChangeArrowheads="1"/>
          </p:cNvSpPr>
          <p:nvPr/>
        </p:nvSpPr>
        <p:spPr bwMode="auto">
          <a:xfrm>
            <a:off x="2916461" y="6721263"/>
            <a:ext cx="2023850" cy="541094"/>
          </a:xfrm>
          <a:prstGeom prst="wedgeRectCallout">
            <a:avLst>
              <a:gd name="adj1" fmla="val 202045"/>
              <a:gd name="adj2" fmla="val -116142"/>
            </a:avLst>
          </a:prstGeom>
          <a:ln>
            <a:headEnd/>
            <a:tailEnd type="none" w="lg" len="lg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9525" rIns="59525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GB" altLang="zh-CN" sz="2646" dirty="0">
                <a:solidFill>
                  <a:srgbClr val="00B050"/>
                </a:solidFill>
                <a:sym typeface="Symbol" panose="05050102010706020507" pitchFamily="18" charset="2"/>
              </a:rPr>
              <a:t>L: </a:t>
            </a:r>
            <a:r>
              <a:rPr kumimoji="1" lang="en-GB" altLang="zh-CN" sz="2646" dirty="0" err="1">
                <a:solidFill>
                  <a:srgbClr val="00B050"/>
                </a:solidFill>
                <a:sym typeface="Symbol" panose="05050102010706020507" pitchFamily="18" charset="2"/>
              </a:rPr>
              <a:t>最左推导</a:t>
            </a:r>
            <a:endParaRPr kumimoji="1" lang="en-GB" altLang="zh-CN" sz="2646" dirty="0">
              <a:solidFill>
                <a:srgbClr val="00B050"/>
              </a:solidFill>
              <a:sym typeface="Symbol" panose="05050102010706020507" pitchFamily="18" charset="2"/>
            </a:endParaRPr>
          </a:p>
        </p:txBody>
      </p:sp>
      <p:sp>
        <p:nvSpPr>
          <p:cNvPr id="11" name="AutoShape 3"/>
          <p:cNvSpPr>
            <a:spLocks noChangeArrowheads="1"/>
          </p:cNvSpPr>
          <p:nvPr/>
        </p:nvSpPr>
        <p:spPr bwMode="auto">
          <a:xfrm>
            <a:off x="3534545" y="6686330"/>
            <a:ext cx="5510665" cy="539693"/>
          </a:xfrm>
          <a:prstGeom prst="wedgeRectCallout">
            <a:avLst>
              <a:gd name="adj1" fmla="val 36232"/>
              <a:gd name="adj2" fmla="val -95758"/>
            </a:avLst>
          </a:prstGeom>
          <a:ln>
            <a:headEnd/>
            <a:tailEnd type="none" w="lg" len="lg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9525" rIns="59525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GB" altLang="zh-CN" sz="2646" dirty="0">
                <a:solidFill>
                  <a:srgbClr val="7030A0"/>
                </a:solidFill>
                <a:sym typeface="Symbol" panose="05050102010706020507" pitchFamily="18" charset="2"/>
              </a:rPr>
              <a:t>1:每一步只需向前查看一个符号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DCCC4F1-304C-4977-65E3-C0AB1E9BA25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62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7044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7" grpId="0" build="p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LL(1)</a:t>
            </a:r>
            <a:r>
              <a:rPr lang="zh-CN" altLang="en-US"/>
              <a:t>分析法</a:t>
            </a:r>
            <a:endParaRPr lang="en-GB" altLang="zh-CN"/>
          </a:p>
        </p:txBody>
      </p:sp>
      <p:sp>
        <p:nvSpPr>
          <p:cNvPr id="1218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2646" dirty="0"/>
              <a:t>对于</a:t>
            </a:r>
            <a:r>
              <a:rPr lang="en-US" altLang="zh-CN" sz="2646" dirty="0"/>
              <a:t>LL(1)</a:t>
            </a:r>
            <a:r>
              <a:rPr lang="zh-CN" altLang="en-US" sz="2646" dirty="0"/>
              <a:t>文法，可以对其输入串进行有效的无回溯的自上而下分析。</a:t>
            </a:r>
            <a:endParaRPr lang="en-US" altLang="zh-CN" sz="2646" dirty="0"/>
          </a:p>
          <a:p>
            <a:pPr>
              <a:lnSpc>
                <a:spcPct val="90000"/>
              </a:lnSpc>
            </a:pPr>
            <a:r>
              <a:rPr lang="zh-CN" altLang="en-US" sz="2646" dirty="0"/>
              <a:t>假设要用非终结符</a:t>
            </a:r>
            <a:r>
              <a:rPr lang="en-US" altLang="zh-CN" sz="2646" dirty="0"/>
              <a:t>A</a:t>
            </a:r>
            <a:r>
              <a:rPr lang="zh-CN" altLang="en-US" sz="2646" dirty="0"/>
              <a:t>进行匹配，面临的输入符号为</a:t>
            </a:r>
            <a:r>
              <a:rPr lang="en-US" altLang="zh-CN" sz="2646" dirty="0"/>
              <a:t>a</a:t>
            </a:r>
            <a:r>
              <a:rPr lang="zh-CN" altLang="en-US" sz="2646" dirty="0"/>
              <a:t>，</a:t>
            </a:r>
            <a:r>
              <a:rPr lang="en-US" altLang="zh-CN" sz="2646" dirty="0"/>
              <a:t>A</a:t>
            </a:r>
            <a:r>
              <a:rPr lang="zh-CN" altLang="en-US" sz="2646" dirty="0"/>
              <a:t>的所有产生式为</a:t>
            </a: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46" dirty="0"/>
              <a:t>A→</a:t>
            </a:r>
            <a:r>
              <a:rPr lang="en-US" altLang="zh-CN" sz="2646" dirty="0">
                <a:sym typeface="Symbol" panose="05050102010706020507" pitchFamily="18" charset="2"/>
              </a:rPr>
              <a:t></a:t>
            </a:r>
            <a:r>
              <a:rPr lang="en-US" altLang="zh-CN" sz="2646" baseline="-25000" dirty="0"/>
              <a:t> 1 </a:t>
            </a:r>
            <a:r>
              <a:rPr lang="en-US" altLang="zh-CN" sz="2646" dirty="0"/>
              <a:t>| </a:t>
            </a:r>
            <a:r>
              <a:rPr lang="en-US" altLang="zh-CN" sz="2646" dirty="0">
                <a:sym typeface="Symbol" panose="05050102010706020507" pitchFamily="18" charset="2"/>
              </a:rPr>
              <a:t></a:t>
            </a:r>
            <a:r>
              <a:rPr lang="en-US" altLang="zh-CN" sz="2646" baseline="-25000" dirty="0"/>
              <a:t> 2 </a:t>
            </a:r>
            <a:r>
              <a:rPr lang="en-US" altLang="zh-CN" sz="2646" dirty="0"/>
              <a:t>| … | </a:t>
            </a:r>
            <a:r>
              <a:rPr lang="en-US" altLang="zh-CN" sz="2646" dirty="0">
                <a:sym typeface="Symbol" panose="05050102010706020507" pitchFamily="18" charset="2"/>
              </a:rPr>
              <a:t></a:t>
            </a:r>
            <a:r>
              <a:rPr lang="en-US" altLang="zh-CN" sz="2646" baseline="-25000" dirty="0"/>
              <a:t> n</a:t>
            </a:r>
            <a:endParaRPr lang="en-US" altLang="zh-CN" sz="2646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1. </a:t>
            </a:r>
            <a:r>
              <a:rPr lang="zh-CN" altLang="en-US" dirty="0"/>
              <a:t>若</a:t>
            </a:r>
            <a:r>
              <a:rPr lang="en-US" altLang="zh-CN" dirty="0" err="1"/>
              <a:t>a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dirty="0" err="1"/>
              <a:t>FIRST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</a:t>
            </a:r>
            <a:r>
              <a:rPr lang="en-US" altLang="zh-CN" baseline="-25000" dirty="0"/>
              <a:t> </a:t>
            </a:r>
            <a:r>
              <a:rPr lang="en-US" altLang="zh-CN" baseline="-25000" dirty="0" err="1"/>
              <a:t>i</a:t>
            </a:r>
            <a:r>
              <a:rPr lang="en-US" altLang="zh-CN" dirty="0"/>
              <a:t>)</a:t>
            </a:r>
            <a:r>
              <a:rPr lang="zh-CN" altLang="en-US" dirty="0"/>
              <a:t>，则指派</a:t>
            </a:r>
            <a:r>
              <a:rPr lang="zh-CN" altLang="en-US" dirty="0">
                <a:sym typeface="Symbol" panose="05050102010706020507" pitchFamily="18" charset="2"/>
              </a:rPr>
              <a:t></a:t>
            </a:r>
            <a:r>
              <a:rPr lang="zh-CN" altLang="en-US" baseline="-25000" dirty="0"/>
              <a:t> </a:t>
            </a:r>
            <a:r>
              <a:rPr lang="en-US" altLang="zh-CN" baseline="-25000" dirty="0" err="1"/>
              <a:t>i</a:t>
            </a:r>
            <a:r>
              <a:rPr lang="zh-CN" altLang="en-US" dirty="0"/>
              <a:t>执行匹配任务；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2. </a:t>
            </a:r>
            <a:r>
              <a:rPr lang="zh-CN" altLang="en-US" dirty="0"/>
              <a:t>若</a:t>
            </a:r>
            <a:r>
              <a:rPr lang="en-US" altLang="zh-CN" dirty="0"/>
              <a:t>a</a:t>
            </a:r>
            <a:r>
              <a:rPr lang="zh-CN" altLang="en-US" dirty="0"/>
              <a:t>不属于任何一个候选首符集，则：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</a:t>
            </a:r>
            <a:r>
              <a:rPr lang="en-US" altLang="zh-CN" dirty="0"/>
              <a:t>(1) </a:t>
            </a:r>
            <a:r>
              <a:rPr lang="zh-CN" altLang="en-US" dirty="0"/>
              <a:t>若</a:t>
            </a:r>
            <a:r>
              <a:rPr lang="zh-CN" altLang="en-US" dirty="0">
                <a:sym typeface="Symbol" panose="05050102010706020507" pitchFamily="18" charset="2"/>
              </a:rPr>
              <a:t></a:t>
            </a:r>
            <a:r>
              <a:rPr lang="zh-CN" altLang="en-US" dirty="0"/>
              <a:t>属于某个</a:t>
            </a:r>
            <a:r>
              <a:rPr lang="en-US" altLang="zh-CN" dirty="0"/>
              <a:t>FIRST(</a:t>
            </a:r>
            <a:r>
              <a:rPr lang="en-US" altLang="zh-CN" dirty="0">
                <a:sym typeface="Symbol" panose="05050102010706020507" pitchFamily="18" charset="2"/>
              </a:rPr>
              <a:t></a:t>
            </a:r>
            <a:r>
              <a:rPr lang="en-US" altLang="zh-CN" baseline="-25000" dirty="0" err="1"/>
              <a:t>i</a:t>
            </a:r>
            <a:r>
              <a:rPr lang="en-US" altLang="zh-CN" dirty="0"/>
              <a:t> )</a:t>
            </a:r>
            <a:r>
              <a:rPr lang="zh-CN" altLang="en-US" dirty="0"/>
              <a:t>且 </a:t>
            </a:r>
            <a:r>
              <a:rPr lang="en-US" altLang="zh-CN" dirty="0" err="1"/>
              <a:t>a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dirty="0" err="1"/>
              <a:t>FOLLOW</a:t>
            </a:r>
            <a:r>
              <a:rPr lang="en-US" altLang="zh-CN" dirty="0"/>
              <a:t>(A)</a:t>
            </a:r>
            <a:r>
              <a:rPr lang="zh-CN" altLang="en-US" dirty="0"/>
              <a:t>， 则让</a:t>
            </a:r>
            <a:r>
              <a:rPr lang="en-US" altLang="zh-CN" dirty="0"/>
              <a:t>A</a:t>
            </a:r>
            <a:r>
              <a:rPr lang="zh-CN" altLang="en-US" dirty="0"/>
              <a:t>与</a:t>
            </a:r>
            <a:r>
              <a:rPr lang="zh-CN" altLang="en-US" dirty="0">
                <a:sym typeface="Symbol" panose="05050102010706020507" pitchFamily="18" charset="2"/>
              </a:rPr>
              <a:t></a:t>
            </a:r>
            <a:r>
              <a:rPr lang="zh-CN" altLang="en-US" dirty="0"/>
              <a:t>自动匹配。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</a:t>
            </a:r>
            <a:r>
              <a:rPr lang="en-US" altLang="zh-CN" dirty="0"/>
              <a:t>(2) </a:t>
            </a:r>
            <a:r>
              <a:rPr lang="zh-CN" altLang="en-US" dirty="0"/>
              <a:t>否则，</a:t>
            </a:r>
            <a:r>
              <a:rPr lang="en-US" altLang="zh-CN" dirty="0"/>
              <a:t>a</a:t>
            </a:r>
            <a:r>
              <a:rPr lang="zh-CN" altLang="en-US" dirty="0"/>
              <a:t>的出现是一种语法错误。</a:t>
            </a:r>
          </a:p>
        </p:txBody>
      </p:sp>
      <p:grpSp>
        <p:nvGrpSpPr>
          <p:cNvPr id="16" name="Group 6"/>
          <p:cNvGrpSpPr>
            <a:grpSpLocks/>
          </p:cNvGrpSpPr>
          <p:nvPr/>
        </p:nvGrpSpPr>
        <p:grpSpPr bwMode="auto">
          <a:xfrm>
            <a:off x="5970585" y="252144"/>
            <a:ext cx="3527848" cy="1511935"/>
            <a:chOff x="3360" y="2976"/>
            <a:chExt cx="2016" cy="864"/>
          </a:xfrm>
        </p:grpSpPr>
        <p:sp>
          <p:nvSpPr>
            <p:cNvPr id="17" name="Rectangle 7"/>
            <p:cNvSpPr>
              <a:spLocks noChangeArrowheads="1"/>
            </p:cNvSpPr>
            <p:nvPr/>
          </p:nvSpPr>
          <p:spPr bwMode="auto">
            <a:xfrm>
              <a:off x="4320" y="2976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3086">
                  <a:latin typeface="+mj-ea"/>
                  <a:ea typeface="+mj-ea"/>
                </a:rPr>
                <a:t>S</a:t>
              </a:r>
              <a:endParaRPr kumimoji="1" lang="en-US" altLang="zh-CN" sz="2646">
                <a:latin typeface="+mj-ea"/>
                <a:ea typeface="+mj-ea"/>
              </a:endParaRPr>
            </a:p>
          </p:txBody>
        </p:sp>
        <p:sp>
          <p:nvSpPr>
            <p:cNvPr id="18" name="Rectangle 8"/>
            <p:cNvSpPr>
              <a:spLocks noChangeArrowheads="1"/>
            </p:cNvSpPr>
            <p:nvPr/>
          </p:nvSpPr>
          <p:spPr bwMode="auto">
            <a:xfrm>
              <a:off x="3504" y="2976"/>
              <a:ext cx="5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3086">
                  <a:latin typeface="+mj-ea"/>
                  <a:ea typeface="+mj-ea"/>
                </a:rPr>
                <a:t>a…#</a:t>
              </a:r>
              <a:endParaRPr kumimoji="1" lang="en-US" altLang="zh-CN" sz="2646">
                <a:latin typeface="+mj-ea"/>
                <a:ea typeface="+mj-ea"/>
              </a:endParaRPr>
            </a:p>
          </p:txBody>
        </p:sp>
        <p:grpSp>
          <p:nvGrpSpPr>
            <p:cNvPr id="19" name="Group 9"/>
            <p:cNvGrpSpPr>
              <a:grpSpLocks/>
            </p:cNvGrpSpPr>
            <p:nvPr/>
          </p:nvGrpSpPr>
          <p:grpSpPr bwMode="auto">
            <a:xfrm>
              <a:off x="3360" y="3216"/>
              <a:ext cx="480" cy="624"/>
              <a:chOff x="624" y="768"/>
              <a:chExt cx="480" cy="624"/>
            </a:xfrm>
          </p:grpSpPr>
          <p:sp>
            <p:nvSpPr>
              <p:cNvPr id="26" name="Line 10"/>
              <p:cNvSpPr>
                <a:spLocks noChangeShapeType="1"/>
              </p:cNvSpPr>
              <p:nvPr/>
            </p:nvSpPr>
            <p:spPr bwMode="auto">
              <a:xfrm flipV="1">
                <a:off x="864" y="768"/>
                <a:ext cx="1" cy="288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27" name="Rectangle 11"/>
              <p:cNvSpPr>
                <a:spLocks noChangeArrowheads="1"/>
              </p:cNvSpPr>
              <p:nvPr/>
            </p:nvSpPr>
            <p:spPr bwMode="auto">
              <a:xfrm>
                <a:off x="624" y="1104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3086">
                    <a:latin typeface="+mj-ea"/>
                    <a:ea typeface="+mj-ea"/>
                  </a:rPr>
                  <a:t>IP</a:t>
                </a:r>
                <a:endParaRPr kumimoji="1" lang="en-US" altLang="zh-CN" sz="2646">
                  <a:latin typeface="+mj-ea"/>
                  <a:ea typeface="+mj-ea"/>
                </a:endParaRPr>
              </a:p>
            </p:txBody>
          </p:sp>
        </p:grpSp>
        <p:sp>
          <p:nvSpPr>
            <p:cNvPr id="20" name="Line 12"/>
            <p:cNvSpPr>
              <a:spLocks noChangeShapeType="1"/>
            </p:cNvSpPr>
            <p:nvPr/>
          </p:nvSpPr>
          <p:spPr bwMode="auto">
            <a:xfrm flipH="1">
              <a:off x="4272" y="3216"/>
              <a:ext cx="288" cy="288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1" name="Line 13"/>
            <p:cNvSpPr>
              <a:spLocks noChangeShapeType="1"/>
            </p:cNvSpPr>
            <p:nvPr/>
          </p:nvSpPr>
          <p:spPr bwMode="auto">
            <a:xfrm>
              <a:off x="4560" y="3216"/>
              <a:ext cx="624" cy="288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2" name="Line 14"/>
            <p:cNvSpPr>
              <a:spLocks noChangeShapeType="1"/>
            </p:cNvSpPr>
            <p:nvPr/>
          </p:nvSpPr>
          <p:spPr bwMode="auto">
            <a:xfrm>
              <a:off x="4560" y="3216"/>
              <a:ext cx="96" cy="288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3" name="Rectangle 15"/>
            <p:cNvSpPr>
              <a:spLocks noChangeArrowheads="1"/>
            </p:cNvSpPr>
            <p:nvPr/>
          </p:nvSpPr>
          <p:spPr bwMode="auto">
            <a:xfrm>
              <a:off x="4416" y="3504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3086">
                  <a:latin typeface="+mj-ea"/>
                  <a:ea typeface="+mj-ea"/>
                </a:rPr>
                <a:t>A</a:t>
              </a:r>
              <a:endParaRPr kumimoji="1" lang="en-US" altLang="zh-CN" sz="2646">
                <a:latin typeface="+mj-ea"/>
                <a:ea typeface="+mj-ea"/>
              </a:endParaRPr>
            </a:p>
          </p:txBody>
        </p:sp>
        <p:sp>
          <p:nvSpPr>
            <p:cNvPr id="24" name="Rectangle 16"/>
            <p:cNvSpPr>
              <a:spLocks noChangeArrowheads="1"/>
            </p:cNvSpPr>
            <p:nvPr/>
          </p:nvSpPr>
          <p:spPr bwMode="auto">
            <a:xfrm>
              <a:off x="3984" y="3504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3086">
                  <a:latin typeface="+mj-ea"/>
                  <a:ea typeface="+mj-ea"/>
                </a:rPr>
                <a:t>...</a:t>
              </a:r>
              <a:endParaRPr kumimoji="1" lang="en-US" altLang="zh-CN" sz="2646">
                <a:latin typeface="+mj-ea"/>
                <a:ea typeface="+mj-ea"/>
              </a:endParaRPr>
            </a:p>
          </p:txBody>
        </p:sp>
        <p:sp>
          <p:nvSpPr>
            <p:cNvPr id="25" name="Rectangle 17"/>
            <p:cNvSpPr>
              <a:spLocks noChangeArrowheads="1"/>
            </p:cNvSpPr>
            <p:nvPr/>
          </p:nvSpPr>
          <p:spPr bwMode="auto">
            <a:xfrm>
              <a:off x="4896" y="3504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3086">
                  <a:latin typeface="+mj-ea"/>
                  <a:ea typeface="+mj-ea"/>
                </a:rPr>
                <a:t>...</a:t>
              </a:r>
              <a:endParaRPr kumimoji="1" lang="en-US" altLang="zh-CN" sz="2646">
                <a:latin typeface="+mj-ea"/>
                <a:ea typeface="+mj-ea"/>
              </a:endParaRPr>
            </a:p>
          </p:txBody>
        </p:sp>
      </p:grp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85C0707-83B9-D427-73A5-09F56B68D08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63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0943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1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1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21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21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21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21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59" grpId="0" build="p" bldLvl="2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03972" indent="-503972">
              <a:spcBef>
                <a:spcPct val="35000"/>
              </a:spcBef>
            </a:pPr>
            <a:r>
              <a:rPr lang="en-US" altLang="zh-CN" dirty="0"/>
              <a:t>FIRST</a:t>
            </a:r>
            <a:r>
              <a:rPr lang="zh-CN" altLang="en-US" dirty="0"/>
              <a:t>和</a:t>
            </a:r>
            <a:r>
              <a:rPr lang="en-US" altLang="zh-CN" dirty="0"/>
              <a:t>FOLLOW</a:t>
            </a:r>
            <a:r>
              <a:rPr lang="zh-CN" altLang="en-US" dirty="0"/>
              <a:t>集合的构造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defTabSz="1007943">
                  <a:spcBef>
                    <a:spcPts val="0"/>
                  </a:spcBef>
                  <a:buClrTx/>
                  <a:buSz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𝐹𝐼𝑅𝑆𝑇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  <m:groupChr>
                            <m:groupChrPr>
                              <m:chr m:val="⇒"/>
                              <m:vertJc m:val="bot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e>
                          </m:groupCh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…,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  <a:latin typeface="+mj-ea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𝐹𝑂𝐿𝐿𝑂𝑊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  <m:groupChr>
                            <m:groupChrPr>
                              <m:chr m:val="⇒"/>
                              <m:vertJc m:val="bot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e>
                          </m:groupCh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…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𝐴𝑎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…,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0E4E0-F638-00ED-ABDC-CA0AB4589BF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64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846869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构造</a:t>
            </a:r>
            <a:r>
              <a:rPr lang="en-US" altLang="zh-CN" dirty="0"/>
              <a:t>FIRST(</a:t>
            </a:r>
            <a:r>
              <a:rPr lang="en-US" altLang="zh-CN" dirty="0">
                <a:sym typeface="Symbol" panose="05050102010706020507" pitchFamily="18" charset="2"/>
              </a:rPr>
              <a:t></a:t>
            </a:r>
            <a:r>
              <a:rPr lang="en-US" altLang="zh-CN" dirty="0"/>
              <a:t>)</a:t>
            </a:r>
            <a:endParaRPr lang="en-GB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0166" name="Rectangle 6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𝐹𝐼𝑅𝑆𝑇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𝛼</m:t>
                        </m:r>
                        <m:groupChr>
                          <m:groupChrPr>
                            <m:chr m:val="⇒"/>
                            <m:vertJc m:val="bot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m:rPr>
                                <m:brk m:alnAt="2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e>
                        </m:groupCh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…,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>
                  <a:sym typeface="Symbol" panose="05050102010706020507" pitchFamily="18" charset="2"/>
                </a:endParaRPr>
              </a:p>
              <a:p>
                <a:r>
                  <a:rPr lang="en-US" altLang="zh-CN" dirty="0">
                    <a:sym typeface="Symbol" panose="05050102010706020507" pitchFamily="18" charset="2"/>
                  </a:rPr>
                  <a:t></a:t>
                </a:r>
                <a:r>
                  <a:rPr lang="en-US" altLang="zh-CN" dirty="0"/>
                  <a:t> = X</a:t>
                </a:r>
                <a:r>
                  <a:rPr lang="zh-CN" altLang="en-US" dirty="0"/>
                  <a:t>， </a:t>
                </a:r>
                <a:r>
                  <a:rPr lang="en-US" altLang="zh-CN" dirty="0"/>
                  <a:t>X</a:t>
                </a:r>
                <a:r>
                  <a:rPr lang="en-US" altLang="zh-CN" dirty="0">
                    <a:sym typeface="Symbol" panose="05050102010706020507" pitchFamily="18" charset="2"/>
                  </a:rPr>
                  <a:t></a:t>
                </a:r>
                <a:r>
                  <a:rPr lang="en-US" altLang="zh-CN" dirty="0"/>
                  <a:t>V</a:t>
                </a:r>
                <a:r>
                  <a:rPr lang="en-US" altLang="zh-CN" baseline="-25000" dirty="0"/>
                  <a:t>T</a:t>
                </a:r>
                <a:r>
                  <a:rPr lang="en-US" altLang="zh-CN" dirty="0">
                    <a:latin typeface="宋体" panose="02010600030101010101" pitchFamily="2" charset="-122"/>
                  </a:rPr>
                  <a:t>∪</a:t>
                </a:r>
                <a:r>
                  <a:rPr lang="en-US" altLang="zh-CN" dirty="0"/>
                  <a:t>V</a:t>
                </a:r>
                <a:r>
                  <a:rPr lang="en-US" altLang="zh-CN" baseline="-25000" dirty="0"/>
                  <a:t>N</a:t>
                </a:r>
              </a:p>
              <a:p>
                <a:pPr eaLnBrk="1" hangingPunct="1"/>
                <a:r>
                  <a:rPr lang="en-US" altLang="zh-CN" dirty="0">
                    <a:sym typeface="Symbol" panose="05050102010706020507" pitchFamily="18" charset="2"/>
                  </a:rPr>
                  <a:t> </a:t>
                </a:r>
                <a:r>
                  <a:rPr lang="en-US" altLang="zh-CN" dirty="0"/>
                  <a:t>= X</a:t>
                </a:r>
                <a:r>
                  <a:rPr lang="en-US" altLang="zh-CN" baseline="-25000" dirty="0"/>
                  <a:t>1</a:t>
                </a:r>
                <a:r>
                  <a:rPr lang="en-US" altLang="zh-CN" dirty="0"/>
                  <a:t>X</a:t>
                </a:r>
                <a:r>
                  <a:rPr lang="en-US" altLang="zh-CN" baseline="-25000" dirty="0"/>
                  <a:t>2</a:t>
                </a:r>
                <a:r>
                  <a:rPr lang="en-US" altLang="zh-CN" dirty="0"/>
                  <a:t>…</a:t>
                </a:r>
                <a:r>
                  <a:rPr lang="en-US" altLang="zh-CN" dirty="0" err="1"/>
                  <a:t>X</a:t>
                </a:r>
                <a:r>
                  <a:rPr lang="en-US" altLang="zh-CN" baseline="-25000" dirty="0" err="1"/>
                  <a:t>n</a:t>
                </a:r>
                <a:r>
                  <a:rPr lang="zh-CN" altLang="en-US" dirty="0"/>
                  <a:t>， </a:t>
                </a:r>
                <a:r>
                  <a:rPr lang="en-US" altLang="zh-CN" dirty="0" err="1"/>
                  <a:t>X</a:t>
                </a:r>
                <a:r>
                  <a:rPr lang="en-US" altLang="zh-CN" baseline="-25000" dirty="0" err="1"/>
                  <a:t>i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</a:t>
                </a:r>
                <a:r>
                  <a:rPr lang="en-US" altLang="zh-CN" dirty="0" err="1"/>
                  <a:t>V</a:t>
                </a:r>
                <a:r>
                  <a:rPr lang="en-US" altLang="zh-CN" baseline="-25000" dirty="0" err="1"/>
                  <a:t>T</a:t>
                </a:r>
                <a:r>
                  <a:rPr lang="en-US" altLang="zh-CN" dirty="0" err="1">
                    <a:latin typeface="宋体" panose="02010600030101010101" pitchFamily="2" charset="-122"/>
                  </a:rPr>
                  <a:t>∪</a:t>
                </a:r>
                <a:r>
                  <a:rPr lang="en-US" altLang="zh-CN" dirty="0" err="1"/>
                  <a:t>V</a:t>
                </a:r>
                <a:r>
                  <a:rPr lang="en-US" altLang="zh-CN" baseline="-25000" dirty="0" err="1"/>
                  <a:t>N</a:t>
                </a:r>
                <a:endParaRPr lang="en-US" altLang="zh-CN" baseline="-25000" dirty="0"/>
              </a:p>
            </p:txBody>
          </p:sp>
        </mc:Choice>
        <mc:Fallback xmlns="">
          <p:sp>
            <p:nvSpPr>
              <p:cNvPr id="220166" name="Rectangle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9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7056225" y="919333"/>
            <a:ext cx="3023870" cy="566975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altLang="zh-CN" sz="2976" dirty="0">
              <a:latin typeface="+mj-ea"/>
              <a:ea typeface="+mj-ea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B6FBD06-0894-B9CF-94A9-BD77C861A5F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65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8518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2000" fill="hold"/>
                                        <p:tgtEl>
                                          <p:spTgt spid="220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66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GB" dirty="0"/>
              <a:t>构造</a:t>
            </a:r>
            <a:r>
              <a:rPr lang="zh-CN" altLang="en-GB" dirty="0">
                <a:solidFill>
                  <a:srgbClr val="C00000"/>
                </a:solidFill>
              </a:rPr>
              <a:t>每个文法符号</a:t>
            </a:r>
            <a:r>
              <a:rPr lang="zh-CN" altLang="en-GB" dirty="0"/>
              <a:t>的</a:t>
            </a:r>
            <a:r>
              <a:rPr lang="en-US" altLang="zh-CN" dirty="0"/>
              <a:t>FIRST</a:t>
            </a:r>
            <a:r>
              <a:rPr lang="zh-CN" altLang="en-US" dirty="0"/>
              <a:t>集合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7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spcBef>
                    <a:spcPts val="0"/>
                  </a:spcBef>
                </a:pPr>
                <a:r>
                  <a:rPr lang="zh-CN" altLang="en-US" sz="2425" dirty="0">
                    <a:solidFill>
                      <a:schemeClr val="tx1"/>
                    </a:solidFill>
                  </a:rPr>
                  <a:t>对每一</a:t>
                </a:r>
                <a:r>
                  <a:rPr lang="en-US" altLang="zh-CN" sz="2425" dirty="0">
                    <a:solidFill>
                      <a:schemeClr val="tx1"/>
                    </a:solidFill>
                  </a:rPr>
                  <a:t>X</a:t>
                </a:r>
                <a:r>
                  <a:rPr lang="en-US" altLang="zh-CN" sz="2425" dirty="0">
                    <a:sym typeface="Symbol" panose="05050102010706020507" pitchFamily="18" charset="2"/>
                  </a:rPr>
                  <a:t></a:t>
                </a:r>
                <a:r>
                  <a:rPr lang="en-US" altLang="zh-CN" sz="2425" dirty="0"/>
                  <a:t>V</a:t>
                </a:r>
                <a:r>
                  <a:rPr lang="en-US" altLang="zh-CN" sz="2425" baseline="-25000" dirty="0"/>
                  <a:t>T</a:t>
                </a:r>
                <a:r>
                  <a:rPr lang="en-US" altLang="zh-CN" sz="2425" dirty="0">
                    <a:latin typeface="宋体" panose="02010600030101010101" pitchFamily="2" charset="-122"/>
                  </a:rPr>
                  <a:t>∪</a:t>
                </a:r>
                <a:r>
                  <a:rPr lang="en-US" altLang="zh-CN" sz="2425" dirty="0"/>
                  <a:t>V</a:t>
                </a:r>
                <a:r>
                  <a:rPr lang="en-US" altLang="zh-CN" sz="2425" baseline="-25000" dirty="0"/>
                  <a:t>N</a:t>
                </a:r>
                <a:r>
                  <a:rPr lang="zh-CN" altLang="en-US" sz="2425" dirty="0"/>
                  <a:t>，连续使用下面的规则，直至每个集合</a:t>
                </a:r>
                <a:r>
                  <a:rPr lang="en-US" altLang="zh-CN" sz="2425" dirty="0"/>
                  <a:t>FIRST</a:t>
                </a:r>
                <a:r>
                  <a:rPr lang="zh-CN" altLang="en-US" sz="2425" dirty="0"/>
                  <a:t>不再增大为止：</a:t>
                </a: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425" dirty="0"/>
                  <a:t>1. </a:t>
                </a:r>
                <a:r>
                  <a:rPr lang="zh-CN" altLang="en-US" sz="2425" dirty="0"/>
                  <a:t>若</a:t>
                </a:r>
                <a:r>
                  <a:rPr lang="en-US" altLang="zh-CN" sz="2425" dirty="0"/>
                  <a:t>X</a:t>
                </a:r>
                <a:r>
                  <a:rPr lang="en-US" altLang="zh-CN" sz="2425" dirty="0">
                    <a:sym typeface="Symbol" panose="05050102010706020507" pitchFamily="18" charset="2"/>
                  </a:rPr>
                  <a:t></a:t>
                </a:r>
                <a:r>
                  <a:rPr lang="en-US" altLang="zh-CN" sz="2425" dirty="0"/>
                  <a:t>V</a:t>
                </a:r>
                <a:r>
                  <a:rPr lang="en-US" altLang="zh-CN" sz="2425" baseline="-25000" dirty="0"/>
                  <a:t>T</a:t>
                </a:r>
                <a:r>
                  <a:rPr lang="zh-CN" altLang="en-US" sz="2425" dirty="0"/>
                  <a:t>，则</a:t>
                </a:r>
                <a:r>
                  <a:rPr lang="en-US" altLang="zh-CN" sz="2425" dirty="0"/>
                  <a:t>FIRST(X)</a:t>
                </a:r>
                <a:r>
                  <a:rPr lang="zh-CN" altLang="en-US" sz="2425" dirty="0"/>
                  <a:t>＝</a:t>
                </a:r>
                <a:r>
                  <a:rPr lang="en-US" altLang="zh-CN" sz="2425" dirty="0"/>
                  <a:t>{X}</a:t>
                </a:r>
                <a:r>
                  <a:rPr lang="zh-CN" altLang="en-US" sz="2425" dirty="0"/>
                  <a:t>。</a:t>
                </a: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425" dirty="0"/>
                  <a:t>2. </a:t>
                </a:r>
                <a:r>
                  <a:rPr lang="zh-CN" altLang="en-US" sz="2425" dirty="0"/>
                  <a:t>若</a:t>
                </a:r>
                <a:r>
                  <a:rPr lang="en-US" altLang="zh-CN" sz="2425" dirty="0"/>
                  <a:t>X</a:t>
                </a:r>
                <a:r>
                  <a:rPr lang="en-US" altLang="zh-CN" sz="2425" dirty="0">
                    <a:sym typeface="Symbol" panose="05050102010706020507" pitchFamily="18" charset="2"/>
                  </a:rPr>
                  <a:t></a:t>
                </a:r>
                <a:r>
                  <a:rPr lang="en-US" altLang="zh-CN" sz="2425" dirty="0"/>
                  <a:t>V</a:t>
                </a:r>
                <a:r>
                  <a:rPr lang="en-US" altLang="zh-CN" sz="2425" baseline="-25000" dirty="0"/>
                  <a:t>N</a:t>
                </a:r>
                <a:r>
                  <a:rPr lang="zh-CN" altLang="en-US" sz="2425" dirty="0"/>
                  <a:t>，且有产生式</a:t>
                </a:r>
                <a:r>
                  <a:rPr lang="en-US" altLang="zh-CN" sz="2425" dirty="0" err="1">
                    <a:solidFill>
                      <a:srgbClr val="C00000"/>
                    </a:solidFill>
                  </a:rPr>
                  <a:t>X→a</a:t>
                </a:r>
                <a:r>
                  <a:rPr lang="en-US" altLang="zh-CN" sz="2425" dirty="0">
                    <a:solidFill>
                      <a:srgbClr val="C00000"/>
                    </a:solidFill>
                  </a:rPr>
                  <a:t>…</a:t>
                </a:r>
                <a:r>
                  <a:rPr lang="zh-CN" altLang="en-US" sz="2425" dirty="0"/>
                  <a:t>，则把</a:t>
                </a:r>
                <a:r>
                  <a:rPr lang="en-US" altLang="zh-CN" sz="2425" dirty="0"/>
                  <a:t>a</a:t>
                </a:r>
                <a:r>
                  <a:rPr lang="zh-CN" altLang="en-US" sz="2425" dirty="0"/>
                  <a:t>加入到</a:t>
                </a:r>
                <a:r>
                  <a:rPr lang="en-US" altLang="zh-CN" sz="2425" dirty="0"/>
                  <a:t>FIRST(X)</a:t>
                </a:r>
                <a:r>
                  <a:rPr lang="zh-CN" altLang="en-US" sz="2425" dirty="0"/>
                  <a:t>中；若</a:t>
                </a:r>
                <a:r>
                  <a:rPr lang="en-US" altLang="zh-CN" sz="2425" dirty="0">
                    <a:solidFill>
                      <a:srgbClr val="C00000"/>
                    </a:solidFill>
                  </a:rPr>
                  <a:t>X→</a:t>
                </a:r>
                <a:r>
                  <a:rPr lang="en-US" altLang="zh-CN" sz="2425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</a:t>
                </a:r>
                <a:r>
                  <a:rPr lang="zh-CN" altLang="en-US" sz="2425" dirty="0"/>
                  <a:t>也是一条产生式，则把</a:t>
                </a:r>
                <a:r>
                  <a:rPr lang="zh-CN" altLang="en-US" sz="2425" dirty="0">
                    <a:sym typeface="Symbol" panose="05050102010706020507" pitchFamily="18" charset="2"/>
                  </a:rPr>
                  <a:t></a:t>
                </a:r>
                <a:r>
                  <a:rPr lang="zh-CN" altLang="en-US" sz="2425" dirty="0"/>
                  <a:t>也加到</a:t>
                </a:r>
                <a:r>
                  <a:rPr lang="en-US" altLang="zh-CN" sz="2425" dirty="0"/>
                  <a:t>FIRST(X)</a:t>
                </a:r>
                <a:r>
                  <a:rPr lang="zh-CN" altLang="en-US" sz="2425" dirty="0"/>
                  <a:t>中。</a:t>
                </a:r>
                <a:endParaRPr lang="en-US" altLang="zh-CN" sz="2425" dirty="0"/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425" dirty="0"/>
                  <a:t>3. </a:t>
                </a:r>
              </a:p>
              <a:p>
                <a:pPr lvl="1">
                  <a:spcBef>
                    <a:spcPts val="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425" dirty="0"/>
                  <a:t>若</a:t>
                </a:r>
                <a:r>
                  <a:rPr lang="en-US" altLang="zh-CN" sz="2425" dirty="0">
                    <a:solidFill>
                      <a:srgbClr val="C00000"/>
                    </a:solidFill>
                  </a:rPr>
                  <a:t>X→Y…</a:t>
                </a:r>
                <a:r>
                  <a:rPr lang="zh-CN" altLang="en-US" sz="2425" dirty="0"/>
                  <a:t>是一个产生式且</a:t>
                </a:r>
                <a:r>
                  <a:rPr lang="en-US" altLang="zh-CN" sz="2425" dirty="0"/>
                  <a:t>Y</a:t>
                </a:r>
                <a:r>
                  <a:rPr lang="en-US" altLang="zh-CN" sz="2425" dirty="0">
                    <a:sym typeface="Symbol" panose="05050102010706020507" pitchFamily="18" charset="2"/>
                  </a:rPr>
                  <a:t></a:t>
                </a:r>
                <a:r>
                  <a:rPr lang="en-US" altLang="zh-CN" sz="2425" dirty="0"/>
                  <a:t>V</a:t>
                </a:r>
                <a:r>
                  <a:rPr lang="en-US" altLang="zh-CN" sz="2425" baseline="-25000" dirty="0"/>
                  <a:t>N</a:t>
                </a:r>
                <a:r>
                  <a:rPr lang="zh-CN" altLang="en-US" sz="2425" dirty="0"/>
                  <a:t>，则把</a:t>
                </a:r>
                <a:r>
                  <a:rPr lang="en-US" altLang="zh-CN" sz="2425" dirty="0"/>
                  <a:t>FIRST(Y)</a:t>
                </a:r>
                <a:r>
                  <a:rPr lang="zh-CN" altLang="en-US" sz="2425" dirty="0"/>
                  <a:t>中的所有非</a:t>
                </a:r>
                <a:r>
                  <a:rPr lang="zh-CN" altLang="en-US" sz="2425" dirty="0">
                    <a:sym typeface="Symbol" panose="05050102010706020507" pitchFamily="18" charset="2"/>
                  </a:rPr>
                  <a:t></a:t>
                </a:r>
                <a:r>
                  <a:rPr lang="en-US" altLang="zh-CN" sz="2425" dirty="0"/>
                  <a:t>-</a:t>
                </a:r>
                <a:r>
                  <a:rPr lang="zh-CN" altLang="en-US" sz="2425" dirty="0"/>
                  <a:t>元素都加到</a:t>
                </a:r>
                <a:r>
                  <a:rPr lang="en-US" altLang="zh-CN" sz="2425" dirty="0"/>
                  <a:t>FIRST(X)</a:t>
                </a:r>
                <a:r>
                  <a:rPr lang="zh-CN" altLang="en-US" sz="2425" dirty="0"/>
                  <a:t>中；</a:t>
                </a:r>
              </a:p>
              <a:p>
                <a:pPr lvl="1">
                  <a:spcBef>
                    <a:spcPts val="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425" dirty="0"/>
                  <a:t>若</a:t>
                </a:r>
                <a:r>
                  <a:rPr lang="en-US" altLang="zh-CN" sz="2425" dirty="0">
                    <a:solidFill>
                      <a:srgbClr val="C00000"/>
                    </a:solidFill>
                  </a:rPr>
                  <a:t>X→Y</a:t>
                </a:r>
                <a:r>
                  <a:rPr lang="en-US" altLang="zh-CN" sz="2425" baseline="-25000" dirty="0">
                    <a:solidFill>
                      <a:srgbClr val="C00000"/>
                    </a:solidFill>
                  </a:rPr>
                  <a:t>1</a:t>
                </a:r>
                <a:r>
                  <a:rPr lang="en-US" altLang="zh-CN" sz="2425" dirty="0">
                    <a:solidFill>
                      <a:srgbClr val="C00000"/>
                    </a:solidFill>
                  </a:rPr>
                  <a:t>Y</a:t>
                </a:r>
                <a:r>
                  <a:rPr lang="en-US" altLang="zh-CN" sz="2425" baseline="-25000" dirty="0">
                    <a:solidFill>
                      <a:srgbClr val="C00000"/>
                    </a:solidFill>
                  </a:rPr>
                  <a:t>2</a:t>
                </a:r>
                <a:r>
                  <a:rPr lang="en-US" altLang="zh-CN" sz="2425" dirty="0">
                    <a:solidFill>
                      <a:srgbClr val="C00000"/>
                    </a:solidFill>
                  </a:rPr>
                  <a:t>…Y</a:t>
                </a:r>
                <a:r>
                  <a:rPr lang="en-US" altLang="zh-CN" sz="2425" baseline="-25000" dirty="0">
                    <a:solidFill>
                      <a:srgbClr val="C00000"/>
                    </a:solidFill>
                  </a:rPr>
                  <a:t>i-1</a:t>
                </a:r>
                <a:r>
                  <a:rPr lang="en-US" altLang="zh-CN" sz="2425" dirty="0">
                    <a:solidFill>
                      <a:srgbClr val="C00000"/>
                    </a:solidFill>
                  </a:rPr>
                  <a:t>Y</a:t>
                </a:r>
                <a:r>
                  <a:rPr lang="en-US" altLang="zh-CN" sz="2425" baseline="-25000" dirty="0">
                    <a:solidFill>
                      <a:srgbClr val="C00000"/>
                    </a:solidFill>
                  </a:rPr>
                  <a:t>i</a:t>
                </a:r>
                <a:r>
                  <a:rPr lang="en-US" altLang="zh-CN" sz="2425" dirty="0">
                    <a:solidFill>
                      <a:srgbClr val="C00000"/>
                    </a:solidFill>
                  </a:rPr>
                  <a:t>…</a:t>
                </a:r>
                <a:r>
                  <a:rPr lang="en-US" altLang="zh-CN" sz="2425" dirty="0" err="1">
                    <a:solidFill>
                      <a:srgbClr val="C00000"/>
                    </a:solidFill>
                  </a:rPr>
                  <a:t>Y</a:t>
                </a:r>
                <a:r>
                  <a:rPr lang="en-US" altLang="zh-CN" sz="2425" baseline="-25000" dirty="0" err="1">
                    <a:solidFill>
                      <a:srgbClr val="C00000"/>
                    </a:solidFill>
                  </a:rPr>
                  <a:t>k</a:t>
                </a:r>
                <a:r>
                  <a:rPr lang="zh-CN" altLang="en-US" sz="2425" dirty="0"/>
                  <a:t>是一个产生式，</a:t>
                </a:r>
                <a:r>
                  <a:rPr lang="en-US" altLang="zh-CN" sz="2425" dirty="0"/>
                  <a:t>Y</a:t>
                </a:r>
                <a:r>
                  <a:rPr lang="en-US" altLang="zh-CN" sz="2425" baseline="-25000" dirty="0"/>
                  <a:t>1</a:t>
                </a:r>
                <a:r>
                  <a:rPr lang="zh-CN" altLang="en-US" sz="2425" dirty="0"/>
                  <a:t>，</a:t>
                </a:r>
                <a:r>
                  <a:rPr lang="en-US" altLang="zh-CN" sz="2425" dirty="0"/>
                  <a:t>…</a:t>
                </a:r>
                <a:r>
                  <a:rPr lang="zh-CN" altLang="en-US" sz="2425" dirty="0"/>
                  <a:t>，</a:t>
                </a:r>
                <a:r>
                  <a:rPr lang="en-US" altLang="zh-CN" sz="2425" dirty="0"/>
                  <a:t>Y</a:t>
                </a:r>
                <a:r>
                  <a:rPr lang="en-US" altLang="zh-CN" sz="2425" baseline="-25000" dirty="0"/>
                  <a:t>i-1</a:t>
                </a:r>
                <a:r>
                  <a:rPr lang="zh-CN" altLang="en-US" sz="2425" dirty="0"/>
                  <a:t>都是非终结符，</a:t>
                </a:r>
              </a:p>
              <a:p>
                <a:pPr marL="1199557" lvl="2" indent="-443600">
                  <a:spcBef>
                    <a:spcPts val="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425" dirty="0"/>
                  <a:t>对于任何</a:t>
                </a:r>
                <a:r>
                  <a:rPr lang="en-US" altLang="zh-CN" sz="2425" dirty="0"/>
                  <a:t>j</a:t>
                </a:r>
                <a:r>
                  <a:rPr lang="zh-CN" altLang="en-US" sz="2425" dirty="0"/>
                  <a:t>，</a:t>
                </a:r>
                <a:r>
                  <a:rPr lang="en-US" altLang="zh-CN" sz="2425" dirty="0"/>
                  <a:t>1</a:t>
                </a:r>
                <a:r>
                  <a:rPr lang="en-US" altLang="zh-CN" sz="2425" dirty="0">
                    <a:sym typeface="Symbol" panose="05050102010706020507" pitchFamily="18" charset="2"/>
                  </a:rPr>
                  <a:t></a:t>
                </a:r>
                <a:r>
                  <a:rPr lang="en-US" altLang="zh-CN" sz="2425" dirty="0"/>
                  <a:t>j</a:t>
                </a:r>
                <a:r>
                  <a:rPr lang="en-US" altLang="zh-CN" sz="2425" dirty="0">
                    <a:sym typeface="Symbol" panose="05050102010706020507" pitchFamily="18" charset="2"/>
                  </a:rPr>
                  <a:t></a:t>
                </a:r>
                <a:r>
                  <a:rPr lang="en-US" altLang="zh-CN" sz="2425" dirty="0"/>
                  <a:t>i-1</a:t>
                </a:r>
                <a:r>
                  <a:rPr lang="zh-CN" altLang="en-US" sz="2425" dirty="0"/>
                  <a:t>，</a:t>
                </a:r>
                <a:r>
                  <a:rPr lang="en-US" altLang="zh-CN" sz="2425" dirty="0"/>
                  <a:t>FIRST(</a:t>
                </a:r>
                <a:r>
                  <a:rPr lang="en-US" altLang="zh-CN" sz="2425" dirty="0" err="1"/>
                  <a:t>Y</a:t>
                </a:r>
                <a:r>
                  <a:rPr lang="en-US" altLang="zh-CN" sz="2425" baseline="-25000" dirty="0" err="1"/>
                  <a:t>j</a:t>
                </a:r>
                <a:r>
                  <a:rPr lang="en-US" altLang="zh-CN" sz="2425" dirty="0"/>
                  <a:t>)</a:t>
                </a:r>
                <a:r>
                  <a:rPr lang="zh-CN" altLang="en-US" sz="2425" dirty="0"/>
                  <a:t>都含有</a:t>
                </a:r>
                <a:r>
                  <a:rPr lang="zh-CN" altLang="en-US" sz="2425" dirty="0">
                    <a:sym typeface="Symbol" panose="05050102010706020507" pitchFamily="18" charset="2"/>
                  </a:rPr>
                  <a:t></a:t>
                </a:r>
                <a:r>
                  <a:rPr lang="en-US" altLang="zh-CN" sz="2425" dirty="0"/>
                  <a:t>(</a:t>
                </a:r>
                <a:r>
                  <a:rPr lang="zh-CN" altLang="en-US" sz="2425" dirty="0"/>
                  <a:t>即</a:t>
                </a:r>
                <a:r>
                  <a:rPr lang="en-US" altLang="zh-CN" sz="2425" dirty="0"/>
                  <a:t>Y</a:t>
                </a:r>
                <a:r>
                  <a:rPr lang="en-US" altLang="zh-CN" sz="2425" baseline="-25000" dirty="0"/>
                  <a:t>1</a:t>
                </a:r>
                <a:r>
                  <a:rPr lang="en-US" altLang="zh-CN" sz="2425" dirty="0"/>
                  <a:t>…Y</a:t>
                </a:r>
                <a:r>
                  <a:rPr lang="en-US" altLang="zh-CN" sz="2425" baseline="-25000" dirty="0"/>
                  <a:t>i-1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zh-CN" altLang="en-US" sz="2425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zh-CN" altLang="en-US" sz="2425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∗</m:t>
                        </m:r>
                      </m:e>
                    </m:groupChr>
                  </m:oMath>
                </a14:m>
                <a:r>
                  <a:rPr lang="en-US" altLang="zh-CN" sz="2425" dirty="0">
                    <a:sym typeface="Symbol" panose="05050102010706020507" pitchFamily="18" charset="2"/>
                  </a:rPr>
                  <a:t></a:t>
                </a:r>
                <a:r>
                  <a:rPr lang="en-US" altLang="zh-CN" sz="2425" dirty="0"/>
                  <a:t>)</a:t>
                </a:r>
                <a:r>
                  <a:rPr lang="zh-CN" altLang="en-US" sz="2425" dirty="0"/>
                  <a:t>， 则把</a:t>
                </a:r>
                <a:r>
                  <a:rPr lang="en-US" altLang="zh-CN" sz="2425" dirty="0"/>
                  <a:t>FIRST(Y</a:t>
                </a:r>
                <a:r>
                  <a:rPr lang="en-US" altLang="zh-CN" sz="2425" baseline="-25000" dirty="0"/>
                  <a:t>i</a:t>
                </a:r>
                <a:r>
                  <a:rPr lang="en-US" altLang="zh-CN" sz="2425" dirty="0"/>
                  <a:t>)</a:t>
                </a:r>
                <a:r>
                  <a:rPr lang="zh-CN" altLang="en-US" sz="2425" dirty="0"/>
                  <a:t>中的所有非</a:t>
                </a:r>
                <a:r>
                  <a:rPr lang="zh-CN" altLang="en-US" sz="2425" dirty="0">
                    <a:sym typeface="Symbol" panose="05050102010706020507" pitchFamily="18" charset="2"/>
                  </a:rPr>
                  <a:t></a:t>
                </a:r>
                <a:r>
                  <a:rPr lang="en-US" altLang="zh-CN" sz="2425" dirty="0"/>
                  <a:t>-</a:t>
                </a:r>
                <a:r>
                  <a:rPr lang="zh-CN" altLang="en-US" sz="2425" dirty="0"/>
                  <a:t>元素都加到</a:t>
                </a:r>
                <a:r>
                  <a:rPr lang="en-US" altLang="zh-CN" sz="2425" dirty="0"/>
                  <a:t>FIRST(X)</a:t>
                </a:r>
                <a:r>
                  <a:rPr lang="zh-CN" altLang="en-US" sz="2425" dirty="0"/>
                  <a:t>中</a:t>
                </a:r>
              </a:p>
              <a:p>
                <a:pPr marL="1199557" lvl="2" indent="-443600">
                  <a:spcBef>
                    <a:spcPts val="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425" dirty="0"/>
                  <a:t>若所有的</a:t>
                </a:r>
                <a:r>
                  <a:rPr lang="en-US" altLang="zh-CN" sz="2425" dirty="0"/>
                  <a:t>FIRST(</a:t>
                </a:r>
                <a:r>
                  <a:rPr lang="en-US" altLang="zh-CN" sz="2425" dirty="0" err="1"/>
                  <a:t>Y</a:t>
                </a:r>
                <a:r>
                  <a:rPr lang="en-US" altLang="zh-CN" sz="2425" baseline="-25000" dirty="0" err="1"/>
                  <a:t>j</a:t>
                </a:r>
                <a:r>
                  <a:rPr lang="en-US" altLang="zh-CN" sz="2425" dirty="0"/>
                  <a:t>)</a:t>
                </a:r>
                <a:r>
                  <a:rPr lang="zh-CN" altLang="en-US" sz="2425" dirty="0"/>
                  <a:t>均含有</a:t>
                </a:r>
                <a:r>
                  <a:rPr lang="zh-CN" altLang="en-US" sz="2425" dirty="0">
                    <a:sym typeface="Symbol" panose="05050102010706020507" pitchFamily="18" charset="2"/>
                  </a:rPr>
                  <a:t></a:t>
                </a:r>
                <a:r>
                  <a:rPr lang="zh-CN" altLang="en-US" sz="2425" dirty="0"/>
                  <a:t>，</a:t>
                </a:r>
                <a:r>
                  <a:rPr lang="en-US" altLang="zh-CN" sz="2425" dirty="0"/>
                  <a:t>j</a:t>
                </a:r>
                <a:r>
                  <a:rPr lang="zh-CN" altLang="en-US" sz="2425" dirty="0"/>
                  <a:t>＝</a:t>
                </a:r>
                <a:r>
                  <a:rPr lang="en-US" altLang="zh-CN" sz="2425" dirty="0"/>
                  <a:t>1</a:t>
                </a:r>
                <a:r>
                  <a:rPr lang="zh-CN" altLang="en-US" sz="2425" dirty="0"/>
                  <a:t>，</a:t>
                </a:r>
                <a:r>
                  <a:rPr lang="en-US" altLang="zh-CN" sz="2425" dirty="0"/>
                  <a:t>2</a:t>
                </a:r>
                <a:r>
                  <a:rPr lang="zh-CN" altLang="en-US" sz="2425" dirty="0"/>
                  <a:t>，</a:t>
                </a:r>
                <a:r>
                  <a:rPr lang="en-US" altLang="zh-CN" sz="2425" dirty="0"/>
                  <a:t>…</a:t>
                </a:r>
                <a:r>
                  <a:rPr lang="zh-CN" altLang="en-US" sz="2425" dirty="0"/>
                  <a:t>，</a:t>
                </a:r>
                <a:r>
                  <a:rPr lang="en-US" altLang="zh-CN" sz="2425" dirty="0"/>
                  <a:t>k</a:t>
                </a:r>
                <a:r>
                  <a:rPr lang="zh-CN" altLang="en-US" sz="2425" dirty="0"/>
                  <a:t>，则把</a:t>
                </a:r>
                <a:r>
                  <a:rPr lang="zh-CN" altLang="en-US" sz="2425" dirty="0">
                    <a:sym typeface="Symbol" panose="05050102010706020507" pitchFamily="18" charset="2"/>
                  </a:rPr>
                  <a:t></a:t>
                </a:r>
                <a:r>
                  <a:rPr lang="zh-CN" altLang="en-US" sz="2425" dirty="0"/>
                  <a:t>加到</a:t>
                </a:r>
                <a:r>
                  <a:rPr lang="en-US" altLang="zh-CN" sz="2425" dirty="0"/>
                  <a:t>FIRST(X)</a:t>
                </a:r>
                <a:r>
                  <a:rPr lang="zh-CN" altLang="en-US" sz="2425" dirty="0"/>
                  <a:t>中。</a:t>
                </a:r>
              </a:p>
            </p:txBody>
          </p:sp>
        </mc:Choice>
        <mc:Fallback xmlns="">
          <p:sp>
            <p:nvSpPr>
              <p:cNvPr id="8" name="内容占位符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005" t="-1401" r="-4560" b="-14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AD65CF5-3A7D-E902-6A44-F099349EC45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66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84485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构造</a:t>
            </a:r>
            <a:r>
              <a:rPr lang="en-US" altLang="zh-CN" dirty="0"/>
              <a:t>FIRST(</a:t>
            </a:r>
            <a:r>
              <a:rPr lang="en-US" altLang="zh-CN" dirty="0">
                <a:sym typeface="Symbol" panose="05050102010706020507" pitchFamily="18" charset="2"/>
              </a:rPr>
              <a:t></a:t>
            </a:r>
            <a:r>
              <a:rPr lang="en-US" altLang="zh-CN" dirty="0"/>
              <a:t>)</a:t>
            </a:r>
            <a:endParaRPr lang="en-GB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0166" name="Rectangle 6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𝐹𝐼𝑅𝑆𝑇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𝛼</m:t>
                        </m:r>
                        <m:groupChr>
                          <m:groupChrPr>
                            <m:chr m:val="⇒"/>
                            <m:vertJc m:val="bot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m:rPr>
                                <m:brk m:alnAt="2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e>
                        </m:groupCh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…,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>
                  <a:sym typeface="Symbol" panose="05050102010706020507" pitchFamily="18" charset="2"/>
                </a:endParaRPr>
              </a:p>
              <a:p>
                <a:r>
                  <a:rPr lang="en-US" altLang="zh-CN" dirty="0">
                    <a:sym typeface="Symbol" panose="05050102010706020507" pitchFamily="18" charset="2"/>
                  </a:rPr>
                  <a:t></a:t>
                </a:r>
                <a:r>
                  <a:rPr lang="en-US" altLang="zh-CN" dirty="0"/>
                  <a:t> = X</a:t>
                </a:r>
                <a:r>
                  <a:rPr lang="zh-CN" altLang="en-US" dirty="0"/>
                  <a:t>， </a:t>
                </a:r>
                <a:r>
                  <a:rPr lang="en-US" altLang="zh-CN" dirty="0"/>
                  <a:t>X</a:t>
                </a:r>
                <a:r>
                  <a:rPr lang="en-US" altLang="zh-CN" dirty="0">
                    <a:sym typeface="Symbol" panose="05050102010706020507" pitchFamily="18" charset="2"/>
                  </a:rPr>
                  <a:t></a:t>
                </a:r>
                <a:r>
                  <a:rPr lang="en-US" altLang="zh-CN" dirty="0"/>
                  <a:t>V</a:t>
                </a:r>
                <a:r>
                  <a:rPr lang="en-US" altLang="zh-CN" baseline="-25000" dirty="0"/>
                  <a:t>T</a:t>
                </a:r>
                <a:r>
                  <a:rPr lang="en-US" altLang="zh-CN" dirty="0">
                    <a:latin typeface="宋体" panose="02010600030101010101" pitchFamily="2" charset="-122"/>
                  </a:rPr>
                  <a:t>∪</a:t>
                </a:r>
                <a:r>
                  <a:rPr lang="en-US" altLang="zh-CN" dirty="0"/>
                  <a:t>V</a:t>
                </a:r>
                <a:r>
                  <a:rPr lang="en-US" altLang="zh-CN" baseline="-25000" dirty="0"/>
                  <a:t>N</a:t>
                </a:r>
              </a:p>
              <a:p>
                <a:pPr eaLnBrk="1" hangingPunct="1"/>
                <a:r>
                  <a:rPr lang="en-US" altLang="zh-CN" dirty="0">
                    <a:sym typeface="Symbol" panose="05050102010706020507" pitchFamily="18" charset="2"/>
                  </a:rPr>
                  <a:t> </a:t>
                </a:r>
                <a:r>
                  <a:rPr lang="en-US" altLang="zh-CN" dirty="0"/>
                  <a:t>= X</a:t>
                </a:r>
                <a:r>
                  <a:rPr lang="en-US" altLang="zh-CN" baseline="-25000" dirty="0"/>
                  <a:t>1</a:t>
                </a:r>
                <a:r>
                  <a:rPr lang="en-US" altLang="zh-CN" dirty="0"/>
                  <a:t>X</a:t>
                </a:r>
                <a:r>
                  <a:rPr lang="en-US" altLang="zh-CN" baseline="-25000" dirty="0"/>
                  <a:t>2</a:t>
                </a:r>
                <a:r>
                  <a:rPr lang="en-US" altLang="zh-CN" dirty="0"/>
                  <a:t>…</a:t>
                </a:r>
                <a:r>
                  <a:rPr lang="en-US" altLang="zh-CN" dirty="0" err="1"/>
                  <a:t>X</a:t>
                </a:r>
                <a:r>
                  <a:rPr lang="en-US" altLang="zh-CN" baseline="-25000" dirty="0" err="1"/>
                  <a:t>n</a:t>
                </a:r>
                <a:r>
                  <a:rPr lang="zh-CN" altLang="en-US" dirty="0"/>
                  <a:t>， </a:t>
                </a:r>
                <a:r>
                  <a:rPr lang="en-US" altLang="zh-CN" dirty="0" err="1"/>
                  <a:t>X</a:t>
                </a:r>
                <a:r>
                  <a:rPr lang="en-US" altLang="zh-CN" baseline="-25000" dirty="0" err="1"/>
                  <a:t>i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</a:t>
                </a:r>
                <a:r>
                  <a:rPr lang="en-US" altLang="zh-CN" dirty="0" err="1"/>
                  <a:t>V</a:t>
                </a:r>
                <a:r>
                  <a:rPr lang="en-US" altLang="zh-CN" baseline="-25000" dirty="0" err="1"/>
                  <a:t>T</a:t>
                </a:r>
                <a:r>
                  <a:rPr lang="en-US" altLang="zh-CN" dirty="0" err="1">
                    <a:latin typeface="宋体" panose="02010600030101010101" pitchFamily="2" charset="-122"/>
                  </a:rPr>
                  <a:t>∪</a:t>
                </a:r>
                <a:r>
                  <a:rPr lang="en-US" altLang="zh-CN" dirty="0" err="1"/>
                  <a:t>V</a:t>
                </a:r>
                <a:r>
                  <a:rPr lang="en-US" altLang="zh-CN" baseline="-25000" dirty="0" err="1"/>
                  <a:t>N</a:t>
                </a:r>
                <a:endParaRPr lang="en-US" altLang="zh-CN" baseline="-25000" dirty="0"/>
              </a:p>
            </p:txBody>
          </p:sp>
        </mc:Choice>
        <mc:Fallback xmlns="">
          <p:sp>
            <p:nvSpPr>
              <p:cNvPr id="220166" name="Rectangle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9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7056225" y="919333"/>
            <a:ext cx="3023870" cy="566975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altLang="zh-CN" sz="2976" dirty="0">
              <a:latin typeface="+mj-ea"/>
              <a:ea typeface="+mj-ea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F094700-312D-B2FB-90A6-FA9B01262EA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67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7751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2000" fill="hold"/>
                                        <p:tgtEl>
                                          <p:spTgt spid="2201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66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构造</a:t>
            </a:r>
            <a:r>
              <a:rPr lang="zh-CN" altLang="en-US">
                <a:solidFill>
                  <a:srgbClr val="C00000"/>
                </a:solidFill>
              </a:rPr>
              <a:t>任何符号串</a:t>
            </a:r>
            <a:r>
              <a:rPr lang="zh-CN" altLang="en-US">
                <a:sym typeface="Symbol" panose="05050102010706020507" pitchFamily="18" charset="2"/>
              </a:rPr>
              <a:t>的</a:t>
            </a:r>
            <a:r>
              <a:rPr lang="en-US" altLang="zh-CN"/>
              <a:t>FIRST</a:t>
            </a:r>
            <a:r>
              <a:rPr lang="zh-CN" altLang="en-US"/>
              <a:t>集合</a:t>
            </a:r>
            <a:endParaRPr lang="zh-CN" altLang="en-GB"/>
          </a:p>
        </p:txBody>
      </p:sp>
      <p:sp>
        <p:nvSpPr>
          <p:cNvPr id="223234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646" dirty="0"/>
              <a:t>对文法</a:t>
            </a:r>
            <a:r>
              <a:rPr lang="en-US" altLang="zh-CN" sz="2646" dirty="0"/>
              <a:t>G</a:t>
            </a:r>
            <a:r>
              <a:rPr lang="zh-CN" altLang="en-US" sz="2646" dirty="0"/>
              <a:t>的</a:t>
            </a:r>
            <a:r>
              <a:rPr lang="zh-CN" altLang="en-US" sz="2646" dirty="0">
                <a:solidFill>
                  <a:srgbClr val="CC0000"/>
                </a:solidFill>
              </a:rPr>
              <a:t>任何符号串</a:t>
            </a:r>
            <a:r>
              <a:rPr lang="zh-CN" altLang="en-US" sz="2646" dirty="0">
                <a:solidFill>
                  <a:srgbClr val="CC0000"/>
                </a:solidFill>
                <a:sym typeface="Symbol" panose="05050102010706020507" pitchFamily="18" charset="2"/>
              </a:rPr>
              <a:t></a:t>
            </a:r>
            <a:r>
              <a:rPr lang="en-US" altLang="zh-CN" sz="2646" dirty="0">
                <a:solidFill>
                  <a:srgbClr val="CC0000"/>
                </a:solidFill>
              </a:rPr>
              <a:t>=X</a:t>
            </a:r>
            <a:r>
              <a:rPr lang="en-US" altLang="zh-CN" sz="2646" baseline="-25000" dirty="0">
                <a:solidFill>
                  <a:srgbClr val="CC0000"/>
                </a:solidFill>
              </a:rPr>
              <a:t>1</a:t>
            </a:r>
            <a:r>
              <a:rPr lang="en-US" altLang="zh-CN" sz="2646" dirty="0">
                <a:solidFill>
                  <a:srgbClr val="CC0000"/>
                </a:solidFill>
              </a:rPr>
              <a:t>X</a:t>
            </a:r>
            <a:r>
              <a:rPr lang="en-US" altLang="zh-CN" sz="2646" baseline="-25000" dirty="0">
                <a:solidFill>
                  <a:srgbClr val="CC0000"/>
                </a:solidFill>
              </a:rPr>
              <a:t>2</a:t>
            </a:r>
            <a:r>
              <a:rPr lang="en-US" altLang="zh-CN" sz="2646" dirty="0">
                <a:solidFill>
                  <a:srgbClr val="CC0000"/>
                </a:solidFill>
              </a:rPr>
              <a:t>…</a:t>
            </a:r>
            <a:r>
              <a:rPr lang="en-US" altLang="zh-CN" sz="2646" dirty="0" err="1">
                <a:solidFill>
                  <a:srgbClr val="CC0000"/>
                </a:solidFill>
              </a:rPr>
              <a:t>X</a:t>
            </a:r>
            <a:r>
              <a:rPr lang="en-US" altLang="zh-CN" sz="2646" baseline="-25000" dirty="0" err="1">
                <a:solidFill>
                  <a:srgbClr val="CC0000"/>
                </a:solidFill>
              </a:rPr>
              <a:t>n</a:t>
            </a:r>
            <a:r>
              <a:rPr lang="zh-CN" altLang="en-US" sz="2646" dirty="0"/>
              <a:t>构造集合</a:t>
            </a:r>
            <a:r>
              <a:rPr lang="en-US" altLang="zh-CN" sz="2646" dirty="0"/>
              <a:t>FIRST(</a:t>
            </a:r>
            <a:r>
              <a:rPr lang="en-US" altLang="zh-CN" sz="2646" dirty="0">
                <a:sym typeface="Symbol" panose="05050102010706020507" pitchFamily="18" charset="2"/>
              </a:rPr>
              <a:t></a:t>
            </a:r>
            <a:r>
              <a:rPr lang="en-US" altLang="zh-CN" sz="2646" dirty="0"/>
              <a:t>)</a:t>
            </a:r>
          </a:p>
          <a:p>
            <a:pPr lvl="1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1. </a:t>
            </a:r>
            <a:r>
              <a:rPr lang="zh-CN" altLang="en-US" dirty="0"/>
              <a:t>置</a:t>
            </a:r>
            <a:r>
              <a:rPr lang="en-US" altLang="zh-CN" dirty="0"/>
              <a:t>FIRST(</a:t>
            </a:r>
            <a:r>
              <a:rPr lang="en-US" altLang="zh-CN" dirty="0">
                <a:sym typeface="Symbol" panose="05050102010706020507" pitchFamily="18" charset="2"/>
              </a:rPr>
              <a:t></a:t>
            </a:r>
            <a:r>
              <a:rPr lang="en-US" altLang="zh-CN" dirty="0"/>
              <a:t>)</a:t>
            </a:r>
            <a:r>
              <a:rPr lang="zh-CN" altLang="en-US" dirty="0"/>
              <a:t>＝</a:t>
            </a:r>
            <a:r>
              <a:rPr lang="en-US" altLang="zh-CN" dirty="0"/>
              <a:t>FIRST(X</a:t>
            </a:r>
            <a:r>
              <a:rPr lang="en-US" altLang="zh-CN" baseline="-25000" dirty="0"/>
              <a:t>1</a:t>
            </a:r>
            <a:r>
              <a:rPr lang="en-US" altLang="zh-CN" dirty="0"/>
              <a:t>)\{</a:t>
            </a:r>
            <a:r>
              <a:rPr lang="en-US" altLang="zh-CN" dirty="0">
                <a:sym typeface="Symbol" panose="05050102010706020507" pitchFamily="18" charset="2"/>
              </a:rPr>
              <a:t></a:t>
            </a:r>
            <a:r>
              <a:rPr lang="en-US" altLang="zh-CN" dirty="0"/>
              <a:t>}</a:t>
            </a:r>
            <a:r>
              <a:rPr lang="zh-CN" altLang="en-US" dirty="0"/>
              <a:t>；</a:t>
            </a:r>
          </a:p>
          <a:p>
            <a:pPr lvl="1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2. </a:t>
            </a:r>
            <a:r>
              <a:rPr lang="zh-CN" altLang="en-US" dirty="0"/>
              <a:t>若对任何</a:t>
            </a:r>
            <a:r>
              <a:rPr lang="en-US" altLang="zh-CN" dirty="0"/>
              <a:t>1</a:t>
            </a:r>
            <a:r>
              <a:rPr lang="en-US" altLang="zh-CN" dirty="0">
                <a:sym typeface="Symbol" panose="05050102010706020507" pitchFamily="18" charset="2"/>
              </a:rPr>
              <a:t></a:t>
            </a:r>
            <a:r>
              <a:rPr lang="en-US" altLang="zh-CN" dirty="0"/>
              <a:t>j</a:t>
            </a:r>
            <a:r>
              <a:rPr lang="en-US" altLang="zh-CN" dirty="0">
                <a:sym typeface="Symbol" panose="05050102010706020507" pitchFamily="18" charset="2"/>
              </a:rPr>
              <a:t></a:t>
            </a:r>
            <a:r>
              <a:rPr lang="en-US" altLang="zh-CN" dirty="0"/>
              <a:t>i-1</a:t>
            </a:r>
            <a:r>
              <a:rPr lang="zh-CN" altLang="en-US" dirty="0"/>
              <a:t>，</a:t>
            </a:r>
            <a:r>
              <a:rPr lang="zh-CN" altLang="en-US" dirty="0">
                <a:sym typeface="Symbol" panose="05050102010706020507" pitchFamily="18" charset="2"/>
              </a:rPr>
              <a:t></a:t>
            </a:r>
            <a:r>
              <a:rPr lang="en-US" altLang="zh-CN" dirty="0"/>
              <a:t>FIRST(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j</a:t>
            </a:r>
            <a:r>
              <a:rPr lang="en-US" altLang="zh-CN" dirty="0"/>
              <a:t>)</a:t>
            </a:r>
            <a:r>
              <a:rPr lang="zh-CN" altLang="en-US" dirty="0"/>
              <a:t>，则把</a:t>
            </a:r>
            <a:r>
              <a:rPr lang="en-US" altLang="zh-CN" dirty="0"/>
              <a:t>FIRST(X</a:t>
            </a:r>
            <a:r>
              <a:rPr lang="en-US" altLang="zh-CN" baseline="-25000" dirty="0"/>
              <a:t>i</a:t>
            </a:r>
            <a:r>
              <a:rPr lang="en-US" altLang="zh-CN" dirty="0"/>
              <a:t>)\{</a:t>
            </a:r>
            <a:r>
              <a:rPr lang="en-US" altLang="zh-CN" dirty="0">
                <a:sym typeface="Symbol" panose="05050102010706020507" pitchFamily="18" charset="2"/>
              </a:rPr>
              <a:t></a:t>
            </a:r>
            <a:r>
              <a:rPr lang="en-US" altLang="zh-CN" dirty="0"/>
              <a:t>}</a:t>
            </a:r>
            <a:r>
              <a:rPr lang="zh-CN" altLang="en-US" dirty="0"/>
              <a:t>加至</a:t>
            </a:r>
            <a:r>
              <a:rPr lang="en-US" altLang="zh-CN" dirty="0"/>
              <a:t>FIRST(</a:t>
            </a:r>
            <a:r>
              <a:rPr lang="en-US" altLang="zh-CN" dirty="0">
                <a:sym typeface="Symbol" panose="05050102010706020507" pitchFamily="18" charset="2"/>
              </a:rPr>
              <a:t></a:t>
            </a:r>
            <a:r>
              <a:rPr lang="en-US" altLang="zh-CN" dirty="0"/>
              <a:t>)</a:t>
            </a:r>
            <a:r>
              <a:rPr lang="zh-CN" altLang="en-US" dirty="0"/>
              <a:t>中；特别是，若所有的</a:t>
            </a:r>
            <a:r>
              <a:rPr lang="en-US" altLang="zh-CN" dirty="0"/>
              <a:t>FIRST(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j</a:t>
            </a:r>
            <a:r>
              <a:rPr lang="en-US" altLang="zh-CN" dirty="0"/>
              <a:t>)</a:t>
            </a:r>
            <a:r>
              <a:rPr lang="zh-CN" altLang="en-US" dirty="0"/>
              <a:t>均含有</a:t>
            </a:r>
            <a:r>
              <a:rPr lang="zh-CN" altLang="en-US" dirty="0">
                <a:sym typeface="Symbol" panose="05050102010706020507" pitchFamily="18" charset="2"/>
              </a:rPr>
              <a:t>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en-US" altLang="zh-CN" dirty="0">
                <a:sym typeface="Symbol" panose="05050102010706020507" pitchFamily="18" charset="2"/>
              </a:rPr>
              <a:t></a:t>
            </a:r>
            <a:r>
              <a:rPr lang="en-US" altLang="zh-CN" dirty="0"/>
              <a:t>j</a:t>
            </a:r>
            <a:r>
              <a:rPr lang="en-US" altLang="zh-CN" dirty="0">
                <a:sym typeface="Symbol" panose="05050102010706020507" pitchFamily="18" charset="2"/>
              </a:rPr>
              <a:t></a:t>
            </a:r>
            <a:r>
              <a:rPr lang="en-US" altLang="zh-CN" dirty="0"/>
              <a:t>n</a:t>
            </a:r>
            <a:r>
              <a:rPr lang="zh-CN" altLang="en-US" dirty="0"/>
              <a:t>，则把</a:t>
            </a:r>
            <a:r>
              <a:rPr lang="zh-CN" altLang="en-US" dirty="0">
                <a:sym typeface="Symbol" panose="05050102010706020507" pitchFamily="18" charset="2"/>
              </a:rPr>
              <a:t></a:t>
            </a:r>
            <a:r>
              <a:rPr lang="zh-CN" altLang="en-US" dirty="0"/>
              <a:t>也加至</a:t>
            </a:r>
            <a:r>
              <a:rPr lang="en-US" altLang="zh-CN" dirty="0"/>
              <a:t>FIRST(</a:t>
            </a:r>
            <a:r>
              <a:rPr lang="en-US" altLang="zh-CN" dirty="0">
                <a:sym typeface="Symbol" panose="05050102010706020507" pitchFamily="18" charset="2"/>
              </a:rPr>
              <a:t></a:t>
            </a:r>
            <a:r>
              <a:rPr lang="en-US" altLang="zh-CN" dirty="0"/>
              <a:t>)</a:t>
            </a:r>
            <a:r>
              <a:rPr lang="zh-CN" altLang="en-US" dirty="0"/>
              <a:t>中。显然，若</a:t>
            </a:r>
            <a:r>
              <a:rPr lang="zh-CN" altLang="en-US" dirty="0">
                <a:sym typeface="Symbol" panose="05050102010706020507" pitchFamily="18" charset="2"/>
              </a:rPr>
              <a:t></a:t>
            </a:r>
            <a:r>
              <a:rPr lang="zh-CN" altLang="en-US" dirty="0"/>
              <a:t>＝</a:t>
            </a:r>
            <a:r>
              <a:rPr lang="zh-CN" altLang="en-US" dirty="0">
                <a:sym typeface="Symbol" panose="05050102010706020507" pitchFamily="18" charset="2"/>
              </a:rPr>
              <a:t></a:t>
            </a:r>
            <a:r>
              <a:rPr lang="zh-CN" altLang="en-US" dirty="0"/>
              <a:t>则</a:t>
            </a:r>
            <a:r>
              <a:rPr lang="en-US" altLang="zh-CN" dirty="0"/>
              <a:t>FIRST(</a:t>
            </a:r>
            <a:r>
              <a:rPr lang="en-US" altLang="zh-CN" dirty="0">
                <a:sym typeface="Symbol" panose="05050102010706020507" pitchFamily="18" charset="2"/>
              </a:rPr>
              <a:t></a:t>
            </a:r>
            <a:r>
              <a:rPr lang="en-US" altLang="zh-CN" dirty="0"/>
              <a:t>)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>
                <a:sym typeface="Symbol" panose="05050102010706020507" pitchFamily="18" charset="2"/>
              </a:rPr>
              <a:t></a:t>
            </a:r>
            <a:r>
              <a:rPr lang="en-US" altLang="zh-CN" dirty="0"/>
              <a:t>}</a:t>
            </a:r>
            <a:r>
              <a:rPr lang="zh-CN" altLang="en-US" dirty="0"/>
              <a:t>。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952E06A-C428-6531-F4C7-0F39DF1D877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68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88280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3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23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4" grpId="0" build="p" bldLvl="2" autoUpdateAnimBg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构造</a:t>
            </a:r>
            <a:r>
              <a:rPr lang="en-US" altLang="zh-CN" dirty="0"/>
              <a:t>FOLLOW(A)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𝐹𝑂𝐿𝐿𝑂𝑊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𝑆</m:t>
                        </m:r>
                        <m:groupChr>
                          <m:groupChrPr>
                            <m:chr m:val="⇒"/>
                            <m:vertJc m:val="bot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m:rPr>
                                <m:brk m:alnAt="2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e>
                        </m:groupCh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…,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7056225" y="919333"/>
            <a:ext cx="3023870" cy="566975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248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89A64-422A-22E7-4451-E53C18CB400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69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791681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3" name="Rectangle 8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3307" dirty="0"/>
              <a:t>构造</a:t>
            </a:r>
            <a:r>
              <a:rPr lang="zh-CN" altLang="en-US" sz="3307" dirty="0">
                <a:solidFill>
                  <a:srgbClr val="C00000"/>
                </a:solidFill>
              </a:rPr>
              <a:t>每个非终结符</a:t>
            </a:r>
            <a:r>
              <a:rPr lang="zh-CN" altLang="en-US" sz="3307" dirty="0"/>
              <a:t>的</a:t>
            </a:r>
            <a:r>
              <a:rPr lang="en-US" altLang="zh-CN" sz="3307" dirty="0"/>
              <a:t>FOLLOW</a:t>
            </a:r>
            <a:r>
              <a:rPr lang="zh-CN" altLang="en-US" sz="3307" dirty="0"/>
              <a:t>集合</a:t>
            </a:r>
            <a:endParaRPr lang="zh-CN" altLang="en-GB" sz="3307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282" name="Rectangle 2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94987" y="2009805"/>
                <a:ext cx="8881130" cy="4797715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0"/>
                  </a:spcBef>
                </a:pPr>
                <a:r>
                  <a:rPr lang="zh-CN" altLang="en-US" sz="2646" dirty="0"/>
                  <a:t>对于文法</a:t>
                </a:r>
                <a:r>
                  <a:rPr lang="en-US" altLang="zh-CN" sz="2646" dirty="0"/>
                  <a:t>G</a:t>
                </a:r>
                <a:r>
                  <a:rPr lang="zh-CN" altLang="en-US" sz="2646" dirty="0"/>
                  <a:t>的每个非终结符</a:t>
                </a:r>
                <a:r>
                  <a:rPr lang="en-US" altLang="zh-CN" sz="2646" dirty="0"/>
                  <a:t>A</a:t>
                </a:r>
                <a:r>
                  <a:rPr lang="zh-CN" altLang="en-US" sz="2646" dirty="0"/>
                  <a:t>构造</a:t>
                </a:r>
                <a:r>
                  <a:rPr lang="en-US" altLang="zh-CN" sz="2646" dirty="0"/>
                  <a:t>FOLLOW(A)</a:t>
                </a:r>
                <a:r>
                  <a:rPr lang="zh-CN" altLang="en-US" sz="2646" dirty="0"/>
                  <a:t>的办法是，连续使用下面的规则，直至每个</a:t>
                </a:r>
                <a:r>
                  <a:rPr lang="en-US" altLang="zh-CN" sz="2646" dirty="0"/>
                  <a:t>FOLLOW</a:t>
                </a:r>
                <a:r>
                  <a:rPr lang="zh-CN" altLang="en-US" sz="2646" dirty="0"/>
                  <a:t>不再增大为止：</a:t>
                </a:r>
              </a:p>
              <a:p>
                <a:pPr lvl="1">
                  <a:spcBef>
                    <a:spcPts val="0"/>
                  </a:spcBef>
                  <a:buNone/>
                </a:pPr>
                <a:r>
                  <a:rPr lang="en-US" altLang="zh-CN" dirty="0"/>
                  <a:t>1. </a:t>
                </a:r>
                <a:r>
                  <a:rPr lang="zh-CN" altLang="en-US" dirty="0"/>
                  <a:t>对于文法的开始符号</a:t>
                </a:r>
                <a:r>
                  <a:rPr lang="en-US" altLang="zh-CN" dirty="0"/>
                  <a:t>S</a:t>
                </a:r>
                <a:r>
                  <a:rPr lang="zh-CN" altLang="en-US" dirty="0"/>
                  <a:t>，置＃于</a:t>
                </a:r>
                <a:r>
                  <a:rPr lang="en-US" altLang="zh-CN" dirty="0"/>
                  <a:t>FOLLOW(S)</a:t>
                </a:r>
                <a:r>
                  <a:rPr lang="zh-CN" altLang="en-US" dirty="0"/>
                  <a:t>中；</a:t>
                </a:r>
              </a:p>
              <a:p>
                <a:pPr lvl="1">
                  <a:spcBef>
                    <a:spcPts val="0"/>
                  </a:spcBef>
                  <a:buNone/>
                </a:pPr>
                <a:r>
                  <a:rPr lang="en-US" altLang="zh-CN" dirty="0"/>
                  <a:t>2. </a:t>
                </a:r>
                <a:r>
                  <a:rPr lang="zh-CN" altLang="en-US" dirty="0"/>
                  <a:t>若</a:t>
                </a:r>
                <a:r>
                  <a:rPr lang="en-US" altLang="zh-CN" dirty="0"/>
                  <a:t>A→</a:t>
                </a:r>
                <a:r>
                  <a:rPr lang="en-US" altLang="zh-CN" dirty="0">
                    <a:sym typeface="Symbol" panose="05050102010706020507" pitchFamily="18" charset="2"/>
                  </a:rPr>
                  <a:t></a:t>
                </a:r>
                <a:r>
                  <a:rPr lang="en-US" altLang="zh-CN" dirty="0"/>
                  <a:t>B</a:t>
                </a:r>
                <a:r>
                  <a:rPr lang="en-US" altLang="zh-CN" dirty="0">
                    <a:sym typeface="Symbol" panose="05050102010706020507" pitchFamily="18" charset="2"/>
                  </a:rPr>
                  <a:t></a:t>
                </a:r>
                <a:r>
                  <a:rPr lang="zh-CN" altLang="en-US" dirty="0"/>
                  <a:t>是一个产生式，则把</a:t>
                </a:r>
                <a:r>
                  <a:rPr lang="en-US" altLang="zh-CN" dirty="0"/>
                  <a:t>FIRST(</a:t>
                </a:r>
                <a:r>
                  <a:rPr lang="en-US" altLang="zh-CN" dirty="0">
                    <a:sym typeface="Symbol" panose="05050102010706020507" pitchFamily="18" charset="2"/>
                  </a:rPr>
                  <a:t></a:t>
                </a:r>
                <a:r>
                  <a:rPr lang="en-US" altLang="zh-CN" dirty="0"/>
                  <a:t>)\{</a:t>
                </a:r>
                <a:r>
                  <a:rPr lang="en-US" altLang="zh-CN" dirty="0">
                    <a:sym typeface="Symbol" panose="05050102010706020507" pitchFamily="18" charset="2"/>
                  </a:rPr>
                  <a:t></a:t>
                </a:r>
                <a:r>
                  <a:rPr lang="en-US" altLang="zh-CN" dirty="0"/>
                  <a:t>}</a:t>
                </a:r>
                <a:r>
                  <a:rPr lang="zh-CN" altLang="en-US" dirty="0"/>
                  <a:t>加至</a:t>
                </a:r>
                <a:r>
                  <a:rPr lang="en-US" altLang="zh-CN" dirty="0"/>
                  <a:t>FOLLOW(B)</a:t>
                </a:r>
                <a:r>
                  <a:rPr lang="zh-CN" altLang="en-US" dirty="0"/>
                  <a:t>中；</a:t>
                </a:r>
                <a:endParaRPr lang="en-US" altLang="zh-CN" dirty="0"/>
              </a:p>
              <a:p>
                <a:pPr lvl="1">
                  <a:spcBef>
                    <a:spcPts val="0"/>
                  </a:spcBef>
                  <a:buNone/>
                </a:pPr>
                <a:r>
                  <a:rPr lang="en-US" altLang="zh-CN" dirty="0"/>
                  <a:t>3. </a:t>
                </a:r>
                <a:r>
                  <a:rPr lang="zh-CN" altLang="en-US" dirty="0"/>
                  <a:t>若</a:t>
                </a:r>
                <a:r>
                  <a:rPr lang="en-US" altLang="zh-CN" dirty="0"/>
                  <a:t>A→</a:t>
                </a:r>
                <a:r>
                  <a:rPr lang="en-US" altLang="zh-CN" dirty="0">
                    <a:sym typeface="Symbol" panose="05050102010706020507" pitchFamily="18" charset="2"/>
                  </a:rPr>
                  <a:t>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是一个产生式，或</a:t>
                </a:r>
                <a:r>
                  <a:rPr lang="en-US" altLang="zh-CN" dirty="0"/>
                  <a:t>A</a:t>
                </a:r>
                <a:r>
                  <a:rPr lang="en-US" altLang="zh-CN" dirty="0">
                    <a:sym typeface="Symbol" panose="05050102010706020507" pitchFamily="18" charset="2"/>
                  </a:rPr>
                  <a:t></a:t>
                </a:r>
                <a:r>
                  <a:rPr lang="en-US" altLang="zh-CN" dirty="0"/>
                  <a:t>B</a:t>
                </a:r>
                <a:r>
                  <a:rPr lang="en-US" altLang="zh-CN" dirty="0">
                    <a:sym typeface="Symbol" panose="05050102010706020507" pitchFamily="18" charset="2"/>
                  </a:rPr>
                  <a:t></a:t>
                </a:r>
                <a:r>
                  <a:rPr lang="zh-CN" altLang="en-US" dirty="0"/>
                  <a:t>是一个产生式而</a:t>
                </a:r>
                <a:r>
                  <a:rPr lang="zh-CN" altLang="en-US" dirty="0">
                    <a:sym typeface="Symbol" panose="05050102010706020507" pitchFamily="18" charset="2"/>
                  </a:rPr>
                  <a:t>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zh-CN" altLang="en-US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zh-CN" altLang="en-US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∗</m:t>
                        </m:r>
                      </m:e>
                    </m:groupChr>
                  </m:oMath>
                </a14:m>
                <a:r>
                  <a:rPr lang="zh-CN" altLang="en-US" dirty="0">
                    <a:sym typeface="Symbol" panose="05050102010706020507" pitchFamily="18" charset="2"/>
                  </a:rPr>
                  <a:t> 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即</a:t>
                </a:r>
                <a:r>
                  <a:rPr lang="zh-CN" altLang="en-US" dirty="0">
                    <a:sym typeface="Symbol" panose="05050102010706020507" pitchFamily="18" charset="2"/>
                  </a:rPr>
                  <a:t></a:t>
                </a:r>
                <a:r>
                  <a:rPr lang="en-US" altLang="zh-CN" dirty="0"/>
                  <a:t>FIRST(</a:t>
                </a:r>
                <a:r>
                  <a:rPr lang="en-US" altLang="zh-CN" dirty="0">
                    <a:sym typeface="Symbol" panose="05050102010706020507" pitchFamily="18" charset="2"/>
                  </a:rPr>
                  <a:t></a:t>
                </a:r>
                <a:r>
                  <a:rPr lang="en-US" altLang="zh-CN" dirty="0"/>
                  <a:t>))</a:t>
                </a:r>
                <a:r>
                  <a:rPr lang="zh-CN" altLang="en-US" dirty="0"/>
                  <a:t>，则把</a:t>
                </a:r>
                <a:r>
                  <a:rPr lang="en-US" altLang="zh-CN" dirty="0"/>
                  <a:t>FOLLOW(A)</a:t>
                </a:r>
                <a:r>
                  <a:rPr lang="zh-CN" altLang="en-US" dirty="0"/>
                  <a:t>加至</a:t>
                </a:r>
                <a:r>
                  <a:rPr lang="en-US" altLang="zh-CN" dirty="0"/>
                  <a:t>FOLLOW(B)</a:t>
                </a:r>
                <a:r>
                  <a:rPr lang="zh-CN" altLang="en-US" dirty="0"/>
                  <a:t>中</a:t>
                </a:r>
                <a:endParaRPr lang="en-US" altLang="zh-CN" dirty="0"/>
              </a:p>
              <a:p>
                <a:pPr lvl="1">
                  <a:spcBef>
                    <a:spcPts val="0"/>
                  </a:spcBef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25282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0000" y="1823259"/>
                <a:ext cx="8056800" cy="4352400"/>
              </a:xfrm>
              <a:blipFill rotWithShape="0">
                <a:blip r:embed="rId3"/>
                <a:stretch>
                  <a:fillRect l="-605" t="-1120" r="-28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3F51D21-4DFE-BD2A-F04E-DE84FE140B0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70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2319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5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25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25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252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82" grpId="0" build="p" bldLvl="2" autoUpdateAnimBg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3" name="Rectangle 8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3307" dirty="0"/>
              <a:t>构造</a:t>
            </a:r>
            <a:r>
              <a:rPr lang="zh-CN" altLang="en-US" sz="3307" dirty="0">
                <a:solidFill>
                  <a:srgbClr val="C00000"/>
                </a:solidFill>
              </a:rPr>
              <a:t>每个非终结符</a:t>
            </a:r>
            <a:r>
              <a:rPr lang="zh-CN" altLang="en-US" sz="3307" dirty="0"/>
              <a:t>的</a:t>
            </a:r>
            <a:r>
              <a:rPr lang="en-US" altLang="zh-CN" sz="3307" dirty="0"/>
              <a:t>FOLLOW</a:t>
            </a:r>
            <a:r>
              <a:rPr lang="zh-CN" altLang="en-US" sz="3307" dirty="0"/>
              <a:t>集合</a:t>
            </a:r>
            <a:endParaRPr lang="zh-CN" altLang="en-GB" sz="3307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282" name="Rectangle 2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94987" y="2009805"/>
                <a:ext cx="8722737" cy="479771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0"/>
                  </a:spcBef>
                </a:pPr>
                <a:r>
                  <a:rPr lang="zh-CN" altLang="en-US" sz="2646" dirty="0"/>
                  <a:t>对于文法</a:t>
                </a:r>
                <a:r>
                  <a:rPr lang="en-US" altLang="zh-CN" sz="2646" dirty="0"/>
                  <a:t>G</a:t>
                </a:r>
                <a:r>
                  <a:rPr lang="zh-CN" altLang="en-US" sz="2646" dirty="0"/>
                  <a:t>的每个非终结符</a:t>
                </a:r>
                <a:r>
                  <a:rPr lang="en-US" altLang="zh-CN" sz="2646" dirty="0"/>
                  <a:t>A</a:t>
                </a:r>
                <a:r>
                  <a:rPr lang="zh-CN" altLang="en-US" sz="2646" dirty="0"/>
                  <a:t>构造</a:t>
                </a:r>
                <a:r>
                  <a:rPr lang="en-US" altLang="zh-CN" sz="2646" dirty="0"/>
                  <a:t>FOLLOW(A)</a:t>
                </a:r>
                <a:r>
                  <a:rPr lang="zh-CN" altLang="en-US" sz="2646" dirty="0"/>
                  <a:t>的办法是，连续使用下面的规则，直至每个</a:t>
                </a:r>
                <a:r>
                  <a:rPr lang="en-US" altLang="zh-CN" sz="2646" dirty="0"/>
                  <a:t>FOLLOW</a:t>
                </a:r>
                <a:r>
                  <a:rPr lang="zh-CN" altLang="en-US" sz="2646" dirty="0"/>
                  <a:t>不再增大为止：</a:t>
                </a:r>
              </a:p>
              <a:p>
                <a:pPr lvl="1">
                  <a:spcBef>
                    <a:spcPts val="0"/>
                  </a:spcBef>
                  <a:buNone/>
                </a:pPr>
                <a:r>
                  <a:rPr lang="en-US" altLang="zh-CN" dirty="0"/>
                  <a:t>1. </a:t>
                </a:r>
                <a:r>
                  <a:rPr lang="zh-CN" altLang="en-US" dirty="0"/>
                  <a:t>对于文法的开始符号</a:t>
                </a:r>
                <a:r>
                  <a:rPr lang="en-US" altLang="zh-CN" dirty="0"/>
                  <a:t>S</a:t>
                </a:r>
                <a:r>
                  <a:rPr lang="zh-CN" altLang="en-US" dirty="0"/>
                  <a:t>，置＃于</a:t>
                </a:r>
                <a:r>
                  <a:rPr lang="en-US" altLang="zh-CN" dirty="0"/>
                  <a:t>FOLLOW(S)</a:t>
                </a:r>
                <a:r>
                  <a:rPr lang="zh-CN" altLang="en-US" dirty="0"/>
                  <a:t>中；</a:t>
                </a:r>
              </a:p>
              <a:p>
                <a:pPr lvl="1">
                  <a:spcBef>
                    <a:spcPts val="0"/>
                  </a:spcBef>
                  <a:buNone/>
                </a:pPr>
                <a:r>
                  <a:rPr lang="en-US" altLang="zh-CN" dirty="0"/>
                  <a:t>2. </a:t>
                </a:r>
                <a:r>
                  <a:rPr lang="zh-CN" altLang="en-US" dirty="0"/>
                  <a:t>若</a:t>
                </a:r>
                <a:r>
                  <a:rPr lang="en-US" altLang="zh-CN" dirty="0"/>
                  <a:t>A→</a:t>
                </a:r>
                <a:r>
                  <a:rPr lang="en-US" altLang="zh-CN" dirty="0">
                    <a:sym typeface="Symbol" panose="05050102010706020507" pitchFamily="18" charset="2"/>
                  </a:rPr>
                  <a:t></a:t>
                </a:r>
                <a:r>
                  <a:rPr lang="en-US" altLang="zh-CN" dirty="0"/>
                  <a:t>B</a:t>
                </a:r>
                <a:r>
                  <a:rPr lang="en-US" altLang="zh-CN" dirty="0">
                    <a:sym typeface="Symbol" panose="05050102010706020507" pitchFamily="18" charset="2"/>
                  </a:rPr>
                  <a:t></a:t>
                </a:r>
                <a:r>
                  <a:rPr lang="zh-CN" altLang="en-US" dirty="0"/>
                  <a:t>是一个产生式，则把</a:t>
                </a:r>
                <a:r>
                  <a:rPr lang="en-US" altLang="zh-CN" dirty="0"/>
                  <a:t>FIRST(</a:t>
                </a:r>
                <a:r>
                  <a:rPr lang="en-US" altLang="zh-CN" dirty="0">
                    <a:sym typeface="Symbol" panose="05050102010706020507" pitchFamily="18" charset="2"/>
                  </a:rPr>
                  <a:t></a:t>
                </a:r>
                <a:r>
                  <a:rPr lang="en-US" altLang="zh-CN" dirty="0"/>
                  <a:t>)\{</a:t>
                </a:r>
                <a:r>
                  <a:rPr lang="en-US" altLang="zh-CN" dirty="0">
                    <a:sym typeface="Symbol" panose="05050102010706020507" pitchFamily="18" charset="2"/>
                  </a:rPr>
                  <a:t></a:t>
                </a:r>
                <a:r>
                  <a:rPr lang="en-US" altLang="zh-CN" dirty="0"/>
                  <a:t>}</a:t>
                </a:r>
                <a:r>
                  <a:rPr lang="zh-CN" altLang="en-US" dirty="0"/>
                  <a:t>加至</a:t>
                </a:r>
                <a:r>
                  <a:rPr lang="en-US" altLang="zh-CN" dirty="0"/>
                  <a:t>FOLLOW(B)</a:t>
                </a:r>
                <a:r>
                  <a:rPr lang="zh-CN" altLang="en-US" dirty="0"/>
                  <a:t>中；</a:t>
                </a:r>
                <a:endParaRPr lang="en-US" altLang="zh-CN" dirty="0"/>
              </a:p>
              <a:p>
                <a:pPr lvl="1">
                  <a:spcBef>
                    <a:spcPts val="0"/>
                  </a:spcBef>
                  <a:buNone/>
                </a:pPr>
                <a:r>
                  <a:rPr lang="en-US" altLang="zh-CN" dirty="0"/>
                  <a:t>3. </a:t>
                </a:r>
                <a:r>
                  <a:rPr lang="zh-CN" altLang="en-US" dirty="0"/>
                  <a:t>若</a:t>
                </a:r>
                <a:r>
                  <a:rPr lang="en-US" altLang="zh-CN" dirty="0"/>
                  <a:t>A→</a:t>
                </a:r>
                <a:r>
                  <a:rPr lang="en-US" altLang="zh-CN" dirty="0">
                    <a:sym typeface="Symbol" panose="05050102010706020507" pitchFamily="18" charset="2"/>
                  </a:rPr>
                  <a:t>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是一个产生式，或</a:t>
                </a:r>
                <a:r>
                  <a:rPr lang="en-US" altLang="zh-CN" dirty="0"/>
                  <a:t>A</a:t>
                </a:r>
                <a:r>
                  <a:rPr lang="en-US" altLang="zh-CN" dirty="0">
                    <a:sym typeface="Symbol" panose="05050102010706020507" pitchFamily="18" charset="2"/>
                  </a:rPr>
                  <a:t></a:t>
                </a:r>
                <a:r>
                  <a:rPr lang="en-US" altLang="zh-CN" dirty="0"/>
                  <a:t>B</a:t>
                </a:r>
                <a:r>
                  <a:rPr lang="en-US" altLang="zh-CN" dirty="0">
                    <a:sym typeface="Symbol" panose="05050102010706020507" pitchFamily="18" charset="2"/>
                  </a:rPr>
                  <a:t></a:t>
                </a:r>
                <a:r>
                  <a:rPr lang="zh-CN" altLang="en-US" dirty="0"/>
                  <a:t>是一个产生式而</a:t>
                </a:r>
                <a:r>
                  <a:rPr lang="zh-CN" altLang="en-US" dirty="0">
                    <a:sym typeface="Symbol" panose="05050102010706020507" pitchFamily="18" charset="2"/>
                  </a:rPr>
                  <a:t>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zh-CN" altLang="en-US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zh-CN" altLang="en-US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∗</m:t>
                        </m:r>
                      </m:e>
                    </m:groupChr>
                  </m:oMath>
                </a14:m>
                <a:r>
                  <a:rPr lang="zh-CN" altLang="en-US" dirty="0">
                    <a:sym typeface="Symbol" panose="05050102010706020507" pitchFamily="18" charset="2"/>
                  </a:rPr>
                  <a:t> 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即</a:t>
                </a:r>
                <a:r>
                  <a:rPr lang="zh-CN" altLang="en-US" dirty="0">
                    <a:sym typeface="Symbol" panose="05050102010706020507" pitchFamily="18" charset="2"/>
                  </a:rPr>
                  <a:t></a:t>
                </a:r>
                <a:r>
                  <a:rPr lang="en-US" altLang="zh-CN" dirty="0"/>
                  <a:t>FIRST(</a:t>
                </a:r>
                <a:r>
                  <a:rPr lang="en-US" altLang="zh-CN" dirty="0">
                    <a:sym typeface="Symbol" panose="05050102010706020507" pitchFamily="18" charset="2"/>
                  </a:rPr>
                  <a:t></a:t>
                </a:r>
                <a:r>
                  <a:rPr lang="en-US" altLang="zh-CN" dirty="0"/>
                  <a:t>))</a:t>
                </a:r>
                <a:r>
                  <a:rPr lang="zh-CN" altLang="en-US" dirty="0"/>
                  <a:t>，则把</a:t>
                </a:r>
                <a:r>
                  <a:rPr lang="en-US" altLang="zh-CN" dirty="0"/>
                  <a:t>FOLLOW(A)</a:t>
                </a:r>
                <a:r>
                  <a:rPr lang="zh-CN" altLang="en-US" dirty="0"/>
                  <a:t>加至</a:t>
                </a:r>
                <a:r>
                  <a:rPr lang="en-US" altLang="zh-CN" dirty="0"/>
                  <a:t>FOLLOW(B)</a:t>
                </a:r>
                <a:r>
                  <a:rPr lang="zh-CN" altLang="en-US" dirty="0"/>
                  <a:t>中</a:t>
                </a:r>
                <a:endParaRPr lang="en-US" altLang="zh-CN" dirty="0"/>
              </a:p>
              <a:p>
                <a:pPr lvl="1">
                  <a:spcBef>
                    <a:spcPts val="0"/>
                  </a:spcBef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25282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9999" y="1823259"/>
                <a:ext cx="7913109" cy="4352400"/>
              </a:xfrm>
              <a:blipFill rotWithShape="0">
                <a:blip r:embed="rId3"/>
                <a:stretch>
                  <a:fillRect l="-616" t="-1120" r="-47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2719415" y="5407329"/>
                <a:ext cx="5627694" cy="1919628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 marL="0" lvl="1" defTabSz="1007943">
                  <a:defRPr/>
                </a:pPr>
                <a:r>
                  <a:rPr lang="en-US" altLang="zh-CN" sz="2646" dirty="0"/>
                  <a:t>A</a:t>
                </a:r>
                <a:r>
                  <a:rPr lang="en-US" altLang="zh-CN" sz="2646" dirty="0">
                    <a:sym typeface="Symbol" panose="05050102010706020507" pitchFamily="18" charset="2"/>
                  </a:rPr>
                  <a:t></a:t>
                </a:r>
                <a:r>
                  <a:rPr lang="en-US" altLang="zh-CN" sz="2646" dirty="0"/>
                  <a:t>B</a:t>
                </a:r>
                <a:r>
                  <a:rPr lang="en-US" altLang="zh-CN" sz="2646" dirty="0">
                    <a:sym typeface="Symbol" panose="05050102010706020507" pitchFamily="18" charset="2"/>
                  </a:rPr>
                  <a:t></a:t>
                </a:r>
                <a:r>
                  <a:rPr lang="zh-CN" altLang="en-US" sz="2646" dirty="0"/>
                  <a:t>是一个产生式</a:t>
                </a:r>
                <a:r>
                  <a:rPr lang="en-US" altLang="zh-CN" sz="2646" dirty="0"/>
                  <a:t>,</a:t>
                </a:r>
              </a:p>
              <a:p>
                <a:pPr marL="0" lvl="1" defTabSz="1007943">
                  <a:defRPr/>
                </a:pPr>
                <a:r>
                  <a:rPr lang="zh-CN" altLang="en-US" sz="2646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∵ </a:t>
                </a:r>
                <a:r>
                  <a:rPr lang="zh-CN" altLang="en-US" sz="2646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∀</a:t>
                </a:r>
                <a:r>
                  <a:rPr lang="en-US" altLang="zh-CN" sz="2646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a∈ FIRST</a:t>
                </a:r>
                <a:r>
                  <a:rPr lang="en-US" altLang="zh-CN" sz="2646" dirty="0"/>
                  <a:t>(</a:t>
                </a:r>
                <a:r>
                  <a:rPr lang="en-US" altLang="zh-CN" sz="2646" dirty="0">
                    <a:sym typeface="Symbol" panose="05050102010706020507" pitchFamily="18" charset="2"/>
                  </a:rPr>
                  <a:t>)</a:t>
                </a:r>
                <a:r>
                  <a:rPr lang="en-US" altLang="zh-CN" sz="2646" dirty="0"/>
                  <a:t> )\{</a:t>
                </a:r>
                <a:r>
                  <a:rPr lang="en-US" altLang="zh-CN" sz="2646" dirty="0">
                    <a:sym typeface="Symbol" panose="05050102010706020507" pitchFamily="18" charset="2"/>
                  </a:rPr>
                  <a:t></a:t>
                </a:r>
                <a:r>
                  <a:rPr lang="en-US" altLang="zh-CN" sz="2646" dirty="0"/>
                  <a:t>}</a:t>
                </a:r>
                <a:r>
                  <a:rPr lang="zh-CN" altLang="en-US" sz="2646" dirty="0"/>
                  <a:t>，有</a:t>
                </a:r>
                <a:r>
                  <a:rPr lang="en-US" altLang="zh-CN" sz="2646" dirty="0">
                    <a:sym typeface="Symbol" panose="05050102010706020507" pitchFamily="18" charset="2"/>
                  </a:rPr>
                  <a:t>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en-US" altLang="zh-CN" sz="2646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2646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groupChr>
                  </m:oMath>
                </a14:m>
                <a:r>
                  <a:rPr lang="en-US" altLang="zh-CN" sz="2646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sz="2646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a</a:t>
                </a:r>
                <a:r>
                  <a:rPr lang="en-US" altLang="zh-CN" sz="2646" dirty="0"/>
                  <a:t>…</a:t>
                </a:r>
              </a:p>
              <a:p>
                <a:pPr marL="0" lvl="1" defTabSz="1007943">
                  <a:defRPr/>
                </a:pPr>
                <a:r>
                  <a:rPr lang="zh-CN" altLang="en-US" sz="2646" dirty="0"/>
                  <a:t>则有 </a:t>
                </a:r>
                <a:r>
                  <a:rPr lang="en-US" altLang="zh-CN" sz="2646" dirty="0"/>
                  <a:t>S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en-US" altLang="zh-CN" sz="2646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2646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groupChr>
                    <m:r>
                      <a:rPr lang="en-US" altLang="zh-CN" sz="2646"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US" altLang="zh-CN" sz="2646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646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US" altLang="zh-CN" sz="2646" dirty="0">
                    <a:sym typeface="Symbol" panose="05050102010706020507" pitchFamily="18" charset="2"/>
                  </a:rPr>
                  <a:t></a:t>
                </a:r>
                <a14:m>
                  <m:oMath xmlns:m="http://schemas.openxmlformats.org/officeDocument/2006/math">
                    <m:r>
                      <a:rPr lang="en-US" altLang="zh-CN" sz="2646"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nor/>
                      </m:rPr>
                      <a:rPr lang="en-US" altLang="zh-CN" sz="2646" dirty="0">
                        <a:sym typeface="Symbol" panose="05050102010706020507" pitchFamily="18" charset="2"/>
                      </a:rPr>
                      <m:t></m:t>
                    </m:r>
                    <m:r>
                      <m:rPr>
                        <m:nor/>
                      </m:rPr>
                      <a:rPr lang="en-US" altLang="zh-CN" sz="2646" dirty="0"/>
                      <m:t>B</m:t>
                    </m:r>
                    <m:r>
                      <m:rPr>
                        <m:nor/>
                      </m:rPr>
                      <a:rPr lang="en-US" altLang="zh-CN" sz="2646" dirty="0">
                        <a:sym typeface="Symbol" panose="05050102010706020507" pitchFamily="18" charset="2"/>
                      </a:rPr>
                      <m:t></m:t>
                    </m:r>
                    <m:r>
                      <a:rPr lang="en-US" altLang="zh-CN" sz="2646">
                        <a:latin typeface="Cambria Math" panose="02040503050406030204" pitchFamily="18" charset="0"/>
                      </a:rPr>
                      <m:t>…</m:t>
                    </m:r>
                    <m:groupChr>
                      <m:groupChrPr>
                        <m:chr m:val="⇒"/>
                        <m:vertJc m:val="bot"/>
                        <m:ctrlPr>
                          <a:rPr lang="en-US" altLang="zh-CN" sz="2646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2646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groupChr>
                    <m:r>
                      <a:rPr lang="en-US" altLang="zh-CN" sz="2646"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nor/>
                      </m:rPr>
                      <a:rPr lang="en-US" altLang="zh-CN" sz="2646" dirty="0">
                        <a:sym typeface="Symbol" panose="05050102010706020507" pitchFamily="18" charset="2"/>
                      </a:rPr>
                      <m:t></m:t>
                    </m:r>
                    <m:r>
                      <m:rPr>
                        <m:nor/>
                      </m:rPr>
                      <a:rPr lang="en-US" altLang="zh-CN" sz="2646" dirty="0"/>
                      <m:t>B</m:t>
                    </m:r>
                    <m:r>
                      <m:rPr>
                        <m:sty m:val="p"/>
                      </m:rPr>
                      <a:rPr lang="en-US" altLang="zh-CN" sz="2646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646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en-US" altLang="zh-CN" sz="2646" dirty="0"/>
              </a:p>
              <a:p>
                <a:pPr marL="0" lvl="1" defTabSz="1007943">
                  <a:defRPr/>
                </a:pPr>
                <a:r>
                  <a:rPr lang="zh-CN" altLang="zh-CN" sz="2646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∴</a:t>
                </a:r>
                <a:r>
                  <a:rPr lang="en-US" altLang="zh-CN" sz="2646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a∈ </a:t>
                </a:r>
                <a:r>
                  <a:rPr lang="en-US" altLang="zh-CN" sz="2646" dirty="0"/>
                  <a:t>FOLLOW(B)</a:t>
                </a: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6524" y="4905431"/>
                <a:ext cx="5116722" cy="1750094"/>
              </a:xfrm>
              <a:prstGeom prst="rect">
                <a:avLst/>
              </a:prstGeom>
              <a:blipFill rotWithShape="0">
                <a:blip r:embed="rId4"/>
                <a:stretch>
                  <a:fillRect l="-1661" t="-3093" b="-65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06C2D208-55B4-AED8-14C5-751E6E2E118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71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936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3" name="Rectangle 8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3307" dirty="0"/>
              <a:t>构造</a:t>
            </a:r>
            <a:r>
              <a:rPr lang="zh-CN" altLang="en-US" sz="3307" dirty="0">
                <a:solidFill>
                  <a:srgbClr val="C00000"/>
                </a:solidFill>
              </a:rPr>
              <a:t>每个非终结符</a:t>
            </a:r>
            <a:r>
              <a:rPr lang="zh-CN" altLang="en-US" sz="3307" dirty="0"/>
              <a:t>的</a:t>
            </a:r>
            <a:r>
              <a:rPr lang="en-US" altLang="zh-CN" sz="3307" dirty="0"/>
              <a:t>FOLLOW</a:t>
            </a:r>
            <a:r>
              <a:rPr lang="zh-CN" altLang="en-US" sz="3307" dirty="0"/>
              <a:t>集合</a:t>
            </a:r>
            <a:endParaRPr lang="zh-CN" altLang="en-GB" sz="3307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282" name="Rectangle 2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94987" y="2009805"/>
                <a:ext cx="8852331" cy="479771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0"/>
                  </a:spcBef>
                </a:pPr>
                <a:r>
                  <a:rPr lang="zh-CN" altLang="en-US" sz="2646" dirty="0"/>
                  <a:t>对于文法</a:t>
                </a:r>
                <a:r>
                  <a:rPr lang="en-US" altLang="zh-CN" sz="2646" dirty="0"/>
                  <a:t>G</a:t>
                </a:r>
                <a:r>
                  <a:rPr lang="zh-CN" altLang="en-US" sz="2646" dirty="0"/>
                  <a:t>的每个非终结符</a:t>
                </a:r>
                <a:r>
                  <a:rPr lang="en-US" altLang="zh-CN" sz="2646" dirty="0"/>
                  <a:t>A</a:t>
                </a:r>
                <a:r>
                  <a:rPr lang="zh-CN" altLang="en-US" sz="2646" dirty="0"/>
                  <a:t>构造</a:t>
                </a:r>
                <a:r>
                  <a:rPr lang="en-US" altLang="zh-CN" sz="2646" dirty="0"/>
                  <a:t>FOLLOW(A)</a:t>
                </a:r>
                <a:r>
                  <a:rPr lang="zh-CN" altLang="en-US" sz="2646" dirty="0"/>
                  <a:t>的办法是，连续使用下面的规则，直至每个</a:t>
                </a:r>
                <a:r>
                  <a:rPr lang="en-US" altLang="zh-CN" sz="2646" dirty="0"/>
                  <a:t>FOLLOW</a:t>
                </a:r>
                <a:r>
                  <a:rPr lang="zh-CN" altLang="en-US" sz="2646" dirty="0"/>
                  <a:t>不再增大为止：</a:t>
                </a:r>
              </a:p>
              <a:p>
                <a:pPr lvl="1">
                  <a:spcBef>
                    <a:spcPts val="0"/>
                  </a:spcBef>
                  <a:buNone/>
                </a:pPr>
                <a:r>
                  <a:rPr lang="en-US" altLang="zh-CN" dirty="0"/>
                  <a:t>1. </a:t>
                </a:r>
                <a:r>
                  <a:rPr lang="zh-CN" altLang="en-US" dirty="0"/>
                  <a:t>对于文法的开始符号</a:t>
                </a:r>
                <a:r>
                  <a:rPr lang="en-US" altLang="zh-CN" dirty="0"/>
                  <a:t>S</a:t>
                </a:r>
                <a:r>
                  <a:rPr lang="zh-CN" altLang="en-US" dirty="0"/>
                  <a:t>，置＃于</a:t>
                </a:r>
                <a:r>
                  <a:rPr lang="en-US" altLang="zh-CN" dirty="0"/>
                  <a:t>FOLLOW(S)</a:t>
                </a:r>
                <a:r>
                  <a:rPr lang="zh-CN" altLang="en-US" dirty="0"/>
                  <a:t>中；</a:t>
                </a:r>
              </a:p>
              <a:p>
                <a:pPr lvl="1">
                  <a:spcBef>
                    <a:spcPts val="0"/>
                  </a:spcBef>
                  <a:buNone/>
                </a:pPr>
                <a:r>
                  <a:rPr lang="en-US" altLang="zh-CN" dirty="0"/>
                  <a:t>2. </a:t>
                </a:r>
                <a:r>
                  <a:rPr lang="zh-CN" altLang="en-US" dirty="0"/>
                  <a:t>若</a:t>
                </a:r>
                <a:r>
                  <a:rPr lang="en-US" altLang="zh-CN" dirty="0"/>
                  <a:t>A→</a:t>
                </a:r>
                <a:r>
                  <a:rPr lang="en-US" altLang="zh-CN" dirty="0">
                    <a:sym typeface="Symbol" panose="05050102010706020507" pitchFamily="18" charset="2"/>
                  </a:rPr>
                  <a:t></a:t>
                </a:r>
                <a:r>
                  <a:rPr lang="en-US" altLang="zh-CN" dirty="0"/>
                  <a:t>B</a:t>
                </a:r>
                <a:r>
                  <a:rPr lang="en-US" altLang="zh-CN" dirty="0">
                    <a:sym typeface="Symbol" panose="05050102010706020507" pitchFamily="18" charset="2"/>
                  </a:rPr>
                  <a:t></a:t>
                </a:r>
                <a:r>
                  <a:rPr lang="zh-CN" altLang="en-US" dirty="0"/>
                  <a:t>是一个产生式，则把</a:t>
                </a:r>
                <a:r>
                  <a:rPr lang="en-US" altLang="zh-CN" dirty="0"/>
                  <a:t>FIRST(</a:t>
                </a:r>
                <a:r>
                  <a:rPr lang="en-US" altLang="zh-CN" dirty="0">
                    <a:sym typeface="Symbol" panose="05050102010706020507" pitchFamily="18" charset="2"/>
                  </a:rPr>
                  <a:t></a:t>
                </a:r>
                <a:r>
                  <a:rPr lang="en-US" altLang="zh-CN" dirty="0"/>
                  <a:t>)\{</a:t>
                </a:r>
                <a:r>
                  <a:rPr lang="en-US" altLang="zh-CN" dirty="0">
                    <a:sym typeface="Symbol" panose="05050102010706020507" pitchFamily="18" charset="2"/>
                  </a:rPr>
                  <a:t></a:t>
                </a:r>
                <a:r>
                  <a:rPr lang="en-US" altLang="zh-CN" dirty="0"/>
                  <a:t>}</a:t>
                </a:r>
                <a:r>
                  <a:rPr lang="zh-CN" altLang="en-US" dirty="0"/>
                  <a:t>加至</a:t>
                </a:r>
                <a:r>
                  <a:rPr lang="en-US" altLang="zh-CN" dirty="0"/>
                  <a:t>FOLLOW(B)</a:t>
                </a:r>
                <a:r>
                  <a:rPr lang="zh-CN" altLang="en-US" dirty="0"/>
                  <a:t>中；</a:t>
                </a:r>
                <a:endParaRPr lang="en-US" altLang="zh-CN" dirty="0"/>
              </a:p>
              <a:p>
                <a:pPr lvl="1">
                  <a:spcBef>
                    <a:spcPts val="0"/>
                  </a:spcBef>
                  <a:buNone/>
                </a:pPr>
                <a:r>
                  <a:rPr lang="en-US" altLang="zh-CN" dirty="0"/>
                  <a:t>3. </a:t>
                </a:r>
                <a:r>
                  <a:rPr lang="zh-CN" altLang="en-US" dirty="0"/>
                  <a:t>若</a:t>
                </a:r>
                <a:r>
                  <a:rPr lang="en-US" altLang="zh-CN" dirty="0"/>
                  <a:t>A→</a:t>
                </a:r>
                <a:r>
                  <a:rPr lang="en-US" altLang="zh-CN" dirty="0">
                    <a:sym typeface="Symbol" panose="05050102010706020507" pitchFamily="18" charset="2"/>
                  </a:rPr>
                  <a:t>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是一个产生式，或</a:t>
                </a:r>
                <a:r>
                  <a:rPr lang="en-US" altLang="zh-CN" dirty="0"/>
                  <a:t>A</a:t>
                </a:r>
                <a:r>
                  <a:rPr lang="en-US" altLang="zh-CN" dirty="0">
                    <a:sym typeface="Symbol" panose="05050102010706020507" pitchFamily="18" charset="2"/>
                  </a:rPr>
                  <a:t></a:t>
                </a:r>
                <a:r>
                  <a:rPr lang="en-US" altLang="zh-CN" dirty="0"/>
                  <a:t>B</a:t>
                </a:r>
                <a:r>
                  <a:rPr lang="en-US" altLang="zh-CN" dirty="0">
                    <a:sym typeface="Symbol" panose="05050102010706020507" pitchFamily="18" charset="2"/>
                  </a:rPr>
                  <a:t></a:t>
                </a:r>
                <a:r>
                  <a:rPr lang="zh-CN" altLang="en-US" dirty="0"/>
                  <a:t>是一个产生式而</a:t>
                </a:r>
                <a:r>
                  <a:rPr lang="zh-CN" altLang="en-US" dirty="0">
                    <a:sym typeface="Symbol" panose="05050102010706020507" pitchFamily="18" charset="2"/>
                  </a:rPr>
                  <a:t>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zh-CN" altLang="en-US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zh-CN" altLang="en-US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∗</m:t>
                        </m:r>
                      </m:e>
                    </m:groupChr>
                  </m:oMath>
                </a14:m>
                <a:r>
                  <a:rPr lang="zh-CN" altLang="en-US" dirty="0">
                    <a:sym typeface="Symbol" panose="05050102010706020507" pitchFamily="18" charset="2"/>
                  </a:rPr>
                  <a:t> 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即</a:t>
                </a:r>
                <a:r>
                  <a:rPr lang="zh-CN" altLang="en-US" dirty="0">
                    <a:sym typeface="Symbol" panose="05050102010706020507" pitchFamily="18" charset="2"/>
                  </a:rPr>
                  <a:t></a:t>
                </a:r>
                <a:r>
                  <a:rPr lang="en-US" altLang="zh-CN" dirty="0"/>
                  <a:t>FIRST(</a:t>
                </a:r>
                <a:r>
                  <a:rPr lang="en-US" altLang="zh-CN" dirty="0">
                    <a:sym typeface="Symbol" panose="05050102010706020507" pitchFamily="18" charset="2"/>
                  </a:rPr>
                  <a:t></a:t>
                </a:r>
                <a:r>
                  <a:rPr lang="en-US" altLang="zh-CN" dirty="0"/>
                  <a:t>))</a:t>
                </a:r>
                <a:r>
                  <a:rPr lang="zh-CN" altLang="en-US" dirty="0"/>
                  <a:t>，则把</a:t>
                </a:r>
                <a:r>
                  <a:rPr lang="en-US" altLang="zh-CN" dirty="0"/>
                  <a:t>FOLLOW(A)</a:t>
                </a:r>
                <a:r>
                  <a:rPr lang="zh-CN" altLang="en-US" dirty="0"/>
                  <a:t>加至</a:t>
                </a:r>
                <a:r>
                  <a:rPr lang="en-US" altLang="zh-CN" dirty="0"/>
                  <a:t>FOLLOW(B)</a:t>
                </a:r>
                <a:r>
                  <a:rPr lang="zh-CN" altLang="en-US" dirty="0"/>
                  <a:t>中</a:t>
                </a:r>
                <a:endParaRPr lang="en-US" altLang="zh-CN" dirty="0"/>
              </a:p>
              <a:p>
                <a:pPr lvl="1">
                  <a:spcBef>
                    <a:spcPts val="0"/>
                  </a:spcBef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25282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0000" y="1823259"/>
                <a:ext cx="8030674" cy="4352400"/>
              </a:xfrm>
              <a:blipFill rotWithShape="0">
                <a:blip r:embed="rId3"/>
                <a:stretch>
                  <a:fillRect l="-607" t="-1120" r="-31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396289" y="5580795"/>
                <a:ext cx="4599768" cy="1615442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lvl="1" defTabSz="1007943">
                  <a:defRPr/>
                </a:pPr>
                <a:r>
                  <a:rPr lang="zh-CN" altLang="en-US" sz="2205" dirty="0"/>
                  <a:t>若</a:t>
                </a:r>
                <a:r>
                  <a:rPr lang="en-US" altLang="zh-CN" sz="2205" dirty="0"/>
                  <a:t>A→</a:t>
                </a:r>
                <a:r>
                  <a:rPr lang="en-US" altLang="zh-CN" sz="2205" dirty="0">
                    <a:sym typeface="Symbol" panose="05050102010706020507" pitchFamily="18" charset="2"/>
                  </a:rPr>
                  <a:t></a:t>
                </a:r>
                <a:r>
                  <a:rPr lang="en-US" altLang="zh-CN" sz="2205" dirty="0"/>
                  <a:t>B</a:t>
                </a:r>
                <a:r>
                  <a:rPr lang="zh-CN" altLang="en-US" sz="2205" dirty="0"/>
                  <a:t>是一个产生式</a:t>
                </a:r>
                <a:endParaRPr lang="en-US" altLang="zh-CN" sz="2205" dirty="0"/>
              </a:p>
              <a:p>
                <a:pPr marL="0" lvl="1" defTabSz="1007943">
                  <a:defRPr/>
                </a:pPr>
                <a:r>
                  <a:rPr lang="zh-CN" altLang="en-US" sz="2205" dirty="0"/>
                  <a:t> </a:t>
                </a:r>
                <a:r>
                  <a:rPr lang="zh-CN" altLang="en-US" sz="2205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∵ </a:t>
                </a:r>
                <a14:m>
                  <m:oMath xmlns:m="http://schemas.openxmlformats.org/officeDocument/2006/math">
                    <m:r>
                      <a:rPr lang="zh-CN" altLang="en-US" sz="2205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∀</m:t>
                    </m:r>
                    <m:r>
                      <a:rPr lang="en-US" altLang="zh-CN" sz="2205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5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205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∈ </m:t>
                    </m:r>
                  </m:oMath>
                </a14:m>
                <a:r>
                  <a:rPr lang="en-US" altLang="zh-CN" sz="2205" dirty="0"/>
                  <a:t>FOLLOW(A), </a:t>
                </a:r>
                <a:r>
                  <a:rPr lang="zh-CN" altLang="en-US" sz="2205" dirty="0"/>
                  <a:t>有</a:t>
                </a:r>
                <a:r>
                  <a:rPr lang="en-US" altLang="zh-CN" sz="2205" dirty="0"/>
                  <a:t>S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en-US" altLang="zh-CN" sz="2205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2205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groupChr>
                    <m:r>
                      <a:rPr lang="en-US" altLang="zh-CN" sz="2205"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US" altLang="zh-CN" sz="2205">
                        <a:latin typeface="Cambria Math" panose="02040503050406030204" pitchFamily="18" charset="0"/>
                      </a:rPr>
                      <m:t>Aa</m:t>
                    </m:r>
                    <m:r>
                      <a:rPr lang="en-US" altLang="zh-CN" sz="2205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en-US" altLang="zh-CN" sz="2205" dirty="0"/>
              </a:p>
              <a:p>
                <a:pPr defTabSz="1007943">
                  <a:defRPr/>
                </a:pPr>
                <a:r>
                  <a:rPr lang="zh-CN" altLang="zh-CN" sz="2205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∴</a:t>
                </a:r>
                <a:r>
                  <a:rPr lang="en-US" altLang="zh-CN" sz="2205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205" dirty="0"/>
                  <a:t>S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en-US" altLang="zh-CN" sz="2205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2205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groupChr>
                    <m:r>
                      <a:rPr lang="en-US" altLang="zh-CN" sz="2205"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US" altLang="zh-CN" sz="2205">
                        <a:latin typeface="Cambria Math" panose="02040503050406030204" pitchFamily="18" charset="0"/>
                      </a:rPr>
                      <m:t>Aa</m:t>
                    </m:r>
                    <m:r>
                      <a:rPr lang="en-US" altLang="zh-CN" sz="2205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US" altLang="zh-CN" sz="2205" dirty="0">
                    <a:sym typeface="Symbol" panose="05050102010706020507" pitchFamily="18" charset="2"/>
                  </a:rPr>
                  <a:t></a:t>
                </a:r>
                <a14:m>
                  <m:oMath xmlns:m="http://schemas.openxmlformats.org/officeDocument/2006/math">
                    <m:r>
                      <a:rPr lang="en-US" altLang="zh-CN" sz="2205"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nor/>
                      </m:rPr>
                      <a:rPr lang="en-US" altLang="zh-CN" sz="2205" dirty="0">
                        <a:sym typeface="Symbol" panose="05050102010706020507" pitchFamily="18" charset="2"/>
                      </a:rPr>
                      <m:t></m:t>
                    </m:r>
                    <m:r>
                      <m:rPr>
                        <m:nor/>
                      </m:rPr>
                      <a:rPr lang="en-US" altLang="zh-CN" sz="2205" dirty="0"/>
                      <m:t>B</m:t>
                    </m:r>
                    <m:r>
                      <m:rPr>
                        <m:sty m:val="p"/>
                      </m:rPr>
                      <a:rPr lang="en-US" altLang="zh-CN" sz="2205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205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en-US" altLang="zh-CN" sz="2205" dirty="0"/>
              </a:p>
              <a:p>
                <a:pPr defTabSz="1007943">
                  <a:defRPr/>
                </a:pPr>
                <a:r>
                  <a:rPr lang="zh-CN" altLang="zh-CN" sz="2205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∴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205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205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∈ </m:t>
                    </m:r>
                  </m:oMath>
                </a14:m>
                <a:r>
                  <a:rPr lang="en-US" altLang="zh-CN" sz="2205" dirty="0"/>
                  <a:t>FOLLOW(B)</a:t>
                </a: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027" y="5062797"/>
                <a:ext cx="4172826" cy="1473865"/>
              </a:xfrm>
              <a:prstGeom prst="rect">
                <a:avLst/>
              </a:prstGeom>
              <a:blipFill rotWithShape="0">
                <a:blip r:embed="rId4"/>
                <a:stretch>
                  <a:fillRect l="-1308" t="-2449" b="-61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5121153" y="5580796"/>
                <a:ext cx="4646825" cy="169835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lvl="1" defTabSz="1007943">
                  <a:defRPr/>
                </a:pPr>
                <a:r>
                  <a:rPr lang="en-US" altLang="zh-CN" sz="2205" dirty="0"/>
                  <a:t>A</a:t>
                </a:r>
                <a:r>
                  <a:rPr lang="en-US" altLang="zh-CN" sz="2205" dirty="0">
                    <a:sym typeface="Symbol" panose="05050102010706020507" pitchFamily="18" charset="2"/>
                  </a:rPr>
                  <a:t></a:t>
                </a:r>
                <a:r>
                  <a:rPr lang="en-US" altLang="zh-CN" sz="2205" dirty="0"/>
                  <a:t>B</a:t>
                </a:r>
                <a:r>
                  <a:rPr lang="en-US" altLang="zh-CN" sz="2205" dirty="0">
                    <a:sym typeface="Symbol" panose="05050102010706020507" pitchFamily="18" charset="2"/>
                  </a:rPr>
                  <a:t></a:t>
                </a:r>
                <a:r>
                  <a:rPr lang="zh-CN" altLang="en-US" sz="2205" dirty="0"/>
                  <a:t>是一个产生式而</a:t>
                </a:r>
                <a:r>
                  <a:rPr lang="zh-CN" altLang="en-US" sz="2205" dirty="0">
                    <a:sym typeface="Symbol" panose="05050102010706020507" pitchFamily="18" charset="2"/>
                  </a:rPr>
                  <a:t>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zh-CN" altLang="en-US" sz="2205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zh-CN" altLang="en-US" sz="2205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∗</m:t>
                        </m:r>
                      </m:e>
                    </m:groupChr>
                  </m:oMath>
                </a14:m>
                <a:r>
                  <a:rPr lang="zh-CN" altLang="en-US" sz="2205" dirty="0">
                    <a:sym typeface="Symbol" panose="05050102010706020507" pitchFamily="18" charset="2"/>
                  </a:rPr>
                  <a:t></a:t>
                </a:r>
                <a:endParaRPr lang="en-US" altLang="zh-CN" sz="2205" dirty="0">
                  <a:sym typeface="Symbol" panose="05050102010706020507" pitchFamily="18" charset="2"/>
                </a:endParaRPr>
              </a:p>
              <a:p>
                <a:pPr marL="0" lvl="1" defTabSz="1007943">
                  <a:defRPr/>
                </a:pPr>
                <a:r>
                  <a:rPr lang="zh-CN" altLang="en-US" sz="2205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∵ </a:t>
                </a:r>
                <a14:m>
                  <m:oMath xmlns:m="http://schemas.openxmlformats.org/officeDocument/2006/math">
                    <m:r>
                      <a:rPr lang="zh-CN" altLang="en-US" sz="2205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∀</m:t>
                    </m:r>
                    <m:r>
                      <a:rPr lang="en-US" altLang="zh-CN" sz="2205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5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205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∈ </m:t>
                    </m:r>
                  </m:oMath>
                </a14:m>
                <a:r>
                  <a:rPr lang="en-US" altLang="zh-CN" sz="2205" dirty="0"/>
                  <a:t>FOLLOW(A), </a:t>
                </a:r>
                <a:r>
                  <a:rPr lang="zh-CN" altLang="en-US" sz="2205" dirty="0"/>
                  <a:t>有</a:t>
                </a:r>
                <a:r>
                  <a:rPr lang="en-US" altLang="zh-CN" sz="2205" dirty="0"/>
                  <a:t>S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en-US" altLang="zh-CN" sz="2205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2205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groupChr>
                    <m:r>
                      <a:rPr lang="en-US" altLang="zh-CN" sz="2205"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US" altLang="zh-CN" sz="2205">
                        <a:latin typeface="Cambria Math" panose="02040503050406030204" pitchFamily="18" charset="0"/>
                      </a:rPr>
                      <m:t>Aa</m:t>
                    </m:r>
                    <m:r>
                      <a:rPr lang="en-US" altLang="zh-CN" sz="2205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en-US" altLang="zh-CN" sz="2205" dirty="0"/>
              </a:p>
              <a:p>
                <a:pPr defTabSz="1007943">
                  <a:defRPr/>
                </a:pPr>
                <a:r>
                  <a:rPr lang="zh-CN" altLang="zh-CN" sz="2205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∴</a:t>
                </a:r>
                <a:r>
                  <a:rPr lang="en-US" altLang="zh-CN" sz="2205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205" dirty="0"/>
                  <a:t>S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en-US" altLang="zh-CN" sz="2205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2205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groupChr>
                    <m:r>
                      <a:rPr lang="en-US" altLang="zh-CN" sz="2205"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US" altLang="zh-CN" sz="2205">
                        <a:latin typeface="Cambria Math" panose="02040503050406030204" pitchFamily="18" charset="0"/>
                      </a:rPr>
                      <m:t>Aa</m:t>
                    </m:r>
                    <m:r>
                      <a:rPr lang="en-US" altLang="zh-CN" sz="2205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US" altLang="zh-CN" sz="2205" dirty="0">
                    <a:sym typeface="Symbol" panose="05050102010706020507" pitchFamily="18" charset="2"/>
                  </a:rPr>
                  <a:t></a:t>
                </a:r>
                <a14:m>
                  <m:oMath xmlns:m="http://schemas.openxmlformats.org/officeDocument/2006/math">
                    <m:r>
                      <a:rPr lang="en-US" altLang="zh-CN" sz="2205"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nor/>
                      </m:rPr>
                      <a:rPr lang="en-US" altLang="zh-CN" sz="2205" dirty="0">
                        <a:sym typeface="Symbol" panose="05050102010706020507" pitchFamily="18" charset="2"/>
                      </a:rPr>
                      <m:t></m:t>
                    </m:r>
                    <m:r>
                      <m:rPr>
                        <m:nor/>
                      </m:rPr>
                      <a:rPr lang="en-US" altLang="zh-CN" sz="2205" dirty="0"/>
                      <m:t>B</m:t>
                    </m:r>
                    <m:r>
                      <m:rPr>
                        <m:nor/>
                      </m:rPr>
                      <a:rPr lang="en-US" altLang="zh-CN" sz="2205" dirty="0">
                        <a:sym typeface="Symbol" panose="05050102010706020507" pitchFamily="18" charset="2"/>
                      </a:rPr>
                      <m:t></m:t>
                    </m:r>
                    <m:r>
                      <m:rPr>
                        <m:sty m:val="p"/>
                      </m:rPr>
                      <a:rPr lang="en-US" altLang="zh-CN" sz="2205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205">
                        <a:latin typeface="Cambria Math" panose="02040503050406030204" pitchFamily="18" charset="0"/>
                      </a:rPr>
                      <m:t>…</m:t>
                    </m:r>
                    <m:groupChr>
                      <m:groupChrPr>
                        <m:chr m:val="⇒"/>
                        <m:vertJc m:val="bot"/>
                        <m:ctrlPr>
                          <a:rPr lang="en-US" altLang="zh-CN" sz="2205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2205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groupChr>
                    <m:r>
                      <a:rPr lang="en-US" altLang="zh-CN" sz="2205"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nor/>
                      </m:rPr>
                      <a:rPr lang="en-US" altLang="zh-CN" sz="2205" dirty="0">
                        <a:sym typeface="Symbol" panose="05050102010706020507" pitchFamily="18" charset="2"/>
                      </a:rPr>
                      <m:t></m:t>
                    </m:r>
                    <m:r>
                      <m:rPr>
                        <m:nor/>
                      </m:rPr>
                      <a:rPr lang="en-US" altLang="zh-CN" sz="2205" dirty="0"/>
                      <m:t>B</m:t>
                    </m:r>
                    <m:r>
                      <m:rPr>
                        <m:sty m:val="p"/>
                      </m:rPr>
                      <a:rPr lang="en-US" altLang="zh-CN" sz="2205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205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en-US" altLang="zh-CN" sz="2205" dirty="0"/>
              </a:p>
              <a:p>
                <a:pPr defTabSz="1007943">
                  <a:defRPr/>
                </a:pPr>
                <a:r>
                  <a:rPr lang="zh-CN" altLang="zh-CN" sz="2205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∴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205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205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∈ </m:t>
                    </m:r>
                  </m:oMath>
                </a14:m>
                <a:r>
                  <a:rPr lang="en-US" altLang="zh-CN" sz="2205" dirty="0"/>
                  <a:t>FOLLOW(B)</a:t>
                </a: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5337" y="5062797"/>
                <a:ext cx="4215515" cy="1549078"/>
              </a:xfrm>
              <a:prstGeom prst="rect">
                <a:avLst/>
              </a:prstGeom>
              <a:blipFill rotWithShape="0">
                <a:blip r:embed="rId5"/>
                <a:stretch>
                  <a:fillRect l="-1149" b="-5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FC25E05-3608-A285-EF74-ADE43397120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72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0096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  <p:bldP spid="7" grpId="0" build="p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测试</a:t>
            </a:r>
          </a:p>
        </p:txBody>
      </p:sp>
      <p:sp>
        <p:nvSpPr>
          <p:cNvPr id="444418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对于文法</a:t>
            </a:r>
            <a:r>
              <a:rPr lang="en-US" altLang="zh-CN" dirty="0"/>
              <a:t>G(E):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	E→TE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endParaRPr lang="en-US" altLang="zh-CN" dirty="0"/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	E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→+TE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 | </a:t>
            </a:r>
            <a:r>
              <a:rPr lang="en-US" altLang="zh-CN" dirty="0">
                <a:sym typeface="Symbol" panose="05050102010706020507" pitchFamily="18" charset="2"/>
              </a:rPr>
              <a:t></a:t>
            </a:r>
            <a:endParaRPr lang="en-US" altLang="zh-CN" dirty="0"/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	T→FT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                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	T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→*FT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 | </a:t>
            </a:r>
            <a:r>
              <a:rPr lang="en-US" altLang="zh-CN" dirty="0">
                <a:sym typeface="Symbol" panose="05050102010706020507" pitchFamily="18" charset="2"/>
              </a:rPr>
              <a:t></a:t>
            </a:r>
            <a:endParaRPr lang="en-US" altLang="zh-CN" dirty="0"/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	F→(E) | </a:t>
            </a:r>
            <a:r>
              <a:rPr lang="en-US" altLang="zh-CN" dirty="0" err="1"/>
              <a:t>i</a:t>
            </a:r>
            <a:r>
              <a:rPr lang="en-US" altLang="zh-CN" dirty="0"/>
              <a:t>	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构造每个非终结符的</a:t>
            </a:r>
            <a:r>
              <a:rPr lang="en-US" altLang="zh-CN" dirty="0"/>
              <a:t>FIRST</a:t>
            </a:r>
            <a:r>
              <a:rPr lang="zh-CN" altLang="en-US" dirty="0"/>
              <a:t>和</a:t>
            </a:r>
            <a:r>
              <a:rPr lang="en-US" altLang="zh-CN" dirty="0"/>
              <a:t>FOLLOW</a:t>
            </a:r>
            <a:r>
              <a:rPr lang="zh-CN" altLang="en-US" dirty="0"/>
              <a:t>集合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068946" y="5267344"/>
            <a:ext cx="3527467" cy="214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496" tIns="50748" rIns="101496" bIns="50748"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n-US" altLang="zh-CN" sz="2646" dirty="0"/>
              <a:t>FIRST(E) ={ (, </a:t>
            </a:r>
            <a:r>
              <a:rPr lang="en-US" altLang="zh-CN" sz="2646" dirty="0" err="1"/>
              <a:t>i</a:t>
            </a:r>
            <a:r>
              <a:rPr lang="en-US" altLang="zh-CN" sz="2646" dirty="0"/>
              <a:t> }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zh-CN" sz="2646" dirty="0"/>
              <a:t>FIRST(E</a:t>
            </a:r>
            <a:r>
              <a:rPr lang="en-US" altLang="zh-CN" sz="2646" dirty="0">
                <a:sym typeface="Symbol" panose="05050102010706020507" pitchFamily="18" charset="2"/>
              </a:rPr>
              <a:t></a:t>
            </a:r>
            <a:r>
              <a:rPr lang="en-US" altLang="zh-CN" sz="2646" dirty="0"/>
              <a:t>)={ +, </a:t>
            </a:r>
            <a:r>
              <a:rPr lang="en-US" altLang="zh-CN" sz="2646" dirty="0">
                <a:sym typeface="Symbol" panose="05050102010706020507" pitchFamily="18" charset="2"/>
              </a:rPr>
              <a:t> </a:t>
            </a:r>
            <a:r>
              <a:rPr lang="en-US" altLang="zh-CN" sz="2646" dirty="0"/>
              <a:t>}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646" dirty="0"/>
              <a:t>FIRST(T) ={ (, </a:t>
            </a:r>
            <a:r>
              <a:rPr lang="en-US" altLang="zh-CN" sz="2646" dirty="0" err="1"/>
              <a:t>i</a:t>
            </a:r>
            <a:r>
              <a:rPr lang="en-US" altLang="zh-CN" sz="2646" dirty="0"/>
              <a:t> }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646" dirty="0"/>
              <a:t>FIRST(T</a:t>
            </a:r>
            <a:r>
              <a:rPr lang="en-US" altLang="zh-CN" sz="2646" dirty="0">
                <a:sym typeface="Symbol" panose="05050102010706020507" pitchFamily="18" charset="2"/>
              </a:rPr>
              <a:t></a:t>
            </a:r>
            <a:r>
              <a:rPr lang="en-US" altLang="zh-CN" sz="2646" dirty="0"/>
              <a:t>)={ *, </a:t>
            </a:r>
            <a:r>
              <a:rPr lang="en-US" altLang="zh-CN" sz="2646" dirty="0">
                <a:sym typeface="Symbol" panose="05050102010706020507" pitchFamily="18" charset="2"/>
              </a:rPr>
              <a:t> </a:t>
            </a:r>
            <a:r>
              <a:rPr lang="en-US" altLang="zh-CN" sz="2646" dirty="0"/>
              <a:t>}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646" dirty="0"/>
              <a:t>FIRST(F) ={ (, </a:t>
            </a:r>
            <a:r>
              <a:rPr lang="en-US" altLang="zh-CN" sz="2646" dirty="0" err="1"/>
              <a:t>i</a:t>
            </a:r>
            <a:r>
              <a:rPr lang="en-US" altLang="zh-CN" sz="2646" dirty="0"/>
              <a:t> }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657464" y="5267344"/>
            <a:ext cx="4213084" cy="214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496" tIns="50748" rIns="101496" bIns="50748"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ts val="0"/>
              </a:spcBef>
              <a:buNone/>
            </a:pPr>
            <a:r>
              <a:rPr lang="en-US" altLang="zh-CN" sz="2646" dirty="0"/>
              <a:t>FOLLOW(E) ={ #, ) }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646" dirty="0"/>
              <a:t>FOLLOW(E</a:t>
            </a:r>
            <a:r>
              <a:rPr lang="en-US" altLang="zh-CN" sz="2646" dirty="0">
                <a:sym typeface="Symbol" panose="05050102010706020507" pitchFamily="18" charset="2"/>
              </a:rPr>
              <a:t></a:t>
            </a:r>
            <a:r>
              <a:rPr lang="en-US" altLang="zh-CN" sz="2646" dirty="0"/>
              <a:t>)={ #, ) }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646" dirty="0"/>
              <a:t>FOLLOW(T) ={ +, #, ) }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646" dirty="0"/>
              <a:t>FOLLOW(T</a:t>
            </a:r>
            <a:r>
              <a:rPr lang="en-US" altLang="zh-CN" sz="2646" dirty="0">
                <a:sym typeface="Symbol" panose="05050102010706020507" pitchFamily="18" charset="2"/>
              </a:rPr>
              <a:t></a:t>
            </a:r>
            <a:r>
              <a:rPr lang="en-US" altLang="zh-CN" sz="2646" dirty="0"/>
              <a:t>)={ +, #, ) }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646" dirty="0"/>
              <a:t>FOLLOW(F) ={ *,+, #, ) }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252507A2-3B39-38DD-3757-1B4BD83E1E3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73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3584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44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444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444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444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444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444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444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4418" grpId="0" build="p" bldLvl="2" autoUpdateAnimBg="0"/>
      <p:bldP spid="8" grpId="0"/>
      <p:bldP spid="9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503972" fontAlgn="auto">
              <a:spcAft>
                <a:spcPts val="0"/>
              </a:spcAft>
              <a:defRPr/>
            </a:pPr>
            <a:r>
              <a:rPr lang="zh-CN" altLang="en-US" dirty="0"/>
              <a:t>递归下降分析器</a:t>
            </a:r>
          </a:p>
        </p:txBody>
      </p:sp>
      <p:sp>
        <p:nvSpPr>
          <p:cNvPr id="122886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77979" indent="-377979" defTabSz="503972" fontAlgn="auto">
              <a:spcBef>
                <a:spcPts val="1102"/>
              </a:spcBef>
              <a:spcAft>
                <a:spcPts val="0"/>
              </a:spcAft>
              <a:buFont typeface="Wingdings 3" charset="2"/>
              <a:buChar char=""/>
              <a:defRPr/>
            </a:pP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分析程序由一组子程序组成， </a:t>
            </a:r>
            <a:r>
              <a:rPr lang="zh-CN" altLang="en-US" sz="3086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对每一</a:t>
            </a:r>
            <a:r>
              <a:rPr lang="zh-CN" altLang="en-US" sz="3086" noProof="1">
                <a:solidFill>
                  <a:srgbClr val="C00000"/>
                </a:solidFill>
              </a:rPr>
              <a:t>语法单位</a:t>
            </a:r>
            <a:r>
              <a:rPr lang="zh-CN" altLang="en-US" sz="3086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(非终结符)构造一个相应的</a:t>
            </a:r>
            <a:r>
              <a:rPr lang="zh-CN" altLang="en-US" sz="3086" noProof="1">
                <a:solidFill>
                  <a:srgbClr val="C00000"/>
                </a:solidFill>
              </a:rPr>
              <a:t>子程序</a:t>
            </a:r>
            <a:r>
              <a:rPr lang="zh-CN" altLang="en-US" sz="3086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，</a:t>
            </a: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识别对应的</a:t>
            </a:r>
            <a:r>
              <a:rPr lang="zh-CN" altLang="en-US" sz="3086" dirty="0">
                <a:solidFill>
                  <a:srgbClr val="C00000"/>
                </a:solidFill>
              </a:rPr>
              <a:t>语法单位</a:t>
            </a:r>
          </a:p>
          <a:p>
            <a:pPr marL="377979" indent="-377979" defTabSz="503972" fontAlgn="auto">
              <a:spcBef>
                <a:spcPts val="1102"/>
              </a:spcBef>
              <a:spcAft>
                <a:spcPts val="0"/>
              </a:spcAft>
              <a:buFont typeface="Wingdings 3" charset="2"/>
              <a:buChar char=""/>
              <a:defRPr/>
            </a:pPr>
            <a:r>
              <a:rPr lang="zh-CN" altLang="zh-CN" sz="3086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通过子程序间的</a:t>
            </a: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相互调用</a:t>
            </a:r>
            <a:r>
              <a:rPr lang="zh-CN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实现对输入串的识别</a:t>
            </a:r>
            <a:endParaRPr lang="en-US" altLang="zh-CN" sz="3086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818954" lvl="1" indent="-314982" defTabSz="503972" fontAlgn="auto">
              <a:spcBef>
                <a:spcPts val="1102"/>
              </a:spcBef>
              <a:spcAft>
                <a:spcPts val="0"/>
              </a:spcAft>
              <a:buFont typeface="Wingdings 3" charset="2"/>
              <a:buChar char=""/>
              <a:defRPr/>
            </a:pPr>
            <a:r>
              <a:rPr lang="zh-CN" altLang="en-US" sz="264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例如，</a:t>
            </a: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→ B c D</a:t>
            </a:r>
          </a:p>
          <a:p>
            <a:pPr marL="377979" indent="-377979" defTabSz="503972" fontAlgn="auto">
              <a:spcBef>
                <a:spcPts val="1102"/>
              </a:spcBef>
              <a:spcAft>
                <a:spcPts val="0"/>
              </a:spcAft>
              <a:buFont typeface="Wingdings 3" charset="2"/>
              <a:buChar char=""/>
              <a:defRPr/>
            </a:pP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文法的定义通常是递归的，通常具有递归结构</a:t>
            </a:r>
            <a:endParaRPr lang="en-US" altLang="zh-CN" sz="3086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1E70913-D23B-0D19-C665-CA34F892753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74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8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8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8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8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503972" fontAlgn="auto">
              <a:spcAft>
                <a:spcPts val="0"/>
              </a:spcAft>
              <a:defRPr/>
            </a:pPr>
            <a:r>
              <a:rPr lang="zh-CN" altLang="en-US" dirty="0"/>
              <a:t>递归下降分析器</a:t>
            </a:r>
          </a:p>
        </p:txBody>
      </p:sp>
      <p:sp>
        <p:nvSpPr>
          <p:cNvPr id="122886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77979" indent="-377979" defTabSz="503972" fontAlgn="auto">
              <a:spcBef>
                <a:spcPts val="1102"/>
              </a:spcBef>
              <a:spcAft>
                <a:spcPts val="0"/>
              </a:spcAft>
              <a:buFont typeface="Wingdings 3" charset="2"/>
              <a:buChar char=""/>
              <a:defRPr/>
            </a:pP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定义全局过程和变量</a:t>
            </a:r>
          </a:p>
          <a:p>
            <a:pPr marL="818954" lvl="1" indent="-314982" defTabSz="503972" fontAlgn="auto">
              <a:spcBef>
                <a:spcPts val="1102"/>
              </a:spcBef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ADVANCE</a:t>
            </a:r>
            <a:r>
              <a:rPr lang="zh-CN" altLang="en-US" sz="264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，把输入串指示器</a:t>
            </a: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IP</a:t>
            </a:r>
            <a:r>
              <a:rPr lang="zh-CN" altLang="en-US" sz="264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指向下一个输入符号，即读入一个单词符号</a:t>
            </a:r>
          </a:p>
          <a:p>
            <a:pPr marL="818954" lvl="1" indent="-314982" defTabSz="503972" fontAlgn="auto">
              <a:spcBef>
                <a:spcPts val="1102"/>
              </a:spcBef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SYM</a:t>
            </a:r>
            <a:r>
              <a:rPr lang="zh-CN" altLang="en-US" sz="264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</a:t>
            </a: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IP</a:t>
            </a:r>
            <a:r>
              <a:rPr lang="zh-CN" altLang="en-US" sz="264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当前所指的输入符号</a:t>
            </a:r>
          </a:p>
          <a:p>
            <a:pPr marL="818954" lvl="1" indent="-314982" defTabSz="503972" fontAlgn="auto">
              <a:spcBef>
                <a:spcPts val="1102"/>
              </a:spcBef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ERROR</a:t>
            </a:r>
            <a:r>
              <a:rPr lang="zh-CN" altLang="en-US" sz="264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，出错处理子程序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969B3D7-0F60-0D33-7999-98EACB6B2F2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75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8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8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8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8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6" grpId="0" build="p" bldLvl="2" autoUpdateAnimBg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503972" fontAlgn="auto">
              <a:spcAft>
                <a:spcPts val="0"/>
              </a:spcAft>
              <a:defRPr/>
            </a:pPr>
            <a:r>
              <a:rPr lang="zh-CN" altLang="en-US" dirty="0">
                <a:latin typeface="宋体" panose="02010600030101010101" pitchFamily="2" charset="-122"/>
              </a:rPr>
              <a:t>递归下降子程序设计</a:t>
            </a:r>
            <a:endParaRPr lang="zh-CN" altLang="en-US" dirty="0"/>
          </a:p>
        </p:txBody>
      </p:sp>
      <p:sp>
        <p:nvSpPr>
          <p:cNvPr id="1239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77979" indent="-377979" defTabSz="503972" fontAlgn="auto">
              <a:spcBef>
                <a:spcPts val="1102"/>
              </a:spcBef>
              <a:spcAft>
                <a:spcPts val="0"/>
              </a:spcAft>
              <a:buFont typeface="Wingdings 3" charset="2"/>
              <a:buChar char=""/>
              <a:defRPr/>
            </a:pP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文法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G(E):</a:t>
            </a:r>
          </a:p>
          <a:p>
            <a:pPr marL="818954" lvl="1" indent="-314982" defTabSz="503972" fontAlgn="auto"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E→TE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</a:t>
            </a:r>
            <a:endParaRPr lang="en-US" altLang="zh-CN" sz="3086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818954" lvl="1" indent="-314982" defTabSz="503972" fontAlgn="auto"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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→+TE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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| 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</a:t>
            </a:r>
            <a:endParaRPr lang="en-US" altLang="zh-CN" sz="3086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818954" lvl="1" indent="-314982" defTabSz="503972" fontAlgn="auto"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T→FT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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         </a:t>
            </a:r>
          </a:p>
          <a:p>
            <a:pPr marL="818954" lvl="1" indent="-314982" defTabSz="503972" fontAlgn="auto"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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→*FT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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| 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</a:t>
            </a:r>
            <a:endParaRPr lang="en-US" altLang="zh-CN" sz="3086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818954" lvl="1" indent="-314982" defTabSz="503972" fontAlgn="auto"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F→(E) | </a:t>
            </a:r>
            <a:r>
              <a:rPr lang="en-US" altLang="zh-CN" sz="3086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</a:t>
            </a:r>
          </a:p>
          <a:p>
            <a:pPr marL="377979" indent="-377979" defTabSz="503972" fontAlgn="auto">
              <a:spcBef>
                <a:spcPts val="1102"/>
              </a:spcBef>
              <a:spcAft>
                <a:spcPts val="0"/>
              </a:spcAft>
              <a:buFont typeface="Wingdings 3" charset="2"/>
              <a:buChar char=""/>
              <a:defRPr/>
            </a:pP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每个非终结符有对应的子程序的定义，在分析过程中，</a:t>
            </a:r>
            <a:r>
              <a:rPr lang="zh-CN" altLang="en-US" sz="3086" dirty="0">
                <a:solidFill>
                  <a:srgbClr val="0070C0"/>
                </a:solidFill>
              </a:rPr>
              <a:t>当需要从某个非终结符出发进行展开</a:t>
            </a:r>
            <a:r>
              <a:rPr lang="en-US" altLang="zh-CN" sz="3086" dirty="0">
                <a:solidFill>
                  <a:srgbClr val="0070C0"/>
                </a:solidFill>
              </a:rPr>
              <a:t>(</a:t>
            </a:r>
            <a:r>
              <a:rPr lang="zh-CN" altLang="en-US" sz="3086" dirty="0">
                <a:solidFill>
                  <a:srgbClr val="0070C0"/>
                </a:solidFill>
              </a:rPr>
              <a:t>推导</a:t>
            </a:r>
            <a:r>
              <a:rPr lang="en-US" altLang="zh-CN" sz="3086" dirty="0">
                <a:solidFill>
                  <a:srgbClr val="0070C0"/>
                </a:solidFill>
              </a:rPr>
              <a:t>)</a:t>
            </a:r>
            <a:r>
              <a:rPr lang="zh-CN" altLang="en-US" sz="3086" dirty="0">
                <a:solidFill>
                  <a:srgbClr val="0070C0"/>
                </a:solidFill>
              </a:rPr>
              <a:t>时，就调用这个非终结符对应的子程序。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056438" y="919163"/>
            <a:ext cx="3024187" cy="5670550"/>
          </a:xfrm>
          <a:prstGeom prst="rect">
            <a:avLst/>
          </a:prstGeom>
          <a:noFill/>
        </p:spPr>
        <p:txBody>
          <a:bodyPr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8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B985DF84-9499-BE57-871D-349DEA2E33F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76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23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3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3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3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3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7" grpId="0" build="p" autoUpdateAnimBg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503972" fontAlgn="auto">
              <a:spcAft>
                <a:spcPts val="0"/>
              </a:spcAft>
              <a:defRPr/>
            </a:pPr>
            <a:r>
              <a:rPr lang="zh-CN" altLang="en-US" dirty="0">
                <a:latin typeface="宋体" panose="02010600030101010101" pitchFamily="2" charset="-122"/>
              </a:rPr>
              <a:t>递归下降子程序设计</a:t>
            </a:r>
            <a:endParaRPr lang="en-GB" altLang="zh-CN" dirty="0">
              <a:latin typeface="宋体" panose="02010600030101010101" pitchFamily="2" charset="-122"/>
            </a:endParaRPr>
          </a:p>
        </p:txBody>
      </p:sp>
      <p:sp>
        <p:nvSpPr>
          <p:cNvPr id="3911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77979" indent="-377979" defTabSz="503972" fontAlgn="auto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646" b="1" dirty="0">
                <a:solidFill>
                  <a:srgbClr val="FF0000"/>
                </a:solidFill>
                <a:latin typeface="Arial" panose="020B0604020202020204" pitchFamily="34" charset="0"/>
              </a:rPr>
              <a:t>A</a:t>
            </a:r>
            <a:r>
              <a:rPr kumimoji="1" lang="en-US" altLang="zh-CN" sz="2646" b="1" dirty="0">
                <a:solidFill>
                  <a:srgbClr val="3333CC"/>
                </a:solidFill>
                <a:latin typeface="Arial" panose="020B0604020202020204" pitchFamily="34" charset="0"/>
              </a:rPr>
              <a:t>→TE</a:t>
            </a:r>
            <a:r>
              <a:rPr kumimoji="1" lang="en-US" altLang="zh-CN" sz="2646" b="1" dirty="0">
                <a:solidFill>
                  <a:srgbClr val="3333CC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</a:t>
            </a:r>
            <a:r>
              <a:rPr kumimoji="1" lang="en-US" altLang="zh-CN" sz="2646" b="1" dirty="0">
                <a:solidFill>
                  <a:srgbClr val="3333CC"/>
                </a:solidFill>
                <a:latin typeface="Arial" panose="020B0604020202020204" pitchFamily="34" charset="0"/>
              </a:rPr>
              <a:t> | </a:t>
            </a:r>
            <a:r>
              <a:rPr kumimoji="1" lang="en-US" altLang="zh-CN" sz="2646" b="1" dirty="0">
                <a:solidFill>
                  <a:srgbClr val="008000"/>
                </a:solidFill>
                <a:latin typeface="Arial" panose="020B0604020202020204" pitchFamily="34" charset="0"/>
              </a:rPr>
              <a:t>BC | </a:t>
            </a:r>
            <a:r>
              <a:rPr lang="en-US" altLang="zh-CN" sz="2646" b="1" dirty="0">
                <a:solidFill>
                  <a:srgbClr val="660033"/>
                </a:solidFill>
                <a:sym typeface="Symbol" panose="05050102010706020507" pitchFamily="18" charset="2"/>
              </a:rPr>
              <a:t>    </a:t>
            </a:r>
            <a:r>
              <a:rPr lang="zh-CN" altLang="en-US" sz="264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对应的递归下降子程序为</a:t>
            </a:r>
            <a:endParaRPr kumimoji="1" lang="zh-CN" altLang="en-US" sz="2646" b="1" dirty="0">
              <a:solidFill>
                <a:srgbClr val="660033"/>
              </a:solidFill>
              <a:latin typeface="Arial" panose="020B0604020202020204" pitchFamily="34" charset="0"/>
            </a:endParaRPr>
          </a:p>
          <a:p>
            <a:pPr marL="377979" indent="-377979" defTabSz="503972" fontAlgn="auto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646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PROCEDURE  </a:t>
            </a:r>
            <a:r>
              <a:rPr kumimoji="1" lang="en-US" altLang="zh-CN" sz="2646" b="1" dirty="0">
                <a:solidFill>
                  <a:srgbClr val="FF0000"/>
                </a:solidFill>
                <a:latin typeface="Arial" panose="020B0604020202020204" pitchFamily="34" charset="0"/>
              </a:rPr>
              <a:t>A</a:t>
            </a:r>
            <a:r>
              <a:rPr kumimoji="1" lang="zh-CN" altLang="en-US" sz="2646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；</a:t>
            </a:r>
          </a:p>
          <a:p>
            <a:pPr marL="377979" indent="-377979" defTabSz="503972" fontAlgn="auto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646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BEGIN</a:t>
            </a:r>
          </a:p>
          <a:p>
            <a:pPr marL="377979" indent="-377979" defTabSz="503972" fontAlgn="auto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646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	</a:t>
            </a:r>
            <a:r>
              <a:rPr kumimoji="1" lang="en-US" altLang="zh-CN" sz="2646" b="1" dirty="0">
                <a:solidFill>
                  <a:srgbClr val="3333CC"/>
                </a:solidFill>
                <a:latin typeface="Arial" panose="020B0604020202020204" pitchFamily="34" charset="0"/>
              </a:rPr>
              <a:t>IF  SYM </a:t>
            </a:r>
            <a:r>
              <a:rPr kumimoji="1" lang="en-US" altLang="zh-CN" sz="2646" b="1" dirty="0">
                <a:solidFill>
                  <a:srgbClr val="3333CC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FIRST(TE’)</a:t>
            </a:r>
            <a:r>
              <a:rPr kumimoji="1" lang="en-US" altLang="zh-CN" sz="2646" b="1" dirty="0">
                <a:solidFill>
                  <a:srgbClr val="3333CC"/>
                </a:solidFill>
                <a:latin typeface="Arial" panose="020B0604020202020204" pitchFamily="34" charset="0"/>
              </a:rPr>
              <a:t> THEN</a:t>
            </a:r>
          </a:p>
          <a:p>
            <a:pPr marL="377979" indent="-377979" defTabSz="503972" fontAlgn="auto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646" b="1" dirty="0">
                <a:solidFill>
                  <a:srgbClr val="3333CC"/>
                </a:solidFill>
                <a:latin typeface="Arial" panose="020B0604020202020204" pitchFamily="34" charset="0"/>
              </a:rPr>
              <a:t>           BEGIN  T</a:t>
            </a:r>
            <a:r>
              <a:rPr kumimoji="1" lang="zh-CN" altLang="en-US" sz="2646" b="1" dirty="0">
                <a:solidFill>
                  <a:srgbClr val="3333CC"/>
                </a:solidFill>
                <a:latin typeface="Arial" panose="020B0604020202020204" pitchFamily="34" charset="0"/>
              </a:rPr>
              <a:t>；</a:t>
            </a:r>
            <a:r>
              <a:rPr kumimoji="1" lang="en-US" altLang="zh-CN" sz="2646" b="1" dirty="0">
                <a:solidFill>
                  <a:srgbClr val="3333CC"/>
                </a:solidFill>
                <a:latin typeface="Arial" panose="020B0604020202020204" pitchFamily="34" charset="0"/>
              </a:rPr>
              <a:t>E</a:t>
            </a:r>
            <a:r>
              <a:rPr kumimoji="1" lang="en-US" altLang="zh-CN" sz="2646" b="1" dirty="0">
                <a:solidFill>
                  <a:srgbClr val="3333CC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 END</a:t>
            </a:r>
          </a:p>
          <a:p>
            <a:pPr marL="377979" indent="-377979" defTabSz="503972" fontAlgn="auto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646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kumimoji="1" lang="en-US" altLang="zh-CN" sz="2646" b="1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ELSE </a:t>
            </a:r>
            <a:r>
              <a:rPr kumimoji="1" lang="en-US" altLang="zh-CN" sz="2646" b="1" dirty="0">
                <a:solidFill>
                  <a:srgbClr val="008000"/>
                </a:solidFill>
                <a:latin typeface="Arial" panose="020B0604020202020204" pitchFamily="34" charset="0"/>
              </a:rPr>
              <a:t>IF  SYM </a:t>
            </a:r>
            <a:r>
              <a:rPr kumimoji="1" lang="en-US" altLang="zh-CN" sz="2646" b="1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FIRST(BC)</a:t>
            </a:r>
            <a:r>
              <a:rPr kumimoji="1" lang="en-US" altLang="zh-CN" sz="2646" b="1" dirty="0">
                <a:solidFill>
                  <a:srgbClr val="008000"/>
                </a:solidFill>
                <a:latin typeface="Arial" panose="020B0604020202020204" pitchFamily="34" charset="0"/>
              </a:rPr>
              <a:t> THEN</a:t>
            </a:r>
          </a:p>
          <a:p>
            <a:pPr marL="377979" indent="-377979" defTabSz="503972" fontAlgn="auto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646" b="1" dirty="0">
                <a:solidFill>
                  <a:srgbClr val="008000"/>
                </a:solidFill>
                <a:latin typeface="Arial" panose="020B0604020202020204" pitchFamily="34" charset="0"/>
              </a:rPr>
              <a:t>		     BEGIN  B; C  END</a:t>
            </a:r>
          </a:p>
          <a:p>
            <a:pPr marL="377979" indent="-377979" defTabSz="503972" fontAlgn="auto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646" b="1" dirty="0">
                <a:solidFill>
                  <a:srgbClr val="660033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  ELSE </a:t>
            </a:r>
            <a:r>
              <a:rPr kumimoji="1" lang="en-US" altLang="zh-CN" sz="2646" b="1" dirty="0">
                <a:solidFill>
                  <a:srgbClr val="660033"/>
                </a:solidFill>
                <a:latin typeface="Arial" panose="020B0604020202020204" pitchFamily="34" charset="0"/>
              </a:rPr>
              <a:t>IF  SYM </a:t>
            </a:r>
            <a:r>
              <a:rPr kumimoji="1" lang="en-US" altLang="zh-CN" sz="2646" b="1" dirty="0">
                <a:solidFill>
                  <a:srgbClr val="660033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FOLLOW(A)</a:t>
            </a:r>
            <a:r>
              <a:rPr kumimoji="1" lang="en-US" altLang="zh-CN" sz="2646" b="1" dirty="0">
                <a:solidFill>
                  <a:srgbClr val="660033"/>
                </a:solidFill>
                <a:latin typeface="Arial" panose="020B0604020202020204" pitchFamily="34" charset="0"/>
              </a:rPr>
              <a:t> THEN</a:t>
            </a:r>
          </a:p>
          <a:p>
            <a:pPr marL="377979" indent="-377979" defTabSz="503972" fontAlgn="auto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646" b="1" dirty="0">
                <a:solidFill>
                  <a:srgbClr val="660033"/>
                </a:solidFill>
                <a:latin typeface="Arial" panose="020B0604020202020204" pitchFamily="34" charset="0"/>
              </a:rPr>
              <a:t>		     BEGIN  END</a:t>
            </a:r>
            <a:endParaRPr kumimoji="1" lang="en-US" altLang="zh-CN" sz="2646" b="1" dirty="0">
              <a:solidFill>
                <a:srgbClr val="660033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marL="377979" indent="-377979" defTabSz="503972" fontAlgn="auto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646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	ELSE ERROR</a:t>
            </a:r>
            <a:endParaRPr kumimoji="1" lang="en-US" altLang="zh-CN" sz="2646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</a:endParaRPr>
          </a:p>
          <a:p>
            <a:pPr marL="377979" indent="-377979" defTabSz="503972" fontAlgn="auto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646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END</a:t>
            </a:r>
            <a:r>
              <a:rPr kumimoji="1" lang="zh-CN" altLang="en-US" sz="2646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；</a:t>
            </a:r>
            <a:endParaRPr kumimoji="1" lang="en-GB" altLang="zh-CN" sz="2646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001713" y="5233988"/>
            <a:ext cx="6032500" cy="1292225"/>
          </a:xfrm>
          <a:prstGeom prst="rect">
            <a:avLst/>
          </a:prstGeom>
          <a:ln>
            <a:headEnd/>
            <a:tailEnd type="none" w="lg" len="lg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defTabSz="503972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646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1" lang="en-US" altLang="zh-CN" sz="2646" b="1" dirty="0">
                <a:solidFill>
                  <a:srgbClr val="660033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ELSE </a:t>
            </a:r>
            <a:r>
              <a:rPr kumimoji="1" lang="en-US" altLang="zh-CN" sz="2646" b="1" dirty="0">
                <a:solidFill>
                  <a:srgbClr val="6600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IF  SYM </a:t>
            </a:r>
            <a:r>
              <a:rPr kumimoji="1" lang="en-US" altLang="zh-CN" sz="2646" b="1" dirty="0">
                <a:solidFill>
                  <a:srgbClr val="660033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FOLLOW(A)</a:t>
            </a:r>
            <a:r>
              <a:rPr kumimoji="1" lang="en-US" altLang="zh-CN" sz="2646" b="1" dirty="0">
                <a:solidFill>
                  <a:srgbClr val="6600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THEN</a:t>
            </a:r>
          </a:p>
          <a:p>
            <a:pPr defTabSz="503972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646" b="1" dirty="0">
                <a:solidFill>
                  <a:srgbClr val="6600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</a:t>
            </a:r>
            <a:r>
              <a:rPr kumimoji="1" lang="en-US" altLang="zh-CN" sz="2646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ERROR</a:t>
            </a:r>
            <a:endParaRPr kumimoji="1" lang="en-GB" altLang="zh-CN" sz="2646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99FAB1B-A7FC-1EB8-5576-DB9B91D5AAD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77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1171" grpId="0" build="p"/>
      <p:bldP spid="6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503972" fontAlgn="auto">
              <a:spcAft>
                <a:spcPts val="0"/>
              </a:spcAft>
              <a:defRPr/>
            </a:pPr>
            <a:r>
              <a:rPr lang="zh-CN" altLang="en-US"/>
              <a:t>递归下降子程序设计</a:t>
            </a:r>
            <a:endParaRPr lang="zh-CN" altLang="en-US" dirty="0"/>
          </a:p>
        </p:txBody>
      </p:sp>
      <p:sp>
        <p:nvSpPr>
          <p:cNvPr id="389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77979" indent="-377979" defTabSz="503972" fontAlgn="auto">
              <a:spcBef>
                <a:spcPts val="1102"/>
              </a:spcBef>
              <a:spcAft>
                <a:spcPts val="0"/>
              </a:spcAft>
              <a:buFont typeface="Wingdings 3" charset="2"/>
              <a:buChar char=""/>
              <a:defRPr/>
            </a:pPr>
            <a:r>
              <a:rPr lang="zh-CN" altLang="en-US" sz="3086" dirty="0">
                <a:solidFill>
                  <a:schemeClr val="tx1"/>
                </a:solidFill>
              </a:rPr>
              <a:t>文法</a:t>
            </a:r>
            <a:r>
              <a:rPr lang="en-US" altLang="zh-CN" sz="3086" dirty="0">
                <a:solidFill>
                  <a:schemeClr val="tx1"/>
                </a:solidFill>
              </a:rPr>
              <a:t>G(E):</a:t>
            </a:r>
          </a:p>
          <a:p>
            <a:pPr marL="818954" lvl="1" indent="-314982" defTabSz="503972" fontAlgn="auto">
              <a:spcBef>
                <a:spcPct val="0"/>
              </a:spcBef>
              <a:spcAft>
                <a:spcPts val="0"/>
              </a:spcAft>
              <a:buFont typeface="Wingdings 3" charset="2"/>
              <a:buNone/>
              <a:defRPr/>
            </a:pPr>
            <a:r>
              <a:rPr lang="en-US" altLang="zh-CN" sz="2646" dirty="0">
                <a:solidFill>
                  <a:schemeClr val="tx1"/>
                </a:solidFill>
              </a:rPr>
              <a:t>E→TE</a:t>
            </a:r>
            <a:r>
              <a:rPr lang="en-US" altLang="zh-CN" sz="2646" dirty="0">
                <a:solidFill>
                  <a:schemeClr val="tx1"/>
                </a:solidFill>
                <a:sym typeface="Symbol" panose="05050102010706020507" pitchFamily="18" charset="2"/>
              </a:rPr>
              <a:t></a:t>
            </a:r>
            <a:endParaRPr lang="en-US" altLang="zh-CN" sz="2646" dirty="0">
              <a:solidFill>
                <a:schemeClr val="tx1"/>
              </a:solidFill>
            </a:endParaRPr>
          </a:p>
          <a:p>
            <a:pPr marL="818954" lvl="1" indent="-314982" defTabSz="503972" fontAlgn="auto">
              <a:spcBef>
                <a:spcPct val="0"/>
              </a:spcBef>
              <a:spcAft>
                <a:spcPts val="0"/>
              </a:spcAft>
              <a:buFont typeface="Wingdings 3" charset="2"/>
              <a:buNone/>
              <a:defRPr/>
            </a:pPr>
            <a:r>
              <a:rPr lang="en-US" altLang="zh-CN" sz="2646" dirty="0">
                <a:solidFill>
                  <a:schemeClr val="tx1"/>
                </a:solidFill>
              </a:rPr>
              <a:t>E</a:t>
            </a:r>
            <a:r>
              <a:rPr lang="en-US" altLang="zh-CN" sz="2646" dirty="0">
                <a:solidFill>
                  <a:schemeClr val="tx1"/>
                </a:solidFill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solidFill>
                  <a:schemeClr val="tx1"/>
                </a:solidFill>
              </a:rPr>
              <a:t>→+TE</a:t>
            </a:r>
            <a:r>
              <a:rPr lang="en-US" altLang="zh-CN" sz="2646" dirty="0">
                <a:solidFill>
                  <a:schemeClr val="tx1"/>
                </a:solidFill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solidFill>
                  <a:schemeClr val="tx1"/>
                </a:solidFill>
              </a:rPr>
              <a:t> | </a:t>
            </a:r>
            <a:r>
              <a:rPr lang="en-US" altLang="zh-CN" sz="2646" dirty="0">
                <a:solidFill>
                  <a:schemeClr val="tx1"/>
                </a:solidFill>
                <a:sym typeface="Symbol" panose="05050102010706020507" pitchFamily="18" charset="2"/>
              </a:rPr>
              <a:t></a:t>
            </a:r>
            <a:endParaRPr lang="en-US" altLang="zh-CN" sz="2646" dirty="0">
              <a:solidFill>
                <a:schemeClr val="tx1"/>
              </a:solidFill>
            </a:endParaRPr>
          </a:p>
          <a:p>
            <a:pPr marL="818954" lvl="1" indent="-314982" defTabSz="503972" fontAlgn="auto">
              <a:spcBef>
                <a:spcPct val="0"/>
              </a:spcBef>
              <a:spcAft>
                <a:spcPts val="0"/>
              </a:spcAft>
              <a:buFont typeface="Wingdings 3" charset="2"/>
              <a:buNone/>
              <a:defRPr/>
            </a:pPr>
            <a:r>
              <a:rPr lang="en-US" altLang="zh-CN" sz="2646" dirty="0">
                <a:solidFill>
                  <a:schemeClr val="tx1"/>
                </a:solidFill>
              </a:rPr>
              <a:t>T→FT</a:t>
            </a:r>
            <a:r>
              <a:rPr lang="en-US" altLang="zh-CN" sz="2646" dirty="0">
                <a:solidFill>
                  <a:schemeClr val="tx1"/>
                </a:solidFill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solidFill>
                  <a:schemeClr val="tx1"/>
                </a:solidFill>
              </a:rPr>
              <a:t>                         </a:t>
            </a:r>
          </a:p>
          <a:p>
            <a:pPr marL="818954" lvl="1" indent="-314982" defTabSz="503972" fontAlgn="auto">
              <a:spcBef>
                <a:spcPct val="0"/>
              </a:spcBef>
              <a:spcAft>
                <a:spcPts val="0"/>
              </a:spcAft>
              <a:buFont typeface="Wingdings 3" charset="2"/>
              <a:buNone/>
              <a:defRPr/>
            </a:pPr>
            <a:r>
              <a:rPr lang="en-US" altLang="zh-CN" sz="2646" dirty="0">
                <a:solidFill>
                  <a:schemeClr val="tx1"/>
                </a:solidFill>
              </a:rPr>
              <a:t>T</a:t>
            </a:r>
            <a:r>
              <a:rPr lang="en-US" altLang="zh-CN" sz="2646" dirty="0">
                <a:solidFill>
                  <a:schemeClr val="tx1"/>
                </a:solidFill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solidFill>
                  <a:schemeClr val="tx1"/>
                </a:solidFill>
              </a:rPr>
              <a:t>→*FT</a:t>
            </a:r>
            <a:r>
              <a:rPr lang="en-US" altLang="zh-CN" sz="2646" dirty="0">
                <a:solidFill>
                  <a:schemeClr val="tx1"/>
                </a:solidFill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solidFill>
                  <a:schemeClr val="tx1"/>
                </a:solidFill>
              </a:rPr>
              <a:t> | </a:t>
            </a:r>
            <a:r>
              <a:rPr lang="en-US" altLang="zh-CN" sz="2646" dirty="0">
                <a:solidFill>
                  <a:schemeClr val="tx1"/>
                </a:solidFill>
                <a:sym typeface="Symbol" panose="05050102010706020507" pitchFamily="18" charset="2"/>
              </a:rPr>
              <a:t></a:t>
            </a:r>
            <a:endParaRPr lang="en-US" altLang="zh-CN" sz="2646" dirty="0">
              <a:solidFill>
                <a:schemeClr val="tx1"/>
              </a:solidFill>
            </a:endParaRPr>
          </a:p>
          <a:p>
            <a:pPr marL="818954" lvl="1" indent="-314982" defTabSz="503972" fontAlgn="auto">
              <a:spcBef>
                <a:spcPct val="0"/>
              </a:spcBef>
              <a:spcAft>
                <a:spcPts val="0"/>
              </a:spcAft>
              <a:buFont typeface="Wingdings 3" charset="2"/>
              <a:buNone/>
              <a:defRPr/>
            </a:pPr>
            <a:r>
              <a:rPr lang="en-US" altLang="zh-CN" sz="2646" dirty="0">
                <a:solidFill>
                  <a:schemeClr val="tx1"/>
                </a:solidFill>
              </a:rPr>
              <a:t>F→(E) | </a:t>
            </a:r>
            <a:r>
              <a:rPr lang="en-US" altLang="zh-CN" sz="2646" dirty="0" err="1">
                <a:solidFill>
                  <a:schemeClr val="tx1"/>
                </a:solidFill>
              </a:rPr>
              <a:t>i</a:t>
            </a:r>
            <a:endParaRPr lang="en-US" altLang="zh-CN" sz="2646" dirty="0">
              <a:solidFill>
                <a:schemeClr val="tx1"/>
              </a:solidFill>
            </a:endParaRPr>
          </a:p>
          <a:p>
            <a:pPr marL="377979" indent="-377979" defTabSz="503972" fontAlgn="auto">
              <a:spcBef>
                <a:spcPct val="0"/>
              </a:spcBef>
              <a:spcAft>
                <a:spcPts val="0"/>
              </a:spcAft>
              <a:buFont typeface="Wingdings 3" charset="2"/>
              <a:buChar char=""/>
              <a:defRPr/>
            </a:pPr>
            <a:r>
              <a:rPr lang="zh-CN" altLang="en-US" sz="3086" dirty="0">
                <a:solidFill>
                  <a:schemeClr val="tx1"/>
                </a:solidFill>
              </a:rPr>
              <a:t>对应的递归下降子程序为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8A6E2C4F-617D-6EB3-C821-5C5FE7039FF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78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9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89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89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89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89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89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89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23" grpId="0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503972" fontAlgn="auto">
              <a:spcAft>
                <a:spcPts val="0"/>
              </a:spcAft>
              <a:defRPr/>
            </a:pPr>
            <a:r>
              <a:rPr lang="zh-CN" altLang="en-US"/>
              <a:t>递归下降子程序设计</a:t>
            </a:r>
            <a:endParaRPr lang="zh-CN" altLang="en-US" dirty="0"/>
          </a:p>
        </p:txBody>
      </p:sp>
      <p:sp>
        <p:nvSpPr>
          <p:cNvPr id="389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77979" indent="-377979" defTabSz="503972" fontAlgn="auto">
              <a:spcBef>
                <a:spcPts val="1102"/>
              </a:spcBef>
              <a:spcAft>
                <a:spcPts val="0"/>
              </a:spcAft>
              <a:buFont typeface="Wingdings 3" charset="2"/>
              <a:buChar char=""/>
              <a:defRPr/>
            </a:pP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文法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G(E):</a:t>
            </a:r>
          </a:p>
          <a:p>
            <a:pPr marL="818954" lvl="1" indent="-314982" defTabSz="503972" fontAlgn="auto">
              <a:spcBef>
                <a:spcPct val="0"/>
              </a:spcBef>
              <a:spcAft>
                <a:spcPts val="0"/>
              </a:spcAft>
              <a:buFont typeface="Wingdings 3" charset="2"/>
              <a:buNone/>
              <a:defRPr/>
            </a:pPr>
            <a:r>
              <a:rPr lang="en-US" altLang="zh-CN" sz="2646" dirty="0">
                <a:solidFill>
                  <a:schemeClr val="tx1"/>
                </a:solidFill>
              </a:rPr>
              <a:t>E→TE</a:t>
            </a:r>
            <a:r>
              <a:rPr lang="en-US" altLang="zh-CN" sz="2646" dirty="0">
                <a:solidFill>
                  <a:schemeClr val="tx1"/>
                </a:solidFill>
                <a:sym typeface="Symbol" panose="05050102010706020507" pitchFamily="18" charset="2"/>
              </a:rPr>
              <a:t></a:t>
            </a:r>
            <a:endParaRPr lang="en-US" altLang="zh-CN" sz="2646" dirty="0">
              <a:solidFill>
                <a:schemeClr val="tx1"/>
              </a:solidFill>
            </a:endParaRPr>
          </a:p>
          <a:p>
            <a:pPr marL="818954" lvl="1" indent="-314982" defTabSz="503972" fontAlgn="auto">
              <a:spcBef>
                <a:spcPct val="0"/>
              </a:spcBef>
              <a:spcAft>
                <a:spcPts val="0"/>
              </a:spcAft>
              <a:buFont typeface="Wingdings 3" charset="2"/>
              <a:buNone/>
              <a:defRPr/>
            </a:pPr>
            <a:r>
              <a:rPr lang="en-US" altLang="zh-CN" sz="2646" dirty="0">
                <a:solidFill>
                  <a:schemeClr val="tx1"/>
                </a:solidFill>
              </a:rPr>
              <a:t>E</a:t>
            </a:r>
            <a:r>
              <a:rPr lang="en-US" altLang="zh-CN" sz="2646" dirty="0">
                <a:solidFill>
                  <a:schemeClr val="tx1"/>
                </a:solidFill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solidFill>
                  <a:schemeClr val="tx1"/>
                </a:solidFill>
              </a:rPr>
              <a:t>→+TE</a:t>
            </a:r>
            <a:r>
              <a:rPr lang="en-US" altLang="zh-CN" sz="2646" dirty="0">
                <a:solidFill>
                  <a:schemeClr val="tx1"/>
                </a:solidFill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solidFill>
                  <a:schemeClr val="tx1"/>
                </a:solidFill>
              </a:rPr>
              <a:t> | </a:t>
            </a:r>
            <a:r>
              <a:rPr lang="en-US" altLang="zh-CN" sz="2646" dirty="0">
                <a:solidFill>
                  <a:schemeClr val="tx1"/>
                </a:solidFill>
                <a:sym typeface="Symbol" panose="05050102010706020507" pitchFamily="18" charset="2"/>
              </a:rPr>
              <a:t></a:t>
            </a:r>
            <a:endParaRPr lang="en-US" altLang="zh-CN" sz="2646" dirty="0">
              <a:solidFill>
                <a:schemeClr val="tx1"/>
              </a:solidFill>
            </a:endParaRPr>
          </a:p>
          <a:p>
            <a:pPr marL="818954" lvl="1" indent="-314982" defTabSz="503972" fontAlgn="auto">
              <a:spcBef>
                <a:spcPct val="0"/>
              </a:spcBef>
              <a:spcAft>
                <a:spcPts val="0"/>
              </a:spcAft>
              <a:buFont typeface="Wingdings 3" charset="2"/>
              <a:buNone/>
              <a:defRPr/>
            </a:pPr>
            <a:r>
              <a:rPr lang="en-US" altLang="zh-CN" sz="2646" dirty="0">
                <a:solidFill>
                  <a:schemeClr val="tx1"/>
                </a:solidFill>
              </a:rPr>
              <a:t>T→FT</a:t>
            </a:r>
            <a:r>
              <a:rPr lang="en-US" altLang="zh-CN" sz="2646" dirty="0">
                <a:solidFill>
                  <a:schemeClr val="tx1"/>
                </a:solidFill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solidFill>
                  <a:schemeClr val="tx1"/>
                </a:solidFill>
              </a:rPr>
              <a:t>                         </a:t>
            </a:r>
          </a:p>
          <a:p>
            <a:pPr marL="818954" lvl="1" indent="-314982" defTabSz="503972" fontAlgn="auto">
              <a:spcBef>
                <a:spcPct val="0"/>
              </a:spcBef>
              <a:spcAft>
                <a:spcPts val="0"/>
              </a:spcAft>
              <a:buFont typeface="Wingdings 3" charset="2"/>
              <a:buNone/>
              <a:defRPr/>
            </a:pPr>
            <a:r>
              <a:rPr lang="en-US" altLang="zh-CN" sz="2646" dirty="0">
                <a:solidFill>
                  <a:schemeClr val="tx1"/>
                </a:solidFill>
              </a:rPr>
              <a:t>T</a:t>
            </a:r>
            <a:r>
              <a:rPr lang="en-US" altLang="zh-CN" sz="2646" dirty="0">
                <a:solidFill>
                  <a:schemeClr val="tx1"/>
                </a:solidFill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solidFill>
                  <a:schemeClr val="tx1"/>
                </a:solidFill>
              </a:rPr>
              <a:t>→*FT</a:t>
            </a:r>
            <a:r>
              <a:rPr lang="en-US" altLang="zh-CN" sz="2646" dirty="0">
                <a:solidFill>
                  <a:schemeClr val="tx1"/>
                </a:solidFill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solidFill>
                  <a:schemeClr val="tx1"/>
                </a:solidFill>
              </a:rPr>
              <a:t> | </a:t>
            </a:r>
            <a:r>
              <a:rPr lang="en-US" altLang="zh-CN" sz="2646" dirty="0">
                <a:solidFill>
                  <a:schemeClr val="tx1"/>
                </a:solidFill>
                <a:sym typeface="Symbol" panose="05050102010706020507" pitchFamily="18" charset="2"/>
              </a:rPr>
              <a:t></a:t>
            </a:r>
            <a:endParaRPr lang="en-US" altLang="zh-CN" sz="2646" dirty="0">
              <a:solidFill>
                <a:schemeClr val="tx1"/>
              </a:solidFill>
            </a:endParaRPr>
          </a:p>
          <a:p>
            <a:pPr marL="818954" lvl="1" indent="-314982" defTabSz="503972" fontAlgn="auto">
              <a:spcBef>
                <a:spcPct val="0"/>
              </a:spcBef>
              <a:spcAft>
                <a:spcPts val="0"/>
              </a:spcAft>
              <a:buFont typeface="Wingdings 3" charset="2"/>
              <a:buNone/>
              <a:defRPr/>
            </a:pPr>
            <a:r>
              <a:rPr lang="en-US" altLang="zh-CN" sz="2646" b="1" dirty="0">
                <a:solidFill>
                  <a:srgbClr val="C00000"/>
                </a:solidFill>
              </a:rPr>
              <a:t>F→</a:t>
            </a:r>
            <a:r>
              <a:rPr lang="en-US" altLang="zh-CN" sz="2646" b="1" dirty="0">
                <a:solidFill>
                  <a:srgbClr val="0070C0"/>
                </a:solidFill>
              </a:rPr>
              <a:t>(E) </a:t>
            </a:r>
            <a:r>
              <a:rPr lang="en-US" altLang="zh-CN" sz="2646" b="1" dirty="0">
                <a:solidFill>
                  <a:srgbClr val="C00000"/>
                </a:solidFill>
              </a:rPr>
              <a:t>|</a:t>
            </a:r>
            <a:r>
              <a:rPr lang="en-US" altLang="zh-CN" sz="2646" b="1" dirty="0">
                <a:solidFill>
                  <a:srgbClr val="008000"/>
                </a:solidFill>
              </a:rPr>
              <a:t> </a:t>
            </a:r>
            <a:r>
              <a:rPr lang="en-US" altLang="zh-CN" sz="2646" b="1" dirty="0" err="1">
                <a:solidFill>
                  <a:srgbClr val="008000"/>
                </a:solidFill>
              </a:rPr>
              <a:t>i</a:t>
            </a:r>
            <a:endParaRPr lang="en-US" altLang="zh-CN" sz="2646" b="1" dirty="0">
              <a:solidFill>
                <a:srgbClr val="008000"/>
              </a:solidFill>
            </a:endParaRPr>
          </a:p>
          <a:p>
            <a:pPr marL="377979" indent="-377979" defTabSz="503972" fontAlgn="auto">
              <a:spcBef>
                <a:spcPct val="0"/>
              </a:spcBef>
              <a:spcAft>
                <a:spcPts val="0"/>
              </a:spcAft>
              <a:buFont typeface="Wingdings 3" charset="2"/>
              <a:buChar char=""/>
              <a:defRPr/>
            </a:pP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对应的递归下降子程序为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516438" y="2979738"/>
            <a:ext cx="5564187" cy="457041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646" dirty="0">
                <a:solidFill>
                  <a:prstClr val="black"/>
                </a:solidFill>
              </a:rPr>
              <a:t> PROCEDURE  </a:t>
            </a:r>
            <a:r>
              <a:rPr lang="en-US" altLang="zh-CN" sz="2646" dirty="0">
                <a:solidFill>
                  <a:srgbClr val="C00000"/>
                </a:solidFill>
              </a:rPr>
              <a:t>F</a:t>
            </a:r>
            <a:r>
              <a:rPr lang="zh-CN" altLang="en-US" sz="2646" dirty="0">
                <a:solidFill>
                  <a:prstClr val="black"/>
                </a:solidFill>
              </a:rPr>
              <a:t>；</a:t>
            </a:r>
          </a:p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646" dirty="0">
                <a:solidFill>
                  <a:srgbClr val="008000"/>
                </a:solidFill>
              </a:rPr>
              <a:t>   </a:t>
            </a:r>
            <a:r>
              <a:rPr lang="en-US" altLang="zh-CN" sz="2646" dirty="0">
                <a:solidFill>
                  <a:srgbClr val="008000"/>
                </a:solidFill>
              </a:rPr>
              <a:t>IF SYM=‘</a:t>
            </a:r>
            <a:r>
              <a:rPr lang="en-US" altLang="zh-CN" sz="2646" dirty="0" err="1">
                <a:solidFill>
                  <a:srgbClr val="008000"/>
                </a:solidFill>
              </a:rPr>
              <a:t>i</a:t>
            </a:r>
            <a:r>
              <a:rPr lang="en-US" altLang="zh-CN" sz="2646" dirty="0">
                <a:solidFill>
                  <a:srgbClr val="008000"/>
                </a:solidFill>
              </a:rPr>
              <a:t>’ THEN ADVANCE</a:t>
            </a:r>
          </a:p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646" dirty="0">
                <a:solidFill>
                  <a:prstClr val="black"/>
                </a:solidFill>
              </a:rPr>
              <a:t>   </a:t>
            </a:r>
            <a:r>
              <a:rPr lang="en-US" altLang="zh-CN" sz="2646" dirty="0">
                <a:solidFill>
                  <a:srgbClr val="0070C0"/>
                </a:solidFill>
              </a:rPr>
              <a:t>ELSE</a:t>
            </a:r>
          </a:p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646" dirty="0">
                <a:solidFill>
                  <a:srgbClr val="0070C0"/>
                </a:solidFill>
              </a:rPr>
              <a:t>	   IF SYM=‘(’ THEN</a:t>
            </a:r>
          </a:p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646" dirty="0">
                <a:solidFill>
                  <a:srgbClr val="0070C0"/>
                </a:solidFill>
              </a:rPr>
              <a:t>	   BEGIN</a:t>
            </a:r>
          </a:p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646" dirty="0">
                <a:solidFill>
                  <a:srgbClr val="0070C0"/>
                </a:solidFill>
              </a:rPr>
              <a:t>	       ADVANCE;</a:t>
            </a:r>
          </a:p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646" dirty="0">
                <a:solidFill>
                  <a:srgbClr val="0070C0"/>
                </a:solidFill>
              </a:rPr>
              <a:t>		 E</a:t>
            </a:r>
            <a:r>
              <a:rPr lang="zh-CN" altLang="en-US" sz="2646" dirty="0">
                <a:solidFill>
                  <a:srgbClr val="0070C0"/>
                </a:solidFill>
              </a:rPr>
              <a:t>；</a:t>
            </a:r>
          </a:p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646" dirty="0">
                <a:solidFill>
                  <a:srgbClr val="0070C0"/>
                </a:solidFill>
              </a:rPr>
              <a:t>		 </a:t>
            </a:r>
            <a:r>
              <a:rPr lang="en-US" altLang="zh-CN" sz="2646" dirty="0">
                <a:solidFill>
                  <a:srgbClr val="0070C0"/>
                </a:solidFill>
              </a:rPr>
              <a:t>IF SYM=‘)’ THEN ADVANCE</a:t>
            </a:r>
          </a:p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646" dirty="0">
                <a:solidFill>
                  <a:srgbClr val="0070C0"/>
                </a:solidFill>
              </a:rPr>
              <a:t>		     ELSE ERROR</a:t>
            </a:r>
          </a:p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646" dirty="0">
                <a:solidFill>
                  <a:srgbClr val="0070C0"/>
                </a:solidFill>
              </a:rPr>
              <a:t>	   END</a:t>
            </a:r>
          </a:p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646" dirty="0">
                <a:solidFill>
                  <a:prstClr val="black"/>
                </a:solidFill>
              </a:rPr>
              <a:t>	   ELSE ERROR;</a:t>
            </a:r>
            <a:endParaRPr lang="zh-CN" altLang="en-US" sz="2646" dirty="0">
              <a:solidFill>
                <a:prstClr val="black"/>
              </a:solidFill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B4DD2057-74FE-36C4-15D6-AEF31E837F8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79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</a:rPr>
              <a:t>递归下降子程序设计</a:t>
            </a:r>
            <a:endParaRPr lang="zh-CN" altLang="en-US" dirty="0"/>
          </a:p>
        </p:txBody>
      </p:sp>
      <p:sp>
        <p:nvSpPr>
          <p:cNvPr id="1177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文法</a:t>
            </a:r>
            <a:r>
              <a:rPr lang="en-US" altLang="zh-CN" dirty="0"/>
              <a:t>G(E):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CC0000"/>
                </a:solidFill>
              </a:rPr>
              <a:t>E→TE</a:t>
            </a:r>
            <a:r>
              <a:rPr lang="en-US" altLang="zh-CN" b="1" dirty="0">
                <a:solidFill>
                  <a:srgbClr val="CC0000"/>
                </a:solidFill>
                <a:sym typeface="Symbol" panose="05050102010706020507" pitchFamily="18" charset="2"/>
              </a:rPr>
              <a:t></a:t>
            </a:r>
            <a:endParaRPr lang="en-US" altLang="zh-CN" b="1" dirty="0">
              <a:solidFill>
                <a:srgbClr val="CC0000"/>
              </a:solidFill>
            </a:endParaRP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CC0000"/>
                </a:solidFill>
              </a:rPr>
              <a:t>E</a:t>
            </a:r>
            <a:r>
              <a:rPr lang="en-US" altLang="zh-CN" b="1" dirty="0">
                <a:solidFill>
                  <a:srgbClr val="CC0000"/>
                </a:solidFill>
                <a:sym typeface="Symbol" panose="05050102010706020507" pitchFamily="18" charset="2"/>
              </a:rPr>
              <a:t></a:t>
            </a:r>
            <a:r>
              <a:rPr lang="en-US" altLang="zh-CN" b="1" dirty="0">
                <a:solidFill>
                  <a:srgbClr val="CC0000"/>
                </a:solidFill>
              </a:rPr>
              <a:t>→</a:t>
            </a:r>
            <a:r>
              <a:rPr lang="en-US" altLang="zh-CN" b="1" dirty="0">
                <a:solidFill>
                  <a:srgbClr val="0070C0"/>
                </a:solidFill>
              </a:rPr>
              <a:t>+TE</a:t>
            </a:r>
            <a:r>
              <a:rPr lang="en-US" altLang="zh-CN" b="1" dirty="0">
                <a:solidFill>
                  <a:srgbClr val="0070C0"/>
                </a:solidFill>
                <a:sym typeface="Symbol" panose="05050102010706020507" pitchFamily="18" charset="2"/>
              </a:rPr>
              <a:t></a:t>
            </a:r>
            <a:r>
              <a:rPr lang="en-US" altLang="zh-CN" b="1" dirty="0">
                <a:solidFill>
                  <a:srgbClr val="0070C0"/>
                </a:solidFill>
              </a:rPr>
              <a:t> </a:t>
            </a:r>
            <a:r>
              <a:rPr lang="en-US" altLang="zh-CN" b="1" dirty="0">
                <a:solidFill>
                  <a:srgbClr val="CC0000"/>
                </a:solidFill>
              </a:rPr>
              <a:t>| </a:t>
            </a:r>
            <a:r>
              <a:rPr kumimoji="1" lang="en-US" altLang="zh-CN" b="1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endParaRPr kumimoji="1" lang="en-US" altLang="zh-CN" b="1" dirty="0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T→FT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                         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T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→*FT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 | </a:t>
            </a:r>
            <a:r>
              <a:rPr lang="en-US" altLang="zh-CN" dirty="0">
                <a:sym typeface="Symbol" panose="05050102010706020507" pitchFamily="18" charset="2"/>
              </a:rPr>
              <a:t></a:t>
            </a:r>
            <a:endParaRPr lang="en-US" altLang="zh-CN" dirty="0"/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F→(E) | </a:t>
            </a:r>
            <a:r>
              <a:rPr lang="en-US" altLang="zh-CN" dirty="0" err="1"/>
              <a:t>i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对应的递归下降子程序为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    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432819" y="5181943"/>
            <a:ext cx="3863834" cy="2267903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en-US" altLang="zh-CN" sz="3086" dirty="0">
                <a:solidFill>
                  <a:prstClr val="black"/>
                </a:solidFill>
              </a:rPr>
              <a:t>PROCEDURE  E</a:t>
            </a:r>
            <a:r>
              <a:rPr kumimoji="1" lang="zh-CN" altLang="en-US" sz="3086" dirty="0">
                <a:solidFill>
                  <a:prstClr val="black"/>
                </a:solidFill>
              </a:rPr>
              <a:t>；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en-US" altLang="zh-CN" sz="3086" dirty="0">
                <a:solidFill>
                  <a:prstClr val="black"/>
                </a:solidFill>
              </a:rPr>
              <a:t>BEGIN	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en-US" altLang="zh-CN" sz="3086" dirty="0">
                <a:solidFill>
                  <a:prstClr val="black"/>
                </a:solidFill>
              </a:rPr>
              <a:t>           T</a:t>
            </a:r>
            <a:r>
              <a:rPr kumimoji="1" lang="zh-CN" altLang="en-US" sz="3086" dirty="0">
                <a:solidFill>
                  <a:prstClr val="black"/>
                </a:solidFill>
              </a:rPr>
              <a:t>；</a:t>
            </a:r>
            <a:r>
              <a:rPr kumimoji="1" lang="en-US" altLang="zh-CN" sz="3086" dirty="0">
                <a:solidFill>
                  <a:prstClr val="black"/>
                </a:solidFill>
              </a:rPr>
              <a:t>E</a:t>
            </a:r>
            <a:r>
              <a:rPr kumimoji="1" lang="en-US" altLang="zh-CN" sz="3086" dirty="0">
                <a:solidFill>
                  <a:prstClr val="black"/>
                </a:solidFill>
                <a:sym typeface="Symbol" panose="05050102010706020507" pitchFamily="18" charset="2"/>
              </a:rPr>
              <a:t></a:t>
            </a:r>
            <a:endParaRPr kumimoji="1" lang="en-US" altLang="zh-CN" sz="3086" dirty="0">
              <a:solidFill>
                <a:prstClr val="black"/>
              </a:solidFill>
            </a:endParaRP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en-US" altLang="zh-CN" sz="3086" dirty="0">
                <a:solidFill>
                  <a:prstClr val="black"/>
                </a:solidFill>
              </a:rPr>
              <a:t>END</a:t>
            </a:r>
            <a:r>
              <a:rPr kumimoji="1" lang="zh-CN" altLang="en-US" sz="3086" dirty="0">
                <a:solidFill>
                  <a:prstClr val="black"/>
                </a:solidFill>
              </a:rPr>
              <a:t>；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zh-CN" altLang="en-US" sz="3086" dirty="0">
                <a:solidFill>
                  <a:prstClr val="black"/>
                </a:solidFill>
              </a:rPr>
              <a:t>	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4455596" y="4016494"/>
            <a:ext cx="5437017" cy="343335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en-US" altLang="zh-CN" sz="2646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PROCEDURE  E</a:t>
            </a:r>
            <a:r>
              <a:rPr kumimoji="1" lang="en-US" altLang="zh-CN" sz="2646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kumimoji="1" lang="zh-CN" altLang="en-US" sz="2646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；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en-US" altLang="zh-CN" sz="2646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IF SYM=‘+’ THEN	    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en-US" altLang="zh-CN" sz="2646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BEGIN	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en-US" altLang="zh-CN" sz="2646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	ADVANCE</a:t>
            </a:r>
            <a:r>
              <a:rPr kumimoji="1" lang="zh-CN" altLang="en-US" sz="2646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；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zh-CN" altLang="en-US" sz="2646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</a:t>
            </a:r>
            <a:r>
              <a:rPr kumimoji="1" lang="en-US" altLang="zh-CN" sz="2646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kumimoji="1" lang="zh-CN" altLang="en-US" sz="2646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；</a:t>
            </a:r>
            <a:r>
              <a:rPr kumimoji="1" lang="en-US" altLang="zh-CN" sz="2646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r>
              <a:rPr kumimoji="1" lang="en-US" altLang="zh-CN" sz="2646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kumimoji="1" lang="en-US" altLang="zh-CN" sz="2646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	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en-US" altLang="zh-CN" sz="2646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END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en-US" altLang="zh-CN" sz="2646" dirty="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ELSE  IF SYM=‘#’ AND SYM=’)’ 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en-US" altLang="zh-CN" sz="2646" dirty="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      THEN ERROR</a:t>
            </a:r>
          </a:p>
        </p:txBody>
      </p:sp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5575547" y="3349858"/>
            <a:ext cx="3197113" cy="499496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>
                <a:srgbClr val="C0504D"/>
              </a:buClr>
              <a:buSzPct val="80000"/>
              <a:buNone/>
            </a:pPr>
            <a:r>
              <a:rPr lang="en-US" altLang="zh-CN" sz="2646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FOLLOW(E</a:t>
            </a:r>
            <a:r>
              <a:rPr lang="en-US" altLang="zh-CN" sz="2646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)={ ), # }</a:t>
            </a:r>
            <a:endParaRPr lang="en-GB" altLang="zh-CN" sz="2646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5702476" y="621979"/>
            <a:ext cx="4190137" cy="262699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en-US" altLang="zh-CN" sz="2646" dirty="0">
                <a:solidFill>
                  <a:prstClr val="white"/>
                </a:solidFill>
              </a:rPr>
              <a:t>PROCEDURE  E</a:t>
            </a:r>
            <a:r>
              <a:rPr kumimoji="1" lang="en-US" altLang="zh-CN" sz="2646" dirty="0">
                <a:solidFill>
                  <a:prstClr val="white"/>
                </a:solidFill>
                <a:sym typeface="Symbol" panose="05050102010706020507" pitchFamily="18" charset="2"/>
              </a:rPr>
              <a:t></a:t>
            </a:r>
            <a:r>
              <a:rPr kumimoji="1" lang="zh-CN" altLang="en-US" sz="2646" dirty="0">
                <a:solidFill>
                  <a:prstClr val="white"/>
                </a:solidFill>
              </a:rPr>
              <a:t>；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en-US" altLang="zh-CN" sz="2646" dirty="0">
                <a:solidFill>
                  <a:prstClr val="white"/>
                </a:solidFill>
              </a:rPr>
              <a:t>IF SYM=‘+’ THEN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en-US" altLang="zh-CN" sz="2646" dirty="0">
                <a:solidFill>
                  <a:prstClr val="white"/>
                </a:solidFill>
              </a:rPr>
              <a:t>BEGIN	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en-US" altLang="zh-CN" sz="2646" dirty="0">
                <a:solidFill>
                  <a:prstClr val="white"/>
                </a:solidFill>
              </a:rPr>
              <a:t>	ADVANCE</a:t>
            </a:r>
            <a:r>
              <a:rPr kumimoji="1" lang="zh-CN" altLang="en-US" sz="2646" dirty="0">
                <a:solidFill>
                  <a:prstClr val="white"/>
                </a:solidFill>
              </a:rPr>
              <a:t>；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zh-CN" altLang="en-US" sz="2646" dirty="0">
                <a:solidFill>
                  <a:prstClr val="white"/>
                </a:solidFill>
              </a:rPr>
              <a:t>          </a:t>
            </a:r>
            <a:r>
              <a:rPr kumimoji="1" lang="en-US" altLang="zh-CN" sz="2646" dirty="0">
                <a:solidFill>
                  <a:prstClr val="white"/>
                </a:solidFill>
              </a:rPr>
              <a:t>T</a:t>
            </a:r>
            <a:r>
              <a:rPr kumimoji="1" lang="zh-CN" altLang="en-US" sz="2646" dirty="0">
                <a:solidFill>
                  <a:prstClr val="white"/>
                </a:solidFill>
              </a:rPr>
              <a:t>；</a:t>
            </a:r>
            <a:r>
              <a:rPr kumimoji="1" lang="en-US" altLang="zh-CN" sz="2646" dirty="0">
                <a:solidFill>
                  <a:prstClr val="white"/>
                </a:solidFill>
              </a:rPr>
              <a:t>E</a:t>
            </a:r>
            <a:r>
              <a:rPr kumimoji="1" lang="en-US" altLang="zh-CN" sz="2646" dirty="0">
                <a:solidFill>
                  <a:prstClr val="white"/>
                </a:solidFill>
                <a:sym typeface="Symbol" panose="05050102010706020507" pitchFamily="18" charset="2"/>
              </a:rPr>
              <a:t></a:t>
            </a:r>
            <a:r>
              <a:rPr kumimoji="1" lang="en-US" altLang="zh-CN" sz="2646" dirty="0">
                <a:solidFill>
                  <a:prstClr val="white"/>
                </a:solidFill>
              </a:rPr>
              <a:t>	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en-US" altLang="zh-CN" sz="2646" dirty="0">
                <a:solidFill>
                  <a:prstClr val="white"/>
                </a:solidFill>
              </a:rPr>
              <a:t>END</a:t>
            </a:r>
          </a:p>
        </p:txBody>
      </p:sp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3150393" y="1920934"/>
            <a:ext cx="2543391" cy="132804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/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914400" indent="-4572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indent="0" defTabSz="503972" eaLnBrk="1" fontAlgn="auto" hangingPunct="1">
              <a:spcBef>
                <a:spcPct val="0"/>
              </a:spcBef>
              <a:spcAft>
                <a:spcPts val="0"/>
              </a:spcAft>
              <a:buClr>
                <a:srgbClr val="EEECE1"/>
              </a:buClr>
              <a:buNone/>
            </a:pPr>
            <a:r>
              <a:rPr lang="en-US" altLang="zh-CN" sz="2646" dirty="0">
                <a:solidFill>
                  <a:prstClr val="white"/>
                </a:solidFill>
              </a:rPr>
              <a:t>E</a:t>
            </a:r>
            <a:r>
              <a:rPr lang="en-US" altLang="zh-CN" sz="2646" dirty="0">
                <a:solidFill>
                  <a:prstClr val="white"/>
                </a:solidFill>
                <a:sym typeface="Symbol" panose="05050102010706020507" pitchFamily="18" charset="2"/>
              </a:rPr>
              <a:t></a:t>
            </a:r>
            <a:r>
              <a:rPr lang="zh-CN" altLang="en-GB" sz="2646" dirty="0">
                <a:solidFill>
                  <a:prstClr val="white"/>
                </a:solidFill>
              </a:rPr>
              <a:t>实现了</a:t>
            </a:r>
            <a:r>
              <a:rPr lang="zh-CN" altLang="en-US" sz="2646" dirty="0">
                <a:solidFill>
                  <a:prstClr val="white"/>
                </a:solidFill>
                <a:sym typeface="Symbol" panose="05050102010706020507" pitchFamily="18" charset="2"/>
              </a:rPr>
              <a:t>吗 </a:t>
            </a:r>
            <a:r>
              <a:rPr lang="en-US" altLang="zh-CN" sz="2646" dirty="0">
                <a:solidFill>
                  <a:prstClr val="white"/>
                </a:solidFill>
                <a:sym typeface="Symbol" panose="05050102010706020507" pitchFamily="18" charset="2"/>
              </a:rPr>
              <a:t>?</a:t>
            </a:r>
          </a:p>
          <a:p>
            <a:pPr marL="0" indent="0" defTabSz="503972" eaLnBrk="1" fontAlgn="auto" hangingPunct="1">
              <a:spcBef>
                <a:spcPct val="0"/>
              </a:spcBef>
              <a:spcAft>
                <a:spcPts val="0"/>
              </a:spcAft>
              <a:buClr>
                <a:srgbClr val="EEECE1"/>
              </a:buClr>
              <a:buSzTx/>
              <a:buNone/>
            </a:pPr>
            <a:r>
              <a:rPr lang="en-US" altLang="zh-CN" sz="2646" dirty="0">
                <a:solidFill>
                  <a:prstClr val="white"/>
                </a:solidFill>
              </a:rPr>
              <a:t>A. </a:t>
            </a:r>
            <a:r>
              <a:rPr lang="zh-CN" altLang="en-GB" sz="2646" dirty="0">
                <a:solidFill>
                  <a:prstClr val="white"/>
                </a:solidFill>
              </a:rPr>
              <a:t>实现了</a:t>
            </a:r>
            <a:endParaRPr lang="zh-CN" altLang="en-US" sz="2646" dirty="0">
              <a:solidFill>
                <a:prstClr val="white"/>
              </a:solidFill>
              <a:sym typeface="Symbol" panose="05050102010706020507" pitchFamily="18" charset="2"/>
            </a:endParaRPr>
          </a:p>
          <a:p>
            <a:pPr marL="0" indent="0" defTabSz="503972" eaLnBrk="1" fontAlgn="auto" hangingPunct="1">
              <a:spcBef>
                <a:spcPct val="0"/>
              </a:spcBef>
              <a:spcAft>
                <a:spcPts val="0"/>
              </a:spcAft>
              <a:buClr>
                <a:srgbClr val="EEECE1"/>
              </a:buClr>
              <a:buSzTx/>
              <a:buNone/>
            </a:pPr>
            <a:r>
              <a:rPr lang="en-US" altLang="zh-CN" sz="2646" dirty="0">
                <a:solidFill>
                  <a:prstClr val="white"/>
                </a:solidFill>
                <a:sym typeface="Symbol" panose="05050102010706020507" pitchFamily="18" charset="2"/>
              </a:rPr>
              <a:t>B. </a:t>
            </a:r>
            <a:r>
              <a:rPr lang="zh-CN" altLang="en-US" sz="2646" dirty="0">
                <a:solidFill>
                  <a:prstClr val="white"/>
                </a:solidFill>
                <a:sym typeface="Symbol" panose="05050102010706020507" pitchFamily="18" charset="2"/>
              </a:rPr>
              <a:t>没实现  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86AC5F9C-E165-92E7-CA87-A3C918E0661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80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1681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  <p:bldP spid="8" grpId="0" animBg="1" autoUpdateAnimBg="0"/>
      <p:bldP spid="9" grpId="0" animBg="1"/>
      <p:bldP spid="10" grpId="0" animBg="1" autoUpdateAnimBg="0"/>
      <p:bldP spid="11" grpId="0" build="p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</a:rPr>
              <a:t>递归下降子程序设计</a:t>
            </a:r>
            <a:endParaRPr lang="zh-CN" altLang="en-US" dirty="0"/>
          </a:p>
        </p:txBody>
      </p:sp>
      <p:sp>
        <p:nvSpPr>
          <p:cNvPr id="1177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文法</a:t>
            </a:r>
            <a:r>
              <a:rPr lang="en-US" altLang="zh-CN" dirty="0"/>
              <a:t>G(E):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CC0000"/>
                </a:solidFill>
              </a:rPr>
              <a:t>E→TE</a:t>
            </a:r>
            <a:r>
              <a:rPr lang="en-US" altLang="zh-CN" b="1" dirty="0">
                <a:solidFill>
                  <a:srgbClr val="CC0000"/>
                </a:solidFill>
                <a:sym typeface="Symbol" panose="05050102010706020507" pitchFamily="18" charset="2"/>
              </a:rPr>
              <a:t></a:t>
            </a:r>
            <a:endParaRPr lang="en-US" altLang="zh-CN" b="1" dirty="0">
              <a:solidFill>
                <a:srgbClr val="CC0000"/>
              </a:solidFill>
            </a:endParaRP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CC0000"/>
                </a:solidFill>
              </a:rPr>
              <a:t>E</a:t>
            </a:r>
            <a:r>
              <a:rPr lang="en-US" altLang="zh-CN" b="1" dirty="0">
                <a:solidFill>
                  <a:srgbClr val="CC0000"/>
                </a:solidFill>
                <a:sym typeface="Symbol" panose="05050102010706020507" pitchFamily="18" charset="2"/>
              </a:rPr>
              <a:t></a:t>
            </a:r>
            <a:r>
              <a:rPr lang="en-US" altLang="zh-CN" b="1" dirty="0">
                <a:solidFill>
                  <a:srgbClr val="CC0000"/>
                </a:solidFill>
              </a:rPr>
              <a:t>→</a:t>
            </a:r>
            <a:r>
              <a:rPr lang="en-US" altLang="zh-CN" b="1" dirty="0">
                <a:solidFill>
                  <a:srgbClr val="0070C0"/>
                </a:solidFill>
              </a:rPr>
              <a:t>+TE</a:t>
            </a:r>
            <a:r>
              <a:rPr lang="en-US" altLang="zh-CN" b="1" dirty="0">
                <a:solidFill>
                  <a:srgbClr val="0070C0"/>
                </a:solidFill>
                <a:sym typeface="Symbol" panose="05050102010706020507" pitchFamily="18" charset="2"/>
              </a:rPr>
              <a:t></a:t>
            </a:r>
            <a:r>
              <a:rPr lang="en-US" altLang="zh-CN" b="1" dirty="0">
                <a:solidFill>
                  <a:srgbClr val="0070C0"/>
                </a:solidFill>
              </a:rPr>
              <a:t> </a:t>
            </a:r>
            <a:r>
              <a:rPr lang="en-US" altLang="zh-CN" b="1" dirty="0">
                <a:solidFill>
                  <a:srgbClr val="CC0000"/>
                </a:solidFill>
              </a:rPr>
              <a:t>| </a:t>
            </a:r>
            <a:r>
              <a:rPr kumimoji="1" lang="en-US" altLang="zh-CN" b="1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endParaRPr kumimoji="1" lang="en-US" altLang="zh-CN" b="1" dirty="0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T→FT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                         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T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→*FT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 | </a:t>
            </a:r>
            <a:r>
              <a:rPr lang="en-US" altLang="zh-CN" dirty="0">
                <a:sym typeface="Symbol" panose="05050102010706020507" pitchFamily="18" charset="2"/>
              </a:rPr>
              <a:t></a:t>
            </a:r>
            <a:endParaRPr lang="en-US" altLang="zh-CN" dirty="0"/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F→(E) | </a:t>
            </a:r>
            <a:r>
              <a:rPr lang="en-US" altLang="zh-CN" dirty="0" err="1"/>
              <a:t>i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对应的递归下降子程序为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    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432819" y="5181943"/>
            <a:ext cx="3863834" cy="2267903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en-US" altLang="zh-CN" sz="3086" dirty="0">
                <a:solidFill>
                  <a:prstClr val="black"/>
                </a:solidFill>
              </a:rPr>
              <a:t>PROCEDURE  E</a:t>
            </a:r>
            <a:r>
              <a:rPr kumimoji="1" lang="zh-CN" altLang="en-US" sz="3086" dirty="0">
                <a:solidFill>
                  <a:prstClr val="black"/>
                </a:solidFill>
              </a:rPr>
              <a:t>；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en-US" altLang="zh-CN" sz="3086" dirty="0">
                <a:solidFill>
                  <a:prstClr val="black"/>
                </a:solidFill>
              </a:rPr>
              <a:t>BEGIN	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en-US" altLang="zh-CN" sz="3086" dirty="0">
                <a:solidFill>
                  <a:prstClr val="black"/>
                </a:solidFill>
              </a:rPr>
              <a:t>           T</a:t>
            </a:r>
            <a:r>
              <a:rPr kumimoji="1" lang="zh-CN" altLang="en-US" sz="3086" dirty="0">
                <a:solidFill>
                  <a:prstClr val="black"/>
                </a:solidFill>
              </a:rPr>
              <a:t>；</a:t>
            </a:r>
            <a:r>
              <a:rPr kumimoji="1" lang="en-US" altLang="zh-CN" sz="3086" dirty="0">
                <a:solidFill>
                  <a:prstClr val="black"/>
                </a:solidFill>
              </a:rPr>
              <a:t>E</a:t>
            </a:r>
            <a:r>
              <a:rPr kumimoji="1" lang="en-US" altLang="zh-CN" sz="3086" dirty="0">
                <a:solidFill>
                  <a:prstClr val="black"/>
                </a:solidFill>
                <a:sym typeface="Symbol" panose="05050102010706020507" pitchFamily="18" charset="2"/>
              </a:rPr>
              <a:t></a:t>
            </a:r>
            <a:endParaRPr kumimoji="1" lang="en-US" altLang="zh-CN" sz="3086" dirty="0">
              <a:solidFill>
                <a:prstClr val="black"/>
              </a:solidFill>
            </a:endParaRP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en-US" altLang="zh-CN" sz="3086" dirty="0">
                <a:solidFill>
                  <a:prstClr val="black"/>
                </a:solidFill>
              </a:rPr>
              <a:t>END</a:t>
            </a:r>
            <a:r>
              <a:rPr kumimoji="1" lang="zh-CN" altLang="en-US" sz="3086" dirty="0">
                <a:solidFill>
                  <a:prstClr val="black"/>
                </a:solidFill>
              </a:rPr>
              <a:t>；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zh-CN" altLang="en-US" sz="3086" dirty="0">
                <a:solidFill>
                  <a:prstClr val="black"/>
                </a:solidFill>
              </a:rPr>
              <a:t>	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4455596" y="4016494"/>
            <a:ext cx="5437017" cy="343335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en-US" altLang="zh-CN" sz="2646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PROCEDURE  E</a:t>
            </a:r>
            <a:r>
              <a:rPr kumimoji="1" lang="en-US" altLang="zh-CN" sz="2646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kumimoji="1" lang="zh-CN" altLang="en-US" sz="2646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；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en-US" altLang="zh-CN" sz="2646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IF SYM=‘+’ THEN	    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en-US" altLang="zh-CN" sz="2646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BEGIN	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en-US" altLang="zh-CN" sz="2646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	ADVANCE</a:t>
            </a:r>
            <a:r>
              <a:rPr kumimoji="1" lang="zh-CN" altLang="en-US" sz="2646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；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zh-CN" altLang="en-US" sz="2646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</a:t>
            </a:r>
            <a:r>
              <a:rPr kumimoji="1" lang="en-US" altLang="zh-CN" sz="2646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kumimoji="1" lang="zh-CN" altLang="en-US" sz="2646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；</a:t>
            </a:r>
            <a:r>
              <a:rPr kumimoji="1" lang="en-US" altLang="zh-CN" sz="2646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r>
              <a:rPr kumimoji="1" lang="en-US" altLang="zh-CN" sz="2646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kumimoji="1" lang="en-US" altLang="zh-CN" sz="2646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	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en-US" altLang="zh-CN" sz="2646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END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en-US" altLang="zh-CN" sz="2646" dirty="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ELSE  IF SYM=‘#’ AND SYM=’)’ 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en-US" altLang="zh-CN" sz="2646" dirty="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      THEN ERROR</a:t>
            </a:r>
          </a:p>
        </p:txBody>
      </p:sp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5575547" y="3349858"/>
            <a:ext cx="3197113" cy="499496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>
                <a:srgbClr val="C0504D"/>
              </a:buClr>
              <a:buSzPct val="80000"/>
              <a:buNone/>
            </a:pPr>
            <a:r>
              <a:rPr lang="en-US" altLang="zh-CN" sz="2646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FOLLOW(E</a:t>
            </a:r>
            <a:r>
              <a:rPr lang="en-US" altLang="zh-CN" sz="2646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)={ ), # }</a:t>
            </a:r>
            <a:endParaRPr lang="en-GB" altLang="zh-CN" sz="2646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5702476" y="621979"/>
            <a:ext cx="4190137" cy="262699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en-US" altLang="zh-CN" sz="2646" dirty="0">
                <a:solidFill>
                  <a:prstClr val="white"/>
                </a:solidFill>
              </a:rPr>
              <a:t>PROCEDURE  E</a:t>
            </a:r>
            <a:r>
              <a:rPr kumimoji="1" lang="en-US" altLang="zh-CN" sz="2646" dirty="0">
                <a:solidFill>
                  <a:prstClr val="white"/>
                </a:solidFill>
                <a:sym typeface="Symbol" panose="05050102010706020507" pitchFamily="18" charset="2"/>
              </a:rPr>
              <a:t></a:t>
            </a:r>
            <a:r>
              <a:rPr kumimoji="1" lang="zh-CN" altLang="en-US" sz="2646" dirty="0">
                <a:solidFill>
                  <a:prstClr val="white"/>
                </a:solidFill>
              </a:rPr>
              <a:t>；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en-US" altLang="zh-CN" sz="2646" dirty="0">
                <a:solidFill>
                  <a:prstClr val="white"/>
                </a:solidFill>
              </a:rPr>
              <a:t>IF SYM=‘+’ THEN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en-US" altLang="zh-CN" sz="2646" dirty="0">
                <a:solidFill>
                  <a:prstClr val="white"/>
                </a:solidFill>
              </a:rPr>
              <a:t>BEGIN	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en-US" altLang="zh-CN" sz="2646" dirty="0">
                <a:solidFill>
                  <a:prstClr val="white"/>
                </a:solidFill>
              </a:rPr>
              <a:t>	ADVANCE</a:t>
            </a:r>
            <a:r>
              <a:rPr kumimoji="1" lang="zh-CN" altLang="en-US" sz="2646" dirty="0">
                <a:solidFill>
                  <a:prstClr val="white"/>
                </a:solidFill>
              </a:rPr>
              <a:t>；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zh-CN" altLang="en-US" sz="2646" dirty="0">
                <a:solidFill>
                  <a:prstClr val="white"/>
                </a:solidFill>
              </a:rPr>
              <a:t>          </a:t>
            </a:r>
            <a:r>
              <a:rPr kumimoji="1" lang="en-US" altLang="zh-CN" sz="2646" dirty="0">
                <a:solidFill>
                  <a:prstClr val="white"/>
                </a:solidFill>
              </a:rPr>
              <a:t>T</a:t>
            </a:r>
            <a:r>
              <a:rPr kumimoji="1" lang="zh-CN" altLang="en-US" sz="2646" dirty="0">
                <a:solidFill>
                  <a:prstClr val="white"/>
                </a:solidFill>
              </a:rPr>
              <a:t>；</a:t>
            </a:r>
            <a:r>
              <a:rPr kumimoji="1" lang="en-US" altLang="zh-CN" sz="2646" dirty="0">
                <a:solidFill>
                  <a:prstClr val="white"/>
                </a:solidFill>
              </a:rPr>
              <a:t>E</a:t>
            </a:r>
            <a:r>
              <a:rPr kumimoji="1" lang="en-US" altLang="zh-CN" sz="2646" dirty="0">
                <a:solidFill>
                  <a:prstClr val="white"/>
                </a:solidFill>
                <a:sym typeface="Symbol" panose="05050102010706020507" pitchFamily="18" charset="2"/>
              </a:rPr>
              <a:t></a:t>
            </a:r>
            <a:r>
              <a:rPr kumimoji="1" lang="en-US" altLang="zh-CN" sz="2646" dirty="0">
                <a:solidFill>
                  <a:prstClr val="white"/>
                </a:solidFill>
              </a:rPr>
              <a:t>	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en-US" altLang="zh-CN" sz="2646" dirty="0">
                <a:solidFill>
                  <a:prstClr val="white"/>
                </a:solidFill>
              </a:rPr>
              <a:t>END</a:t>
            </a: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432820" y="621979"/>
            <a:ext cx="5007489" cy="129571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/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914400" indent="-4572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indent="0" defTabSz="503972" eaLnBrk="1" fontAlgn="auto" hangingPunct="1">
              <a:spcBef>
                <a:spcPct val="0"/>
              </a:spcBef>
              <a:spcAft>
                <a:spcPts val="0"/>
              </a:spcAft>
              <a:buClr>
                <a:srgbClr val="EEECE1"/>
              </a:buClr>
              <a:buNone/>
            </a:pPr>
            <a:r>
              <a:rPr lang="en-US" altLang="zh-CN" sz="2646" dirty="0">
                <a:solidFill>
                  <a:prstClr val="white"/>
                </a:solidFill>
              </a:rPr>
              <a:t>E</a:t>
            </a:r>
            <a:r>
              <a:rPr kumimoji="1" lang="en-US" altLang="zh-CN" sz="2646" dirty="0">
                <a:solidFill>
                  <a:prstClr val="white"/>
                </a:solidFill>
                <a:sym typeface="Symbol" panose="05050102010706020507" pitchFamily="18" charset="2"/>
              </a:rPr>
              <a:t> </a:t>
            </a:r>
            <a:r>
              <a:rPr lang="zh-CN" altLang="en-US" sz="2646" dirty="0">
                <a:solidFill>
                  <a:prstClr val="white"/>
                </a:solidFill>
              </a:rPr>
              <a:t>不考虑</a:t>
            </a:r>
            <a:r>
              <a:rPr lang="en-US" altLang="zh-CN" sz="2646" dirty="0">
                <a:solidFill>
                  <a:prstClr val="white"/>
                </a:solidFill>
              </a:rPr>
              <a:t>Follow</a:t>
            </a:r>
            <a:r>
              <a:rPr lang="zh-CN" altLang="en-US" sz="2646" dirty="0">
                <a:solidFill>
                  <a:prstClr val="white"/>
                </a:solidFill>
              </a:rPr>
              <a:t>集合有问题吗 ？</a:t>
            </a:r>
          </a:p>
          <a:p>
            <a:pPr marL="0" indent="0" defTabSz="503972" eaLnBrk="1" fontAlgn="auto" hangingPunct="1">
              <a:spcBef>
                <a:spcPct val="0"/>
              </a:spcBef>
              <a:spcAft>
                <a:spcPts val="0"/>
              </a:spcAft>
              <a:buClr>
                <a:srgbClr val="EEECE1"/>
              </a:buClr>
              <a:buNone/>
            </a:pPr>
            <a:r>
              <a:rPr lang="en-US" altLang="zh-CN" sz="2646" dirty="0">
                <a:solidFill>
                  <a:prstClr val="white"/>
                </a:solidFill>
              </a:rPr>
              <a:t>A. </a:t>
            </a:r>
            <a:r>
              <a:rPr lang="zh-CN" altLang="en-US" sz="2646" dirty="0">
                <a:solidFill>
                  <a:prstClr val="white"/>
                </a:solidFill>
              </a:rPr>
              <a:t>有问题</a:t>
            </a:r>
          </a:p>
          <a:p>
            <a:pPr marL="0" indent="0" defTabSz="503972" eaLnBrk="1" fontAlgn="auto" hangingPunct="1">
              <a:spcBef>
                <a:spcPct val="0"/>
              </a:spcBef>
              <a:spcAft>
                <a:spcPts val="0"/>
              </a:spcAft>
              <a:buClr>
                <a:srgbClr val="EEECE1"/>
              </a:buClr>
              <a:buNone/>
            </a:pPr>
            <a:r>
              <a:rPr lang="en-US" altLang="zh-CN" sz="2646" dirty="0">
                <a:solidFill>
                  <a:prstClr val="white"/>
                </a:solidFill>
              </a:rPr>
              <a:t>B. </a:t>
            </a:r>
            <a:r>
              <a:rPr lang="zh-CN" altLang="en-US" sz="2646" dirty="0">
                <a:solidFill>
                  <a:prstClr val="white"/>
                </a:solidFill>
              </a:rPr>
              <a:t>没有问题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9CE254C2-F716-E8A2-82B1-15E9C13AB74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81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618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503972" fontAlgn="auto">
              <a:spcAft>
                <a:spcPts val="0"/>
              </a:spcAft>
              <a:defRPr/>
            </a:pPr>
            <a:r>
              <a:rPr lang="zh-CN" altLang="en-US" dirty="0">
                <a:latin typeface="宋体" panose="02010600030101010101" pitchFamily="2" charset="-122"/>
              </a:rPr>
              <a:t>递归下降子程序设计</a:t>
            </a:r>
            <a:endParaRPr lang="zh-CN" altLang="en-US" dirty="0"/>
          </a:p>
        </p:txBody>
      </p:sp>
      <p:sp>
        <p:nvSpPr>
          <p:cNvPr id="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77979" indent="-377979" defTabSz="503972" fontAlgn="auto">
              <a:spcBef>
                <a:spcPts val="1102"/>
              </a:spcBef>
              <a:spcAft>
                <a:spcPts val="0"/>
              </a:spcAft>
              <a:buFont typeface="Wingdings 3" charset="2"/>
              <a:buChar char=""/>
              <a:defRPr/>
            </a:pP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文法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G(E):</a:t>
            </a:r>
          </a:p>
          <a:p>
            <a:pPr marL="818954" lvl="1" indent="-314982" defTabSz="503972" fontAlgn="auto"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646" dirty="0">
                <a:solidFill>
                  <a:schemeClr val="tx1"/>
                </a:solidFill>
              </a:rPr>
              <a:t>E→TE</a:t>
            </a:r>
            <a:r>
              <a:rPr lang="en-US" altLang="zh-CN" sz="2646" dirty="0">
                <a:solidFill>
                  <a:schemeClr val="tx1"/>
                </a:solidFill>
                <a:sym typeface="Symbol" panose="05050102010706020507" pitchFamily="18" charset="2"/>
              </a:rPr>
              <a:t></a:t>
            </a:r>
            <a:endParaRPr lang="en-US" altLang="zh-CN" sz="2646" dirty="0">
              <a:solidFill>
                <a:schemeClr val="tx1"/>
              </a:solidFill>
            </a:endParaRPr>
          </a:p>
          <a:p>
            <a:pPr marL="818954" lvl="1" indent="-314982" defTabSz="503972" fontAlgn="auto"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646" dirty="0">
                <a:solidFill>
                  <a:schemeClr val="tx1"/>
                </a:solidFill>
              </a:rPr>
              <a:t>E</a:t>
            </a:r>
            <a:r>
              <a:rPr lang="en-US" altLang="zh-CN" sz="2646" dirty="0">
                <a:solidFill>
                  <a:schemeClr val="tx1"/>
                </a:solidFill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solidFill>
                  <a:schemeClr val="tx1"/>
                </a:solidFill>
              </a:rPr>
              <a:t>→+TE</a:t>
            </a:r>
            <a:r>
              <a:rPr lang="en-US" altLang="zh-CN" sz="2646" dirty="0">
                <a:solidFill>
                  <a:schemeClr val="tx1"/>
                </a:solidFill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solidFill>
                  <a:schemeClr val="tx1"/>
                </a:solidFill>
              </a:rPr>
              <a:t> | </a:t>
            </a:r>
            <a:r>
              <a:rPr lang="en-US" altLang="zh-CN" sz="2646" dirty="0">
                <a:solidFill>
                  <a:schemeClr val="tx1"/>
                </a:solidFill>
                <a:sym typeface="Symbol" panose="05050102010706020507" pitchFamily="18" charset="2"/>
              </a:rPr>
              <a:t></a:t>
            </a:r>
            <a:endParaRPr lang="en-US" altLang="zh-CN" sz="2646" dirty="0">
              <a:solidFill>
                <a:schemeClr val="tx1"/>
              </a:solidFill>
            </a:endParaRPr>
          </a:p>
          <a:p>
            <a:pPr marL="818954" lvl="1" indent="-314982" defTabSz="503972" fontAlgn="auto"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646" b="1" dirty="0">
                <a:solidFill>
                  <a:srgbClr val="C00000"/>
                </a:solidFill>
              </a:rPr>
              <a:t>T→FT</a:t>
            </a:r>
            <a:r>
              <a:rPr lang="en-US" altLang="zh-CN" sz="2646" b="1" dirty="0">
                <a:solidFill>
                  <a:srgbClr val="C00000"/>
                </a:solidFill>
                <a:sym typeface="Symbol" panose="05050102010706020507" pitchFamily="18" charset="2"/>
              </a:rPr>
              <a:t></a:t>
            </a:r>
            <a:r>
              <a:rPr lang="en-US" altLang="zh-CN" sz="2646" b="1" dirty="0">
                <a:solidFill>
                  <a:srgbClr val="C00000"/>
                </a:solidFill>
              </a:rPr>
              <a:t>                         </a:t>
            </a:r>
          </a:p>
          <a:p>
            <a:pPr marL="818954" lvl="1" indent="-314982" defTabSz="503972" fontAlgn="auto"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646" b="1" dirty="0">
                <a:solidFill>
                  <a:srgbClr val="C00000"/>
                </a:solidFill>
              </a:rPr>
              <a:t>T</a:t>
            </a:r>
            <a:r>
              <a:rPr lang="en-US" altLang="zh-CN" sz="2646" b="1" dirty="0">
                <a:solidFill>
                  <a:srgbClr val="C00000"/>
                </a:solidFill>
                <a:sym typeface="Symbol" panose="05050102010706020507" pitchFamily="18" charset="2"/>
              </a:rPr>
              <a:t></a:t>
            </a:r>
            <a:r>
              <a:rPr lang="en-US" altLang="zh-CN" sz="2646" b="1" dirty="0">
                <a:solidFill>
                  <a:srgbClr val="C00000"/>
                </a:solidFill>
              </a:rPr>
              <a:t>→</a:t>
            </a:r>
            <a:r>
              <a:rPr lang="en-US" altLang="zh-CN" sz="2646" b="1" dirty="0">
                <a:solidFill>
                  <a:srgbClr val="0070C0"/>
                </a:solidFill>
              </a:rPr>
              <a:t>*FT</a:t>
            </a:r>
            <a:r>
              <a:rPr lang="en-US" altLang="zh-CN" sz="2646" b="1" dirty="0">
                <a:solidFill>
                  <a:srgbClr val="0070C0"/>
                </a:solidFill>
                <a:sym typeface="Symbol" panose="05050102010706020507" pitchFamily="18" charset="2"/>
              </a:rPr>
              <a:t></a:t>
            </a:r>
            <a:r>
              <a:rPr lang="en-US" altLang="zh-CN" sz="2646" b="1" dirty="0">
                <a:solidFill>
                  <a:srgbClr val="0070C0"/>
                </a:solidFill>
              </a:rPr>
              <a:t> </a:t>
            </a:r>
            <a:r>
              <a:rPr lang="en-US" altLang="zh-CN" sz="2646" b="1" dirty="0">
                <a:solidFill>
                  <a:srgbClr val="C00000"/>
                </a:solidFill>
              </a:rPr>
              <a:t>| </a:t>
            </a:r>
            <a:r>
              <a:rPr lang="en-US" altLang="zh-CN" sz="2646" b="1" dirty="0">
                <a:solidFill>
                  <a:srgbClr val="008000"/>
                </a:solidFill>
                <a:sym typeface="Symbol" panose="05050102010706020507" pitchFamily="18" charset="2"/>
              </a:rPr>
              <a:t></a:t>
            </a:r>
            <a:endParaRPr lang="en-US" altLang="zh-CN" sz="2646" b="1" dirty="0">
              <a:solidFill>
                <a:srgbClr val="008000"/>
              </a:solidFill>
            </a:endParaRPr>
          </a:p>
          <a:p>
            <a:pPr marL="818954" lvl="1" indent="-314982" defTabSz="503972" fontAlgn="auto"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F→(E) | </a:t>
            </a:r>
            <a:r>
              <a:rPr lang="en-US" altLang="zh-CN" sz="2646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endParaRPr lang="en-US" altLang="zh-CN" sz="2646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77979" indent="-377979" defTabSz="503972" fontAlgn="auto">
              <a:spcBef>
                <a:spcPct val="0"/>
              </a:spcBef>
              <a:spcAft>
                <a:spcPts val="0"/>
              </a:spcAft>
              <a:buFont typeface="Wingdings 3" charset="2"/>
              <a:buChar char=""/>
              <a:defRPr/>
            </a:pP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对应的递归下降子程序为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584200" y="5407025"/>
            <a:ext cx="2916238" cy="193198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646" dirty="0">
                <a:solidFill>
                  <a:prstClr val="black"/>
                </a:solidFill>
              </a:rPr>
              <a:t>PROCEDURE  T</a:t>
            </a:r>
            <a:r>
              <a:rPr kumimoji="1" lang="zh-CN" altLang="en-US" sz="2646" dirty="0">
                <a:solidFill>
                  <a:prstClr val="black"/>
                </a:solidFill>
              </a:rPr>
              <a:t>；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646" dirty="0">
                <a:solidFill>
                  <a:prstClr val="black"/>
                </a:solidFill>
              </a:rPr>
              <a:t>BEGIN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646" dirty="0">
                <a:solidFill>
                  <a:prstClr val="black"/>
                </a:solidFill>
              </a:rPr>
              <a:t>	   F</a:t>
            </a:r>
            <a:r>
              <a:rPr kumimoji="1" lang="zh-CN" altLang="en-US" sz="2646" dirty="0">
                <a:solidFill>
                  <a:prstClr val="black"/>
                </a:solidFill>
              </a:rPr>
              <a:t>；</a:t>
            </a:r>
            <a:r>
              <a:rPr kumimoji="1" lang="en-US" altLang="zh-CN" sz="2646" dirty="0">
                <a:solidFill>
                  <a:prstClr val="black"/>
                </a:solidFill>
              </a:rPr>
              <a:t>T</a:t>
            </a:r>
            <a:r>
              <a:rPr kumimoji="1" lang="en-US" altLang="zh-CN" sz="2646" dirty="0">
                <a:solidFill>
                  <a:prstClr val="black"/>
                </a:solidFill>
                <a:sym typeface="Symbol" panose="05050102010706020507" pitchFamily="18" charset="2"/>
              </a:rPr>
              <a:t></a:t>
            </a:r>
            <a:endParaRPr kumimoji="1" lang="en-US" altLang="zh-CN" sz="2646" dirty="0">
              <a:solidFill>
                <a:prstClr val="black"/>
              </a:solidFill>
            </a:endParaRP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646" dirty="0">
                <a:solidFill>
                  <a:prstClr val="black"/>
                </a:solidFill>
              </a:rPr>
              <a:t>END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1" lang="en-US" altLang="zh-CN" sz="2646" dirty="0">
              <a:solidFill>
                <a:prstClr val="black"/>
              </a:solidFill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5262563" y="860425"/>
            <a:ext cx="4200525" cy="254952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646" dirty="0">
                <a:solidFill>
                  <a:prstClr val="black"/>
                </a:solidFill>
              </a:rPr>
              <a:t>PROCEDURE  T</a:t>
            </a:r>
            <a:r>
              <a:rPr kumimoji="1" lang="en-US" altLang="zh-CN" sz="2646" dirty="0">
                <a:solidFill>
                  <a:prstClr val="black"/>
                </a:solidFill>
                <a:sym typeface="Symbol" panose="05050102010706020507" pitchFamily="18" charset="2"/>
              </a:rPr>
              <a:t></a:t>
            </a:r>
            <a:r>
              <a:rPr kumimoji="1" lang="zh-CN" altLang="en-US" sz="2646" dirty="0">
                <a:solidFill>
                  <a:prstClr val="black"/>
                </a:solidFill>
              </a:rPr>
              <a:t>；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646" dirty="0">
                <a:solidFill>
                  <a:prstClr val="black"/>
                </a:solidFill>
              </a:rPr>
              <a:t>IF SYM=‘*’ THEN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646" dirty="0">
                <a:solidFill>
                  <a:prstClr val="black"/>
                </a:solidFill>
              </a:rPr>
              <a:t>BEGIN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646" dirty="0">
                <a:solidFill>
                  <a:prstClr val="black"/>
                </a:solidFill>
              </a:rPr>
              <a:t>    ADVANCE</a:t>
            </a:r>
            <a:r>
              <a:rPr kumimoji="1" lang="zh-CN" altLang="en-US" sz="2646" dirty="0">
                <a:solidFill>
                  <a:prstClr val="black"/>
                </a:solidFill>
              </a:rPr>
              <a:t>；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646" dirty="0">
                <a:solidFill>
                  <a:prstClr val="black"/>
                </a:solidFill>
              </a:rPr>
              <a:t>    </a:t>
            </a:r>
            <a:r>
              <a:rPr kumimoji="1" lang="en-US" altLang="zh-CN" sz="2646" dirty="0">
                <a:solidFill>
                  <a:prstClr val="black"/>
                </a:solidFill>
              </a:rPr>
              <a:t>F</a:t>
            </a:r>
            <a:r>
              <a:rPr kumimoji="1" lang="zh-CN" altLang="en-US" sz="2646" dirty="0">
                <a:solidFill>
                  <a:prstClr val="black"/>
                </a:solidFill>
              </a:rPr>
              <a:t>；</a:t>
            </a:r>
            <a:r>
              <a:rPr kumimoji="1" lang="en-US" altLang="zh-CN" sz="2646" dirty="0">
                <a:solidFill>
                  <a:prstClr val="black"/>
                </a:solidFill>
              </a:rPr>
              <a:t>T</a:t>
            </a:r>
            <a:r>
              <a:rPr kumimoji="1" lang="en-US" altLang="zh-CN" sz="2646" dirty="0">
                <a:solidFill>
                  <a:prstClr val="black"/>
                </a:solidFill>
                <a:sym typeface="Symbol" panose="05050102010706020507" pitchFamily="18" charset="2"/>
              </a:rPr>
              <a:t></a:t>
            </a:r>
            <a:endParaRPr kumimoji="1" lang="en-US" altLang="zh-CN" sz="2646" dirty="0">
              <a:solidFill>
                <a:prstClr val="black"/>
              </a:solidFill>
            </a:endParaRP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646" dirty="0">
                <a:solidFill>
                  <a:prstClr val="black"/>
                </a:solidFill>
              </a:rPr>
              <a:t>END</a:t>
            </a:r>
            <a:r>
              <a:rPr kumimoji="1" lang="zh-CN" altLang="en-US" sz="2646" dirty="0">
                <a:solidFill>
                  <a:prstClr val="black"/>
                </a:solidFill>
              </a:rPr>
              <a:t>；</a:t>
            </a: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897313" y="3559175"/>
            <a:ext cx="5565775" cy="37798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646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PROCEDURE  T</a:t>
            </a:r>
            <a:r>
              <a:rPr kumimoji="1" lang="en-US" altLang="zh-CN" sz="2646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kumimoji="1" lang="zh-CN" altLang="en-US" sz="2646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；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646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IF SYM=‘*’ THEN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646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BEGIN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646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ADVANCE</a:t>
            </a:r>
            <a:r>
              <a:rPr kumimoji="1" lang="zh-CN" altLang="en-US" sz="2646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；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646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</a:t>
            </a:r>
            <a:r>
              <a:rPr kumimoji="1" lang="en-US" altLang="zh-CN" sz="2646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kumimoji="1" lang="zh-CN" altLang="en-US" sz="2646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；</a:t>
            </a:r>
            <a:r>
              <a:rPr kumimoji="1" lang="en-US" altLang="zh-CN" sz="2646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kumimoji="1" lang="en-US" altLang="zh-CN" sz="2646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endParaRPr kumimoji="1" lang="en-US" altLang="zh-CN" sz="2646" dirty="0">
              <a:solidFill>
                <a:srgbClr val="0070C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646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END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646" dirty="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ELSE  IF SYM=‘#’  AND 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646" dirty="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     SYM=’)’ AND SYM=’+’ 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646" dirty="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THEN  ERROR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D2896D6-C021-82B9-33CA-D3BE2E2B8FF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82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4" name="Text Box 13">
            <a:extLst>
              <a:ext uri="{FF2B5EF4-FFF2-40B4-BE49-F238E27FC236}">
                <a16:creationId xmlns:a16="http://schemas.microsoft.com/office/drawing/2014/main" id="{447D599A-E179-4692-E680-2162E0E7A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9331" y="220662"/>
            <a:ext cx="3641263" cy="499496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>
                <a:srgbClr val="C0504D"/>
              </a:buClr>
              <a:buSzPct val="80000"/>
              <a:buNone/>
            </a:pPr>
            <a:r>
              <a:rPr lang="en-US" altLang="zh-CN" sz="2646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FOLLOW(T</a:t>
            </a:r>
            <a:r>
              <a:rPr lang="en-US" altLang="zh-CN" sz="2646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)={ +,), # }</a:t>
            </a:r>
            <a:endParaRPr lang="en-GB" altLang="zh-CN" sz="2646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  <p:bldP spid="9" grpId="0" animBg="1"/>
      <p:bldP spid="10" grpId="0" animBg="1"/>
      <p:bldP spid="4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503972" fontAlgn="auto">
              <a:spcAft>
                <a:spcPts val="0"/>
              </a:spcAft>
              <a:defRPr/>
            </a:pPr>
            <a:r>
              <a:rPr lang="zh-CN" altLang="en-US" dirty="0">
                <a:latin typeface="宋体" panose="02010600030101010101" pitchFamily="2" charset="-122"/>
              </a:rPr>
              <a:t>递归下降子程序设计</a:t>
            </a:r>
            <a:endParaRPr lang="zh-CN" altLang="en-US" dirty="0"/>
          </a:p>
        </p:txBody>
      </p:sp>
      <p:sp>
        <p:nvSpPr>
          <p:cNvPr id="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77979" indent="-377979" defTabSz="503972" fontAlgn="auto">
              <a:spcBef>
                <a:spcPts val="1102"/>
              </a:spcBef>
              <a:spcAft>
                <a:spcPts val="0"/>
              </a:spcAft>
              <a:buFont typeface="Wingdings 3" charset="2"/>
              <a:buChar char=""/>
              <a:defRPr/>
            </a:pP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文法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G(E):</a:t>
            </a:r>
          </a:p>
          <a:p>
            <a:pPr marL="818954" lvl="1" indent="-314982" defTabSz="503972" fontAlgn="auto"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646" dirty="0">
                <a:solidFill>
                  <a:schemeClr val="tx1"/>
                </a:solidFill>
              </a:rPr>
              <a:t>E→TE</a:t>
            </a:r>
            <a:r>
              <a:rPr lang="en-US" altLang="zh-CN" sz="2646" dirty="0">
                <a:solidFill>
                  <a:schemeClr val="tx1"/>
                </a:solidFill>
                <a:sym typeface="Symbol" panose="05050102010706020507" pitchFamily="18" charset="2"/>
              </a:rPr>
              <a:t></a:t>
            </a:r>
            <a:endParaRPr lang="en-US" altLang="zh-CN" sz="2646" dirty="0">
              <a:solidFill>
                <a:schemeClr val="tx1"/>
              </a:solidFill>
            </a:endParaRPr>
          </a:p>
          <a:p>
            <a:pPr marL="818954" lvl="1" indent="-314982" defTabSz="503972" fontAlgn="auto"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646" dirty="0">
                <a:solidFill>
                  <a:schemeClr val="tx1"/>
                </a:solidFill>
              </a:rPr>
              <a:t>E</a:t>
            </a:r>
            <a:r>
              <a:rPr lang="en-US" altLang="zh-CN" sz="2646" dirty="0">
                <a:solidFill>
                  <a:schemeClr val="tx1"/>
                </a:solidFill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solidFill>
                  <a:schemeClr val="tx1"/>
                </a:solidFill>
              </a:rPr>
              <a:t>→+TE</a:t>
            </a:r>
            <a:r>
              <a:rPr lang="en-US" altLang="zh-CN" sz="2646" dirty="0">
                <a:solidFill>
                  <a:schemeClr val="tx1"/>
                </a:solidFill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solidFill>
                  <a:schemeClr val="tx1"/>
                </a:solidFill>
              </a:rPr>
              <a:t> | </a:t>
            </a:r>
            <a:r>
              <a:rPr lang="en-US" altLang="zh-CN" sz="2646" dirty="0">
                <a:solidFill>
                  <a:schemeClr val="tx1"/>
                </a:solidFill>
                <a:sym typeface="Symbol" panose="05050102010706020507" pitchFamily="18" charset="2"/>
              </a:rPr>
              <a:t></a:t>
            </a:r>
            <a:endParaRPr lang="en-US" altLang="zh-CN" sz="2646" dirty="0">
              <a:solidFill>
                <a:schemeClr val="tx1"/>
              </a:solidFill>
            </a:endParaRPr>
          </a:p>
          <a:p>
            <a:pPr marL="818954" lvl="1" indent="-314982" defTabSz="503972" fontAlgn="auto"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646" dirty="0">
                <a:solidFill>
                  <a:schemeClr val="tx1"/>
                </a:solidFill>
              </a:rPr>
              <a:t>T→FT</a:t>
            </a:r>
            <a:r>
              <a:rPr lang="en-US" altLang="zh-CN" sz="2646" dirty="0">
                <a:solidFill>
                  <a:schemeClr val="tx1"/>
                </a:solidFill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solidFill>
                  <a:schemeClr val="tx1"/>
                </a:solidFill>
              </a:rPr>
              <a:t>                         </a:t>
            </a:r>
          </a:p>
          <a:p>
            <a:pPr marL="818954" lvl="1" indent="-314982" defTabSz="503972" fontAlgn="auto"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646" dirty="0">
                <a:solidFill>
                  <a:schemeClr val="tx1"/>
                </a:solidFill>
              </a:rPr>
              <a:t>T</a:t>
            </a:r>
            <a:r>
              <a:rPr lang="en-US" altLang="zh-CN" sz="2646" dirty="0">
                <a:solidFill>
                  <a:schemeClr val="tx1"/>
                </a:solidFill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solidFill>
                  <a:schemeClr val="tx1"/>
                </a:solidFill>
              </a:rPr>
              <a:t>→*FT</a:t>
            </a:r>
            <a:r>
              <a:rPr lang="en-US" altLang="zh-CN" sz="2646" dirty="0">
                <a:solidFill>
                  <a:schemeClr val="tx1"/>
                </a:solidFill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solidFill>
                  <a:schemeClr val="tx1"/>
                </a:solidFill>
              </a:rPr>
              <a:t> | </a:t>
            </a:r>
            <a:r>
              <a:rPr lang="en-US" altLang="zh-CN" sz="2646" dirty="0">
                <a:solidFill>
                  <a:schemeClr val="tx1"/>
                </a:solidFill>
                <a:sym typeface="Symbol" panose="05050102010706020507" pitchFamily="18" charset="2"/>
              </a:rPr>
              <a:t></a:t>
            </a:r>
            <a:endParaRPr lang="en-US" altLang="zh-CN" sz="2646" dirty="0">
              <a:solidFill>
                <a:schemeClr val="tx1"/>
              </a:solidFill>
            </a:endParaRPr>
          </a:p>
          <a:p>
            <a:pPr marL="818954" lvl="1" indent="-314982" defTabSz="503972" fontAlgn="auto"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646" dirty="0">
                <a:solidFill>
                  <a:schemeClr val="tx1"/>
                </a:solidFill>
              </a:rPr>
              <a:t>F→(E) | </a:t>
            </a:r>
            <a:r>
              <a:rPr lang="en-US" altLang="zh-CN" sz="2646" dirty="0" err="1">
                <a:solidFill>
                  <a:schemeClr val="tx1"/>
                </a:solidFill>
              </a:rPr>
              <a:t>i</a:t>
            </a:r>
            <a:endParaRPr lang="en-US" altLang="zh-CN" sz="2646" dirty="0">
              <a:solidFill>
                <a:schemeClr val="tx1"/>
              </a:solidFill>
            </a:endParaRPr>
          </a:p>
          <a:p>
            <a:pPr marL="377979" indent="-377979" defTabSz="503972" fontAlgn="auto">
              <a:spcBef>
                <a:spcPct val="0"/>
              </a:spcBef>
              <a:spcAft>
                <a:spcPts val="0"/>
              </a:spcAft>
              <a:buFont typeface="Wingdings 3" charset="2"/>
              <a:buChar char=""/>
              <a:defRPr/>
            </a:pP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对应的递归下降子程序为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856163" y="3181350"/>
            <a:ext cx="4932362" cy="400843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3086" noProof="1">
                <a:solidFill>
                  <a:prstClr val="black"/>
                </a:solidFill>
              </a:rPr>
              <a:t>主程序: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3086" noProof="1">
                <a:solidFill>
                  <a:prstClr val="black"/>
                </a:solidFill>
              </a:rPr>
              <a:t>PROGRAM PARSER;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3086" noProof="1">
                <a:solidFill>
                  <a:prstClr val="black"/>
                </a:solidFill>
              </a:rPr>
              <a:t>BEGIN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3086" noProof="1">
                <a:solidFill>
                  <a:prstClr val="black"/>
                </a:solidFill>
              </a:rPr>
              <a:t>    ADVANCE;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3086" noProof="1">
                <a:solidFill>
                  <a:prstClr val="black"/>
                </a:solidFill>
              </a:rPr>
              <a:t>    E;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3086" noProof="1">
                <a:solidFill>
                  <a:prstClr val="black"/>
                </a:solidFill>
              </a:rPr>
              <a:t>    IF SYM =’#’ THEN 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3086" noProof="1">
                <a:solidFill>
                  <a:prstClr val="black"/>
                </a:solidFill>
              </a:rPr>
              <a:t>        ERROR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3086" noProof="1">
                <a:solidFill>
                  <a:prstClr val="black"/>
                </a:solidFill>
              </a:rPr>
              <a:t>END;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259DA93-8B20-C161-62ED-2F39833643B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83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LL(1)</a:t>
            </a:r>
            <a:r>
              <a:rPr lang="zh-CN" altLang="en-US" dirty="0"/>
              <a:t>分析法</a:t>
            </a:r>
            <a:endParaRPr lang="en-GB" altLang="zh-CN" dirty="0"/>
          </a:p>
        </p:txBody>
      </p:sp>
      <p:sp>
        <p:nvSpPr>
          <p:cNvPr id="1218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dirty="0"/>
              <a:t>假设要用非终结符</a:t>
            </a:r>
            <a:r>
              <a:rPr lang="en-US" altLang="zh-CN" dirty="0"/>
              <a:t>A</a:t>
            </a:r>
            <a:r>
              <a:rPr lang="zh-CN" altLang="en-US" dirty="0"/>
              <a:t>进行匹配，面临的输入符号为</a:t>
            </a:r>
            <a:r>
              <a:rPr lang="en-US" altLang="zh-CN" dirty="0"/>
              <a:t>a</a:t>
            </a:r>
            <a:r>
              <a:rPr lang="zh-CN" altLang="en-US" dirty="0"/>
              <a:t>，</a:t>
            </a:r>
            <a:r>
              <a:rPr lang="en-US" altLang="zh-CN" dirty="0"/>
              <a:t>A</a:t>
            </a:r>
            <a:r>
              <a:rPr lang="zh-CN" altLang="en-US" dirty="0"/>
              <a:t>的所有产生式为</a:t>
            </a: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A→</a:t>
            </a:r>
            <a:r>
              <a:rPr lang="en-US" altLang="zh-CN" dirty="0">
                <a:sym typeface="Symbol" panose="05050102010706020507" pitchFamily="18" charset="2"/>
              </a:rPr>
              <a:t></a:t>
            </a:r>
            <a:r>
              <a:rPr lang="en-US" altLang="zh-CN" baseline="-25000" dirty="0"/>
              <a:t>1 </a:t>
            </a:r>
            <a:r>
              <a:rPr lang="en-US" altLang="zh-CN" dirty="0"/>
              <a:t>| </a:t>
            </a:r>
            <a:r>
              <a:rPr lang="en-US" altLang="zh-CN" dirty="0">
                <a:sym typeface="Symbol" panose="05050102010706020507" pitchFamily="18" charset="2"/>
              </a:rPr>
              <a:t></a:t>
            </a:r>
            <a:r>
              <a:rPr lang="en-US" altLang="zh-CN" baseline="-25000" dirty="0"/>
              <a:t>2 </a:t>
            </a:r>
            <a:r>
              <a:rPr lang="en-US" altLang="zh-CN" dirty="0"/>
              <a:t>| … | </a:t>
            </a:r>
            <a:r>
              <a:rPr lang="en-US" altLang="zh-CN" dirty="0">
                <a:sym typeface="Symbol" panose="05050102010706020507" pitchFamily="18" charset="2"/>
              </a:rPr>
              <a:t></a:t>
            </a:r>
            <a:r>
              <a:rPr lang="en-US" altLang="zh-CN" baseline="-25000" dirty="0"/>
              <a:t>n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086" dirty="0"/>
              <a:t>1. </a:t>
            </a:r>
            <a:r>
              <a:rPr lang="zh-CN" altLang="en-US" sz="3086" dirty="0"/>
              <a:t>若</a:t>
            </a:r>
            <a:r>
              <a:rPr lang="en-US" altLang="zh-CN" sz="3086" dirty="0" err="1"/>
              <a:t>a</a:t>
            </a:r>
            <a:r>
              <a:rPr lang="en-US" altLang="zh-CN" sz="3086" dirty="0" err="1">
                <a:sym typeface="Symbol" panose="05050102010706020507" pitchFamily="18" charset="2"/>
              </a:rPr>
              <a:t></a:t>
            </a:r>
            <a:r>
              <a:rPr lang="en-US" altLang="zh-CN" sz="3086" dirty="0" err="1"/>
              <a:t>FIRST</a:t>
            </a:r>
            <a:r>
              <a:rPr lang="en-US" altLang="zh-CN" sz="3086" dirty="0"/>
              <a:t>(</a:t>
            </a:r>
            <a:r>
              <a:rPr lang="en-US" altLang="zh-CN" sz="3086" dirty="0">
                <a:sym typeface="Symbol" panose="05050102010706020507" pitchFamily="18" charset="2"/>
              </a:rPr>
              <a:t></a:t>
            </a:r>
            <a:r>
              <a:rPr lang="en-US" altLang="zh-CN" sz="3086" baseline="-25000" dirty="0" err="1"/>
              <a:t>i</a:t>
            </a:r>
            <a:r>
              <a:rPr lang="en-US" altLang="zh-CN" sz="3086" dirty="0"/>
              <a:t>)</a:t>
            </a:r>
            <a:r>
              <a:rPr lang="zh-CN" altLang="en-US" sz="3086" dirty="0"/>
              <a:t>，则指派</a:t>
            </a:r>
            <a:r>
              <a:rPr lang="zh-CN" altLang="en-US" sz="3086" dirty="0">
                <a:sym typeface="Symbol" panose="05050102010706020507" pitchFamily="18" charset="2"/>
              </a:rPr>
              <a:t></a:t>
            </a:r>
            <a:r>
              <a:rPr lang="zh-CN" altLang="en-US" sz="3086" baseline="-25000" dirty="0"/>
              <a:t> </a:t>
            </a:r>
            <a:r>
              <a:rPr lang="en-US" altLang="zh-CN" sz="3086" baseline="-25000" dirty="0" err="1"/>
              <a:t>i</a:t>
            </a:r>
            <a:r>
              <a:rPr lang="zh-CN" altLang="en-US" sz="3086" dirty="0"/>
              <a:t>执行匹配任务；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3086" dirty="0"/>
              <a:t>2. </a:t>
            </a:r>
            <a:r>
              <a:rPr lang="zh-CN" altLang="en-US" sz="3086" dirty="0"/>
              <a:t>若</a:t>
            </a:r>
            <a:r>
              <a:rPr lang="en-US" altLang="zh-CN" sz="3086" dirty="0"/>
              <a:t>a</a:t>
            </a:r>
            <a:r>
              <a:rPr lang="zh-CN" altLang="en-US" sz="3086" dirty="0"/>
              <a:t>不属于任何一个候选首符集，则：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086" dirty="0"/>
              <a:t>  </a:t>
            </a:r>
            <a:r>
              <a:rPr lang="en-US" altLang="zh-CN" sz="3086" dirty="0"/>
              <a:t>(1) </a:t>
            </a:r>
            <a:r>
              <a:rPr lang="zh-CN" altLang="en-US" sz="3086" dirty="0"/>
              <a:t>若</a:t>
            </a:r>
            <a:r>
              <a:rPr lang="zh-CN" altLang="en-US" sz="3086" dirty="0">
                <a:sym typeface="Symbol" panose="05050102010706020507" pitchFamily="18" charset="2"/>
              </a:rPr>
              <a:t></a:t>
            </a:r>
            <a:r>
              <a:rPr lang="zh-CN" altLang="en-US" sz="3086" dirty="0"/>
              <a:t>属于某个</a:t>
            </a:r>
            <a:r>
              <a:rPr lang="en-US" altLang="zh-CN" sz="3086" dirty="0"/>
              <a:t>FIRST(</a:t>
            </a:r>
            <a:r>
              <a:rPr lang="en-US" altLang="zh-CN" sz="3086" dirty="0">
                <a:sym typeface="Symbol" panose="05050102010706020507" pitchFamily="18" charset="2"/>
              </a:rPr>
              <a:t></a:t>
            </a:r>
            <a:r>
              <a:rPr lang="en-US" altLang="zh-CN" sz="3086" baseline="-25000" dirty="0" err="1"/>
              <a:t>i</a:t>
            </a:r>
            <a:r>
              <a:rPr lang="en-US" altLang="zh-CN" sz="3086" dirty="0"/>
              <a:t> )</a:t>
            </a:r>
            <a:r>
              <a:rPr lang="zh-CN" altLang="en-US" sz="3086" dirty="0"/>
              <a:t>且 </a:t>
            </a:r>
            <a:r>
              <a:rPr lang="en-US" altLang="zh-CN" sz="3086" dirty="0" err="1"/>
              <a:t>a</a:t>
            </a:r>
            <a:r>
              <a:rPr lang="en-US" altLang="zh-CN" sz="3086" dirty="0" err="1">
                <a:sym typeface="Symbol" panose="05050102010706020507" pitchFamily="18" charset="2"/>
              </a:rPr>
              <a:t></a:t>
            </a:r>
            <a:r>
              <a:rPr lang="en-US" altLang="zh-CN" sz="3086" dirty="0" err="1"/>
              <a:t>FOLLOW</a:t>
            </a:r>
            <a:r>
              <a:rPr lang="en-US" altLang="zh-CN" sz="3086" dirty="0"/>
              <a:t>(A)</a:t>
            </a:r>
            <a:r>
              <a:rPr lang="zh-CN" altLang="en-US" sz="3086" dirty="0"/>
              <a:t>， 则让</a:t>
            </a:r>
            <a:r>
              <a:rPr lang="en-US" altLang="zh-CN" sz="3086" dirty="0"/>
              <a:t>A</a:t>
            </a:r>
            <a:r>
              <a:rPr lang="zh-CN" altLang="en-US" sz="3086" dirty="0"/>
              <a:t>与</a:t>
            </a:r>
            <a:r>
              <a:rPr lang="zh-CN" altLang="en-US" sz="3086" dirty="0">
                <a:sym typeface="Symbol" panose="05050102010706020507" pitchFamily="18" charset="2"/>
              </a:rPr>
              <a:t></a:t>
            </a:r>
            <a:r>
              <a:rPr lang="zh-CN" altLang="en-US" sz="3086" dirty="0"/>
              <a:t>自动匹配。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086" dirty="0"/>
              <a:t>  </a:t>
            </a:r>
            <a:r>
              <a:rPr lang="en-US" altLang="zh-CN" sz="3086" dirty="0"/>
              <a:t>(2) </a:t>
            </a:r>
            <a:r>
              <a:rPr lang="zh-CN" altLang="en-US" sz="3086" dirty="0"/>
              <a:t>否则，</a:t>
            </a:r>
            <a:r>
              <a:rPr lang="en-US" altLang="zh-CN" sz="3086" dirty="0"/>
              <a:t>a</a:t>
            </a:r>
            <a:r>
              <a:rPr lang="zh-CN" altLang="en-US" sz="3086" dirty="0"/>
              <a:t>的出现是一种语法错误。</a:t>
            </a:r>
          </a:p>
        </p:txBody>
      </p:sp>
      <p:grpSp>
        <p:nvGrpSpPr>
          <p:cNvPr id="16" name="Group 6"/>
          <p:cNvGrpSpPr>
            <a:grpSpLocks/>
          </p:cNvGrpSpPr>
          <p:nvPr/>
        </p:nvGrpSpPr>
        <p:grpSpPr bwMode="auto">
          <a:xfrm>
            <a:off x="5843590" y="332215"/>
            <a:ext cx="3527848" cy="1511935"/>
            <a:chOff x="3360" y="2976"/>
            <a:chExt cx="2016" cy="864"/>
          </a:xfrm>
        </p:grpSpPr>
        <p:sp>
          <p:nvSpPr>
            <p:cNvPr id="17" name="Rectangle 7"/>
            <p:cNvSpPr>
              <a:spLocks noChangeArrowheads="1"/>
            </p:cNvSpPr>
            <p:nvPr/>
          </p:nvSpPr>
          <p:spPr bwMode="auto">
            <a:xfrm>
              <a:off x="4320" y="2976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>
                  <a:solidFill>
                    <a:prstClr val="black"/>
                  </a:solidFill>
                  <a:cs typeface="+mn-cs"/>
                </a:rPr>
                <a:t>S</a:t>
              </a:r>
              <a:endParaRPr kumimoji="1" lang="en-US" altLang="zh-CN" sz="2646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18" name="Rectangle 8"/>
            <p:cNvSpPr>
              <a:spLocks noChangeArrowheads="1"/>
            </p:cNvSpPr>
            <p:nvPr/>
          </p:nvSpPr>
          <p:spPr bwMode="auto">
            <a:xfrm>
              <a:off x="3504" y="2976"/>
              <a:ext cx="5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>
                  <a:solidFill>
                    <a:prstClr val="black"/>
                  </a:solidFill>
                  <a:cs typeface="+mn-cs"/>
                </a:rPr>
                <a:t>a…#</a:t>
              </a:r>
              <a:endParaRPr kumimoji="1" lang="en-US" altLang="zh-CN" sz="2646">
                <a:solidFill>
                  <a:prstClr val="black"/>
                </a:solidFill>
                <a:cs typeface="+mn-cs"/>
              </a:endParaRPr>
            </a:p>
          </p:txBody>
        </p:sp>
        <p:grpSp>
          <p:nvGrpSpPr>
            <p:cNvPr id="19" name="Group 9"/>
            <p:cNvGrpSpPr>
              <a:grpSpLocks/>
            </p:cNvGrpSpPr>
            <p:nvPr/>
          </p:nvGrpSpPr>
          <p:grpSpPr bwMode="auto">
            <a:xfrm>
              <a:off x="3360" y="3216"/>
              <a:ext cx="480" cy="624"/>
              <a:chOff x="624" y="768"/>
              <a:chExt cx="480" cy="624"/>
            </a:xfrm>
          </p:grpSpPr>
          <p:sp>
            <p:nvSpPr>
              <p:cNvPr id="26" name="Line 10"/>
              <p:cNvSpPr>
                <a:spLocks noChangeShapeType="1"/>
              </p:cNvSpPr>
              <p:nvPr/>
            </p:nvSpPr>
            <p:spPr bwMode="auto">
              <a:xfrm flipV="1">
                <a:off x="864" y="768"/>
                <a:ext cx="1" cy="288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503972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7" name="Rectangle 11"/>
              <p:cNvSpPr>
                <a:spLocks noChangeArrowheads="1"/>
              </p:cNvSpPr>
              <p:nvPr/>
            </p:nvSpPr>
            <p:spPr bwMode="auto">
              <a:xfrm>
                <a:off x="624" y="1104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algn="ctr" defTabSz="503972" eaLnBrk="1" fontAlgn="auto" hangingPunct="1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None/>
                </a:pPr>
                <a:r>
                  <a:rPr kumimoji="1" lang="en-US" altLang="zh-CN" sz="3086">
                    <a:solidFill>
                      <a:prstClr val="black"/>
                    </a:solidFill>
                    <a:cs typeface="+mn-cs"/>
                  </a:rPr>
                  <a:t>IP</a:t>
                </a:r>
                <a:endParaRPr kumimoji="1" lang="en-US" altLang="zh-CN" sz="2646">
                  <a:solidFill>
                    <a:prstClr val="black"/>
                  </a:solidFill>
                  <a:cs typeface="+mn-cs"/>
                </a:endParaRPr>
              </a:p>
            </p:txBody>
          </p:sp>
        </p:grpSp>
        <p:sp>
          <p:nvSpPr>
            <p:cNvPr id="20" name="Line 12"/>
            <p:cNvSpPr>
              <a:spLocks noChangeShapeType="1"/>
            </p:cNvSpPr>
            <p:nvPr/>
          </p:nvSpPr>
          <p:spPr bwMode="auto">
            <a:xfrm flipH="1">
              <a:off x="4272" y="3216"/>
              <a:ext cx="288" cy="288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" name="Line 13"/>
            <p:cNvSpPr>
              <a:spLocks noChangeShapeType="1"/>
            </p:cNvSpPr>
            <p:nvPr/>
          </p:nvSpPr>
          <p:spPr bwMode="auto">
            <a:xfrm>
              <a:off x="4560" y="3216"/>
              <a:ext cx="624" cy="288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2" name="Line 14"/>
            <p:cNvSpPr>
              <a:spLocks noChangeShapeType="1"/>
            </p:cNvSpPr>
            <p:nvPr/>
          </p:nvSpPr>
          <p:spPr bwMode="auto">
            <a:xfrm>
              <a:off x="4560" y="3216"/>
              <a:ext cx="96" cy="288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" name="Rectangle 15"/>
            <p:cNvSpPr>
              <a:spLocks noChangeArrowheads="1"/>
            </p:cNvSpPr>
            <p:nvPr/>
          </p:nvSpPr>
          <p:spPr bwMode="auto">
            <a:xfrm>
              <a:off x="4416" y="3504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>
                  <a:solidFill>
                    <a:prstClr val="black"/>
                  </a:solidFill>
                  <a:cs typeface="+mn-cs"/>
                </a:rPr>
                <a:t>A</a:t>
              </a:r>
              <a:endParaRPr kumimoji="1" lang="en-US" altLang="zh-CN" sz="2646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24" name="Rectangle 16"/>
            <p:cNvSpPr>
              <a:spLocks noChangeArrowheads="1"/>
            </p:cNvSpPr>
            <p:nvPr/>
          </p:nvSpPr>
          <p:spPr bwMode="auto">
            <a:xfrm>
              <a:off x="3984" y="3504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>
                  <a:solidFill>
                    <a:prstClr val="black"/>
                  </a:solidFill>
                  <a:cs typeface="+mn-cs"/>
                </a:rPr>
                <a:t>...</a:t>
              </a:r>
              <a:endParaRPr kumimoji="1" lang="en-US" altLang="zh-CN" sz="2646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25" name="Rectangle 17"/>
            <p:cNvSpPr>
              <a:spLocks noChangeArrowheads="1"/>
            </p:cNvSpPr>
            <p:nvPr/>
          </p:nvSpPr>
          <p:spPr bwMode="auto">
            <a:xfrm>
              <a:off x="4896" y="3504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None/>
              </a:pPr>
              <a:r>
                <a:rPr kumimoji="1" lang="en-US" altLang="zh-CN" sz="3086">
                  <a:solidFill>
                    <a:prstClr val="black"/>
                  </a:solidFill>
                  <a:cs typeface="+mn-cs"/>
                </a:rPr>
                <a:t>...</a:t>
              </a:r>
              <a:endParaRPr kumimoji="1" lang="en-US" altLang="zh-CN" sz="2646">
                <a:solidFill>
                  <a:prstClr val="black"/>
                </a:solidFill>
                <a:cs typeface="+mn-cs"/>
              </a:endParaRPr>
            </a:p>
          </p:txBody>
        </p:sp>
      </p:grp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48A9AE9-1377-5262-0D2A-1B60DE601BA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84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2971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1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21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21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21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21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59" grpId="0" build="p" bldLvl="2" autoUpdateAnimBg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预测分析程序构成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总控程序</a:t>
            </a:r>
            <a:r>
              <a:rPr lang="zh-CN" altLang="en-US" dirty="0"/>
              <a:t>，根据现行栈顶符号和当前输入符号，执行动作</a:t>
            </a:r>
          </a:p>
          <a:p>
            <a:r>
              <a:rPr lang="zh-CN" altLang="en-US" dirty="0">
                <a:solidFill>
                  <a:srgbClr val="0070C0"/>
                </a:solidFill>
              </a:rPr>
              <a:t>分析表 </a:t>
            </a:r>
            <a:r>
              <a:rPr lang="en-US" altLang="zh-CN" dirty="0">
                <a:solidFill>
                  <a:srgbClr val="0070C0"/>
                </a:solidFill>
              </a:rPr>
              <a:t>M[A</a:t>
            </a:r>
            <a:r>
              <a:rPr lang="zh-CN" altLang="en-US" dirty="0">
                <a:solidFill>
                  <a:srgbClr val="0070C0"/>
                </a:solidFill>
              </a:rPr>
              <a:t>，</a:t>
            </a:r>
            <a:r>
              <a:rPr lang="en-US" altLang="zh-CN" i="1" dirty="0">
                <a:solidFill>
                  <a:srgbClr val="0070C0"/>
                </a:solidFill>
              </a:rPr>
              <a:t>a</a:t>
            </a:r>
            <a:r>
              <a:rPr lang="en-US" altLang="zh-CN" dirty="0">
                <a:solidFill>
                  <a:srgbClr val="0070C0"/>
                </a:solidFill>
              </a:rPr>
              <a:t>]</a:t>
            </a:r>
            <a:r>
              <a:rPr lang="zh-CN" altLang="en-US" dirty="0">
                <a:solidFill>
                  <a:srgbClr val="0070C0"/>
                </a:solidFill>
              </a:rPr>
              <a:t>矩阵</a:t>
            </a:r>
            <a:r>
              <a:rPr lang="zh-CN" altLang="en-US" dirty="0"/>
              <a:t>，</a:t>
            </a:r>
            <a:r>
              <a:rPr lang="en-US" altLang="zh-CN" dirty="0"/>
              <a:t>A </a:t>
            </a:r>
            <a:r>
              <a:rPr lang="en-US" altLang="zh-CN" dirty="0">
                <a:sym typeface="Symbol" panose="05050102010706020507" pitchFamily="18" charset="2"/>
              </a:rPr>
              <a:t> </a:t>
            </a:r>
            <a:r>
              <a:rPr lang="en-US" altLang="zh-CN" dirty="0"/>
              <a:t>V</a:t>
            </a:r>
            <a:r>
              <a:rPr lang="en-US" altLang="zh-CN" baseline="-25000" dirty="0"/>
              <a:t>N</a:t>
            </a:r>
            <a:r>
              <a:rPr lang="en-US" altLang="zh-CN" dirty="0"/>
              <a:t> </a:t>
            </a:r>
            <a:r>
              <a:rPr lang="zh-CN" altLang="en-US" dirty="0"/>
              <a:t>，</a:t>
            </a:r>
            <a:r>
              <a:rPr lang="en-US" altLang="zh-CN" dirty="0"/>
              <a:t>a </a:t>
            </a:r>
            <a:r>
              <a:rPr lang="en-US" altLang="zh-CN" dirty="0">
                <a:sym typeface="Symbol" panose="05050102010706020507" pitchFamily="18" charset="2"/>
              </a:rPr>
              <a:t> </a:t>
            </a:r>
            <a:r>
              <a:rPr lang="en-US" altLang="zh-CN" dirty="0"/>
              <a:t>V</a:t>
            </a:r>
            <a:r>
              <a:rPr lang="en-US" altLang="zh-CN" baseline="-25000" dirty="0"/>
              <a:t>T </a:t>
            </a:r>
            <a:r>
              <a:rPr lang="zh-CN" altLang="en-US" dirty="0"/>
              <a:t>是终结符或</a:t>
            </a:r>
            <a:r>
              <a:rPr lang="zh-CN" altLang="en-US" dirty="0">
                <a:latin typeface="Times New Roman" panose="02020603050405020304" pitchFamily="18" charset="0"/>
              </a:rPr>
              <a:t>‘＃’</a:t>
            </a:r>
            <a:endParaRPr lang="zh-CN" altLang="en-US" noProof="1">
              <a:latin typeface="Times New Roman" panose="02020603050405020304" pitchFamily="18" charset="0"/>
            </a:endParaRPr>
          </a:p>
          <a:p>
            <a:r>
              <a:rPr lang="zh-CN" altLang="en-US" dirty="0">
                <a:solidFill>
                  <a:srgbClr val="0070C0"/>
                </a:solidFill>
              </a:rPr>
              <a:t>分析栈 </a:t>
            </a:r>
            <a:r>
              <a:rPr lang="en-US" altLang="zh-CN" dirty="0">
                <a:solidFill>
                  <a:srgbClr val="0070C0"/>
                </a:solidFill>
              </a:rPr>
              <a:t>STACK  </a:t>
            </a:r>
            <a:r>
              <a:rPr lang="zh-CN" altLang="en-US" dirty="0"/>
              <a:t>用于存放文法符号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1697886" y="4970706"/>
            <a:ext cx="7457628" cy="2383368"/>
            <a:chOff x="5687878" y="2461567"/>
            <a:chExt cx="6765425" cy="2533650"/>
          </a:xfrm>
        </p:grpSpPr>
        <p:grpSp>
          <p:nvGrpSpPr>
            <p:cNvPr id="20" name="Group 3121"/>
            <p:cNvGrpSpPr>
              <a:grpSpLocks/>
            </p:cNvGrpSpPr>
            <p:nvPr/>
          </p:nvGrpSpPr>
          <p:grpSpPr bwMode="auto">
            <a:xfrm>
              <a:off x="5687878" y="3665970"/>
              <a:ext cx="2209800" cy="1328738"/>
              <a:chOff x="1199" y="2335"/>
              <a:chExt cx="1056" cy="837"/>
            </a:xfrm>
          </p:grpSpPr>
          <p:sp>
            <p:nvSpPr>
              <p:cNvPr id="32" name="Rectangle 3114"/>
              <p:cNvSpPr>
                <a:spLocks noChangeArrowheads="1"/>
              </p:cNvSpPr>
              <p:nvPr/>
            </p:nvSpPr>
            <p:spPr bwMode="auto">
              <a:xfrm>
                <a:off x="1199" y="2335"/>
                <a:ext cx="1056" cy="837"/>
              </a:xfrm>
              <a:prstGeom prst="rect">
                <a:avLst/>
              </a:prstGeom>
              <a:ln>
                <a:headEnd type="none" w="sm" len="sm"/>
                <a:tailEnd type="none" w="med" len="lg"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none" anchor="b" anchorCtr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1" lang="en-US" altLang="zh-CN" sz="2646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lnSpc>
                    <a:spcPct val="16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zh-CN" altLang="en-US" sz="3086" dirty="0">
                    <a:solidFill>
                      <a:schemeClr val="bg1"/>
                    </a:solidFill>
                  </a:rPr>
                  <a:t>总控程序</a:t>
                </a:r>
                <a:endParaRPr kumimoji="1" lang="zh-CN" altLang="en-US" sz="2646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Rectangle 3115"/>
              <p:cNvSpPr>
                <a:spLocks noChangeArrowheads="1"/>
              </p:cNvSpPr>
              <p:nvPr/>
            </p:nvSpPr>
            <p:spPr bwMode="auto">
              <a:xfrm>
                <a:off x="1344" y="2400"/>
                <a:ext cx="768" cy="336"/>
              </a:xfrm>
              <a:prstGeom prst="rect">
                <a:avLst/>
              </a:prstGeom>
              <a:ln>
                <a:headEnd type="none" w="sm" len="sm"/>
                <a:tailEnd type="none" w="med" len="lg"/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zh-CN" altLang="en-US" sz="3086" dirty="0">
                    <a:solidFill>
                      <a:schemeClr val="bg1"/>
                    </a:solidFill>
                  </a:rPr>
                  <a:t>分析表</a:t>
                </a:r>
                <a:endParaRPr kumimoji="1" lang="zh-CN" altLang="en-US" sz="2646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1" name="Group 3122"/>
            <p:cNvGrpSpPr>
              <a:grpSpLocks/>
            </p:cNvGrpSpPr>
            <p:nvPr/>
          </p:nvGrpSpPr>
          <p:grpSpPr bwMode="auto">
            <a:xfrm>
              <a:off x="9622859" y="2937817"/>
              <a:ext cx="1088757" cy="2057400"/>
              <a:chOff x="3792" y="1632"/>
              <a:chExt cx="480" cy="1296"/>
            </a:xfrm>
          </p:grpSpPr>
          <p:sp>
            <p:nvSpPr>
              <p:cNvPr id="30" name="Freeform 3116"/>
              <p:cNvSpPr>
                <a:spLocks/>
              </p:cNvSpPr>
              <p:nvPr/>
            </p:nvSpPr>
            <p:spPr bwMode="auto">
              <a:xfrm>
                <a:off x="3792" y="1632"/>
                <a:ext cx="480" cy="1296"/>
              </a:xfrm>
              <a:custGeom>
                <a:avLst/>
                <a:gdLst>
                  <a:gd name="T0" fmla="*/ 0 w 480"/>
                  <a:gd name="T1" fmla="*/ 48 h 1296"/>
                  <a:gd name="T2" fmla="*/ 0 w 480"/>
                  <a:gd name="T3" fmla="*/ 1296 h 1296"/>
                  <a:gd name="T4" fmla="*/ 480 w 480"/>
                  <a:gd name="T5" fmla="*/ 1296 h 1296"/>
                  <a:gd name="T6" fmla="*/ 480 w 480"/>
                  <a:gd name="T7" fmla="*/ 0 h 129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80"/>
                  <a:gd name="T13" fmla="*/ 0 h 1296"/>
                  <a:gd name="T14" fmla="*/ 480 w 480"/>
                  <a:gd name="T15" fmla="*/ 1296 h 129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80" h="1296">
                    <a:moveTo>
                      <a:pt x="0" y="48"/>
                    </a:moveTo>
                    <a:lnTo>
                      <a:pt x="0" y="1296"/>
                    </a:lnTo>
                    <a:lnTo>
                      <a:pt x="480" y="1296"/>
                    </a:lnTo>
                    <a:lnTo>
                      <a:pt x="480" y="0"/>
                    </a:lnTo>
                  </a:path>
                </a:pathLst>
              </a:custGeom>
              <a:noFill/>
              <a:ln w="22225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" name="Rectangle 3118"/>
              <p:cNvSpPr>
                <a:spLocks noChangeArrowheads="1"/>
              </p:cNvSpPr>
              <p:nvPr/>
            </p:nvSpPr>
            <p:spPr bwMode="auto">
              <a:xfrm>
                <a:off x="3864" y="1840"/>
                <a:ext cx="336" cy="1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646" dirty="0"/>
                  <a:t>X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646" dirty="0">
                    <a:sym typeface="Symbol" panose="05050102010706020507" pitchFamily="18" charset="2"/>
                  </a:rPr>
                  <a:t>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646" dirty="0">
                    <a:sym typeface="Symbol" panose="05050102010706020507" pitchFamily="18" charset="2"/>
                  </a:rPr>
                  <a:t>#</a:t>
                </a:r>
                <a:endParaRPr kumimoji="1" lang="en-US" altLang="zh-CN" sz="2646" dirty="0"/>
              </a:p>
            </p:txBody>
          </p:sp>
        </p:grpSp>
        <p:sp>
          <p:nvSpPr>
            <p:cNvPr id="22" name="Rectangle 3119"/>
            <p:cNvSpPr>
              <a:spLocks noChangeArrowheads="1"/>
            </p:cNvSpPr>
            <p:nvPr/>
          </p:nvSpPr>
          <p:spPr bwMode="auto">
            <a:xfrm>
              <a:off x="7592878" y="2536004"/>
              <a:ext cx="1905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3086"/>
                <a:t>输入串</a:t>
              </a:r>
              <a:endParaRPr kumimoji="1" lang="zh-CN" altLang="en-US" sz="2646"/>
            </a:p>
          </p:txBody>
        </p:sp>
        <p:sp>
          <p:nvSpPr>
            <p:cNvPr id="23" name="Rectangle 3120"/>
            <p:cNvSpPr>
              <a:spLocks noChangeArrowheads="1"/>
            </p:cNvSpPr>
            <p:nvPr/>
          </p:nvSpPr>
          <p:spPr bwMode="auto">
            <a:xfrm>
              <a:off x="10548303" y="3409465"/>
              <a:ext cx="1905000" cy="1066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3086" dirty="0"/>
                <a:t>分析栈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3086" dirty="0"/>
                <a:t>STACK</a:t>
              </a:r>
              <a:endParaRPr kumimoji="1" lang="en-US" altLang="zh-CN" sz="2646" dirty="0"/>
            </a:p>
          </p:txBody>
        </p:sp>
        <p:grpSp>
          <p:nvGrpSpPr>
            <p:cNvPr id="24" name="Group 3124"/>
            <p:cNvGrpSpPr>
              <a:grpSpLocks/>
            </p:cNvGrpSpPr>
            <p:nvPr/>
          </p:nvGrpSpPr>
          <p:grpSpPr bwMode="auto">
            <a:xfrm>
              <a:off x="5687878" y="2461567"/>
              <a:ext cx="2133600" cy="615950"/>
              <a:chOff x="1104" y="1332"/>
              <a:chExt cx="1344" cy="388"/>
            </a:xfrm>
          </p:grpSpPr>
          <p:sp>
            <p:nvSpPr>
              <p:cNvPr id="27" name="Rectangle 3117"/>
              <p:cNvSpPr>
                <a:spLocks noChangeArrowheads="1"/>
              </p:cNvSpPr>
              <p:nvPr/>
            </p:nvSpPr>
            <p:spPr bwMode="auto">
              <a:xfrm>
                <a:off x="1200" y="1368"/>
                <a:ext cx="1200" cy="3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3086"/>
                  <a:t>a</a:t>
                </a:r>
                <a:r>
                  <a:rPr kumimoji="1" lang="en-US" altLang="zh-CN" sz="3086" baseline="-25000"/>
                  <a:t>1</a:t>
                </a:r>
                <a:r>
                  <a:rPr kumimoji="1" lang="en-US" altLang="zh-CN" sz="3086"/>
                  <a:t>a</a:t>
                </a:r>
                <a:r>
                  <a:rPr kumimoji="1" lang="en-US" altLang="zh-CN" sz="3086" baseline="-25000"/>
                  <a:t>2</a:t>
                </a:r>
                <a:r>
                  <a:rPr kumimoji="1" lang="en-US" altLang="zh-CN" sz="3086"/>
                  <a:t>...a</a:t>
                </a:r>
                <a:r>
                  <a:rPr kumimoji="1" lang="en-US" altLang="zh-CN" sz="3086" baseline="-25000"/>
                  <a:t>i</a:t>
                </a:r>
                <a:r>
                  <a:rPr kumimoji="1" lang="en-US" altLang="zh-CN" sz="3086"/>
                  <a:t>…#</a:t>
                </a:r>
                <a:endParaRPr kumimoji="1" lang="en-US" altLang="zh-CN" sz="2646"/>
              </a:p>
            </p:txBody>
          </p:sp>
          <p:sp>
            <p:nvSpPr>
              <p:cNvPr id="29" name="Freeform 3123"/>
              <p:cNvSpPr>
                <a:spLocks/>
              </p:cNvSpPr>
              <p:nvPr/>
            </p:nvSpPr>
            <p:spPr bwMode="auto">
              <a:xfrm>
                <a:off x="1104" y="1332"/>
                <a:ext cx="1344" cy="384"/>
              </a:xfrm>
              <a:custGeom>
                <a:avLst/>
                <a:gdLst>
                  <a:gd name="T0" fmla="*/ 0 w 1344"/>
                  <a:gd name="T1" fmla="*/ 0 h 336"/>
                  <a:gd name="T2" fmla="*/ 1344 w 1344"/>
                  <a:gd name="T3" fmla="*/ 0 h 336"/>
                  <a:gd name="T4" fmla="*/ 1344 w 1344"/>
                  <a:gd name="T5" fmla="*/ 1279 h 336"/>
                  <a:gd name="T6" fmla="*/ 0 w 1344"/>
                  <a:gd name="T7" fmla="*/ 1279 h 33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44"/>
                  <a:gd name="T13" fmla="*/ 0 h 336"/>
                  <a:gd name="T14" fmla="*/ 1344 w 1344"/>
                  <a:gd name="T15" fmla="*/ 336 h 3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44" h="336">
                    <a:moveTo>
                      <a:pt x="0" y="0"/>
                    </a:moveTo>
                    <a:lnTo>
                      <a:pt x="1344" y="0"/>
                    </a:lnTo>
                    <a:lnTo>
                      <a:pt x="1344" y="336"/>
                    </a:lnTo>
                    <a:lnTo>
                      <a:pt x="0" y="336"/>
                    </a:lnTo>
                  </a:path>
                </a:pathLst>
              </a:custGeom>
              <a:noFill/>
              <a:ln w="22225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5" name="Line 3125"/>
            <p:cNvSpPr>
              <a:spLocks noChangeShapeType="1"/>
            </p:cNvSpPr>
            <p:nvPr/>
          </p:nvSpPr>
          <p:spPr bwMode="auto">
            <a:xfrm flipV="1">
              <a:off x="7019372" y="3069406"/>
              <a:ext cx="0" cy="674968"/>
            </a:xfrm>
            <a:prstGeom prst="line">
              <a:avLst/>
            </a:prstGeom>
            <a:ln>
              <a:headEnd type="none" w="sm" len="sm"/>
              <a:tailEnd type="stealth" w="lg" len="lg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Freeform 3126"/>
            <p:cNvSpPr>
              <a:spLocks/>
            </p:cNvSpPr>
            <p:nvPr/>
          </p:nvSpPr>
          <p:spPr bwMode="auto">
            <a:xfrm>
              <a:off x="7897678" y="3587715"/>
              <a:ext cx="1676400" cy="721703"/>
            </a:xfrm>
            <a:custGeom>
              <a:avLst/>
              <a:gdLst>
                <a:gd name="T0" fmla="*/ 0 w 1056"/>
                <a:gd name="T1" fmla="*/ 2147483646 h 240"/>
                <a:gd name="T2" fmla="*/ 2147483646 w 1056"/>
                <a:gd name="T3" fmla="*/ 2147483646 h 240"/>
                <a:gd name="T4" fmla="*/ 2147483646 w 1056"/>
                <a:gd name="T5" fmla="*/ 0 h 240"/>
                <a:gd name="T6" fmla="*/ 2147483646 w 1056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56"/>
                <a:gd name="T13" fmla="*/ 0 h 240"/>
                <a:gd name="T14" fmla="*/ 1056 w 1056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56" h="240">
                  <a:moveTo>
                    <a:pt x="0" y="240"/>
                  </a:moveTo>
                  <a:lnTo>
                    <a:pt x="288" y="240"/>
                  </a:lnTo>
                  <a:lnTo>
                    <a:pt x="288" y="0"/>
                  </a:lnTo>
                  <a:lnTo>
                    <a:pt x="1056" y="0"/>
                  </a:lnTo>
                </a:path>
              </a:pathLst>
            </a:custGeom>
            <a:ln>
              <a:headEnd type="none" w="sm" len="sm"/>
              <a:tailEnd type="stealth" w="lg" len="lg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4" name="Text Box 5"/>
          <p:cNvSpPr txBox="1">
            <a:spLocks noChangeArrowheads="1"/>
          </p:cNvSpPr>
          <p:nvPr/>
        </p:nvSpPr>
        <p:spPr bwMode="auto">
          <a:xfrm>
            <a:off x="5426700" y="114158"/>
            <a:ext cx="4511929" cy="1635695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GB" sz="3086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创艺简中圆"/>
              </a:rPr>
              <a:t>计算思维的典型方法</a:t>
            </a:r>
            <a:endParaRPr lang="en-US" altLang="zh-CN" sz="3086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创艺简中圆"/>
            </a:endParaRPr>
          </a:p>
          <a:p>
            <a:pPr lvl="1" eaLnBrk="1" hangingPunct="1">
              <a:spcBef>
                <a:spcPct val="1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2646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创艺简中圆"/>
              </a:rPr>
              <a:t>知识与控制的分离</a:t>
            </a:r>
            <a:endParaRPr lang="en-US" altLang="zh-CN" sz="2646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创艺简中圆"/>
            </a:endParaRPr>
          </a:p>
          <a:p>
            <a:pPr lvl="1" eaLnBrk="1" hangingPunct="1">
              <a:spcBef>
                <a:spcPct val="1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2646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创艺简中圆"/>
              </a:rPr>
              <a:t>自动化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E8AF4-19B0-3408-EC65-AD6EBA4D6BD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85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8886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预测分析过程</a:t>
            </a:r>
            <a:endParaRPr lang="zh-CN" altLang="en-US" dirty="0"/>
          </a:p>
        </p:txBody>
      </p:sp>
      <p:grpSp>
        <p:nvGrpSpPr>
          <p:cNvPr id="28" name="Group 17"/>
          <p:cNvGrpSpPr>
            <a:grpSpLocks/>
          </p:cNvGrpSpPr>
          <p:nvPr/>
        </p:nvGrpSpPr>
        <p:grpSpPr bwMode="auto">
          <a:xfrm>
            <a:off x="1289112" y="5129827"/>
            <a:ext cx="6467722" cy="2012413"/>
            <a:chOff x="288" y="2834"/>
            <a:chExt cx="3696" cy="1150"/>
          </a:xfrm>
        </p:grpSpPr>
        <p:grpSp>
          <p:nvGrpSpPr>
            <p:cNvPr id="43" name="Group 18"/>
            <p:cNvGrpSpPr>
              <a:grpSpLocks/>
            </p:cNvGrpSpPr>
            <p:nvPr/>
          </p:nvGrpSpPr>
          <p:grpSpPr bwMode="auto">
            <a:xfrm>
              <a:off x="1344" y="3168"/>
              <a:ext cx="2640" cy="816"/>
              <a:chOff x="1152" y="2928"/>
              <a:chExt cx="2640" cy="816"/>
            </a:xfrm>
          </p:grpSpPr>
          <p:grpSp>
            <p:nvGrpSpPr>
              <p:cNvPr id="45" name="Group 19"/>
              <p:cNvGrpSpPr>
                <a:grpSpLocks/>
              </p:cNvGrpSpPr>
              <p:nvPr/>
            </p:nvGrpSpPr>
            <p:grpSpPr bwMode="auto">
              <a:xfrm>
                <a:off x="1152" y="3312"/>
                <a:ext cx="960" cy="432"/>
                <a:chOff x="1440" y="3456"/>
                <a:chExt cx="960" cy="432"/>
              </a:xfrm>
            </p:grpSpPr>
            <p:sp>
              <p:nvSpPr>
                <p:cNvPr id="49" name="Freeform 20"/>
                <p:cNvSpPr>
                  <a:spLocks/>
                </p:cNvSpPr>
                <p:nvPr/>
              </p:nvSpPr>
              <p:spPr bwMode="auto">
                <a:xfrm>
                  <a:off x="1440" y="3456"/>
                  <a:ext cx="960" cy="432"/>
                </a:xfrm>
                <a:custGeom>
                  <a:avLst/>
                  <a:gdLst>
                    <a:gd name="T0" fmla="*/ 960 w 960"/>
                    <a:gd name="T1" fmla="*/ 0 h 432"/>
                    <a:gd name="T2" fmla="*/ 0 w 960"/>
                    <a:gd name="T3" fmla="*/ 0 h 432"/>
                    <a:gd name="T4" fmla="*/ 0 w 960"/>
                    <a:gd name="T5" fmla="*/ 432 h 432"/>
                    <a:gd name="T6" fmla="*/ 960 w 960"/>
                    <a:gd name="T7" fmla="*/ 432 h 43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60"/>
                    <a:gd name="T13" fmla="*/ 0 h 432"/>
                    <a:gd name="T14" fmla="*/ 960 w 960"/>
                    <a:gd name="T15" fmla="*/ 432 h 43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60" h="432">
                      <a:moveTo>
                        <a:pt x="960" y="0"/>
                      </a:moveTo>
                      <a:lnTo>
                        <a:pt x="0" y="0"/>
                      </a:lnTo>
                      <a:lnTo>
                        <a:pt x="0" y="432"/>
                      </a:lnTo>
                      <a:lnTo>
                        <a:pt x="960" y="432"/>
                      </a:lnTo>
                    </a:path>
                  </a:pathLst>
                </a:custGeom>
                <a:noFill/>
                <a:ln w="22225" cap="sq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" name="Rectangle 21"/>
                <p:cNvSpPr>
                  <a:spLocks noChangeArrowheads="1"/>
                </p:cNvSpPr>
                <p:nvPr/>
              </p:nvSpPr>
              <p:spPr bwMode="auto">
                <a:xfrm>
                  <a:off x="1488" y="3504"/>
                  <a:ext cx="816" cy="3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2225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¨"/>
                    <a:defRPr sz="28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6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¨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1" lang="en-US" altLang="zh-CN" sz="3086"/>
                    <a:t># S</a:t>
                  </a:r>
                  <a:endParaRPr kumimoji="1" lang="en-US" altLang="zh-CN" sz="2646"/>
                </a:p>
              </p:txBody>
            </p:sp>
          </p:grpSp>
          <p:sp>
            <p:nvSpPr>
              <p:cNvPr id="46" name="Rectangle 22"/>
              <p:cNvSpPr>
                <a:spLocks noChangeArrowheads="1"/>
              </p:cNvSpPr>
              <p:nvPr/>
            </p:nvSpPr>
            <p:spPr bwMode="auto">
              <a:xfrm>
                <a:off x="2976" y="3360"/>
                <a:ext cx="816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3086" dirty="0"/>
                  <a:t>a</a:t>
                </a:r>
                <a:r>
                  <a:rPr kumimoji="1" lang="en-US" altLang="zh-CN" sz="3086" baseline="-25000" dirty="0"/>
                  <a:t>1</a:t>
                </a:r>
                <a:r>
                  <a:rPr kumimoji="1" lang="en-US" altLang="zh-CN" sz="3086" dirty="0"/>
                  <a:t>a</a:t>
                </a:r>
                <a:r>
                  <a:rPr kumimoji="1" lang="en-US" altLang="zh-CN" sz="3086" baseline="-25000" dirty="0"/>
                  <a:t>2</a:t>
                </a:r>
                <a:r>
                  <a:rPr kumimoji="1" lang="en-US" altLang="zh-CN" sz="3086" dirty="0"/>
                  <a:t>...</a:t>
                </a:r>
                <a:r>
                  <a:rPr kumimoji="1" lang="en-US" altLang="zh-CN" sz="3086" dirty="0" err="1"/>
                  <a:t>a</a:t>
                </a:r>
                <a:r>
                  <a:rPr kumimoji="1" lang="en-US" altLang="zh-CN" sz="3086" baseline="-25000" dirty="0" err="1"/>
                  <a:t>i</a:t>
                </a:r>
                <a:r>
                  <a:rPr kumimoji="1" lang="en-US" altLang="zh-CN" sz="3086" dirty="0"/>
                  <a:t>…#</a:t>
                </a:r>
              </a:p>
            </p:txBody>
          </p:sp>
          <p:sp>
            <p:nvSpPr>
              <p:cNvPr id="47" name="Line 23"/>
              <p:cNvSpPr>
                <a:spLocks noChangeShapeType="1"/>
              </p:cNvSpPr>
              <p:nvPr/>
            </p:nvSpPr>
            <p:spPr bwMode="auto">
              <a:xfrm>
                <a:off x="1488" y="2928"/>
                <a:ext cx="0" cy="384"/>
              </a:xfrm>
              <a:prstGeom prst="line">
                <a:avLst/>
              </a:prstGeom>
              <a:ln>
                <a:headEnd type="none" w="sm" len="sm"/>
                <a:tailEnd type="stealth" w="lg" len="lg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" name="Line 24"/>
              <p:cNvSpPr>
                <a:spLocks noChangeShapeType="1"/>
              </p:cNvSpPr>
              <p:nvPr/>
            </p:nvSpPr>
            <p:spPr bwMode="auto">
              <a:xfrm>
                <a:off x="3072" y="2976"/>
                <a:ext cx="0" cy="384"/>
              </a:xfrm>
              <a:prstGeom prst="line">
                <a:avLst/>
              </a:prstGeom>
              <a:ln>
                <a:headEnd type="none" w="sm" len="sm"/>
                <a:tailEnd type="stealth" w="lg" len="lg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4" name="Rectangle 25"/>
            <p:cNvSpPr>
              <a:spLocks noChangeArrowheads="1"/>
            </p:cNvSpPr>
            <p:nvPr/>
          </p:nvSpPr>
          <p:spPr bwMode="auto">
            <a:xfrm>
              <a:off x="288" y="2834"/>
              <a:ext cx="1463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3086" dirty="0"/>
                <a:t>分析开始时：</a:t>
              </a: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1289112" y="1784533"/>
            <a:ext cx="7457628" cy="3180801"/>
            <a:chOff x="5687878" y="2328217"/>
            <a:chExt cx="6765425" cy="2885565"/>
          </a:xfrm>
        </p:grpSpPr>
        <p:grpSp>
          <p:nvGrpSpPr>
            <p:cNvPr id="52" name="Group 3121"/>
            <p:cNvGrpSpPr>
              <a:grpSpLocks/>
            </p:cNvGrpSpPr>
            <p:nvPr/>
          </p:nvGrpSpPr>
          <p:grpSpPr bwMode="auto">
            <a:xfrm>
              <a:off x="5687878" y="3848532"/>
              <a:ext cx="2209800" cy="1365250"/>
              <a:chOff x="1199" y="2450"/>
              <a:chExt cx="1056" cy="860"/>
            </a:xfrm>
          </p:grpSpPr>
          <p:sp>
            <p:nvSpPr>
              <p:cNvPr id="63" name="Rectangle 3114"/>
              <p:cNvSpPr>
                <a:spLocks noChangeArrowheads="1"/>
              </p:cNvSpPr>
              <p:nvPr/>
            </p:nvSpPr>
            <p:spPr bwMode="auto">
              <a:xfrm>
                <a:off x="1199" y="2450"/>
                <a:ext cx="1056" cy="860"/>
              </a:xfrm>
              <a:prstGeom prst="rect">
                <a:avLst/>
              </a:prstGeom>
              <a:ln>
                <a:headEnd type="none" w="sm" len="sm"/>
                <a:tailEnd type="none" w="med" len="lg"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none" anchor="b" anchorCtr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1" lang="en-US" altLang="zh-CN" sz="2646" dirty="0">
                  <a:solidFill>
                    <a:schemeClr val="bg1"/>
                  </a:solidFill>
                </a:endParaRPr>
              </a:p>
              <a:p>
                <a:pPr algn="ctr" eaLnBrk="1" hangingPunct="1">
                  <a:lnSpc>
                    <a:spcPct val="16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zh-CN" altLang="en-US" sz="3086" dirty="0">
                    <a:solidFill>
                      <a:schemeClr val="bg1"/>
                    </a:solidFill>
                  </a:rPr>
                  <a:t>总控程序</a:t>
                </a:r>
                <a:endParaRPr kumimoji="1" lang="zh-CN" altLang="en-US" sz="2646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4" name="Rectangle 3115"/>
              <p:cNvSpPr>
                <a:spLocks noChangeArrowheads="1"/>
              </p:cNvSpPr>
              <p:nvPr/>
            </p:nvSpPr>
            <p:spPr bwMode="auto">
              <a:xfrm>
                <a:off x="1344" y="2544"/>
                <a:ext cx="768" cy="336"/>
              </a:xfrm>
              <a:prstGeom prst="rect">
                <a:avLst/>
              </a:prstGeom>
              <a:ln>
                <a:headEnd type="none" w="sm" len="sm"/>
                <a:tailEnd type="none" w="med" len="lg"/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zh-CN" altLang="en-US" sz="3086" dirty="0">
                    <a:solidFill>
                      <a:schemeClr val="bg1"/>
                    </a:solidFill>
                  </a:rPr>
                  <a:t>分析表</a:t>
                </a:r>
                <a:endParaRPr kumimoji="1" lang="zh-CN" altLang="en-US" sz="2646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3" name="Group 3122"/>
            <p:cNvGrpSpPr>
              <a:grpSpLocks/>
            </p:cNvGrpSpPr>
            <p:nvPr/>
          </p:nvGrpSpPr>
          <p:grpSpPr bwMode="auto">
            <a:xfrm>
              <a:off x="9622859" y="2937817"/>
              <a:ext cx="1088757" cy="2057400"/>
              <a:chOff x="3792" y="1632"/>
              <a:chExt cx="480" cy="1296"/>
            </a:xfrm>
          </p:grpSpPr>
          <p:sp>
            <p:nvSpPr>
              <p:cNvPr id="61" name="Freeform 3116"/>
              <p:cNvSpPr>
                <a:spLocks/>
              </p:cNvSpPr>
              <p:nvPr/>
            </p:nvSpPr>
            <p:spPr bwMode="auto">
              <a:xfrm>
                <a:off x="3792" y="1632"/>
                <a:ext cx="480" cy="1296"/>
              </a:xfrm>
              <a:custGeom>
                <a:avLst/>
                <a:gdLst>
                  <a:gd name="T0" fmla="*/ 0 w 480"/>
                  <a:gd name="T1" fmla="*/ 48 h 1296"/>
                  <a:gd name="T2" fmla="*/ 0 w 480"/>
                  <a:gd name="T3" fmla="*/ 1296 h 1296"/>
                  <a:gd name="T4" fmla="*/ 480 w 480"/>
                  <a:gd name="T5" fmla="*/ 1296 h 1296"/>
                  <a:gd name="T6" fmla="*/ 480 w 480"/>
                  <a:gd name="T7" fmla="*/ 0 h 129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80"/>
                  <a:gd name="T13" fmla="*/ 0 h 1296"/>
                  <a:gd name="T14" fmla="*/ 480 w 480"/>
                  <a:gd name="T15" fmla="*/ 1296 h 129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80" h="1296">
                    <a:moveTo>
                      <a:pt x="0" y="48"/>
                    </a:moveTo>
                    <a:lnTo>
                      <a:pt x="0" y="1296"/>
                    </a:lnTo>
                    <a:lnTo>
                      <a:pt x="480" y="1296"/>
                    </a:lnTo>
                    <a:lnTo>
                      <a:pt x="480" y="0"/>
                    </a:lnTo>
                  </a:path>
                </a:pathLst>
              </a:custGeom>
              <a:noFill/>
              <a:ln w="22225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" name="Rectangle 3118"/>
              <p:cNvSpPr>
                <a:spLocks noChangeArrowheads="1"/>
              </p:cNvSpPr>
              <p:nvPr/>
            </p:nvSpPr>
            <p:spPr bwMode="auto">
              <a:xfrm>
                <a:off x="3864" y="2112"/>
                <a:ext cx="336" cy="7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646" dirty="0"/>
                  <a:t>X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646" dirty="0">
                    <a:sym typeface="Symbol" panose="05050102010706020507" pitchFamily="18" charset="2"/>
                  </a:rPr>
                  <a:t>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646" dirty="0">
                    <a:sym typeface="Symbol" panose="05050102010706020507" pitchFamily="18" charset="2"/>
                  </a:rPr>
                  <a:t>#</a:t>
                </a:r>
                <a:endParaRPr kumimoji="1" lang="en-US" altLang="zh-CN" sz="2646" dirty="0"/>
              </a:p>
            </p:txBody>
          </p:sp>
        </p:grpSp>
        <p:sp>
          <p:nvSpPr>
            <p:cNvPr id="54" name="Rectangle 3119"/>
            <p:cNvSpPr>
              <a:spLocks noChangeArrowheads="1"/>
            </p:cNvSpPr>
            <p:nvPr/>
          </p:nvSpPr>
          <p:spPr bwMode="auto">
            <a:xfrm>
              <a:off x="7592878" y="2404417"/>
              <a:ext cx="1905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3086"/>
                <a:t>输入串</a:t>
              </a:r>
              <a:endParaRPr kumimoji="1" lang="zh-CN" altLang="en-US" sz="2646"/>
            </a:p>
          </p:txBody>
        </p:sp>
        <p:sp>
          <p:nvSpPr>
            <p:cNvPr id="55" name="Rectangle 3120"/>
            <p:cNvSpPr>
              <a:spLocks noChangeArrowheads="1"/>
            </p:cNvSpPr>
            <p:nvPr/>
          </p:nvSpPr>
          <p:spPr bwMode="auto">
            <a:xfrm>
              <a:off x="10548303" y="3409465"/>
              <a:ext cx="1905000" cy="1066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3086" dirty="0"/>
                <a:t>分析栈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3086" dirty="0"/>
                <a:t>STACK</a:t>
              </a:r>
              <a:endParaRPr kumimoji="1" lang="en-US" altLang="zh-CN" sz="2646" dirty="0"/>
            </a:p>
          </p:txBody>
        </p:sp>
        <p:grpSp>
          <p:nvGrpSpPr>
            <p:cNvPr id="56" name="Group 3124"/>
            <p:cNvGrpSpPr>
              <a:grpSpLocks/>
            </p:cNvGrpSpPr>
            <p:nvPr/>
          </p:nvGrpSpPr>
          <p:grpSpPr bwMode="auto">
            <a:xfrm>
              <a:off x="5687878" y="2328217"/>
              <a:ext cx="2133600" cy="609600"/>
              <a:chOff x="1104" y="1248"/>
              <a:chExt cx="1344" cy="384"/>
            </a:xfrm>
          </p:grpSpPr>
          <p:sp>
            <p:nvSpPr>
              <p:cNvPr id="59" name="Rectangle 3117"/>
              <p:cNvSpPr>
                <a:spLocks noChangeArrowheads="1"/>
              </p:cNvSpPr>
              <p:nvPr/>
            </p:nvSpPr>
            <p:spPr bwMode="auto">
              <a:xfrm>
                <a:off x="1200" y="1296"/>
                <a:ext cx="120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3086"/>
                  <a:t>a</a:t>
                </a:r>
                <a:r>
                  <a:rPr kumimoji="1" lang="en-US" altLang="zh-CN" sz="3086" baseline="-25000"/>
                  <a:t>1</a:t>
                </a:r>
                <a:r>
                  <a:rPr kumimoji="1" lang="en-US" altLang="zh-CN" sz="3086"/>
                  <a:t>a</a:t>
                </a:r>
                <a:r>
                  <a:rPr kumimoji="1" lang="en-US" altLang="zh-CN" sz="3086" baseline="-25000"/>
                  <a:t>2</a:t>
                </a:r>
                <a:r>
                  <a:rPr kumimoji="1" lang="en-US" altLang="zh-CN" sz="3086"/>
                  <a:t>...a</a:t>
                </a:r>
                <a:r>
                  <a:rPr kumimoji="1" lang="en-US" altLang="zh-CN" sz="3086" baseline="-25000"/>
                  <a:t>i</a:t>
                </a:r>
                <a:r>
                  <a:rPr kumimoji="1" lang="en-US" altLang="zh-CN" sz="3086"/>
                  <a:t>…#</a:t>
                </a:r>
                <a:endParaRPr kumimoji="1" lang="en-US" altLang="zh-CN" sz="2646"/>
              </a:p>
            </p:txBody>
          </p:sp>
          <p:sp>
            <p:nvSpPr>
              <p:cNvPr id="60" name="Freeform 3123"/>
              <p:cNvSpPr>
                <a:spLocks/>
              </p:cNvSpPr>
              <p:nvPr/>
            </p:nvSpPr>
            <p:spPr bwMode="auto">
              <a:xfrm>
                <a:off x="1104" y="1248"/>
                <a:ext cx="1344" cy="384"/>
              </a:xfrm>
              <a:custGeom>
                <a:avLst/>
                <a:gdLst>
                  <a:gd name="T0" fmla="*/ 0 w 1344"/>
                  <a:gd name="T1" fmla="*/ 0 h 336"/>
                  <a:gd name="T2" fmla="*/ 1344 w 1344"/>
                  <a:gd name="T3" fmla="*/ 0 h 336"/>
                  <a:gd name="T4" fmla="*/ 1344 w 1344"/>
                  <a:gd name="T5" fmla="*/ 1279 h 336"/>
                  <a:gd name="T6" fmla="*/ 0 w 1344"/>
                  <a:gd name="T7" fmla="*/ 1279 h 33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44"/>
                  <a:gd name="T13" fmla="*/ 0 h 336"/>
                  <a:gd name="T14" fmla="*/ 1344 w 1344"/>
                  <a:gd name="T15" fmla="*/ 336 h 3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44" h="336">
                    <a:moveTo>
                      <a:pt x="0" y="0"/>
                    </a:moveTo>
                    <a:lnTo>
                      <a:pt x="1344" y="0"/>
                    </a:lnTo>
                    <a:lnTo>
                      <a:pt x="1344" y="336"/>
                    </a:lnTo>
                    <a:lnTo>
                      <a:pt x="0" y="336"/>
                    </a:lnTo>
                  </a:path>
                </a:pathLst>
              </a:custGeom>
              <a:noFill/>
              <a:ln w="22225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7" name="Line 3125"/>
            <p:cNvSpPr>
              <a:spLocks noChangeShapeType="1"/>
            </p:cNvSpPr>
            <p:nvPr/>
          </p:nvSpPr>
          <p:spPr bwMode="auto">
            <a:xfrm flipV="1">
              <a:off x="6907078" y="2937817"/>
              <a:ext cx="0" cy="838200"/>
            </a:xfrm>
            <a:prstGeom prst="line">
              <a:avLst/>
            </a:prstGeom>
            <a:ln>
              <a:headEnd type="none" w="sm" len="sm"/>
              <a:tailEnd type="stealth" w="lg" len="lg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Freeform 3126"/>
            <p:cNvSpPr>
              <a:spLocks/>
            </p:cNvSpPr>
            <p:nvPr/>
          </p:nvSpPr>
          <p:spPr bwMode="auto">
            <a:xfrm>
              <a:off x="7897678" y="3928417"/>
              <a:ext cx="1676400" cy="381000"/>
            </a:xfrm>
            <a:custGeom>
              <a:avLst/>
              <a:gdLst>
                <a:gd name="T0" fmla="*/ 0 w 1056"/>
                <a:gd name="T1" fmla="*/ 2147483646 h 240"/>
                <a:gd name="T2" fmla="*/ 2147483646 w 1056"/>
                <a:gd name="T3" fmla="*/ 2147483646 h 240"/>
                <a:gd name="T4" fmla="*/ 2147483646 w 1056"/>
                <a:gd name="T5" fmla="*/ 0 h 240"/>
                <a:gd name="T6" fmla="*/ 2147483646 w 1056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56"/>
                <a:gd name="T13" fmla="*/ 0 h 240"/>
                <a:gd name="T14" fmla="*/ 1056 w 1056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56" h="240">
                  <a:moveTo>
                    <a:pt x="0" y="240"/>
                  </a:moveTo>
                  <a:lnTo>
                    <a:pt x="288" y="240"/>
                  </a:lnTo>
                  <a:lnTo>
                    <a:pt x="288" y="0"/>
                  </a:lnTo>
                  <a:lnTo>
                    <a:pt x="1056" y="0"/>
                  </a:lnTo>
                </a:path>
              </a:pathLst>
            </a:custGeom>
            <a:ln>
              <a:headEnd type="none" w="sm" len="sm"/>
              <a:tailEnd type="stealth" w="lg" len="lg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D51E98D9-FD85-B1A2-0781-2133D90247D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86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1190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预测分析过程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dirty="0"/>
              <a:t>总控程序根据当前栈顶符号</a:t>
            </a:r>
            <a:r>
              <a:rPr lang="en-US" altLang="zh-CN" dirty="0"/>
              <a:t>X</a:t>
            </a:r>
            <a:r>
              <a:rPr lang="zh-CN" altLang="en-US" dirty="0"/>
              <a:t>和输入符号</a:t>
            </a:r>
            <a:r>
              <a:rPr lang="en-US" altLang="zh-CN" dirty="0"/>
              <a:t>a</a:t>
            </a:r>
            <a:r>
              <a:rPr lang="zh-CN" altLang="en-US" dirty="0"/>
              <a:t>，执行下列三动作之一：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646" dirty="0"/>
              <a:t>1. </a:t>
            </a:r>
            <a:r>
              <a:rPr lang="zh-CN" altLang="en-US" sz="2646" dirty="0"/>
              <a:t>若</a:t>
            </a:r>
            <a:r>
              <a:rPr lang="en-US" altLang="zh-CN" sz="2646" dirty="0"/>
              <a:t>X</a:t>
            </a:r>
            <a:r>
              <a:rPr lang="zh-CN" altLang="en-US" sz="2646" dirty="0"/>
              <a:t>＝</a:t>
            </a:r>
            <a:r>
              <a:rPr lang="en-US" altLang="zh-CN" sz="2646" dirty="0"/>
              <a:t>a</a:t>
            </a:r>
            <a:r>
              <a:rPr lang="zh-CN" altLang="en-US" sz="2646" dirty="0"/>
              <a:t>＝‘＃’，则宣布分析成功，停止分析。</a:t>
            </a:r>
          </a:p>
          <a:p>
            <a:pPr marL="0" indent="0">
              <a:buNone/>
            </a:pPr>
            <a:r>
              <a:rPr lang="en-US" altLang="zh-CN" sz="2646" dirty="0"/>
              <a:t>2. </a:t>
            </a:r>
            <a:r>
              <a:rPr lang="zh-CN" altLang="en-US" sz="2646" dirty="0"/>
              <a:t>若</a:t>
            </a:r>
            <a:r>
              <a:rPr lang="en-US" altLang="zh-CN" sz="2646" dirty="0"/>
              <a:t>X</a:t>
            </a:r>
            <a:r>
              <a:rPr lang="zh-CN" altLang="en-US" sz="2646" dirty="0"/>
              <a:t>＝</a:t>
            </a:r>
            <a:r>
              <a:rPr lang="en-US" altLang="zh-CN" sz="2646" dirty="0"/>
              <a:t>a ≠‘</a:t>
            </a:r>
            <a:r>
              <a:rPr lang="zh-CN" altLang="en-US" sz="2646" dirty="0"/>
              <a:t>＃’，则把</a:t>
            </a:r>
            <a:r>
              <a:rPr lang="en-US" altLang="zh-CN" sz="2646" dirty="0"/>
              <a:t>X</a:t>
            </a:r>
            <a:r>
              <a:rPr lang="zh-CN" altLang="en-US" sz="2646" dirty="0"/>
              <a:t>从</a:t>
            </a:r>
            <a:r>
              <a:rPr lang="en-US" altLang="zh-CN" sz="2646" dirty="0"/>
              <a:t>STACK</a:t>
            </a:r>
            <a:r>
              <a:rPr lang="zh-CN" altLang="en-US" sz="2646" dirty="0"/>
              <a:t>栈顶逐出，让</a:t>
            </a:r>
            <a:r>
              <a:rPr lang="en-US" altLang="zh-CN" sz="2646" dirty="0"/>
              <a:t>a</a:t>
            </a:r>
            <a:r>
              <a:rPr lang="zh-CN" altLang="en-US" sz="2646" dirty="0"/>
              <a:t>指向下一个输入符号。</a:t>
            </a:r>
            <a:endParaRPr lang="en-US" altLang="zh-CN" sz="2646" dirty="0"/>
          </a:p>
          <a:p>
            <a:pPr marL="0" indent="0">
              <a:buNone/>
            </a:pPr>
            <a:r>
              <a:rPr lang="en-US" altLang="zh-CN" sz="2646" dirty="0"/>
              <a:t>3. </a:t>
            </a:r>
            <a:r>
              <a:rPr lang="zh-CN" altLang="en-US" sz="2646" dirty="0"/>
              <a:t>若</a:t>
            </a:r>
            <a:r>
              <a:rPr lang="en-US" altLang="zh-CN" sz="2646" dirty="0"/>
              <a:t>X</a:t>
            </a:r>
            <a:r>
              <a:rPr lang="zh-CN" altLang="en-US" sz="2646" dirty="0"/>
              <a:t>是一个非终结符，则查看分析表</a:t>
            </a:r>
            <a:r>
              <a:rPr lang="en-US" altLang="zh-CN" sz="2646" dirty="0"/>
              <a:t>M</a:t>
            </a:r>
            <a:r>
              <a:rPr lang="zh-CN" altLang="en-US" sz="2646" dirty="0"/>
              <a:t>。          </a:t>
            </a:r>
          </a:p>
          <a:p>
            <a:r>
              <a:rPr lang="zh-CN" altLang="en-US" sz="2646" dirty="0"/>
              <a:t>若</a:t>
            </a:r>
            <a:r>
              <a:rPr lang="en-US" altLang="zh-CN" sz="2646" dirty="0"/>
              <a:t>M[X</a:t>
            </a:r>
            <a:r>
              <a:rPr lang="zh-CN" altLang="en-US" sz="2646" dirty="0"/>
              <a:t>，</a:t>
            </a:r>
            <a:r>
              <a:rPr lang="en-US" altLang="zh-CN" sz="2646" dirty="0"/>
              <a:t>a]</a:t>
            </a:r>
            <a:r>
              <a:rPr lang="zh-CN" altLang="en-US" sz="2646" dirty="0"/>
              <a:t>中存放着关于</a:t>
            </a:r>
            <a:r>
              <a:rPr lang="en-US" altLang="zh-CN" sz="2646" dirty="0"/>
              <a:t>X</a:t>
            </a:r>
            <a:r>
              <a:rPr lang="zh-CN" altLang="en-US" sz="2646" dirty="0"/>
              <a:t>的一个产生式，把</a:t>
            </a:r>
            <a:r>
              <a:rPr lang="en-US" altLang="zh-CN" sz="2646" dirty="0"/>
              <a:t>X</a:t>
            </a:r>
            <a:r>
              <a:rPr lang="zh-CN" altLang="en-US" sz="2646" dirty="0"/>
              <a:t>逐出</a:t>
            </a:r>
            <a:r>
              <a:rPr lang="en-US" altLang="zh-CN" sz="2646" dirty="0"/>
              <a:t>STACK</a:t>
            </a:r>
            <a:r>
              <a:rPr lang="zh-CN" altLang="en-US" sz="2646" dirty="0"/>
              <a:t>栈顶，把产生式的右部符号串按反序一一推进</a:t>
            </a:r>
            <a:r>
              <a:rPr lang="en-US" altLang="zh-CN" sz="2646" dirty="0"/>
              <a:t>STACK</a:t>
            </a:r>
            <a:r>
              <a:rPr lang="zh-CN" altLang="en-US" sz="2646" dirty="0"/>
              <a:t>栈</a:t>
            </a:r>
            <a:r>
              <a:rPr lang="en-US" altLang="zh-CN" sz="2646" dirty="0"/>
              <a:t>(</a:t>
            </a:r>
            <a:r>
              <a:rPr lang="zh-CN" altLang="en-US" sz="2646" dirty="0"/>
              <a:t>若右部符号为</a:t>
            </a:r>
            <a:r>
              <a:rPr lang="zh-CN" altLang="en-US" sz="2646" dirty="0">
                <a:sym typeface="Symbol" panose="05050102010706020507" pitchFamily="18" charset="2"/>
              </a:rPr>
              <a:t> </a:t>
            </a:r>
            <a:r>
              <a:rPr lang="zh-CN" altLang="en-US" sz="2646" dirty="0"/>
              <a:t>，则意味不推什么东西进栈</a:t>
            </a:r>
            <a:r>
              <a:rPr lang="en-US" altLang="zh-CN" sz="2646" dirty="0"/>
              <a:t>)</a:t>
            </a:r>
            <a:r>
              <a:rPr lang="zh-CN" altLang="en-US" sz="2646" dirty="0"/>
              <a:t>。</a:t>
            </a:r>
          </a:p>
          <a:p>
            <a:r>
              <a:rPr lang="zh-CN" altLang="en-US" sz="2646" dirty="0"/>
              <a:t>若</a:t>
            </a:r>
            <a:r>
              <a:rPr lang="en-US" altLang="zh-CN" sz="2646" dirty="0"/>
              <a:t>M[X</a:t>
            </a:r>
            <a:r>
              <a:rPr lang="zh-CN" altLang="en-US" sz="2646" dirty="0"/>
              <a:t>，</a:t>
            </a:r>
            <a:r>
              <a:rPr lang="en-US" altLang="zh-CN" sz="2646" dirty="0"/>
              <a:t>a]</a:t>
            </a:r>
            <a:r>
              <a:rPr lang="zh-CN" altLang="en-US" sz="2646" dirty="0"/>
              <a:t>中存放着“出错标志”，则调用出错诊察程序</a:t>
            </a:r>
            <a:r>
              <a:rPr lang="en-US" altLang="zh-CN" sz="2646" dirty="0"/>
              <a:t>ERROR</a:t>
            </a:r>
            <a:r>
              <a:rPr lang="zh-CN" altLang="en-US" sz="2646" dirty="0"/>
              <a:t>。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4420429" y="434559"/>
            <a:ext cx="2919793" cy="1427939"/>
            <a:chOff x="8645821" y="438495"/>
            <a:chExt cx="2648783" cy="1295400"/>
          </a:xfrm>
        </p:grpSpPr>
        <p:grpSp>
          <p:nvGrpSpPr>
            <p:cNvPr id="13" name="Group 9"/>
            <p:cNvGrpSpPr>
              <a:grpSpLocks/>
            </p:cNvGrpSpPr>
            <p:nvPr/>
          </p:nvGrpSpPr>
          <p:grpSpPr bwMode="auto">
            <a:xfrm>
              <a:off x="8645821" y="1048095"/>
              <a:ext cx="1371600" cy="685800"/>
              <a:chOff x="1440" y="3456"/>
              <a:chExt cx="864" cy="432"/>
            </a:xfrm>
          </p:grpSpPr>
          <p:sp>
            <p:nvSpPr>
              <p:cNvPr id="18" name="Freeform 10"/>
              <p:cNvSpPr>
                <a:spLocks/>
              </p:cNvSpPr>
              <p:nvPr/>
            </p:nvSpPr>
            <p:spPr bwMode="auto">
              <a:xfrm>
                <a:off x="1440" y="3456"/>
                <a:ext cx="753" cy="432"/>
              </a:xfrm>
              <a:custGeom>
                <a:avLst/>
                <a:gdLst>
                  <a:gd name="T0" fmla="*/ 960 w 960"/>
                  <a:gd name="T1" fmla="*/ 0 h 432"/>
                  <a:gd name="T2" fmla="*/ 0 w 960"/>
                  <a:gd name="T3" fmla="*/ 0 h 432"/>
                  <a:gd name="T4" fmla="*/ 0 w 960"/>
                  <a:gd name="T5" fmla="*/ 432 h 432"/>
                  <a:gd name="T6" fmla="*/ 960 w 960"/>
                  <a:gd name="T7" fmla="*/ 432 h 4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60"/>
                  <a:gd name="T13" fmla="*/ 0 h 432"/>
                  <a:gd name="T14" fmla="*/ 960 w 960"/>
                  <a:gd name="T15" fmla="*/ 432 h 4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60" h="432">
                    <a:moveTo>
                      <a:pt x="960" y="0"/>
                    </a:moveTo>
                    <a:lnTo>
                      <a:pt x="0" y="0"/>
                    </a:lnTo>
                    <a:lnTo>
                      <a:pt x="0" y="432"/>
                    </a:lnTo>
                    <a:lnTo>
                      <a:pt x="960" y="432"/>
                    </a:lnTo>
                  </a:path>
                </a:pathLst>
              </a:custGeom>
              <a:noFill/>
              <a:ln w="22225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" name="Rectangle 11"/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816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3086"/>
                  <a:t># ...X</a:t>
                </a:r>
                <a:endParaRPr kumimoji="1" lang="en-US" altLang="zh-CN" sz="2646"/>
              </a:p>
            </p:txBody>
          </p:sp>
        </p:grpSp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9999204" y="1124295"/>
              <a:ext cx="1295400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3086" dirty="0"/>
                <a:t>a</a:t>
              </a:r>
              <a:r>
                <a:rPr kumimoji="1" lang="en-US" altLang="zh-CN" sz="3086" baseline="-25000" dirty="0"/>
                <a:t>1</a:t>
              </a:r>
              <a:r>
                <a:rPr kumimoji="1" lang="en-US" altLang="zh-CN" sz="3086" dirty="0"/>
                <a:t>a</a:t>
              </a:r>
              <a:r>
                <a:rPr kumimoji="1" lang="en-US" altLang="zh-CN" sz="3086" baseline="-25000" dirty="0"/>
                <a:t>2</a:t>
              </a:r>
              <a:r>
                <a:rPr kumimoji="1" lang="en-US" altLang="zh-CN" sz="3086" dirty="0"/>
                <a:t>...a…#</a:t>
              </a:r>
            </a:p>
          </p:txBody>
        </p:sp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9511009" y="438495"/>
              <a:ext cx="0" cy="609600"/>
            </a:xfrm>
            <a:prstGeom prst="line">
              <a:avLst/>
            </a:prstGeom>
            <a:ln>
              <a:headEnd type="none" w="sm" len="sm"/>
              <a:tailEnd type="stealth" w="lg" len="lg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>
              <a:off x="11064417" y="509933"/>
              <a:ext cx="0" cy="609600"/>
            </a:xfrm>
            <a:prstGeom prst="line">
              <a:avLst/>
            </a:prstGeom>
            <a:ln>
              <a:headEnd type="none" w="sm" len="sm"/>
              <a:tailEnd type="stealth" w="lg" len="lg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" name="Text Box 13"/>
          <p:cNvSpPr txBox="1">
            <a:spLocks noChangeArrowheads="1"/>
          </p:cNvSpPr>
          <p:nvPr/>
        </p:nvSpPr>
        <p:spPr bwMode="auto">
          <a:xfrm>
            <a:off x="7609753" y="252144"/>
            <a:ext cx="2377574" cy="567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086" dirty="0"/>
              <a:t>X→X</a:t>
            </a:r>
            <a:r>
              <a:rPr lang="en-US" altLang="zh-CN" sz="3086" baseline="-25000" dirty="0"/>
              <a:t>1</a:t>
            </a:r>
            <a:r>
              <a:rPr lang="en-US" altLang="zh-CN" sz="3086" dirty="0"/>
              <a:t>X</a:t>
            </a:r>
            <a:r>
              <a:rPr lang="en-US" altLang="zh-CN" sz="3086" baseline="-25000" dirty="0"/>
              <a:t>2</a:t>
            </a:r>
            <a:r>
              <a:rPr lang="en-US" altLang="zh-CN" sz="3086" dirty="0"/>
              <a:t>…</a:t>
            </a:r>
            <a:r>
              <a:rPr lang="en-US" altLang="zh-CN" sz="3086" dirty="0" err="1"/>
              <a:t>X</a:t>
            </a:r>
            <a:r>
              <a:rPr lang="en-US" altLang="zh-CN" sz="3086" baseline="-25000" dirty="0" err="1"/>
              <a:t>k</a:t>
            </a:r>
            <a:endParaRPr lang="en-GB" altLang="zh-CN" sz="308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6BD6D7-76D2-54F1-7933-16F084C0961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87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66034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0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GB" dirty="0"/>
              <a:t>总控程序</a:t>
            </a:r>
            <a:r>
              <a:rPr lang="zh-CN" altLang="en-US" dirty="0"/>
              <a:t>实现</a:t>
            </a:r>
            <a:endParaRPr lang="zh-CN" altLang="en-GB" dirty="0"/>
          </a:p>
        </p:txBody>
      </p:sp>
      <p:sp>
        <p:nvSpPr>
          <p:cNvPr id="1515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646" dirty="0"/>
              <a:t>  BEGIN</a:t>
            </a:r>
          </a:p>
          <a:p>
            <a:pPr marL="677212" lvl="1">
              <a:spcBef>
                <a:spcPct val="0"/>
              </a:spcBef>
              <a:buNone/>
            </a:pPr>
            <a:r>
              <a:rPr lang="en-US" altLang="zh-CN" dirty="0"/>
              <a:t>   </a:t>
            </a:r>
            <a:r>
              <a:rPr lang="zh-CN" altLang="en-US" dirty="0"/>
              <a:t>首先把‘＃’然后把文法开始符号推进</a:t>
            </a:r>
            <a:r>
              <a:rPr lang="en-US" altLang="zh-CN" dirty="0"/>
              <a:t>STACK</a:t>
            </a:r>
            <a:r>
              <a:rPr lang="zh-CN" altLang="en-US" dirty="0"/>
              <a:t>栈；</a:t>
            </a:r>
          </a:p>
          <a:p>
            <a:pPr marL="677212" lvl="1">
              <a:spcBef>
                <a:spcPct val="0"/>
              </a:spcBef>
              <a:buNone/>
            </a:pPr>
            <a:r>
              <a:rPr lang="zh-CN" altLang="en-US" dirty="0"/>
              <a:t>   把第一个输入符号读进</a:t>
            </a:r>
            <a:r>
              <a:rPr lang="en-US" altLang="zh-CN" dirty="0"/>
              <a:t>a</a:t>
            </a:r>
            <a:r>
              <a:rPr lang="zh-CN" altLang="en-US" dirty="0"/>
              <a:t>；</a:t>
            </a:r>
          </a:p>
          <a:p>
            <a:pPr marL="677212" lvl="1">
              <a:spcBef>
                <a:spcPct val="0"/>
              </a:spcBef>
              <a:buNone/>
            </a:pPr>
            <a:r>
              <a:rPr lang="zh-CN" altLang="en-US" dirty="0"/>
              <a:t>   </a:t>
            </a:r>
            <a:r>
              <a:rPr lang="en-US" altLang="zh-CN" dirty="0"/>
              <a:t>FLAG:=TRUE;</a:t>
            </a:r>
          </a:p>
          <a:p>
            <a:pPr marL="677212" lvl="1">
              <a:spcBef>
                <a:spcPct val="0"/>
              </a:spcBef>
              <a:buNone/>
            </a:pPr>
            <a:r>
              <a:rPr lang="en-US" altLang="zh-CN" dirty="0"/>
              <a:t>   WHILE  FLAG  DO</a:t>
            </a:r>
          </a:p>
          <a:p>
            <a:pPr marL="677212" lvl="1">
              <a:spcBef>
                <a:spcPct val="0"/>
              </a:spcBef>
              <a:buNone/>
            </a:pPr>
            <a:r>
              <a:rPr lang="en-US" altLang="zh-CN" dirty="0"/>
              <a:t>	BEGIN</a:t>
            </a:r>
          </a:p>
          <a:p>
            <a:pPr marL="677212" lvl="1">
              <a:spcBef>
                <a:spcPct val="0"/>
              </a:spcBef>
              <a:buNone/>
            </a:pPr>
            <a:r>
              <a:rPr lang="en-US" altLang="zh-CN" dirty="0"/>
              <a:t>       </a:t>
            </a:r>
            <a:r>
              <a:rPr lang="zh-CN" altLang="en-US" dirty="0"/>
              <a:t>把</a:t>
            </a:r>
            <a:r>
              <a:rPr lang="en-US" altLang="zh-CN" dirty="0"/>
              <a:t>STACK</a:t>
            </a:r>
            <a:r>
              <a:rPr lang="zh-CN" altLang="en-US" dirty="0"/>
              <a:t>栈顶符号上托出去并放在</a:t>
            </a:r>
            <a:r>
              <a:rPr lang="en-US" altLang="zh-CN" dirty="0"/>
              <a:t>X</a:t>
            </a:r>
            <a:r>
              <a:rPr lang="zh-CN" altLang="en-US" dirty="0"/>
              <a:t>中；</a:t>
            </a:r>
          </a:p>
          <a:p>
            <a:pPr marL="677212" lvl="1">
              <a:spcBef>
                <a:spcPct val="0"/>
              </a:spcBef>
              <a:buNone/>
            </a:pPr>
            <a:r>
              <a:rPr lang="zh-CN" altLang="en-US" dirty="0"/>
              <a:t>       </a:t>
            </a:r>
            <a:r>
              <a:rPr lang="en-US" altLang="zh-CN" dirty="0"/>
              <a:t>IF X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V</a:t>
            </a:r>
            <a:r>
              <a:rPr lang="en-US" altLang="zh-CN" baseline="-25000" dirty="0"/>
              <a:t>T</a:t>
            </a:r>
            <a:r>
              <a:rPr lang="en-US" altLang="zh-CN" dirty="0"/>
              <a:t> THEN</a:t>
            </a:r>
          </a:p>
          <a:p>
            <a:pPr marL="677212" lvl="1">
              <a:spcBef>
                <a:spcPct val="0"/>
              </a:spcBef>
              <a:buNone/>
            </a:pPr>
            <a:r>
              <a:rPr lang="en-US" altLang="zh-CN" dirty="0"/>
              <a:t>	        </a:t>
            </a:r>
            <a:r>
              <a:rPr lang="en-US" altLang="zh-CN" dirty="0">
                <a:solidFill>
                  <a:srgbClr val="3333CC"/>
                </a:solidFill>
              </a:rPr>
              <a:t>IF X== a  THEN </a:t>
            </a:r>
            <a:r>
              <a:rPr lang="zh-CN" altLang="en-US" dirty="0">
                <a:solidFill>
                  <a:srgbClr val="3333CC"/>
                </a:solidFill>
              </a:rPr>
              <a:t>把下一输入符号读进</a:t>
            </a:r>
            <a:r>
              <a:rPr lang="en-US" altLang="zh-CN" dirty="0">
                <a:solidFill>
                  <a:srgbClr val="3333CC"/>
                </a:solidFill>
              </a:rPr>
              <a:t>a</a:t>
            </a:r>
          </a:p>
          <a:p>
            <a:pPr marL="677212" lvl="1">
              <a:spcBef>
                <a:spcPct val="0"/>
              </a:spcBef>
              <a:buNone/>
            </a:pPr>
            <a:r>
              <a:rPr lang="en-US" altLang="zh-CN" dirty="0">
                <a:solidFill>
                  <a:srgbClr val="3333CC"/>
                </a:solidFill>
              </a:rPr>
              <a:t>	                       ELSE   ERROR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8BC0271-E066-ED5D-6B29-8D21B159609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88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9919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GB" dirty="0"/>
              <a:t>总控程序</a:t>
            </a:r>
            <a:r>
              <a:rPr lang="zh-CN" altLang="en-US" dirty="0"/>
              <a:t>实现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  </a:t>
            </a:r>
            <a:r>
              <a:rPr lang="en-US" altLang="zh-CN" dirty="0">
                <a:solidFill>
                  <a:srgbClr val="CC0000"/>
                </a:solidFill>
              </a:rPr>
              <a:t>ELSE IF X==‘#’ THEN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CC0000"/>
                </a:solidFill>
              </a:rPr>
              <a:t>	         IF X==a THEN FLAG:=FALSE</a:t>
            </a:r>
            <a:r>
              <a:rPr lang="en-US" altLang="zh-CN" dirty="0"/>
              <a:t>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                    ELSE ERROR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  </a:t>
            </a:r>
            <a:r>
              <a:rPr lang="en-US" altLang="zh-CN" dirty="0">
                <a:solidFill>
                  <a:srgbClr val="008000"/>
                </a:solidFill>
              </a:rPr>
              <a:t>ELSE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08000"/>
                </a:solidFill>
              </a:rPr>
              <a:t>IF M[</a:t>
            </a:r>
            <a:r>
              <a:rPr lang="en-US" altLang="zh-CN" dirty="0" err="1">
                <a:solidFill>
                  <a:srgbClr val="008000"/>
                </a:solidFill>
              </a:rPr>
              <a:t>X,a</a:t>
            </a:r>
            <a:r>
              <a:rPr lang="en-US" altLang="zh-CN" dirty="0">
                <a:solidFill>
                  <a:srgbClr val="008000"/>
                </a:solidFill>
              </a:rPr>
              <a:t>]=={X→X</a:t>
            </a:r>
            <a:r>
              <a:rPr lang="en-US" altLang="zh-CN" baseline="-25000" dirty="0">
                <a:solidFill>
                  <a:srgbClr val="008000"/>
                </a:solidFill>
              </a:rPr>
              <a:t>1</a:t>
            </a:r>
            <a:r>
              <a:rPr lang="en-US" altLang="zh-CN" dirty="0">
                <a:solidFill>
                  <a:srgbClr val="008000"/>
                </a:solidFill>
              </a:rPr>
              <a:t>X</a:t>
            </a:r>
            <a:r>
              <a:rPr lang="en-US" altLang="zh-CN" baseline="-25000" dirty="0">
                <a:solidFill>
                  <a:srgbClr val="008000"/>
                </a:solidFill>
              </a:rPr>
              <a:t>2</a:t>
            </a:r>
            <a:r>
              <a:rPr lang="en-US" altLang="zh-CN" dirty="0">
                <a:solidFill>
                  <a:srgbClr val="008000"/>
                </a:solidFill>
              </a:rPr>
              <a:t>…</a:t>
            </a:r>
            <a:r>
              <a:rPr lang="en-US" altLang="zh-CN" dirty="0" err="1">
                <a:solidFill>
                  <a:srgbClr val="008000"/>
                </a:solidFill>
              </a:rPr>
              <a:t>X</a:t>
            </a:r>
            <a:r>
              <a:rPr lang="en-US" altLang="zh-CN" baseline="-25000" dirty="0" err="1">
                <a:solidFill>
                  <a:srgbClr val="008000"/>
                </a:solidFill>
              </a:rPr>
              <a:t>k</a:t>
            </a:r>
            <a:r>
              <a:rPr lang="en-US" altLang="zh-CN" dirty="0">
                <a:solidFill>
                  <a:srgbClr val="008000"/>
                </a:solidFill>
              </a:rPr>
              <a:t>}THEN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8000"/>
                </a:solidFill>
              </a:rPr>
              <a:t>         	</a:t>
            </a:r>
            <a:r>
              <a:rPr lang="zh-CN" altLang="en-US" dirty="0">
                <a:solidFill>
                  <a:srgbClr val="008000"/>
                </a:solidFill>
              </a:rPr>
              <a:t>把</a:t>
            </a:r>
            <a:r>
              <a:rPr lang="en-US" altLang="zh-CN" dirty="0">
                <a:solidFill>
                  <a:srgbClr val="008000"/>
                </a:solidFill>
              </a:rPr>
              <a:t>X</a:t>
            </a:r>
            <a:r>
              <a:rPr lang="en-US" altLang="zh-CN" baseline="-25000" dirty="0">
                <a:solidFill>
                  <a:srgbClr val="008000"/>
                </a:solidFill>
              </a:rPr>
              <a:t>k</a:t>
            </a:r>
            <a:r>
              <a:rPr lang="en-US" altLang="zh-CN" dirty="0">
                <a:solidFill>
                  <a:srgbClr val="008000"/>
                </a:solidFill>
              </a:rPr>
              <a:t>,X</a:t>
            </a:r>
            <a:r>
              <a:rPr lang="en-US" altLang="zh-CN" baseline="-25000" dirty="0">
                <a:solidFill>
                  <a:srgbClr val="008000"/>
                </a:solidFill>
              </a:rPr>
              <a:t>k-1</a:t>
            </a:r>
            <a:r>
              <a:rPr lang="en-US" altLang="zh-CN" dirty="0">
                <a:solidFill>
                  <a:srgbClr val="008000"/>
                </a:solidFill>
              </a:rPr>
              <a:t>,…,X</a:t>
            </a:r>
            <a:r>
              <a:rPr lang="en-US" altLang="zh-CN" baseline="-25000" dirty="0">
                <a:solidFill>
                  <a:srgbClr val="008000"/>
                </a:solidFill>
              </a:rPr>
              <a:t>1</a:t>
            </a:r>
            <a:r>
              <a:rPr lang="zh-CN" altLang="en-US" dirty="0">
                <a:solidFill>
                  <a:srgbClr val="008000"/>
                </a:solidFill>
              </a:rPr>
              <a:t>一一推进</a:t>
            </a:r>
            <a:r>
              <a:rPr lang="en-US" altLang="zh-CN" dirty="0">
                <a:solidFill>
                  <a:srgbClr val="008000"/>
                </a:solidFill>
              </a:rPr>
              <a:t>STACK</a:t>
            </a:r>
            <a:r>
              <a:rPr lang="zh-CN" altLang="en-US" dirty="0">
                <a:solidFill>
                  <a:srgbClr val="008000"/>
                </a:solidFill>
              </a:rPr>
              <a:t>栈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8000"/>
                </a:solidFill>
              </a:rPr>
              <a:t>	        </a:t>
            </a:r>
            <a:r>
              <a:rPr lang="en-US" altLang="zh-CN" dirty="0">
                <a:solidFill>
                  <a:srgbClr val="008000"/>
                </a:solidFill>
              </a:rPr>
              <a:t>/* </a:t>
            </a:r>
            <a:r>
              <a:rPr lang="zh-CN" altLang="en-US" dirty="0">
                <a:solidFill>
                  <a:srgbClr val="008000"/>
                </a:solidFill>
              </a:rPr>
              <a:t>若</a:t>
            </a:r>
            <a:r>
              <a:rPr lang="en-US" altLang="zh-CN" dirty="0">
                <a:solidFill>
                  <a:srgbClr val="008000"/>
                </a:solidFill>
              </a:rPr>
              <a:t>X</a:t>
            </a:r>
            <a:r>
              <a:rPr lang="en-US" altLang="zh-CN" baseline="-25000" dirty="0">
                <a:solidFill>
                  <a:srgbClr val="008000"/>
                </a:solidFill>
              </a:rPr>
              <a:t>1</a:t>
            </a:r>
            <a:r>
              <a:rPr lang="en-US" altLang="zh-CN" dirty="0">
                <a:solidFill>
                  <a:srgbClr val="008000"/>
                </a:solidFill>
              </a:rPr>
              <a:t>X</a:t>
            </a:r>
            <a:r>
              <a:rPr lang="en-US" altLang="zh-CN" baseline="-25000" dirty="0">
                <a:solidFill>
                  <a:srgbClr val="008000"/>
                </a:solidFill>
              </a:rPr>
              <a:t>2</a:t>
            </a:r>
            <a:r>
              <a:rPr lang="en-US" altLang="zh-CN" dirty="0">
                <a:solidFill>
                  <a:srgbClr val="008000"/>
                </a:solidFill>
              </a:rPr>
              <a:t>…</a:t>
            </a:r>
            <a:r>
              <a:rPr lang="en-US" altLang="zh-CN" dirty="0" err="1">
                <a:solidFill>
                  <a:srgbClr val="008000"/>
                </a:solidFill>
              </a:rPr>
              <a:t>X</a:t>
            </a:r>
            <a:r>
              <a:rPr lang="en-US" altLang="zh-CN" baseline="-25000" dirty="0" err="1">
                <a:solidFill>
                  <a:srgbClr val="008000"/>
                </a:solidFill>
              </a:rPr>
              <a:t>k</a:t>
            </a:r>
            <a:r>
              <a:rPr lang="en-US" altLang="zh-CN" dirty="0">
                <a:solidFill>
                  <a:srgbClr val="008000"/>
                </a:solidFill>
              </a:rPr>
              <a:t>=</a:t>
            </a:r>
            <a:r>
              <a:rPr lang="en-US" altLang="zh-CN" dirty="0">
                <a:solidFill>
                  <a:srgbClr val="008000"/>
                </a:solidFill>
                <a:sym typeface="Symbol" panose="05050102010706020507" pitchFamily="18" charset="2"/>
              </a:rPr>
              <a:t></a:t>
            </a:r>
            <a:r>
              <a:rPr lang="zh-CN" altLang="en-US" dirty="0">
                <a:solidFill>
                  <a:srgbClr val="008000"/>
                </a:solidFill>
              </a:rPr>
              <a:t>，不推什么进栈 *</a:t>
            </a:r>
            <a:r>
              <a:rPr lang="en-US" altLang="zh-CN" dirty="0">
                <a:solidFill>
                  <a:srgbClr val="008000"/>
                </a:solidFill>
              </a:rPr>
              <a:t>/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  ELSE ERROR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END OF WHILE;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STOP /*</a:t>
            </a:r>
            <a:r>
              <a:rPr lang="zh-CN" altLang="en-US" dirty="0"/>
              <a:t>分析成功，过程完毕*</a:t>
            </a:r>
            <a:r>
              <a:rPr lang="en-US" altLang="zh-CN" dirty="0"/>
              <a:t>/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646" dirty="0"/>
              <a:t>END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9C83B26A-25A4-40FD-1E1E-DF3B8375540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89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527622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94988" y="4940264"/>
          <a:ext cx="8694617" cy="24190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02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1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61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75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75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33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60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3183">
                <a:tc>
                  <a:txBody>
                    <a:bodyPr/>
                    <a:lstStyle/>
                    <a:p>
                      <a:pPr indent="26987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 err="1">
                          <a:effectLst/>
                          <a:latin typeface="+mn-lt"/>
                          <a:ea typeface="宋体" panose="02010600030101010101" pitchFamily="2" charset="-122"/>
                        </a:rPr>
                        <a:t>i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+</a:t>
                      </a:r>
                      <a:endParaRPr lang="zh-CN" sz="2600" b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*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(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)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#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183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E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E</a:t>
                      </a:r>
                      <a:r>
                        <a:rPr lang="zh-CN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TE</a:t>
                      </a: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600" b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E</a:t>
                      </a:r>
                      <a:r>
                        <a:rPr lang="zh-CN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TE</a:t>
                      </a: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183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E</a:t>
                      </a: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E</a:t>
                      </a: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r>
                        <a:rPr lang="zh-CN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+TE</a:t>
                      </a: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E</a:t>
                      </a:r>
                      <a:r>
                        <a:rPr lang="en-US" sz="2600" b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r>
                        <a:rPr lang="zh-CN" sz="26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en-US" sz="2600" b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</a:t>
                      </a:r>
                      <a:endParaRPr lang="zh-CN" sz="2600" b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E</a:t>
                      </a: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r>
                        <a:rPr lang="zh-CN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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183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T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T</a:t>
                      </a:r>
                      <a:r>
                        <a:rPr lang="zh-CN" sz="26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en-US" sz="26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FT</a:t>
                      </a:r>
                      <a:r>
                        <a:rPr lang="en-US" sz="2600" b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endParaRPr lang="zh-CN" sz="2600" b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T</a:t>
                      </a:r>
                      <a:r>
                        <a:rPr lang="zh-CN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FT</a:t>
                      </a: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600" b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183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T</a:t>
                      </a: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600" b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T</a:t>
                      </a:r>
                      <a:r>
                        <a:rPr lang="en-US" sz="2600" b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r>
                        <a:rPr lang="zh-CN" sz="26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en-US" sz="2600" b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</a:t>
                      </a:r>
                      <a:endParaRPr lang="zh-CN" sz="2600" b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T</a:t>
                      </a: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r>
                        <a:rPr lang="zh-CN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*FT</a:t>
                      </a: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T</a:t>
                      </a: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r>
                        <a:rPr lang="zh-CN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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T</a:t>
                      </a: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r>
                        <a:rPr lang="zh-CN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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183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F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F</a:t>
                      </a:r>
                      <a:r>
                        <a:rPr lang="zh-CN" sz="26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en-US" sz="26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i</a:t>
                      </a:r>
                      <a:endParaRPr lang="zh-CN" sz="2600" b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600" b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F</a:t>
                      </a:r>
                      <a:r>
                        <a:rPr lang="zh-CN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 (E)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预测分析示例</a:t>
            </a:r>
            <a:endParaRPr lang="zh-CN" altLang="en-US" dirty="0"/>
          </a:p>
        </p:txBody>
      </p:sp>
      <p:sp>
        <p:nvSpPr>
          <p:cNvPr id="137219" name="Rectangle 3"/>
          <p:cNvSpPr>
            <a:spLocks noGrp="1" noChangeArrowheads="1"/>
          </p:cNvSpPr>
          <p:nvPr>
            <p:ph idx="1"/>
          </p:nvPr>
        </p:nvSpPr>
        <p:spPr>
          <a:xfrm>
            <a:off x="694987" y="2198797"/>
            <a:ext cx="8694618" cy="4797715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zh-CN" altLang="en-US" sz="2646" dirty="0"/>
              <a:t>对于文法</a:t>
            </a:r>
            <a:r>
              <a:rPr lang="en-US" altLang="zh-CN" sz="2646" dirty="0"/>
              <a:t>G(E):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E→TE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E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→+TE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 | </a:t>
            </a:r>
            <a:r>
              <a:rPr lang="en-US" altLang="zh-CN" dirty="0">
                <a:sym typeface="Symbol" panose="05050102010706020507" pitchFamily="18" charset="2"/>
              </a:rPr>
              <a:t>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T→FT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                 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T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→*FT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 | </a:t>
            </a:r>
            <a:r>
              <a:rPr lang="en-US" altLang="zh-CN" dirty="0">
                <a:sym typeface="Symbol" panose="05050102010706020507" pitchFamily="18" charset="2"/>
              </a:rPr>
              <a:t>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F→(E) | </a:t>
            </a:r>
            <a:r>
              <a:rPr lang="en-US" altLang="zh-CN" dirty="0" err="1"/>
              <a:t>i</a:t>
            </a:r>
            <a:r>
              <a:rPr lang="en-US" altLang="zh-CN" dirty="0"/>
              <a:t>	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646" dirty="0"/>
              <a:t>输入串为</a:t>
            </a:r>
            <a:r>
              <a:rPr lang="en-US" altLang="zh-CN" sz="2646" dirty="0"/>
              <a:t>i</a:t>
            </a:r>
            <a:r>
              <a:rPr lang="en-US" altLang="zh-CN" sz="2646" baseline="-25000" dirty="0"/>
              <a:t>1</a:t>
            </a:r>
            <a:r>
              <a:rPr lang="en-US" altLang="zh-CN" sz="2646" dirty="0"/>
              <a:t>*i</a:t>
            </a:r>
            <a:r>
              <a:rPr lang="en-US" altLang="zh-CN" sz="2646" baseline="-25000" dirty="0"/>
              <a:t>2</a:t>
            </a:r>
            <a:r>
              <a:rPr lang="en-US" altLang="zh-CN" sz="2646" dirty="0"/>
              <a:t>+i</a:t>
            </a:r>
            <a:r>
              <a:rPr lang="en-US" altLang="zh-CN" sz="2646" baseline="-25000" dirty="0"/>
              <a:t>3</a:t>
            </a:r>
            <a:r>
              <a:rPr lang="zh-CN" altLang="en-US" sz="2646" dirty="0"/>
              <a:t>，利用分析表进行预测分析</a:t>
            </a:r>
          </a:p>
        </p:txBody>
      </p:sp>
      <p:graphicFrame>
        <p:nvGraphicFramePr>
          <p:cNvPr id="45" name="表格 44"/>
          <p:cNvGraphicFramePr>
            <a:graphicFrameLocks noGrp="1"/>
          </p:cNvGraphicFramePr>
          <p:nvPr/>
        </p:nvGraphicFramePr>
        <p:xfrm>
          <a:off x="5313302" y="157713"/>
          <a:ext cx="4640799" cy="379821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893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2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9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1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9821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400" b="0" u="none" strike="noStrike" dirty="0">
                          <a:effectLst/>
                          <a:latin typeface="+mj-ea"/>
                          <a:ea typeface="+mj-ea"/>
                        </a:rPr>
                        <a:t>步骤</a:t>
                      </a:r>
                      <a:endParaRPr lang="zh-CN" altLang="en-US" sz="24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400" b="0" u="none" strike="noStrike" dirty="0">
                          <a:effectLst/>
                          <a:latin typeface="+mj-ea"/>
                          <a:ea typeface="+mj-ea"/>
                        </a:rPr>
                        <a:t>符号栈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400" b="0" u="none" strike="noStrike" dirty="0">
                          <a:effectLst/>
                          <a:latin typeface="+mj-ea"/>
                          <a:ea typeface="+mj-ea"/>
                        </a:rPr>
                        <a:t>输入串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400" b="0" u="none" strike="noStrike" dirty="0">
                          <a:effectLst/>
                          <a:latin typeface="+mj-ea"/>
                          <a:ea typeface="+mj-ea"/>
                        </a:rPr>
                        <a:t>用产生式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82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2400" u="none" strike="noStrike" dirty="0">
                          <a:effectLst/>
                          <a:latin typeface="+mj-ea"/>
                          <a:ea typeface="+mj-ea"/>
                        </a:rPr>
                        <a:t>0</a:t>
                      </a:r>
                      <a:endParaRPr lang="en-US" altLang="zh-CN" sz="24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#E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i</a:t>
                      </a:r>
                      <a:r>
                        <a:rPr lang="en-US" sz="2400" u="none" strike="noStrike" baseline="-25000" dirty="0">
                          <a:effectLst/>
                          <a:latin typeface="+mj-ea"/>
                          <a:ea typeface="+mj-ea"/>
                        </a:rPr>
                        <a:t>1</a:t>
                      </a:r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*i</a:t>
                      </a:r>
                      <a:r>
                        <a:rPr lang="en-US" sz="2400" u="none" strike="noStrike" baseline="-25000" dirty="0">
                          <a:effectLst/>
                          <a:latin typeface="+mj-ea"/>
                          <a:ea typeface="+mj-ea"/>
                        </a:rPr>
                        <a:t>2</a:t>
                      </a:r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+i</a:t>
                      </a:r>
                      <a:r>
                        <a:rPr lang="en-US" sz="2400" u="none" strike="noStrike" baseline="-25000" dirty="0">
                          <a:effectLst/>
                          <a:latin typeface="+mj-ea"/>
                          <a:ea typeface="+mj-ea"/>
                        </a:rPr>
                        <a:t>3</a:t>
                      </a:r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#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82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2400" u="none" strike="noStrike" dirty="0">
                          <a:effectLst/>
                          <a:latin typeface="+mj-ea"/>
                          <a:ea typeface="+mj-ea"/>
                        </a:rPr>
                        <a:t>1</a:t>
                      </a:r>
                      <a:endParaRPr lang="en-US" altLang="zh-CN" sz="24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#E'T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i</a:t>
                      </a:r>
                      <a:r>
                        <a:rPr lang="en-US" sz="2400" u="none" strike="noStrike" baseline="-25000" dirty="0">
                          <a:effectLst/>
                          <a:latin typeface="+mj-ea"/>
                          <a:ea typeface="+mj-ea"/>
                        </a:rPr>
                        <a:t>1</a:t>
                      </a:r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*i</a:t>
                      </a:r>
                      <a:r>
                        <a:rPr lang="en-US" sz="2400" u="none" strike="noStrike" baseline="-25000" dirty="0">
                          <a:effectLst/>
                          <a:latin typeface="+mj-ea"/>
                          <a:ea typeface="+mj-ea"/>
                        </a:rPr>
                        <a:t>2</a:t>
                      </a:r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+i</a:t>
                      </a:r>
                      <a:r>
                        <a:rPr lang="en-US" sz="2400" u="none" strike="noStrike" baseline="-25000" dirty="0">
                          <a:effectLst/>
                          <a:latin typeface="+mj-ea"/>
                          <a:ea typeface="+mj-ea"/>
                        </a:rPr>
                        <a:t>3</a:t>
                      </a:r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#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E</a:t>
                      </a:r>
                      <a:r>
                        <a:rPr lang="en-US" altLang="zh-CN" sz="2400" u="none" strike="noStrike" dirty="0">
                          <a:effectLst/>
                          <a:latin typeface="+mj-ea"/>
                          <a:ea typeface="+mj-ea"/>
                        </a:rPr>
                        <a:t>→</a:t>
                      </a:r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TE'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82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2400" u="none" strike="noStrike" dirty="0">
                          <a:effectLst/>
                          <a:latin typeface="+mj-ea"/>
                          <a:ea typeface="+mj-ea"/>
                        </a:rPr>
                        <a:t>2</a:t>
                      </a:r>
                      <a:endParaRPr lang="en-US" altLang="zh-CN" sz="24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#E'T'F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i</a:t>
                      </a:r>
                      <a:r>
                        <a:rPr lang="en-US" sz="2400" u="none" strike="noStrike" baseline="-25000" dirty="0">
                          <a:effectLst/>
                          <a:latin typeface="+mj-ea"/>
                          <a:ea typeface="+mj-ea"/>
                        </a:rPr>
                        <a:t>1</a:t>
                      </a:r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*i</a:t>
                      </a:r>
                      <a:r>
                        <a:rPr lang="en-US" sz="2400" u="none" strike="noStrike" baseline="-25000" dirty="0">
                          <a:effectLst/>
                          <a:latin typeface="+mj-ea"/>
                          <a:ea typeface="+mj-ea"/>
                        </a:rPr>
                        <a:t>2</a:t>
                      </a:r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+i</a:t>
                      </a:r>
                      <a:r>
                        <a:rPr lang="en-US" sz="2400" u="none" strike="noStrike" baseline="-25000" dirty="0">
                          <a:effectLst/>
                          <a:latin typeface="+mj-ea"/>
                          <a:ea typeface="+mj-ea"/>
                        </a:rPr>
                        <a:t>3</a:t>
                      </a:r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#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T</a:t>
                      </a:r>
                      <a:r>
                        <a:rPr lang="en-US" altLang="zh-CN" sz="2400" u="none" strike="noStrike" dirty="0">
                          <a:effectLst/>
                          <a:latin typeface="+mj-ea"/>
                          <a:ea typeface="+mj-ea"/>
                        </a:rPr>
                        <a:t>→</a:t>
                      </a:r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FT'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82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2400" u="none" strike="noStrike" dirty="0">
                          <a:effectLst/>
                          <a:latin typeface="+mj-ea"/>
                          <a:ea typeface="+mj-ea"/>
                        </a:rPr>
                        <a:t>3</a:t>
                      </a:r>
                      <a:endParaRPr lang="en-US" altLang="zh-CN" sz="24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#</a:t>
                      </a:r>
                      <a:r>
                        <a:rPr lang="en-US" sz="2400" u="none" strike="noStrike" dirty="0" err="1">
                          <a:effectLst/>
                          <a:latin typeface="+mj-ea"/>
                          <a:ea typeface="+mj-ea"/>
                        </a:rPr>
                        <a:t>E'T'i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i</a:t>
                      </a:r>
                      <a:r>
                        <a:rPr lang="en-US" sz="2400" u="none" strike="noStrike" baseline="-25000" dirty="0">
                          <a:effectLst/>
                          <a:latin typeface="+mj-ea"/>
                          <a:ea typeface="+mj-ea"/>
                        </a:rPr>
                        <a:t>1</a:t>
                      </a:r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*i</a:t>
                      </a:r>
                      <a:r>
                        <a:rPr lang="en-US" sz="2400" u="none" strike="noStrike" baseline="-25000" dirty="0">
                          <a:effectLst/>
                          <a:latin typeface="+mj-ea"/>
                          <a:ea typeface="+mj-ea"/>
                        </a:rPr>
                        <a:t>2</a:t>
                      </a:r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+i</a:t>
                      </a:r>
                      <a:r>
                        <a:rPr lang="en-US" sz="2400" u="none" strike="noStrike" baseline="-25000" dirty="0">
                          <a:effectLst/>
                          <a:latin typeface="+mj-ea"/>
                          <a:ea typeface="+mj-ea"/>
                        </a:rPr>
                        <a:t>3</a:t>
                      </a:r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# 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u="none" strike="noStrike" dirty="0" err="1">
                          <a:effectLst/>
                          <a:latin typeface="+mj-ea"/>
                          <a:ea typeface="+mj-ea"/>
                        </a:rPr>
                        <a:t>F→i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82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2400" u="none" strike="noStrike" dirty="0">
                          <a:effectLst/>
                          <a:latin typeface="+mj-ea"/>
                          <a:ea typeface="+mj-ea"/>
                        </a:rPr>
                        <a:t>4</a:t>
                      </a:r>
                      <a:endParaRPr lang="en-US" altLang="zh-CN" sz="24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#E'T'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*i</a:t>
                      </a:r>
                      <a:r>
                        <a:rPr lang="en-US" sz="2400" u="none" strike="noStrike" baseline="-25000" dirty="0">
                          <a:effectLst/>
                          <a:latin typeface="+mj-ea"/>
                          <a:ea typeface="+mj-ea"/>
                        </a:rPr>
                        <a:t>2</a:t>
                      </a:r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+i</a:t>
                      </a:r>
                      <a:r>
                        <a:rPr lang="en-US" sz="2400" u="none" strike="noStrike" baseline="-25000" dirty="0">
                          <a:effectLst/>
                          <a:latin typeface="+mj-ea"/>
                          <a:ea typeface="+mj-ea"/>
                        </a:rPr>
                        <a:t>3</a:t>
                      </a:r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#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82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2400" u="none" strike="noStrike" dirty="0">
                          <a:effectLst/>
                          <a:latin typeface="+mj-ea"/>
                          <a:ea typeface="+mj-ea"/>
                        </a:rPr>
                        <a:t>5</a:t>
                      </a:r>
                      <a:endParaRPr lang="en-US" altLang="zh-CN" sz="24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#E'T'F*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*i</a:t>
                      </a:r>
                      <a:r>
                        <a:rPr lang="en-US" sz="2400" u="none" strike="noStrike" baseline="-25000" dirty="0">
                          <a:effectLst/>
                          <a:latin typeface="+mj-ea"/>
                          <a:ea typeface="+mj-ea"/>
                        </a:rPr>
                        <a:t>2</a:t>
                      </a:r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+i</a:t>
                      </a:r>
                      <a:r>
                        <a:rPr lang="en-US" sz="2400" u="none" strike="noStrike" baseline="-25000" dirty="0">
                          <a:effectLst/>
                          <a:latin typeface="+mj-ea"/>
                          <a:ea typeface="+mj-ea"/>
                        </a:rPr>
                        <a:t>3</a:t>
                      </a:r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#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T'→*FT'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82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2400" u="none" strike="noStrike" dirty="0">
                          <a:effectLst/>
                          <a:latin typeface="+mj-ea"/>
                          <a:ea typeface="+mj-ea"/>
                        </a:rPr>
                        <a:t>6</a:t>
                      </a:r>
                      <a:endParaRPr lang="en-US" altLang="zh-CN" sz="24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#E'T'F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i</a:t>
                      </a:r>
                      <a:r>
                        <a:rPr lang="en-US" altLang="zh-CN" sz="2400" u="none" strike="noStrike" kern="1200" baseline="-250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CN" sz="24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+i</a:t>
                      </a:r>
                      <a:r>
                        <a:rPr lang="en-US" altLang="zh-CN" sz="2400" u="none" strike="noStrike" kern="1200" baseline="-250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3</a:t>
                      </a:r>
                      <a:r>
                        <a:rPr lang="en-US" altLang="zh-CN" sz="24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#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982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2400" u="none" strike="noStrike" dirty="0">
                          <a:effectLst/>
                          <a:latin typeface="+mj-ea"/>
                          <a:ea typeface="+mj-ea"/>
                        </a:rPr>
                        <a:t>7</a:t>
                      </a:r>
                      <a:endParaRPr lang="en-US" altLang="zh-CN" sz="24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#</a:t>
                      </a:r>
                      <a:r>
                        <a:rPr lang="en-US" sz="2400" u="none" strike="noStrike" dirty="0" err="1">
                          <a:effectLst/>
                          <a:latin typeface="+mj-ea"/>
                          <a:ea typeface="+mj-ea"/>
                        </a:rPr>
                        <a:t>E'T'i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i</a:t>
                      </a:r>
                      <a:r>
                        <a:rPr lang="en-US" sz="2400" u="none" strike="noStrike" baseline="-25000" dirty="0">
                          <a:effectLst/>
                          <a:latin typeface="+mj-ea"/>
                          <a:ea typeface="+mj-ea"/>
                        </a:rPr>
                        <a:t>2</a:t>
                      </a:r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+i</a:t>
                      </a:r>
                      <a:r>
                        <a:rPr lang="en-US" sz="2400" u="none" strike="noStrike" baseline="-25000" dirty="0">
                          <a:effectLst/>
                          <a:latin typeface="+mj-ea"/>
                          <a:ea typeface="+mj-ea"/>
                        </a:rPr>
                        <a:t>3</a:t>
                      </a:r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#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 err="1">
                          <a:effectLst/>
                          <a:latin typeface="+mj-ea"/>
                          <a:ea typeface="+mj-ea"/>
                        </a:rPr>
                        <a:t>F→i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982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2400" u="none" strike="noStrike" dirty="0">
                          <a:effectLst/>
                          <a:latin typeface="+mj-ea"/>
                          <a:ea typeface="+mj-ea"/>
                        </a:rPr>
                        <a:t>8</a:t>
                      </a:r>
                      <a:endParaRPr lang="en-US" altLang="zh-CN" sz="24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#E'T'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+i</a:t>
                      </a:r>
                      <a:r>
                        <a:rPr lang="en-US" sz="2400" u="none" strike="noStrike" baseline="-25000" dirty="0">
                          <a:effectLst/>
                          <a:latin typeface="+mj-ea"/>
                          <a:ea typeface="+mj-ea"/>
                        </a:rPr>
                        <a:t>3</a:t>
                      </a:r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#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6" name="矩形 45"/>
          <p:cNvSpPr/>
          <p:nvPr/>
        </p:nvSpPr>
        <p:spPr>
          <a:xfrm>
            <a:off x="5240641" y="532747"/>
            <a:ext cx="4722317" cy="3968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984">
              <a:solidFill>
                <a:prstClr val="white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240641" y="914640"/>
            <a:ext cx="4722317" cy="3968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984">
              <a:solidFill>
                <a:prstClr val="white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240641" y="1277067"/>
            <a:ext cx="4722317" cy="3968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984">
              <a:solidFill>
                <a:prstClr val="white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240641" y="1673156"/>
            <a:ext cx="4722317" cy="3968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984">
              <a:solidFill>
                <a:prstClr val="white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5240641" y="2052664"/>
            <a:ext cx="4722317" cy="3968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984">
              <a:solidFill>
                <a:prstClr val="white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5240641" y="2434557"/>
            <a:ext cx="4722317" cy="3968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984">
              <a:solidFill>
                <a:prstClr val="white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5240641" y="2796984"/>
            <a:ext cx="4722317" cy="3968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984">
              <a:solidFill>
                <a:prstClr val="white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5240641" y="3178876"/>
            <a:ext cx="4722317" cy="3968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984">
              <a:solidFill>
                <a:prstClr val="white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5240641" y="3560769"/>
            <a:ext cx="4722317" cy="3968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984">
              <a:solidFill>
                <a:prstClr val="white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CB44E77C-CB90-ECF4-D056-DD50BA36EB3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90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3575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7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7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7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7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19" grpId="0" build="p" autoUpdateAnimBg="0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94988" y="4940264"/>
          <a:ext cx="8694617" cy="24190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02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1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61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75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75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33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60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3183">
                <a:tc>
                  <a:txBody>
                    <a:bodyPr/>
                    <a:lstStyle/>
                    <a:p>
                      <a:pPr indent="26987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 err="1">
                          <a:effectLst/>
                          <a:latin typeface="+mn-lt"/>
                          <a:ea typeface="宋体" panose="02010600030101010101" pitchFamily="2" charset="-122"/>
                        </a:rPr>
                        <a:t>i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+</a:t>
                      </a:r>
                      <a:endParaRPr lang="zh-CN" sz="2600" b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*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(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)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#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183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E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E</a:t>
                      </a:r>
                      <a:r>
                        <a:rPr lang="zh-CN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TE</a:t>
                      </a: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600" b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E</a:t>
                      </a:r>
                      <a:r>
                        <a:rPr lang="zh-CN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TE</a:t>
                      </a: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183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E</a:t>
                      </a: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E</a:t>
                      </a: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r>
                        <a:rPr lang="zh-CN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+TE</a:t>
                      </a: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E</a:t>
                      </a:r>
                      <a:r>
                        <a:rPr lang="en-US" sz="2600" b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r>
                        <a:rPr lang="zh-CN" sz="26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en-US" sz="2600" b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</a:t>
                      </a:r>
                      <a:endParaRPr lang="zh-CN" sz="2600" b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E</a:t>
                      </a: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r>
                        <a:rPr lang="zh-CN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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183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T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T</a:t>
                      </a:r>
                      <a:r>
                        <a:rPr lang="zh-CN" sz="26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en-US" sz="26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FT</a:t>
                      </a:r>
                      <a:r>
                        <a:rPr lang="en-US" sz="2600" b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endParaRPr lang="zh-CN" sz="2600" b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T</a:t>
                      </a:r>
                      <a:r>
                        <a:rPr lang="zh-CN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FT</a:t>
                      </a: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600" b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183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T</a:t>
                      </a: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600" b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T</a:t>
                      </a:r>
                      <a:r>
                        <a:rPr lang="en-US" sz="2600" b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r>
                        <a:rPr lang="zh-CN" sz="26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en-US" sz="2600" b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</a:t>
                      </a:r>
                      <a:endParaRPr lang="zh-CN" sz="2600" b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T</a:t>
                      </a: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r>
                        <a:rPr lang="zh-CN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*FT</a:t>
                      </a: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T</a:t>
                      </a: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r>
                        <a:rPr lang="zh-CN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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T</a:t>
                      </a: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r>
                        <a:rPr lang="zh-CN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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183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F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F</a:t>
                      </a:r>
                      <a:r>
                        <a:rPr lang="zh-CN" sz="26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en-US" sz="26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i</a:t>
                      </a:r>
                      <a:endParaRPr lang="zh-CN" sz="2600" b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600" b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F</a:t>
                      </a:r>
                      <a:r>
                        <a:rPr lang="zh-CN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 (E)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6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6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预测分析示例</a:t>
            </a:r>
            <a:endParaRPr lang="zh-CN" altLang="en-US" dirty="0"/>
          </a:p>
        </p:txBody>
      </p:sp>
      <p:sp>
        <p:nvSpPr>
          <p:cNvPr id="137219" name="Rectangle 3"/>
          <p:cNvSpPr>
            <a:spLocks noGrp="1" noChangeArrowheads="1"/>
          </p:cNvSpPr>
          <p:nvPr>
            <p:ph idx="1"/>
          </p:nvPr>
        </p:nvSpPr>
        <p:spPr>
          <a:xfrm>
            <a:off x="694987" y="2198797"/>
            <a:ext cx="8694618" cy="4797715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zh-CN" altLang="en-US" sz="2646" dirty="0"/>
              <a:t>对于文法</a:t>
            </a:r>
            <a:r>
              <a:rPr lang="en-US" altLang="zh-CN" sz="2646" dirty="0"/>
              <a:t>G(E):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E→TE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E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→+TE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 | </a:t>
            </a:r>
            <a:r>
              <a:rPr lang="en-US" altLang="zh-CN" dirty="0">
                <a:sym typeface="Symbol" panose="05050102010706020507" pitchFamily="18" charset="2"/>
              </a:rPr>
              <a:t>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T→FT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                 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T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→*FT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 | </a:t>
            </a:r>
            <a:r>
              <a:rPr lang="en-US" altLang="zh-CN" dirty="0">
                <a:sym typeface="Symbol" panose="05050102010706020507" pitchFamily="18" charset="2"/>
              </a:rPr>
              <a:t>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F→(E) | </a:t>
            </a:r>
            <a:r>
              <a:rPr lang="en-US" altLang="zh-CN" dirty="0" err="1"/>
              <a:t>i</a:t>
            </a:r>
            <a:r>
              <a:rPr lang="en-US" altLang="zh-CN" dirty="0"/>
              <a:t>	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646" dirty="0"/>
              <a:t>输入串为</a:t>
            </a:r>
            <a:r>
              <a:rPr lang="en-US" altLang="zh-CN" sz="2646" dirty="0"/>
              <a:t>i</a:t>
            </a:r>
            <a:r>
              <a:rPr lang="en-US" altLang="zh-CN" sz="2646" baseline="-25000" dirty="0"/>
              <a:t>1</a:t>
            </a:r>
            <a:r>
              <a:rPr lang="en-US" altLang="zh-CN" sz="2646" dirty="0"/>
              <a:t>*i</a:t>
            </a:r>
            <a:r>
              <a:rPr lang="en-US" altLang="zh-CN" sz="2646" baseline="-25000" dirty="0"/>
              <a:t>2</a:t>
            </a:r>
            <a:r>
              <a:rPr lang="en-US" altLang="zh-CN" sz="2646" dirty="0"/>
              <a:t>+i</a:t>
            </a:r>
            <a:r>
              <a:rPr lang="en-US" altLang="zh-CN" sz="2646" baseline="-25000" dirty="0"/>
              <a:t>3</a:t>
            </a:r>
            <a:r>
              <a:rPr lang="zh-CN" altLang="en-US" sz="2646" dirty="0"/>
              <a:t>，利用分析表进行预测分析</a:t>
            </a:r>
          </a:p>
        </p:txBody>
      </p:sp>
      <p:graphicFrame>
        <p:nvGraphicFramePr>
          <p:cNvPr id="45" name="表格 44"/>
          <p:cNvGraphicFramePr>
            <a:graphicFrameLocks noGrp="1"/>
          </p:cNvGraphicFramePr>
          <p:nvPr/>
        </p:nvGraphicFramePr>
        <p:xfrm>
          <a:off x="5313302" y="157714"/>
          <a:ext cx="4640799" cy="417803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893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2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9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1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9821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400" b="0" u="none" strike="noStrike" dirty="0">
                          <a:effectLst/>
                          <a:latin typeface="+mj-ea"/>
                          <a:ea typeface="+mj-ea"/>
                        </a:rPr>
                        <a:t>步骤</a:t>
                      </a:r>
                      <a:endParaRPr lang="zh-CN" altLang="en-US" sz="24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400" b="0" u="none" strike="noStrike" dirty="0">
                          <a:effectLst/>
                          <a:latin typeface="+mj-ea"/>
                          <a:ea typeface="+mj-ea"/>
                        </a:rPr>
                        <a:t>符号栈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400" b="0" u="none" strike="noStrike" dirty="0">
                          <a:effectLst/>
                          <a:latin typeface="+mj-ea"/>
                          <a:ea typeface="+mj-ea"/>
                        </a:rPr>
                        <a:t>输入串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400" b="0" u="none" strike="noStrike" dirty="0">
                          <a:effectLst/>
                          <a:latin typeface="+mj-ea"/>
                          <a:ea typeface="+mj-ea"/>
                        </a:rPr>
                        <a:t>用产生式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82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2400" u="none" strike="noStrike" dirty="0">
                          <a:effectLst/>
                          <a:latin typeface="+mj-ea"/>
                          <a:ea typeface="+mj-ea"/>
                        </a:rPr>
                        <a:t>8</a:t>
                      </a:r>
                      <a:endParaRPr lang="en-US" altLang="zh-CN" sz="24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#E'T'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+i</a:t>
                      </a:r>
                      <a:r>
                        <a:rPr lang="en-US" sz="2400" u="none" strike="noStrike" baseline="-25000" dirty="0">
                          <a:effectLst/>
                          <a:latin typeface="+mj-ea"/>
                          <a:ea typeface="+mj-ea"/>
                        </a:rPr>
                        <a:t>3</a:t>
                      </a:r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#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82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2400" u="none" strike="noStrike" dirty="0">
                          <a:effectLst/>
                          <a:latin typeface="+mj-ea"/>
                          <a:ea typeface="+mj-ea"/>
                        </a:rPr>
                        <a:t>9</a:t>
                      </a:r>
                      <a:endParaRPr lang="en-US" altLang="zh-CN" sz="24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#E'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+i</a:t>
                      </a:r>
                      <a:r>
                        <a:rPr lang="en-US" sz="2400" u="none" strike="noStrike" baseline="-25000" dirty="0">
                          <a:effectLst/>
                          <a:latin typeface="+mj-ea"/>
                          <a:ea typeface="+mj-ea"/>
                        </a:rPr>
                        <a:t>3</a:t>
                      </a:r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#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T'→</a:t>
                      </a:r>
                      <a:r>
                        <a:rPr lang="el-GR" sz="2400" u="none" strike="noStrike" dirty="0">
                          <a:effectLst/>
                          <a:latin typeface="+mj-ea"/>
                          <a:ea typeface="+mj-ea"/>
                        </a:rPr>
                        <a:t>ε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82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2400" u="none" strike="noStrike" dirty="0">
                          <a:effectLst/>
                          <a:latin typeface="+mj-ea"/>
                          <a:ea typeface="+mj-ea"/>
                        </a:rPr>
                        <a:t>10</a:t>
                      </a:r>
                      <a:endParaRPr lang="en-US" altLang="zh-CN" sz="24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#E'T+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+i</a:t>
                      </a:r>
                      <a:r>
                        <a:rPr lang="en-US" sz="2400" u="none" strike="noStrike" baseline="-25000" dirty="0">
                          <a:effectLst/>
                          <a:latin typeface="+mj-ea"/>
                          <a:ea typeface="+mj-ea"/>
                        </a:rPr>
                        <a:t>3</a:t>
                      </a:r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#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E'→+TE'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82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2400" u="none" strike="noStrike" dirty="0">
                          <a:effectLst/>
                          <a:latin typeface="+mj-ea"/>
                          <a:ea typeface="+mj-ea"/>
                        </a:rPr>
                        <a:t>11</a:t>
                      </a:r>
                      <a:endParaRPr lang="en-US" altLang="zh-CN" sz="24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#E'T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i</a:t>
                      </a:r>
                      <a:r>
                        <a:rPr lang="en-US" sz="2400" u="none" strike="noStrike" baseline="-25000" dirty="0">
                          <a:effectLst/>
                          <a:latin typeface="+mj-ea"/>
                          <a:ea typeface="+mj-ea"/>
                        </a:rPr>
                        <a:t>3</a:t>
                      </a:r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#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82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2400" u="none" strike="noStrike" dirty="0">
                          <a:effectLst/>
                          <a:latin typeface="+mj-ea"/>
                          <a:ea typeface="+mj-ea"/>
                        </a:rPr>
                        <a:t>11</a:t>
                      </a:r>
                      <a:endParaRPr lang="en-US" altLang="zh-CN" sz="24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#E'T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i</a:t>
                      </a:r>
                      <a:r>
                        <a:rPr lang="en-US" sz="2400" u="none" strike="noStrike" baseline="-25000" dirty="0">
                          <a:effectLst/>
                          <a:latin typeface="+mj-ea"/>
                          <a:ea typeface="+mj-ea"/>
                        </a:rPr>
                        <a:t>3</a:t>
                      </a:r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#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82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2400" u="none" strike="noStrike" dirty="0">
                          <a:effectLst/>
                          <a:latin typeface="+mj-ea"/>
                          <a:ea typeface="+mj-ea"/>
                        </a:rPr>
                        <a:t>12</a:t>
                      </a:r>
                      <a:endParaRPr lang="en-US" altLang="zh-CN" sz="24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u="none" strike="noStrike">
                          <a:effectLst/>
                          <a:latin typeface="+mj-ea"/>
                          <a:ea typeface="+mj-ea"/>
                        </a:rPr>
                        <a:t>#E'T'F    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i</a:t>
                      </a:r>
                      <a:r>
                        <a:rPr lang="en-US" sz="2400" u="none" strike="noStrike" baseline="-25000" dirty="0">
                          <a:effectLst/>
                          <a:latin typeface="+mj-ea"/>
                          <a:ea typeface="+mj-ea"/>
                        </a:rPr>
                        <a:t>3</a:t>
                      </a:r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#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T→FT'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82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2400" u="none" strike="noStrike" dirty="0">
                          <a:effectLst/>
                          <a:latin typeface="+mj-ea"/>
                          <a:ea typeface="+mj-ea"/>
                        </a:rPr>
                        <a:t>13</a:t>
                      </a:r>
                      <a:endParaRPr lang="en-US" altLang="zh-CN" sz="24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#</a:t>
                      </a:r>
                      <a:r>
                        <a:rPr lang="en-US" sz="2400" u="none" strike="noStrike" dirty="0" err="1">
                          <a:effectLst/>
                          <a:latin typeface="+mj-ea"/>
                          <a:ea typeface="+mj-ea"/>
                        </a:rPr>
                        <a:t>E'T'i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i</a:t>
                      </a:r>
                      <a:r>
                        <a:rPr lang="en-US" sz="2400" u="none" strike="noStrike" baseline="-25000" dirty="0">
                          <a:effectLst/>
                          <a:latin typeface="+mj-ea"/>
                          <a:ea typeface="+mj-ea"/>
                        </a:rPr>
                        <a:t>3</a:t>
                      </a:r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#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u="none" strike="noStrike" dirty="0" err="1">
                          <a:effectLst/>
                          <a:latin typeface="+mj-ea"/>
                          <a:ea typeface="+mj-ea"/>
                        </a:rPr>
                        <a:t>F→i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982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2400" u="none" strike="noStrike" dirty="0">
                          <a:effectLst/>
                          <a:latin typeface="+mj-ea"/>
                          <a:ea typeface="+mj-ea"/>
                        </a:rPr>
                        <a:t>14</a:t>
                      </a:r>
                      <a:endParaRPr lang="en-US" altLang="zh-CN" sz="24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#E'T'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2400" u="none" strike="noStrike" dirty="0">
                          <a:effectLst/>
                          <a:latin typeface="+mj-ea"/>
                          <a:ea typeface="+mj-ea"/>
                        </a:rPr>
                        <a:t>#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982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2400" u="none" strike="noStrike" dirty="0">
                          <a:effectLst/>
                          <a:latin typeface="+mj-ea"/>
                          <a:ea typeface="+mj-ea"/>
                        </a:rPr>
                        <a:t>15</a:t>
                      </a:r>
                      <a:endParaRPr lang="en-US" altLang="zh-CN" sz="24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#E'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2400" u="none" strike="noStrike" dirty="0">
                          <a:effectLst/>
                          <a:latin typeface="+mj-ea"/>
                          <a:ea typeface="+mj-ea"/>
                        </a:rPr>
                        <a:t>#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T'→</a:t>
                      </a:r>
                      <a:r>
                        <a:rPr lang="el-GR" altLang="zh-CN" sz="2400" u="none" strike="noStrike" dirty="0">
                          <a:effectLst/>
                          <a:latin typeface="+mj-ea"/>
                          <a:ea typeface="+mj-ea"/>
                        </a:rPr>
                        <a:t>ε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982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2400" u="none" strike="noStrike" dirty="0">
                          <a:effectLst/>
                          <a:latin typeface="+mj-ea"/>
                          <a:ea typeface="+mj-ea"/>
                        </a:rPr>
                        <a:t>16</a:t>
                      </a:r>
                      <a:endParaRPr lang="en-US" altLang="zh-CN" sz="24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2400" u="none" strike="noStrike" dirty="0">
                          <a:effectLst/>
                          <a:latin typeface="+mj-ea"/>
                          <a:ea typeface="+mj-ea"/>
                        </a:rPr>
                        <a:t>#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2400" u="none" strike="noStrike" dirty="0">
                          <a:effectLst/>
                          <a:latin typeface="+mj-ea"/>
                          <a:ea typeface="+mj-ea"/>
                        </a:rPr>
                        <a:t>#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400" u="none" strike="noStrike" dirty="0">
                          <a:effectLst/>
                          <a:latin typeface="+mj-ea"/>
                          <a:ea typeface="+mj-ea"/>
                        </a:rPr>
                        <a:t>E'→</a:t>
                      </a:r>
                      <a:r>
                        <a:rPr lang="el-GR" altLang="zh-CN" sz="2400" u="none" strike="noStrike" dirty="0">
                          <a:effectLst/>
                          <a:latin typeface="+mj-ea"/>
                          <a:ea typeface="+mj-ea"/>
                        </a:rPr>
                        <a:t>ε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237" marR="10237" marT="10237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6" name="矩形 45"/>
          <p:cNvSpPr/>
          <p:nvPr/>
        </p:nvSpPr>
        <p:spPr>
          <a:xfrm>
            <a:off x="5267906" y="563163"/>
            <a:ext cx="4722317" cy="3968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984">
              <a:solidFill>
                <a:prstClr val="white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261640" y="914640"/>
            <a:ext cx="4722317" cy="3968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984">
              <a:solidFill>
                <a:prstClr val="white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261640" y="1277067"/>
            <a:ext cx="4722317" cy="3968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984">
              <a:solidFill>
                <a:prstClr val="white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261640" y="1673156"/>
            <a:ext cx="4722317" cy="3968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984">
              <a:solidFill>
                <a:prstClr val="white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5261640" y="2052664"/>
            <a:ext cx="4722317" cy="3968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984">
              <a:solidFill>
                <a:prstClr val="white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5261640" y="2434557"/>
            <a:ext cx="4722317" cy="3968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984">
              <a:solidFill>
                <a:prstClr val="white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5261640" y="2796984"/>
            <a:ext cx="4722317" cy="3968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984">
              <a:solidFill>
                <a:prstClr val="white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5261640" y="3178876"/>
            <a:ext cx="4722317" cy="3968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984">
              <a:solidFill>
                <a:prstClr val="white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5261640" y="3560769"/>
            <a:ext cx="4722317" cy="3968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984">
              <a:solidFill>
                <a:prstClr val="white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5261640" y="3942661"/>
            <a:ext cx="4722317" cy="3968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03972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984">
              <a:solidFill>
                <a:prstClr val="white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092A6C3-9071-DE23-F90B-2382FD43B5B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91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63724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3" name="Rectangle 3078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defTabSz="503972" eaLnBrk="1" fontAlgn="auto" hangingPunct="1">
              <a:spcAft>
                <a:spcPts val="0"/>
              </a:spcAft>
              <a:defRPr/>
            </a:pPr>
            <a:r>
              <a:rPr lang="zh-CN" altLang="en-US"/>
              <a:t>分析表</a:t>
            </a:r>
            <a:r>
              <a:rPr lang="en-US" altLang="zh-CN"/>
              <a:t>M[A</a:t>
            </a:r>
            <a:r>
              <a:rPr lang="zh-CN" altLang="en-US"/>
              <a:t>，</a:t>
            </a:r>
            <a:r>
              <a:rPr lang="en-US" altLang="zh-CN"/>
              <a:t>a]</a:t>
            </a:r>
            <a:r>
              <a:rPr lang="zh-CN" altLang="en-US"/>
              <a:t>的构造</a:t>
            </a:r>
            <a:endParaRPr lang="en-GB" altLang="zh-CN"/>
          </a:p>
        </p:txBody>
      </p:sp>
      <p:sp>
        <p:nvSpPr>
          <p:cNvPr id="184327" name="Rectangle 3079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377979" indent="-377979" defTabSz="503972" eaLnBrk="1" fontAlgn="auto" hangingPunct="1">
              <a:spcBef>
                <a:spcPts val="1102"/>
              </a:spcBef>
              <a:spcAft>
                <a:spcPts val="0"/>
              </a:spcAft>
              <a:buFont typeface="Wingdings 3" charset="2"/>
              <a:buChar char=""/>
              <a:defRPr/>
            </a:pP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构造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FIRST(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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和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FOLLOW(A)</a:t>
            </a:r>
          </a:p>
          <a:p>
            <a:pPr marL="377979" indent="-377979" defTabSz="503972" eaLnBrk="1" fontAlgn="auto" hangingPunct="1">
              <a:spcBef>
                <a:spcPts val="1102"/>
              </a:spcBef>
              <a:spcAft>
                <a:spcPts val="0"/>
              </a:spcAft>
              <a:buFont typeface="Wingdings 3" charset="2"/>
              <a:buChar char=""/>
              <a:defRPr/>
            </a:pP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构造分析表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M[A</a:t>
            </a: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a]</a:t>
            </a:r>
          </a:p>
          <a:p>
            <a:pPr marL="377979" indent="-377979" defTabSz="503972" eaLnBrk="1" fontAlgn="auto" hangingPunct="1">
              <a:spcBef>
                <a:spcPts val="1102"/>
              </a:spcBef>
              <a:spcAft>
                <a:spcPts val="0"/>
              </a:spcAft>
              <a:buFont typeface="Wingdings 3" charset="2"/>
              <a:buChar char=""/>
              <a:defRPr/>
            </a:pPr>
            <a:endParaRPr lang="en-GB" altLang="zh-CN" sz="3086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2" name="组合 21"/>
          <p:cNvGrpSpPr>
            <a:grpSpLocks/>
          </p:cNvGrpSpPr>
          <p:nvPr/>
        </p:nvGrpSpPr>
        <p:grpSpPr bwMode="auto">
          <a:xfrm>
            <a:off x="1012825" y="3765550"/>
            <a:ext cx="7456488" cy="3181350"/>
            <a:chOff x="5687878" y="2328217"/>
            <a:chExt cx="6765425" cy="2885564"/>
          </a:xfrm>
        </p:grpSpPr>
        <p:grpSp>
          <p:nvGrpSpPr>
            <p:cNvPr id="434181" name="Group 3121"/>
            <p:cNvGrpSpPr>
              <a:grpSpLocks/>
            </p:cNvGrpSpPr>
            <p:nvPr/>
          </p:nvGrpSpPr>
          <p:grpSpPr bwMode="auto">
            <a:xfrm>
              <a:off x="5687878" y="3848531"/>
              <a:ext cx="2209800" cy="1365250"/>
              <a:chOff x="1199" y="2450"/>
              <a:chExt cx="1056" cy="860"/>
            </a:xfrm>
          </p:grpSpPr>
          <p:sp>
            <p:nvSpPr>
              <p:cNvPr id="34" name="Rectangle 3114"/>
              <p:cNvSpPr>
                <a:spLocks noChangeArrowheads="1"/>
              </p:cNvSpPr>
              <p:nvPr/>
            </p:nvSpPr>
            <p:spPr bwMode="auto">
              <a:xfrm>
                <a:off x="1199" y="2450"/>
                <a:ext cx="1056" cy="860"/>
              </a:xfrm>
              <a:prstGeom prst="rect">
                <a:avLst/>
              </a:prstGeom>
              <a:ln>
                <a:headEnd type="none" w="sm" len="sm"/>
                <a:tailEnd type="none" w="med" len="lg"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none" anchor="b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algn="ctr" defTabSz="503972" eaLnBrk="1" fontAlgn="auto" hangingPunct="1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None/>
                  <a:defRPr/>
                </a:pPr>
                <a:endParaRPr kumimoji="1" lang="en-US" altLang="zh-CN" sz="2646" dirty="0">
                  <a:solidFill>
                    <a:prstClr val="white"/>
                  </a:solidFill>
                </a:endParaRPr>
              </a:p>
              <a:p>
                <a:pPr algn="ctr" defTabSz="503972" eaLnBrk="1" fontAlgn="auto" hangingPunct="1">
                  <a:lnSpc>
                    <a:spcPct val="16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None/>
                  <a:defRPr/>
                </a:pPr>
                <a:r>
                  <a:rPr kumimoji="1" lang="zh-CN" altLang="en-US" sz="3086" dirty="0">
                    <a:solidFill>
                      <a:prstClr val="white"/>
                    </a:solidFill>
                  </a:rPr>
                  <a:t>总控程序</a:t>
                </a:r>
                <a:endParaRPr kumimoji="1" lang="zh-CN" altLang="en-US" sz="2646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35" name="Rectangle 3115"/>
              <p:cNvSpPr>
                <a:spLocks noChangeArrowheads="1"/>
              </p:cNvSpPr>
              <p:nvPr/>
            </p:nvSpPr>
            <p:spPr bwMode="auto">
              <a:xfrm>
                <a:off x="1344" y="2544"/>
                <a:ext cx="767" cy="336"/>
              </a:xfrm>
              <a:prstGeom prst="rect">
                <a:avLst/>
              </a:prstGeom>
              <a:ln>
                <a:headEnd type="none" w="sm" len="sm"/>
                <a:tailEnd type="none" w="med" len="lg"/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algn="ctr" defTabSz="503972" eaLnBrk="1" fontAlgn="auto" hangingPunct="1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None/>
                  <a:defRPr/>
                </a:pPr>
                <a:r>
                  <a:rPr kumimoji="1" lang="zh-CN" altLang="en-US" sz="3086" dirty="0">
                    <a:solidFill>
                      <a:prstClr val="white"/>
                    </a:solidFill>
                  </a:rPr>
                  <a:t>分析表</a:t>
                </a:r>
                <a:endParaRPr kumimoji="1" lang="zh-CN" altLang="en-US" sz="2646" dirty="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434182" name="Group 3122"/>
            <p:cNvGrpSpPr>
              <a:grpSpLocks/>
            </p:cNvGrpSpPr>
            <p:nvPr/>
          </p:nvGrpSpPr>
          <p:grpSpPr bwMode="auto">
            <a:xfrm>
              <a:off x="9622859" y="2937817"/>
              <a:ext cx="1088757" cy="2057400"/>
              <a:chOff x="3792" y="1632"/>
              <a:chExt cx="480" cy="1296"/>
            </a:xfrm>
          </p:grpSpPr>
          <p:sp>
            <p:nvSpPr>
              <p:cNvPr id="434190" name="Freeform 3116"/>
              <p:cNvSpPr>
                <a:spLocks/>
              </p:cNvSpPr>
              <p:nvPr/>
            </p:nvSpPr>
            <p:spPr bwMode="auto">
              <a:xfrm>
                <a:off x="3792" y="1632"/>
                <a:ext cx="480" cy="1296"/>
              </a:xfrm>
              <a:custGeom>
                <a:avLst/>
                <a:gdLst>
                  <a:gd name="T0" fmla="*/ 0 w 480"/>
                  <a:gd name="T1" fmla="*/ 48 h 1296"/>
                  <a:gd name="T2" fmla="*/ 0 w 480"/>
                  <a:gd name="T3" fmla="*/ 1296 h 1296"/>
                  <a:gd name="T4" fmla="*/ 480 w 480"/>
                  <a:gd name="T5" fmla="*/ 1296 h 1296"/>
                  <a:gd name="T6" fmla="*/ 480 w 480"/>
                  <a:gd name="T7" fmla="*/ 0 h 129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80"/>
                  <a:gd name="T13" fmla="*/ 0 h 1296"/>
                  <a:gd name="T14" fmla="*/ 480 w 480"/>
                  <a:gd name="T15" fmla="*/ 1296 h 129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80" h="1296">
                    <a:moveTo>
                      <a:pt x="0" y="48"/>
                    </a:moveTo>
                    <a:lnTo>
                      <a:pt x="0" y="1296"/>
                    </a:lnTo>
                    <a:lnTo>
                      <a:pt x="480" y="1296"/>
                    </a:lnTo>
                    <a:lnTo>
                      <a:pt x="480" y="0"/>
                    </a:lnTo>
                  </a:path>
                </a:pathLst>
              </a:custGeom>
              <a:noFill/>
              <a:ln w="22225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Rectangle 3118"/>
              <p:cNvSpPr>
                <a:spLocks noChangeArrowheads="1"/>
              </p:cNvSpPr>
              <p:nvPr/>
            </p:nvSpPr>
            <p:spPr bwMode="auto">
              <a:xfrm>
                <a:off x="3864" y="2111"/>
                <a:ext cx="337" cy="7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algn="ctr" defTabSz="503972" eaLnBrk="1" fontAlgn="auto" hangingPunct="1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None/>
                  <a:defRPr/>
                </a:pPr>
                <a:r>
                  <a:rPr kumimoji="1" lang="en-US" altLang="zh-CN" sz="2646" dirty="0">
                    <a:solidFill>
                      <a:prstClr val="black"/>
                    </a:solidFill>
                    <a:cs typeface="+mn-cs"/>
                  </a:rPr>
                  <a:t>X</a:t>
                </a:r>
              </a:p>
              <a:p>
                <a:pPr algn="ctr" defTabSz="503972" eaLnBrk="1" fontAlgn="auto" hangingPunct="1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None/>
                  <a:defRPr/>
                </a:pPr>
                <a:r>
                  <a:rPr kumimoji="1" lang="en-US" altLang="zh-CN" sz="2646" dirty="0">
                    <a:solidFill>
                      <a:prstClr val="black"/>
                    </a:solidFill>
                    <a:cs typeface="+mn-cs"/>
                    <a:sym typeface="Symbol" panose="05050102010706020507" pitchFamily="18" charset="2"/>
                  </a:rPr>
                  <a:t></a:t>
                </a:r>
              </a:p>
              <a:p>
                <a:pPr algn="ctr" defTabSz="503972" eaLnBrk="1" fontAlgn="auto" hangingPunct="1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None/>
                  <a:defRPr/>
                </a:pPr>
                <a:r>
                  <a:rPr kumimoji="1" lang="en-US" altLang="zh-CN" sz="2646" dirty="0">
                    <a:solidFill>
                      <a:prstClr val="black"/>
                    </a:solidFill>
                    <a:cs typeface="+mn-cs"/>
                    <a:sym typeface="Symbol" panose="05050102010706020507" pitchFamily="18" charset="2"/>
                  </a:rPr>
                  <a:t>#</a:t>
                </a:r>
                <a:endParaRPr kumimoji="1" lang="en-US" altLang="zh-CN" sz="2646" dirty="0">
                  <a:solidFill>
                    <a:prstClr val="black"/>
                  </a:solidFill>
                  <a:cs typeface="+mn-cs"/>
                </a:endParaRPr>
              </a:p>
            </p:txBody>
          </p:sp>
        </p:grpSp>
        <p:sp>
          <p:nvSpPr>
            <p:cNvPr id="25" name="Rectangle 3119"/>
            <p:cNvSpPr>
              <a:spLocks noChangeArrowheads="1"/>
            </p:cNvSpPr>
            <p:nvPr/>
          </p:nvSpPr>
          <p:spPr bwMode="auto">
            <a:xfrm>
              <a:off x="7593490" y="2404532"/>
              <a:ext cx="1904171" cy="4564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1" lang="zh-CN" altLang="en-US" sz="3086" dirty="0">
                  <a:solidFill>
                    <a:prstClr val="black"/>
                  </a:solidFill>
                  <a:cs typeface="+mn-cs"/>
                </a:rPr>
                <a:t>输入串</a:t>
              </a:r>
              <a:endParaRPr kumimoji="1" lang="zh-CN" altLang="en-US" sz="2646" dirty="0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26" name="Rectangle 3120"/>
            <p:cNvSpPr>
              <a:spLocks noChangeArrowheads="1"/>
            </p:cNvSpPr>
            <p:nvPr/>
          </p:nvSpPr>
          <p:spPr bwMode="auto">
            <a:xfrm>
              <a:off x="10547691" y="3409584"/>
              <a:ext cx="1905612" cy="10669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1" lang="zh-CN" altLang="en-US" sz="3086" dirty="0">
                  <a:solidFill>
                    <a:prstClr val="black"/>
                  </a:solidFill>
                  <a:cs typeface="+mn-cs"/>
                </a:rPr>
                <a:t>分析栈</a:t>
              </a:r>
            </a:p>
            <a:p>
              <a:pPr algn="ctr" defTabSz="503972" eaLnBrk="1" fontAlgn="auto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3086" dirty="0">
                  <a:solidFill>
                    <a:prstClr val="black"/>
                  </a:solidFill>
                  <a:cs typeface="+mn-cs"/>
                </a:rPr>
                <a:t>STACK</a:t>
              </a:r>
              <a:endParaRPr kumimoji="1" lang="en-US" altLang="zh-CN" sz="2646" dirty="0">
                <a:solidFill>
                  <a:prstClr val="black"/>
                </a:solidFill>
                <a:cs typeface="+mn-cs"/>
              </a:endParaRPr>
            </a:p>
          </p:txBody>
        </p:sp>
        <p:grpSp>
          <p:nvGrpSpPr>
            <p:cNvPr id="434185" name="Group 3124"/>
            <p:cNvGrpSpPr>
              <a:grpSpLocks/>
            </p:cNvGrpSpPr>
            <p:nvPr/>
          </p:nvGrpSpPr>
          <p:grpSpPr bwMode="auto">
            <a:xfrm>
              <a:off x="5687878" y="2328217"/>
              <a:ext cx="2133600" cy="609600"/>
              <a:chOff x="1104" y="1248"/>
              <a:chExt cx="1344" cy="384"/>
            </a:xfrm>
          </p:grpSpPr>
          <p:sp>
            <p:nvSpPr>
              <p:cNvPr id="30" name="Rectangle 3117"/>
              <p:cNvSpPr>
                <a:spLocks noChangeArrowheads="1"/>
              </p:cNvSpPr>
              <p:nvPr/>
            </p:nvSpPr>
            <p:spPr bwMode="auto">
              <a:xfrm>
                <a:off x="1200" y="1296"/>
                <a:ext cx="119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9pPr>
              </a:lstStyle>
              <a:p>
                <a:pPr algn="ctr" defTabSz="503972" eaLnBrk="1" fontAlgn="auto" hangingPunct="1"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None/>
                  <a:defRPr/>
                </a:pPr>
                <a:r>
                  <a:rPr kumimoji="1" lang="en-US" altLang="zh-CN" sz="3086">
                    <a:solidFill>
                      <a:prstClr val="black"/>
                    </a:solidFill>
                    <a:cs typeface="+mn-cs"/>
                  </a:rPr>
                  <a:t>a</a:t>
                </a:r>
                <a:r>
                  <a:rPr kumimoji="1" lang="en-US" altLang="zh-CN" sz="3086" baseline="-25000">
                    <a:solidFill>
                      <a:prstClr val="black"/>
                    </a:solidFill>
                    <a:cs typeface="+mn-cs"/>
                  </a:rPr>
                  <a:t>1</a:t>
                </a:r>
                <a:r>
                  <a:rPr kumimoji="1" lang="en-US" altLang="zh-CN" sz="3086">
                    <a:solidFill>
                      <a:prstClr val="black"/>
                    </a:solidFill>
                    <a:cs typeface="+mn-cs"/>
                  </a:rPr>
                  <a:t>a</a:t>
                </a:r>
                <a:r>
                  <a:rPr kumimoji="1" lang="en-US" altLang="zh-CN" sz="3086" baseline="-25000">
                    <a:solidFill>
                      <a:prstClr val="black"/>
                    </a:solidFill>
                    <a:cs typeface="+mn-cs"/>
                  </a:rPr>
                  <a:t>2</a:t>
                </a:r>
                <a:r>
                  <a:rPr kumimoji="1" lang="en-US" altLang="zh-CN" sz="3086">
                    <a:solidFill>
                      <a:prstClr val="black"/>
                    </a:solidFill>
                    <a:cs typeface="+mn-cs"/>
                  </a:rPr>
                  <a:t>...a</a:t>
                </a:r>
                <a:r>
                  <a:rPr kumimoji="1" lang="en-US" altLang="zh-CN" sz="3086" baseline="-25000">
                    <a:solidFill>
                      <a:prstClr val="black"/>
                    </a:solidFill>
                    <a:cs typeface="+mn-cs"/>
                  </a:rPr>
                  <a:t>i</a:t>
                </a:r>
                <a:r>
                  <a:rPr kumimoji="1" lang="en-US" altLang="zh-CN" sz="3086">
                    <a:solidFill>
                      <a:prstClr val="black"/>
                    </a:solidFill>
                    <a:cs typeface="+mn-cs"/>
                  </a:rPr>
                  <a:t>…#</a:t>
                </a:r>
                <a:endParaRPr kumimoji="1" lang="en-US" altLang="zh-CN" sz="2646">
                  <a:solidFill>
                    <a:prstClr val="black"/>
                  </a:solidFill>
                  <a:cs typeface="+mn-cs"/>
                </a:endParaRPr>
              </a:p>
            </p:txBody>
          </p:sp>
          <p:sp>
            <p:nvSpPr>
              <p:cNvPr id="434189" name="Freeform 3123"/>
              <p:cNvSpPr>
                <a:spLocks/>
              </p:cNvSpPr>
              <p:nvPr/>
            </p:nvSpPr>
            <p:spPr bwMode="auto">
              <a:xfrm>
                <a:off x="1104" y="1248"/>
                <a:ext cx="1344" cy="384"/>
              </a:xfrm>
              <a:custGeom>
                <a:avLst/>
                <a:gdLst>
                  <a:gd name="T0" fmla="*/ 0 w 1344"/>
                  <a:gd name="T1" fmla="*/ 0 h 336"/>
                  <a:gd name="T2" fmla="*/ 1344 w 1344"/>
                  <a:gd name="T3" fmla="*/ 0 h 336"/>
                  <a:gd name="T4" fmla="*/ 1344 w 1344"/>
                  <a:gd name="T5" fmla="*/ 1671 h 336"/>
                  <a:gd name="T6" fmla="*/ 0 w 1344"/>
                  <a:gd name="T7" fmla="*/ 1671 h 33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44"/>
                  <a:gd name="T13" fmla="*/ 0 h 336"/>
                  <a:gd name="T14" fmla="*/ 1344 w 1344"/>
                  <a:gd name="T15" fmla="*/ 336 h 3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44" h="336">
                    <a:moveTo>
                      <a:pt x="0" y="0"/>
                    </a:moveTo>
                    <a:lnTo>
                      <a:pt x="1344" y="0"/>
                    </a:lnTo>
                    <a:lnTo>
                      <a:pt x="1344" y="336"/>
                    </a:lnTo>
                    <a:lnTo>
                      <a:pt x="0" y="336"/>
                    </a:lnTo>
                  </a:path>
                </a:pathLst>
              </a:custGeom>
              <a:noFill/>
              <a:ln w="22225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8" name="Line 3125"/>
            <p:cNvSpPr>
              <a:spLocks noChangeShapeType="1"/>
            </p:cNvSpPr>
            <p:nvPr/>
          </p:nvSpPr>
          <p:spPr bwMode="auto">
            <a:xfrm flipV="1">
              <a:off x="6906432" y="2937296"/>
              <a:ext cx="0" cy="838023"/>
            </a:xfrm>
            <a:prstGeom prst="line">
              <a:avLst/>
            </a:prstGeom>
            <a:ln>
              <a:headEnd type="none" w="sm" len="sm"/>
              <a:tailEnd type="stealth" w="lg" len="lg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9" name="Freeform 3126"/>
            <p:cNvSpPr>
              <a:spLocks/>
            </p:cNvSpPr>
            <p:nvPr/>
          </p:nvSpPr>
          <p:spPr bwMode="auto">
            <a:xfrm>
              <a:off x="7897408" y="3927949"/>
              <a:ext cx="1676592" cy="381574"/>
            </a:xfrm>
            <a:custGeom>
              <a:avLst/>
              <a:gdLst>
                <a:gd name="T0" fmla="*/ 0 w 1056"/>
                <a:gd name="T1" fmla="*/ 2147483646 h 240"/>
                <a:gd name="T2" fmla="*/ 2147483646 w 1056"/>
                <a:gd name="T3" fmla="*/ 2147483646 h 240"/>
                <a:gd name="T4" fmla="*/ 2147483646 w 1056"/>
                <a:gd name="T5" fmla="*/ 0 h 240"/>
                <a:gd name="T6" fmla="*/ 2147483646 w 1056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56"/>
                <a:gd name="T13" fmla="*/ 0 h 240"/>
                <a:gd name="T14" fmla="*/ 1056 w 1056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56" h="240">
                  <a:moveTo>
                    <a:pt x="0" y="240"/>
                  </a:moveTo>
                  <a:lnTo>
                    <a:pt x="288" y="240"/>
                  </a:lnTo>
                  <a:lnTo>
                    <a:pt x="288" y="0"/>
                  </a:lnTo>
                  <a:lnTo>
                    <a:pt x="1056" y="0"/>
                  </a:lnTo>
                </a:path>
              </a:pathLst>
            </a:custGeom>
            <a:ln>
              <a:headEnd type="none" w="sm" len="sm"/>
              <a:tailEnd type="stealth" w="lg" len="lg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 defTabSz="50397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5041900" y="2555742"/>
            <a:ext cx="5076825" cy="1483873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GB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创艺简中圆"/>
              </a:rPr>
              <a:t>计算思维的典型方法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创艺简中圆"/>
            </a:endParaRPr>
          </a:p>
          <a:p>
            <a:pPr lvl="1" eaLnBrk="1" hangingPunct="1">
              <a:spcBef>
                <a:spcPct val="1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创艺简中圆"/>
              </a:rPr>
              <a:t>知识与控制的分离</a:t>
            </a:r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创艺简中圆"/>
            </a:endParaRPr>
          </a:p>
          <a:p>
            <a:pPr lvl="1" eaLnBrk="1" hangingPunct="1">
              <a:spcBef>
                <a:spcPct val="1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创艺简中圆"/>
              </a:rPr>
              <a:t>自动化 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B354BF1-4218-060C-90D5-636E1B6B0FB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92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7" grpId="0" build="p"/>
      <p:bldP spid="18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2" name="Rectangle 3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defTabSz="503972"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分析表</a:t>
            </a:r>
            <a:r>
              <a:rPr lang="en-US" altLang="zh-CN" dirty="0"/>
              <a:t>M[A</a:t>
            </a:r>
            <a:r>
              <a:rPr lang="zh-CN" altLang="en-US" dirty="0"/>
              <a:t>，</a:t>
            </a:r>
            <a:r>
              <a:rPr lang="en-US" altLang="zh-CN" dirty="0"/>
              <a:t>a]</a:t>
            </a:r>
            <a:r>
              <a:rPr lang="zh-CN" altLang="en-US" dirty="0"/>
              <a:t>的构造算法</a:t>
            </a:r>
            <a:endParaRPr lang="en-GB" altLang="zh-CN" dirty="0"/>
          </a:p>
        </p:txBody>
      </p:sp>
      <p:sp>
        <p:nvSpPr>
          <p:cNvPr id="190466" name="Rectangle 2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377979" indent="-377979" defTabSz="503972" eaLnBrk="1" fontAlgn="auto" hangingPunct="1">
              <a:spcBef>
                <a:spcPts val="1102"/>
              </a:spcBef>
              <a:spcAft>
                <a:spcPts val="0"/>
              </a:spcAft>
              <a:buFont typeface="Wingdings 3" charset="2"/>
              <a:buChar char=""/>
              <a:defRPr/>
            </a:pP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构造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</a:t>
            </a: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的分析表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M[A</a:t>
            </a: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a]</a:t>
            </a: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 确定每个产生式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A→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</a:t>
            </a: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在表中的位置</a:t>
            </a:r>
            <a:endParaRPr lang="zh-CN" altLang="en-US" sz="3086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defTabSz="503972" eaLnBrk="1" fontAlgn="auto" hangingPunct="1">
              <a:spcBef>
                <a:spcPts val="1102"/>
              </a:spcBef>
              <a:spcAft>
                <a:spcPts val="0"/>
              </a:spcAft>
              <a:buFont typeface="Wingdings 3" charset="2"/>
              <a:buNone/>
              <a:defRPr/>
            </a:pP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1. </a:t>
            </a: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对文法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</a:t>
            </a: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的每个产生式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A→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</a:t>
            </a: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执行第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步和第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步；</a:t>
            </a:r>
          </a:p>
          <a:p>
            <a:pPr marL="0" indent="0" defTabSz="503972" eaLnBrk="1" fontAlgn="auto" hangingPunct="1">
              <a:spcBef>
                <a:spcPts val="1102"/>
              </a:spcBef>
              <a:spcAft>
                <a:spcPts val="0"/>
              </a:spcAft>
              <a:buFont typeface="Wingdings 3" charset="2"/>
              <a:buNone/>
              <a:defRPr/>
            </a:pP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2. </a:t>
            </a: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对每个终结符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FIRST(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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，把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A→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</a:t>
            </a: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加至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M[A</a:t>
            </a: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a]</a:t>
            </a: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中；</a:t>
            </a:r>
          </a:p>
          <a:p>
            <a:pPr marL="0" indent="0" defTabSz="503972" eaLnBrk="1" fontAlgn="auto" hangingPunct="1">
              <a:spcBef>
                <a:spcPts val="1102"/>
              </a:spcBef>
              <a:spcAft>
                <a:spcPts val="0"/>
              </a:spcAft>
              <a:buFont typeface="Wingdings 3" charset="2"/>
              <a:buNone/>
              <a:defRPr/>
            </a:pP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3. </a:t>
            </a: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若</a:t>
            </a: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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FIRST(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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，则对任何</a:t>
            </a:r>
            <a:r>
              <a:rPr lang="en-US" altLang="zh-CN" sz="3086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</a:t>
            </a:r>
            <a:r>
              <a:rPr lang="en-US" altLang="zh-CN" sz="3086" dirty="0" err="1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en-US" altLang="zh-CN" sz="3086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FOLLOW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(A)</a:t>
            </a: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把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A→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</a:t>
            </a: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加至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M[A</a:t>
            </a: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b]</a:t>
            </a: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中。</a:t>
            </a:r>
          </a:p>
          <a:p>
            <a:pPr marL="0" indent="0" defTabSz="503972" eaLnBrk="1" fontAlgn="auto" hangingPunct="1">
              <a:spcBef>
                <a:spcPts val="1102"/>
              </a:spcBef>
              <a:spcAft>
                <a:spcPts val="0"/>
              </a:spcAft>
              <a:buFont typeface="Wingdings 3" charset="2"/>
              <a:buNone/>
              <a:defRPr/>
            </a:pP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4. </a:t>
            </a: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把所有无定义的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M[A</a:t>
            </a: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a]</a:t>
            </a: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标上“出错标志”。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092D1E7-31E3-C89B-4055-46365D58106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93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0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04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04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04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04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66" grpId="0" build="p" bldLvl="2" autoUpdateAnimBg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defTabSz="503972"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练习：分析表的构造</a:t>
            </a:r>
          </a:p>
        </p:txBody>
      </p:sp>
      <p:sp>
        <p:nvSpPr>
          <p:cNvPr id="172035" name="Rectangle 2"/>
          <p:cNvSpPr>
            <a:spLocks noGrp="1" noChangeArrowheads="1"/>
          </p:cNvSpPr>
          <p:nvPr>
            <p:ph idx="1"/>
          </p:nvPr>
        </p:nvSpPr>
        <p:spPr>
          <a:xfrm>
            <a:off x="695325" y="1800225"/>
            <a:ext cx="8694738" cy="4797425"/>
          </a:xfrm>
        </p:spPr>
        <p:txBody>
          <a:bodyPr rtlCol="0">
            <a:normAutofit/>
          </a:bodyPr>
          <a:lstStyle/>
          <a:p>
            <a:pPr marL="377979" indent="-377979" defTabSz="503972" eaLnBrk="1" fontAlgn="auto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Font typeface="Wingdings 3" charset="2"/>
              <a:buChar char=""/>
              <a:defRPr/>
            </a:pP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对于文法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G(E):</a:t>
            </a:r>
          </a:p>
          <a:p>
            <a:pPr marL="1259929" lvl="2" indent="-251986" defTabSz="503972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E→TE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</a:t>
            </a:r>
            <a:endParaRPr lang="en-US" altLang="zh-CN" sz="3086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259929" lvl="2" indent="-251986" defTabSz="503972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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→+TE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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| 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</a:t>
            </a:r>
            <a:endParaRPr lang="en-US" altLang="zh-CN" sz="3086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259929" lvl="2" indent="-251986" defTabSz="503972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T→FT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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 </a:t>
            </a:r>
          </a:p>
          <a:p>
            <a:pPr marL="1259929" lvl="2" indent="-251986" defTabSz="503972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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→*FT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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| 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</a:t>
            </a:r>
            <a:endParaRPr lang="en-US" altLang="zh-CN" sz="3086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259929" lvl="2" indent="-251986" defTabSz="503972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F→(E) | </a:t>
            </a:r>
            <a:r>
              <a:rPr lang="en-US" altLang="zh-CN" sz="3086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</a:p>
          <a:p>
            <a:pPr marL="377979" indent="-377979" defTabSz="503972" eaLnBrk="1" fontAlgn="auto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构造每个非终结符的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FIRST</a:t>
            </a: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和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FOLLOW</a:t>
            </a: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集合：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695325" y="5016500"/>
            <a:ext cx="4284663" cy="248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496" tIns="50748" rIns="101496" bIns="50748"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defTabSz="503972" eaLnBrk="1" fontAlgn="auto" hangingPunct="1">
              <a:spcAft>
                <a:spcPts val="0"/>
              </a:spcAft>
              <a:buClr>
                <a:srgbClr val="EEECE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86" dirty="0">
                <a:solidFill>
                  <a:prstClr val="black"/>
                </a:solidFill>
                <a:cs typeface="+mn-cs"/>
              </a:rPr>
              <a:t>	 FIRST(E) ={(,</a:t>
            </a:r>
            <a:r>
              <a:rPr lang="en-US" altLang="zh-CN" sz="3086" dirty="0" err="1">
                <a:solidFill>
                  <a:prstClr val="black"/>
                </a:solidFill>
                <a:cs typeface="+mn-cs"/>
              </a:rPr>
              <a:t>i</a:t>
            </a:r>
            <a:r>
              <a:rPr lang="en-US" altLang="zh-CN" sz="3086" dirty="0">
                <a:solidFill>
                  <a:prstClr val="black"/>
                </a:solidFill>
                <a:cs typeface="+mn-cs"/>
              </a:rPr>
              <a:t>}</a:t>
            </a:r>
          </a:p>
          <a:p>
            <a:pPr lvl="1" defTabSz="503972" eaLnBrk="1" fontAlgn="auto" hangingPunct="1">
              <a:spcBef>
                <a:spcPct val="0"/>
              </a:spcBef>
              <a:spcAft>
                <a:spcPts val="0"/>
              </a:spcAft>
              <a:buClr>
                <a:srgbClr val="C0504D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86" dirty="0">
                <a:solidFill>
                  <a:prstClr val="black"/>
                </a:solidFill>
                <a:cs typeface="+mn-cs"/>
              </a:rPr>
              <a:t>FIRST(E</a:t>
            </a:r>
            <a:r>
              <a:rPr lang="en-US" altLang="zh-CN" sz="3086" dirty="0">
                <a:solidFill>
                  <a:prstClr val="black"/>
                </a:solidFill>
                <a:cs typeface="+mn-cs"/>
                <a:sym typeface="Symbol" panose="05050102010706020507" pitchFamily="18" charset="2"/>
              </a:rPr>
              <a:t></a:t>
            </a:r>
            <a:r>
              <a:rPr lang="en-US" altLang="zh-CN" sz="3086" dirty="0">
                <a:solidFill>
                  <a:prstClr val="black"/>
                </a:solidFill>
                <a:cs typeface="+mn-cs"/>
              </a:rPr>
              <a:t>)={+, </a:t>
            </a:r>
            <a:r>
              <a:rPr lang="en-US" altLang="zh-CN" sz="3086" dirty="0">
                <a:solidFill>
                  <a:prstClr val="black"/>
                </a:solidFill>
                <a:cs typeface="+mn-cs"/>
                <a:sym typeface="Symbol" panose="05050102010706020507" pitchFamily="18" charset="2"/>
              </a:rPr>
              <a:t></a:t>
            </a:r>
            <a:r>
              <a:rPr lang="en-US" altLang="zh-CN" sz="3086" dirty="0">
                <a:solidFill>
                  <a:prstClr val="black"/>
                </a:solidFill>
                <a:cs typeface="+mn-cs"/>
              </a:rPr>
              <a:t>}</a:t>
            </a:r>
          </a:p>
          <a:p>
            <a:pPr lvl="1" defTabSz="503972" eaLnBrk="1" fontAlgn="auto" hangingPunct="1">
              <a:spcBef>
                <a:spcPct val="0"/>
              </a:spcBef>
              <a:spcAft>
                <a:spcPts val="0"/>
              </a:spcAft>
              <a:buClr>
                <a:srgbClr val="C0504D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86" dirty="0">
                <a:solidFill>
                  <a:prstClr val="black"/>
                </a:solidFill>
                <a:cs typeface="+mn-cs"/>
              </a:rPr>
              <a:t>FIRST(T) ={(,</a:t>
            </a:r>
            <a:r>
              <a:rPr lang="en-US" altLang="zh-CN" sz="3086" dirty="0" err="1">
                <a:solidFill>
                  <a:prstClr val="black"/>
                </a:solidFill>
                <a:cs typeface="+mn-cs"/>
              </a:rPr>
              <a:t>i</a:t>
            </a:r>
            <a:r>
              <a:rPr lang="en-US" altLang="zh-CN" sz="3086" dirty="0">
                <a:solidFill>
                  <a:prstClr val="black"/>
                </a:solidFill>
                <a:cs typeface="+mn-cs"/>
              </a:rPr>
              <a:t>}</a:t>
            </a:r>
          </a:p>
          <a:p>
            <a:pPr lvl="1" defTabSz="503972" eaLnBrk="1" fontAlgn="auto" hangingPunct="1">
              <a:spcBef>
                <a:spcPct val="0"/>
              </a:spcBef>
              <a:spcAft>
                <a:spcPts val="0"/>
              </a:spcAft>
              <a:buClr>
                <a:srgbClr val="C0504D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86" dirty="0">
                <a:solidFill>
                  <a:prstClr val="black"/>
                </a:solidFill>
                <a:cs typeface="+mn-cs"/>
              </a:rPr>
              <a:t>FIRST(T</a:t>
            </a:r>
            <a:r>
              <a:rPr lang="en-US" altLang="zh-CN" sz="3086" dirty="0">
                <a:solidFill>
                  <a:prstClr val="black"/>
                </a:solidFill>
                <a:cs typeface="+mn-cs"/>
                <a:sym typeface="Symbol" panose="05050102010706020507" pitchFamily="18" charset="2"/>
              </a:rPr>
              <a:t></a:t>
            </a:r>
            <a:r>
              <a:rPr lang="en-US" altLang="zh-CN" sz="3086" dirty="0">
                <a:solidFill>
                  <a:prstClr val="black"/>
                </a:solidFill>
                <a:cs typeface="+mn-cs"/>
              </a:rPr>
              <a:t>)={*, </a:t>
            </a:r>
            <a:r>
              <a:rPr lang="en-US" altLang="zh-CN" sz="3086" dirty="0">
                <a:solidFill>
                  <a:prstClr val="black"/>
                </a:solidFill>
                <a:cs typeface="+mn-cs"/>
                <a:sym typeface="Symbol" panose="05050102010706020507" pitchFamily="18" charset="2"/>
              </a:rPr>
              <a:t></a:t>
            </a:r>
            <a:r>
              <a:rPr lang="en-US" altLang="zh-CN" sz="3086" dirty="0">
                <a:solidFill>
                  <a:prstClr val="black"/>
                </a:solidFill>
                <a:cs typeface="+mn-cs"/>
              </a:rPr>
              <a:t>}</a:t>
            </a:r>
          </a:p>
          <a:p>
            <a:pPr lvl="1" defTabSz="503972" eaLnBrk="1" fontAlgn="auto" hangingPunct="1">
              <a:spcBef>
                <a:spcPct val="0"/>
              </a:spcBef>
              <a:spcAft>
                <a:spcPts val="0"/>
              </a:spcAft>
              <a:buClr>
                <a:srgbClr val="C0504D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86" dirty="0">
                <a:solidFill>
                  <a:prstClr val="black"/>
                </a:solidFill>
                <a:cs typeface="+mn-cs"/>
              </a:rPr>
              <a:t>FIRST(F) ={(,</a:t>
            </a:r>
            <a:r>
              <a:rPr lang="en-US" altLang="zh-CN" sz="3086" dirty="0" err="1">
                <a:solidFill>
                  <a:prstClr val="black"/>
                </a:solidFill>
                <a:cs typeface="+mn-cs"/>
              </a:rPr>
              <a:t>i</a:t>
            </a:r>
            <a:r>
              <a:rPr lang="en-US" altLang="zh-CN" sz="3086" dirty="0">
                <a:solidFill>
                  <a:prstClr val="black"/>
                </a:solidFill>
                <a:cs typeface="+mn-cs"/>
              </a:rPr>
              <a:t>}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4591050" y="5075238"/>
            <a:ext cx="5118100" cy="248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496" tIns="50748" rIns="101496" bIns="50748"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defTabSz="503972" eaLnBrk="1" fontAlgn="auto" hangingPunct="1">
              <a:spcAft>
                <a:spcPts val="0"/>
              </a:spcAft>
              <a:buClr>
                <a:srgbClr val="EEECE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86" dirty="0">
                <a:solidFill>
                  <a:prstClr val="black"/>
                </a:solidFill>
                <a:cs typeface="+mn-cs"/>
              </a:rPr>
              <a:t>	 FOLLOW(E) ={),#}</a:t>
            </a:r>
          </a:p>
          <a:p>
            <a:pPr lvl="1" defTabSz="503972" eaLnBrk="1" fontAlgn="auto" hangingPunct="1">
              <a:spcBef>
                <a:spcPct val="0"/>
              </a:spcBef>
              <a:spcAft>
                <a:spcPts val="0"/>
              </a:spcAft>
              <a:buClr>
                <a:srgbClr val="C0504D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86" dirty="0">
                <a:solidFill>
                  <a:prstClr val="black"/>
                </a:solidFill>
                <a:cs typeface="+mn-cs"/>
              </a:rPr>
              <a:t>FOLLOW(E</a:t>
            </a:r>
            <a:r>
              <a:rPr lang="en-US" altLang="zh-CN" sz="3086" dirty="0">
                <a:solidFill>
                  <a:prstClr val="black"/>
                </a:solidFill>
                <a:cs typeface="+mn-cs"/>
                <a:sym typeface="Symbol" panose="05050102010706020507" pitchFamily="18" charset="2"/>
              </a:rPr>
              <a:t></a:t>
            </a:r>
            <a:r>
              <a:rPr lang="en-US" altLang="zh-CN" sz="3086" dirty="0">
                <a:solidFill>
                  <a:prstClr val="black"/>
                </a:solidFill>
                <a:cs typeface="+mn-cs"/>
              </a:rPr>
              <a:t>)={),#}</a:t>
            </a:r>
          </a:p>
          <a:p>
            <a:pPr lvl="1" defTabSz="503972" eaLnBrk="1" fontAlgn="auto" hangingPunct="1">
              <a:spcBef>
                <a:spcPct val="0"/>
              </a:spcBef>
              <a:spcAft>
                <a:spcPts val="0"/>
              </a:spcAft>
              <a:buClr>
                <a:srgbClr val="C0504D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86" dirty="0">
                <a:solidFill>
                  <a:prstClr val="black"/>
                </a:solidFill>
                <a:cs typeface="+mn-cs"/>
              </a:rPr>
              <a:t>FOLLOW(T) ={+,),#}</a:t>
            </a:r>
          </a:p>
          <a:p>
            <a:pPr lvl="1" defTabSz="503972" eaLnBrk="1" fontAlgn="auto" hangingPunct="1">
              <a:spcBef>
                <a:spcPct val="0"/>
              </a:spcBef>
              <a:spcAft>
                <a:spcPts val="0"/>
              </a:spcAft>
              <a:buClr>
                <a:srgbClr val="C0504D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86" dirty="0">
                <a:solidFill>
                  <a:prstClr val="black"/>
                </a:solidFill>
                <a:cs typeface="+mn-cs"/>
              </a:rPr>
              <a:t>FOLLOW(T</a:t>
            </a:r>
            <a:r>
              <a:rPr lang="en-US" altLang="zh-CN" sz="3086" dirty="0">
                <a:solidFill>
                  <a:prstClr val="black"/>
                </a:solidFill>
                <a:cs typeface="+mn-cs"/>
                <a:sym typeface="Symbol" panose="05050102010706020507" pitchFamily="18" charset="2"/>
              </a:rPr>
              <a:t></a:t>
            </a:r>
            <a:r>
              <a:rPr lang="en-US" altLang="zh-CN" sz="3086" dirty="0">
                <a:solidFill>
                  <a:prstClr val="black"/>
                </a:solidFill>
                <a:cs typeface="+mn-cs"/>
              </a:rPr>
              <a:t>)={+,),#}</a:t>
            </a:r>
          </a:p>
          <a:p>
            <a:pPr lvl="1" defTabSz="503972" eaLnBrk="1" fontAlgn="auto" hangingPunct="1">
              <a:spcBef>
                <a:spcPct val="0"/>
              </a:spcBef>
              <a:spcAft>
                <a:spcPts val="0"/>
              </a:spcAft>
              <a:buClr>
                <a:srgbClr val="C0504D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86" dirty="0">
                <a:solidFill>
                  <a:prstClr val="black"/>
                </a:solidFill>
                <a:cs typeface="+mn-cs"/>
              </a:rPr>
              <a:t>FOLLOW(F) ={*,+,),#}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F5901AA9-AFDE-C15D-B0D5-E0CEA6316F9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94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defTabSz="503972"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分析表的构造</a:t>
            </a:r>
          </a:p>
        </p:txBody>
      </p:sp>
      <p:sp>
        <p:nvSpPr>
          <p:cNvPr id="172035" name="Rectangle 2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377979" indent="-377979" defTabSz="503972" eaLnBrk="1" fontAlgn="auto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Font typeface="Wingdings 3" charset="2"/>
              <a:buChar char=""/>
              <a:defRPr/>
            </a:pPr>
            <a:r>
              <a:rPr lang="zh-CN" altLang="en-US" sz="264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对于文法</a:t>
            </a: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G(E):</a:t>
            </a:r>
          </a:p>
          <a:p>
            <a:pPr marL="1259929" lvl="2" indent="-251986" defTabSz="503972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E→TE</a:t>
            </a: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</a:t>
            </a:r>
            <a:endParaRPr lang="en-US" altLang="zh-CN" sz="2646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259929" lvl="2" indent="-251986" defTabSz="503972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</a:t>
            </a: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→+TE</a:t>
            </a: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| </a:t>
            </a: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</a:t>
            </a:r>
            <a:endParaRPr lang="en-US" altLang="zh-CN" sz="2646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259929" lvl="2" indent="-251986" defTabSz="503972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T→FT</a:t>
            </a: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 </a:t>
            </a:r>
          </a:p>
          <a:p>
            <a:pPr marL="1259929" lvl="2" indent="-251986" defTabSz="503972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</a:t>
            </a: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→*FT</a:t>
            </a: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| </a:t>
            </a: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</a:t>
            </a:r>
            <a:endParaRPr lang="en-US" altLang="zh-CN" sz="2646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259929" lvl="2" indent="-251986" defTabSz="503972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F→(E) | </a:t>
            </a:r>
            <a:r>
              <a:rPr lang="en-US" altLang="zh-CN" sz="2646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</a:p>
          <a:p>
            <a:pPr marL="377979" indent="-377979" defTabSz="503972" eaLnBrk="1" fontAlgn="auto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64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构造该文法的预测分析表。</a:t>
            </a:r>
          </a:p>
        </p:txBody>
      </p:sp>
      <p:sp>
        <p:nvSpPr>
          <p:cNvPr id="300038" name="Rectangle 6"/>
          <p:cNvSpPr>
            <a:spLocks noChangeArrowheads="1"/>
          </p:cNvSpPr>
          <p:nvPr/>
        </p:nvSpPr>
        <p:spPr bwMode="auto">
          <a:xfrm>
            <a:off x="900113" y="5037138"/>
            <a:ext cx="8829675" cy="2095500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zh-CN" sz="2646" dirty="0"/>
              <a:t>1. </a:t>
            </a:r>
            <a:r>
              <a:rPr lang="zh-CN" altLang="en-US" sz="2646" dirty="0"/>
              <a:t>对文法</a:t>
            </a:r>
            <a:r>
              <a:rPr lang="en-US" altLang="zh-CN" sz="2646" dirty="0"/>
              <a:t>G</a:t>
            </a:r>
            <a:r>
              <a:rPr lang="zh-CN" altLang="en-US" sz="2646" dirty="0"/>
              <a:t>的每个产生式</a:t>
            </a:r>
            <a:r>
              <a:rPr lang="en-US" altLang="zh-CN" sz="2646" dirty="0"/>
              <a:t>A→</a:t>
            </a:r>
            <a:r>
              <a:rPr lang="en-US" altLang="zh-CN" sz="2646" dirty="0">
                <a:sym typeface="Symbol" panose="05050102010706020507" pitchFamily="18" charset="2"/>
              </a:rPr>
              <a:t></a:t>
            </a:r>
            <a:r>
              <a:rPr lang="zh-CN" altLang="en-US" sz="2646" dirty="0"/>
              <a:t>执行第</a:t>
            </a:r>
            <a:r>
              <a:rPr lang="en-US" altLang="zh-CN" sz="2646" dirty="0"/>
              <a:t>2</a:t>
            </a:r>
            <a:r>
              <a:rPr lang="zh-CN" altLang="en-US" sz="2646" dirty="0"/>
              <a:t>步和第</a:t>
            </a:r>
            <a:r>
              <a:rPr lang="en-US" altLang="zh-CN" sz="2646" dirty="0"/>
              <a:t>3</a:t>
            </a:r>
            <a:r>
              <a:rPr lang="zh-CN" altLang="en-US" sz="2646" dirty="0"/>
              <a:t>步；</a:t>
            </a:r>
          </a:p>
          <a:p>
            <a:pPr>
              <a:defRPr/>
            </a:pPr>
            <a:r>
              <a:rPr lang="en-US" altLang="zh-CN" sz="2646" dirty="0"/>
              <a:t>2. </a:t>
            </a:r>
            <a:r>
              <a:rPr lang="zh-CN" altLang="en-US" sz="2646" dirty="0"/>
              <a:t>对每个终结符</a:t>
            </a:r>
            <a:r>
              <a:rPr lang="en-US" altLang="zh-CN" sz="2646" dirty="0"/>
              <a:t>a </a:t>
            </a:r>
            <a:r>
              <a:rPr lang="en-US" altLang="zh-CN" sz="2646" dirty="0">
                <a:sym typeface="Symbol" panose="05050102010706020507" pitchFamily="18" charset="2"/>
              </a:rPr>
              <a:t></a:t>
            </a:r>
            <a:r>
              <a:rPr lang="en-US" altLang="zh-CN" sz="2646" dirty="0"/>
              <a:t>FIRST(</a:t>
            </a:r>
            <a:r>
              <a:rPr lang="en-US" altLang="zh-CN" sz="2646" dirty="0">
                <a:sym typeface="Symbol" panose="05050102010706020507" pitchFamily="18" charset="2"/>
              </a:rPr>
              <a:t></a:t>
            </a:r>
            <a:r>
              <a:rPr lang="en-US" altLang="zh-CN" sz="2646" dirty="0"/>
              <a:t>)</a:t>
            </a:r>
            <a:r>
              <a:rPr lang="zh-CN" altLang="en-US" sz="2646" dirty="0"/>
              <a:t>，把</a:t>
            </a:r>
            <a:r>
              <a:rPr lang="en-US" altLang="zh-CN" sz="2646" dirty="0"/>
              <a:t>A→</a:t>
            </a:r>
            <a:r>
              <a:rPr lang="en-US" altLang="zh-CN" sz="2646" dirty="0">
                <a:sym typeface="Symbol" panose="05050102010706020507" pitchFamily="18" charset="2"/>
              </a:rPr>
              <a:t></a:t>
            </a:r>
            <a:r>
              <a:rPr lang="zh-CN" altLang="en-US" sz="2646" dirty="0"/>
              <a:t>加至</a:t>
            </a:r>
            <a:r>
              <a:rPr lang="en-US" altLang="zh-CN" sz="2646" dirty="0"/>
              <a:t>M[A</a:t>
            </a:r>
            <a:r>
              <a:rPr lang="zh-CN" altLang="en-US" sz="2646" dirty="0"/>
              <a:t>，</a:t>
            </a:r>
            <a:r>
              <a:rPr lang="en-US" altLang="zh-CN" sz="2646" dirty="0"/>
              <a:t>a]</a:t>
            </a:r>
            <a:r>
              <a:rPr lang="zh-CN" altLang="en-US" sz="2646" dirty="0"/>
              <a:t>中；</a:t>
            </a:r>
          </a:p>
          <a:p>
            <a:pPr>
              <a:defRPr/>
            </a:pPr>
            <a:r>
              <a:rPr lang="en-US" altLang="zh-CN" sz="2646" dirty="0"/>
              <a:t>3. </a:t>
            </a:r>
            <a:r>
              <a:rPr lang="zh-CN" altLang="en-US" sz="2646" dirty="0"/>
              <a:t>若</a:t>
            </a:r>
            <a:r>
              <a:rPr lang="zh-CN" altLang="en-US" sz="2646" dirty="0">
                <a:sym typeface="Symbol" panose="05050102010706020507" pitchFamily="18" charset="2"/>
              </a:rPr>
              <a:t></a:t>
            </a:r>
            <a:r>
              <a:rPr lang="en-US" altLang="zh-CN" sz="2646" dirty="0"/>
              <a:t>FIRST(</a:t>
            </a:r>
            <a:r>
              <a:rPr lang="en-US" altLang="zh-CN" sz="2646" dirty="0">
                <a:sym typeface="Symbol" panose="05050102010706020507" pitchFamily="18" charset="2"/>
              </a:rPr>
              <a:t></a:t>
            </a:r>
            <a:r>
              <a:rPr lang="en-US" altLang="zh-CN" sz="2646" dirty="0"/>
              <a:t>)</a:t>
            </a:r>
            <a:r>
              <a:rPr lang="zh-CN" altLang="en-US" sz="2646" dirty="0"/>
              <a:t>，则对任何</a:t>
            </a:r>
            <a:r>
              <a:rPr lang="en-US" altLang="zh-CN" sz="2646" dirty="0" err="1"/>
              <a:t>b</a:t>
            </a:r>
            <a:r>
              <a:rPr lang="en-US" altLang="zh-CN" sz="2646" dirty="0" err="1">
                <a:sym typeface="Symbol" panose="05050102010706020507" pitchFamily="18" charset="2"/>
              </a:rPr>
              <a:t></a:t>
            </a:r>
            <a:r>
              <a:rPr lang="en-US" altLang="zh-CN" sz="2646" dirty="0" err="1"/>
              <a:t>FOLLOW</a:t>
            </a:r>
            <a:r>
              <a:rPr lang="en-US" altLang="zh-CN" sz="2646" dirty="0"/>
              <a:t>(A)</a:t>
            </a:r>
            <a:r>
              <a:rPr lang="zh-CN" altLang="en-US" sz="2646" dirty="0"/>
              <a:t>把</a:t>
            </a:r>
            <a:r>
              <a:rPr lang="en-US" altLang="zh-CN" sz="2646" dirty="0"/>
              <a:t>A→</a:t>
            </a:r>
            <a:r>
              <a:rPr lang="en-US" altLang="zh-CN" sz="2646" dirty="0">
                <a:sym typeface="Symbol" panose="05050102010706020507" pitchFamily="18" charset="2"/>
              </a:rPr>
              <a:t></a:t>
            </a:r>
            <a:r>
              <a:rPr lang="zh-CN" altLang="en-US" sz="2646" dirty="0"/>
              <a:t>加至</a:t>
            </a:r>
            <a:r>
              <a:rPr lang="en-US" altLang="zh-CN" sz="2646" dirty="0"/>
              <a:t>M[A</a:t>
            </a:r>
            <a:r>
              <a:rPr lang="zh-CN" altLang="en-US" sz="2646" dirty="0"/>
              <a:t>，</a:t>
            </a:r>
            <a:r>
              <a:rPr lang="en-US" altLang="zh-CN" sz="2646" dirty="0"/>
              <a:t>b]</a:t>
            </a:r>
            <a:r>
              <a:rPr lang="zh-CN" altLang="en-US" sz="2646" dirty="0"/>
              <a:t>中。</a:t>
            </a:r>
          </a:p>
          <a:p>
            <a:pPr>
              <a:defRPr/>
            </a:pPr>
            <a:r>
              <a:rPr lang="en-US" altLang="zh-CN" sz="2646" dirty="0"/>
              <a:t>4. </a:t>
            </a:r>
            <a:r>
              <a:rPr lang="zh-CN" altLang="en-US" sz="2646" dirty="0"/>
              <a:t>把所有无定义的</a:t>
            </a:r>
            <a:r>
              <a:rPr lang="en-US" altLang="zh-CN" sz="2646" dirty="0"/>
              <a:t>M[A</a:t>
            </a:r>
            <a:r>
              <a:rPr lang="zh-CN" altLang="en-US" sz="2646" dirty="0"/>
              <a:t>，</a:t>
            </a:r>
            <a:r>
              <a:rPr lang="en-US" altLang="zh-CN" sz="2646" dirty="0"/>
              <a:t>a]</a:t>
            </a:r>
            <a:r>
              <a:rPr lang="zh-CN" altLang="en-US" sz="2646" dirty="0"/>
              <a:t>标上“出错标志”。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3633788" y="2236788"/>
          <a:ext cx="6446838" cy="20161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82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1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81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6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4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69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39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6021">
                <a:tc>
                  <a:txBody>
                    <a:bodyPr/>
                    <a:lstStyle/>
                    <a:p>
                      <a:pPr indent="26987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 err="1">
                          <a:effectLst/>
                          <a:latin typeface="+mn-lt"/>
                          <a:ea typeface="宋体" panose="02010600030101010101" pitchFamily="2" charset="-122"/>
                        </a:rPr>
                        <a:t>i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+</a:t>
                      </a:r>
                      <a:endParaRPr lang="zh-CN" sz="2200" b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*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(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)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#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021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E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2200" b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021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E</a:t>
                      </a: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021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T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2200" b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021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T</a:t>
                      </a: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2200" b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2200" b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021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F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2200" b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2200" b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3948113" y="77788"/>
            <a:ext cx="2733675" cy="215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121" tIns="38062" rIns="76121" bIns="38062"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46" dirty="0">
                <a:cs typeface="+mn-cs"/>
              </a:rPr>
              <a:t>FIRST(E) ={(,</a:t>
            </a:r>
            <a:r>
              <a:rPr lang="en-US" altLang="zh-CN" sz="2646" dirty="0" err="1">
                <a:cs typeface="+mn-cs"/>
              </a:rPr>
              <a:t>i</a:t>
            </a:r>
            <a:r>
              <a:rPr lang="en-US" altLang="zh-CN" sz="2646" dirty="0">
                <a:cs typeface="+mn-cs"/>
              </a:rPr>
              <a:t>}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646" dirty="0">
                <a:cs typeface="+mn-cs"/>
              </a:rPr>
              <a:t>FIRST(E</a:t>
            </a:r>
            <a:r>
              <a:rPr lang="en-US" altLang="zh-CN" sz="2646" dirty="0">
                <a:cs typeface="+mn-cs"/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cs typeface="+mn-cs"/>
              </a:rPr>
              <a:t>)={+, </a:t>
            </a:r>
            <a:r>
              <a:rPr lang="en-US" altLang="zh-CN" sz="2646" dirty="0">
                <a:cs typeface="+mn-cs"/>
                <a:sym typeface="Symbol" panose="05050102010706020507" pitchFamily="18" charset="2"/>
              </a:rPr>
              <a:t></a:t>
            </a:r>
            <a:r>
              <a:rPr lang="en-US" altLang="zh-CN" sz="2646" dirty="0">
                <a:cs typeface="+mn-cs"/>
              </a:rPr>
              <a:t>}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646" dirty="0">
                <a:cs typeface="+mn-cs"/>
              </a:rPr>
              <a:t>FIRST(T) ={(,</a:t>
            </a:r>
            <a:r>
              <a:rPr lang="en-US" altLang="zh-CN" sz="2646" dirty="0" err="1">
                <a:cs typeface="+mn-cs"/>
              </a:rPr>
              <a:t>i</a:t>
            </a:r>
            <a:r>
              <a:rPr lang="en-US" altLang="zh-CN" sz="2646" dirty="0">
                <a:cs typeface="+mn-cs"/>
              </a:rPr>
              <a:t>}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646" dirty="0">
                <a:cs typeface="+mn-cs"/>
              </a:rPr>
              <a:t>FIRST(T</a:t>
            </a:r>
            <a:r>
              <a:rPr lang="en-US" altLang="zh-CN" sz="2646" dirty="0">
                <a:cs typeface="+mn-cs"/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cs typeface="+mn-cs"/>
              </a:rPr>
              <a:t>)={*, </a:t>
            </a:r>
            <a:r>
              <a:rPr lang="en-US" altLang="zh-CN" sz="2646" dirty="0">
                <a:cs typeface="+mn-cs"/>
                <a:sym typeface="Symbol" panose="05050102010706020507" pitchFamily="18" charset="2"/>
              </a:rPr>
              <a:t></a:t>
            </a:r>
            <a:r>
              <a:rPr lang="en-US" altLang="zh-CN" sz="2646" dirty="0">
                <a:cs typeface="+mn-cs"/>
              </a:rPr>
              <a:t>}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646" dirty="0">
                <a:cs typeface="+mn-cs"/>
              </a:rPr>
              <a:t>FIRST(F) ={(,</a:t>
            </a:r>
            <a:r>
              <a:rPr lang="en-US" altLang="zh-CN" sz="2646" dirty="0" err="1">
                <a:cs typeface="+mn-cs"/>
              </a:rPr>
              <a:t>i</a:t>
            </a:r>
            <a:r>
              <a:rPr lang="en-US" altLang="zh-CN" sz="2646" dirty="0">
                <a:cs typeface="+mn-cs"/>
              </a:rPr>
              <a:t>}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6535738" y="74613"/>
            <a:ext cx="3544887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121" tIns="38062" rIns="76121" bIns="38062"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46" dirty="0">
                <a:cs typeface="+mn-cs"/>
              </a:rPr>
              <a:t>FOLLOW(E) ={),#}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646" dirty="0">
                <a:cs typeface="+mn-cs"/>
              </a:rPr>
              <a:t>FOLLOW(E</a:t>
            </a:r>
            <a:r>
              <a:rPr lang="en-US" altLang="zh-CN" sz="2646" dirty="0">
                <a:cs typeface="+mn-cs"/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cs typeface="+mn-cs"/>
              </a:rPr>
              <a:t>)={),#}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646" dirty="0">
                <a:cs typeface="+mn-cs"/>
              </a:rPr>
              <a:t>FOLLOW(T) ={+,),#}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646" dirty="0">
                <a:cs typeface="+mn-cs"/>
              </a:rPr>
              <a:t>FOLLOW(T</a:t>
            </a:r>
            <a:r>
              <a:rPr lang="en-US" altLang="zh-CN" sz="2646" dirty="0">
                <a:cs typeface="+mn-cs"/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cs typeface="+mn-cs"/>
              </a:rPr>
              <a:t>)={+,),#}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646" dirty="0">
                <a:cs typeface="+mn-cs"/>
              </a:rPr>
              <a:t>FOLLOW(F) ={*,+,),#}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BB2C0DE-367D-8A0C-BF5C-050D627914E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95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00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038" grpId="0" animBg="1" autoUpdateAnimBg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defTabSz="503972"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分析表的构造</a:t>
            </a:r>
          </a:p>
        </p:txBody>
      </p:sp>
      <p:sp>
        <p:nvSpPr>
          <p:cNvPr id="172035" name="Rectangle 2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377979" indent="-377979" defTabSz="503972" eaLnBrk="1" fontAlgn="auto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Font typeface="Wingdings 3" charset="2"/>
              <a:buChar char=""/>
              <a:defRPr/>
            </a:pPr>
            <a:r>
              <a:rPr lang="zh-CN" altLang="en-US" sz="264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对于文法</a:t>
            </a: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G(E):</a:t>
            </a:r>
          </a:p>
          <a:p>
            <a:pPr marL="1259929" lvl="2" indent="-251986" defTabSz="503972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E→TE</a:t>
            </a: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</a:t>
            </a:r>
            <a:endParaRPr lang="en-US" altLang="zh-CN" sz="2646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259929" lvl="2" indent="-251986" defTabSz="503972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</a:t>
            </a: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→+TE</a:t>
            </a: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| </a:t>
            </a: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</a:t>
            </a:r>
            <a:endParaRPr lang="en-US" altLang="zh-CN" sz="2646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259929" lvl="2" indent="-251986" defTabSz="503972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T→FT</a:t>
            </a: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 </a:t>
            </a:r>
          </a:p>
          <a:p>
            <a:pPr marL="1259929" lvl="2" indent="-251986" defTabSz="503972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</a:t>
            </a: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→*FT</a:t>
            </a: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| </a:t>
            </a: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</a:t>
            </a:r>
            <a:endParaRPr lang="en-US" altLang="zh-CN" sz="2646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259929" lvl="2" indent="-251986" defTabSz="503972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F→(E) | </a:t>
            </a:r>
            <a:r>
              <a:rPr lang="en-US" altLang="zh-CN" sz="2646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altLang="zh-CN" sz="264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</a:p>
          <a:p>
            <a:pPr marL="377979" indent="-377979" defTabSz="503972" eaLnBrk="1" fontAlgn="auto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64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构造该文法的预测分析表。</a:t>
            </a:r>
          </a:p>
        </p:txBody>
      </p:sp>
      <p:sp>
        <p:nvSpPr>
          <p:cNvPr id="300038" name="Rectangle 6"/>
          <p:cNvSpPr>
            <a:spLocks noChangeArrowheads="1"/>
          </p:cNvSpPr>
          <p:nvPr/>
        </p:nvSpPr>
        <p:spPr bwMode="auto">
          <a:xfrm>
            <a:off x="900113" y="5037138"/>
            <a:ext cx="8829675" cy="2095500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646" dirty="0">
                <a:solidFill>
                  <a:prstClr val="white"/>
                </a:solidFill>
              </a:rPr>
              <a:t>1. </a:t>
            </a:r>
            <a:r>
              <a:rPr lang="zh-CN" altLang="en-US" sz="2646" dirty="0">
                <a:solidFill>
                  <a:prstClr val="white"/>
                </a:solidFill>
              </a:rPr>
              <a:t>对文法</a:t>
            </a:r>
            <a:r>
              <a:rPr lang="en-US" altLang="zh-CN" sz="2646" dirty="0">
                <a:solidFill>
                  <a:prstClr val="white"/>
                </a:solidFill>
              </a:rPr>
              <a:t>G</a:t>
            </a:r>
            <a:r>
              <a:rPr lang="zh-CN" altLang="en-US" sz="2646" dirty="0">
                <a:solidFill>
                  <a:prstClr val="white"/>
                </a:solidFill>
              </a:rPr>
              <a:t>的每个产生式</a:t>
            </a:r>
            <a:r>
              <a:rPr lang="en-US" altLang="zh-CN" sz="2646" dirty="0">
                <a:solidFill>
                  <a:prstClr val="white"/>
                </a:solidFill>
              </a:rPr>
              <a:t>A→</a:t>
            </a:r>
            <a:r>
              <a:rPr lang="en-US" altLang="zh-CN" sz="2646" dirty="0">
                <a:solidFill>
                  <a:prstClr val="white"/>
                </a:solidFill>
                <a:sym typeface="Symbol" panose="05050102010706020507" pitchFamily="18" charset="2"/>
              </a:rPr>
              <a:t></a:t>
            </a:r>
            <a:r>
              <a:rPr lang="zh-CN" altLang="en-US" sz="2646" dirty="0">
                <a:solidFill>
                  <a:prstClr val="white"/>
                </a:solidFill>
              </a:rPr>
              <a:t>执行第</a:t>
            </a:r>
            <a:r>
              <a:rPr lang="en-US" altLang="zh-CN" sz="2646" dirty="0">
                <a:solidFill>
                  <a:prstClr val="white"/>
                </a:solidFill>
              </a:rPr>
              <a:t>2</a:t>
            </a:r>
            <a:r>
              <a:rPr lang="zh-CN" altLang="en-US" sz="2646" dirty="0">
                <a:solidFill>
                  <a:prstClr val="white"/>
                </a:solidFill>
              </a:rPr>
              <a:t>步和第</a:t>
            </a:r>
            <a:r>
              <a:rPr lang="en-US" altLang="zh-CN" sz="2646" dirty="0">
                <a:solidFill>
                  <a:prstClr val="white"/>
                </a:solidFill>
              </a:rPr>
              <a:t>3</a:t>
            </a:r>
            <a:r>
              <a:rPr lang="zh-CN" altLang="en-US" sz="2646" dirty="0">
                <a:solidFill>
                  <a:prstClr val="white"/>
                </a:solidFill>
              </a:rPr>
              <a:t>步；</a:t>
            </a:r>
          </a:p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646" dirty="0">
                <a:solidFill>
                  <a:prstClr val="white"/>
                </a:solidFill>
              </a:rPr>
              <a:t>2. </a:t>
            </a:r>
            <a:r>
              <a:rPr lang="zh-CN" altLang="en-US" sz="2646" dirty="0">
                <a:solidFill>
                  <a:prstClr val="white"/>
                </a:solidFill>
              </a:rPr>
              <a:t>对每个终结符</a:t>
            </a:r>
            <a:r>
              <a:rPr lang="en-US" altLang="zh-CN" sz="2646" dirty="0">
                <a:solidFill>
                  <a:prstClr val="white"/>
                </a:solidFill>
              </a:rPr>
              <a:t>a </a:t>
            </a:r>
            <a:r>
              <a:rPr lang="en-US" altLang="zh-CN" sz="2646" dirty="0">
                <a:solidFill>
                  <a:prstClr val="white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646" dirty="0">
                <a:solidFill>
                  <a:prstClr val="white"/>
                </a:solidFill>
              </a:rPr>
              <a:t>FIRST(</a:t>
            </a:r>
            <a:r>
              <a:rPr lang="en-US" altLang="zh-CN" sz="2646" dirty="0">
                <a:solidFill>
                  <a:prstClr val="white"/>
                </a:solidFill>
                <a:sym typeface="Symbol" panose="05050102010706020507" pitchFamily="18" charset="2"/>
              </a:rPr>
              <a:t></a:t>
            </a:r>
            <a:r>
              <a:rPr lang="en-US" altLang="zh-CN" sz="2646" dirty="0">
                <a:solidFill>
                  <a:prstClr val="white"/>
                </a:solidFill>
              </a:rPr>
              <a:t>)</a:t>
            </a:r>
            <a:r>
              <a:rPr lang="zh-CN" altLang="en-US" sz="2646" dirty="0">
                <a:solidFill>
                  <a:prstClr val="white"/>
                </a:solidFill>
              </a:rPr>
              <a:t>，把</a:t>
            </a:r>
            <a:r>
              <a:rPr lang="en-US" altLang="zh-CN" sz="2646" dirty="0">
                <a:solidFill>
                  <a:prstClr val="white"/>
                </a:solidFill>
              </a:rPr>
              <a:t>A→</a:t>
            </a:r>
            <a:r>
              <a:rPr lang="en-US" altLang="zh-CN" sz="2646" dirty="0">
                <a:solidFill>
                  <a:prstClr val="white"/>
                </a:solidFill>
                <a:sym typeface="Symbol" panose="05050102010706020507" pitchFamily="18" charset="2"/>
              </a:rPr>
              <a:t></a:t>
            </a:r>
            <a:r>
              <a:rPr lang="zh-CN" altLang="en-US" sz="2646" dirty="0">
                <a:solidFill>
                  <a:prstClr val="white"/>
                </a:solidFill>
              </a:rPr>
              <a:t>加至</a:t>
            </a:r>
            <a:r>
              <a:rPr lang="en-US" altLang="zh-CN" sz="2646" dirty="0">
                <a:solidFill>
                  <a:prstClr val="white"/>
                </a:solidFill>
              </a:rPr>
              <a:t>M[A</a:t>
            </a:r>
            <a:r>
              <a:rPr lang="zh-CN" altLang="en-US" sz="2646" dirty="0">
                <a:solidFill>
                  <a:prstClr val="white"/>
                </a:solidFill>
              </a:rPr>
              <a:t>，</a:t>
            </a:r>
            <a:r>
              <a:rPr lang="en-US" altLang="zh-CN" sz="2646" dirty="0">
                <a:solidFill>
                  <a:prstClr val="white"/>
                </a:solidFill>
              </a:rPr>
              <a:t>a]</a:t>
            </a:r>
            <a:r>
              <a:rPr lang="zh-CN" altLang="en-US" sz="2646" dirty="0">
                <a:solidFill>
                  <a:prstClr val="white"/>
                </a:solidFill>
              </a:rPr>
              <a:t>中；</a:t>
            </a:r>
          </a:p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646" dirty="0">
                <a:solidFill>
                  <a:prstClr val="white"/>
                </a:solidFill>
              </a:rPr>
              <a:t>3. </a:t>
            </a:r>
            <a:r>
              <a:rPr lang="zh-CN" altLang="en-US" sz="2646" dirty="0">
                <a:solidFill>
                  <a:prstClr val="white"/>
                </a:solidFill>
              </a:rPr>
              <a:t>若</a:t>
            </a:r>
            <a:r>
              <a:rPr lang="zh-CN" altLang="en-US" sz="2646" dirty="0">
                <a:solidFill>
                  <a:prstClr val="white"/>
                </a:solidFill>
                <a:sym typeface="Symbol" panose="05050102010706020507" pitchFamily="18" charset="2"/>
              </a:rPr>
              <a:t></a:t>
            </a:r>
            <a:r>
              <a:rPr lang="en-US" altLang="zh-CN" sz="2646" dirty="0">
                <a:solidFill>
                  <a:prstClr val="white"/>
                </a:solidFill>
              </a:rPr>
              <a:t>FIRST(</a:t>
            </a:r>
            <a:r>
              <a:rPr lang="en-US" altLang="zh-CN" sz="2646" dirty="0">
                <a:solidFill>
                  <a:prstClr val="white"/>
                </a:solidFill>
                <a:sym typeface="Symbol" panose="05050102010706020507" pitchFamily="18" charset="2"/>
              </a:rPr>
              <a:t></a:t>
            </a:r>
            <a:r>
              <a:rPr lang="en-US" altLang="zh-CN" sz="2646" dirty="0">
                <a:solidFill>
                  <a:prstClr val="white"/>
                </a:solidFill>
              </a:rPr>
              <a:t>)</a:t>
            </a:r>
            <a:r>
              <a:rPr lang="zh-CN" altLang="en-US" sz="2646" dirty="0">
                <a:solidFill>
                  <a:prstClr val="white"/>
                </a:solidFill>
              </a:rPr>
              <a:t>，则对任何</a:t>
            </a:r>
            <a:r>
              <a:rPr lang="en-US" altLang="zh-CN" sz="2646" dirty="0" err="1">
                <a:solidFill>
                  <a:prstClr val="white"/>
                </a:solidFill>
              </a:rPr>
              <a:t>b</a:t>
            </a:r>
            <a:r>
              <a:rPr lang="en-US" altLang="zh-CN" sz="2646" dirty="0" err="1">
                <a:solidFill>
                  <a:prstClr val="white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646" dirty="0" err="1">
                <a:solidFill>
                  <a:prstClr val="white"/>
                </a:solidFill>
              </a:rPr>
              <a:t>FOLLOW</a:t>
            </a:r>
            <a:r>
              <a:rPr lang="en-US" altLang="zh-CN" sz="2646" dirty="0">
                <a:solidFill>
                  <a:prstClr val="white"/>
                </a:solidFill>
              </a:rPr>
              <a:t>(A)</a:t>
            </a:r>
            <a:r>
              <a:rPr lang="zh-CN" altLang="en-US" sz="2646" dirty="0">
                <a:solidFill>
                  <a:prstClr val="white"/>
                </a:solidFill>
              </a:rPr>
              <a:t>把</a:t>
            </a:r>
            <a:r>
              <a:rPr lang="en-US" altLang="zh-CN" sz="2646" dirty="0">
                <a:solidFill>
                  <a:prstClr val="white"/>
                </a:solidFill>
              </a:rPr>
              <a:t>A→</a:t>
            </a:r>
            <a:r>
              <a:rPr lang="en-US" altLang="zh-CN" sz="2646" dirty="0">
                <a:solidFill>
                  <a:prstClr val="white"/>
                </a:solidFill>
                <a:sym typeface="Symbol" panose="05050102010706020507" pitchFamily="18" charset="2"/>
              </a:rPr>
              <a:t></a:t>
            </a:r>
            <a:r>
              <a:rPr lang="zh-CN" altLang="en-US" sz="2646" dirty="0">
                <a:solidFill>
                  <a:prstClr val="white"/>
                </a:solidFill>
              </a:rPr>
              <a:t>加至</a:t>
            </a:r>
            <a:r>
              <a:rPr lang="en-US" altLang="zh-CN" sz="2646" dirty="0">
                <a:solidFill>
                  <a:prstClr val="white"/>
                </a:solidFill>
              </a:rPr>
              <a:t>M[A</a:t>
            </a:r>
            <a:r>
              <a:rPr lang="zh-CN" altLang="en-US" sz="2646" dirty="0">
                <a:solidFill>
                  <a:prstClr val="white"/>
                </a:solidFill>
              </a:rPr>
              <a:t>，</a:t>
            </a:r>
            <a:r>
              <a:rPr lang="en-US" altLang="zh-CN" sz="2646" dirty="0">
                <a:solidFill>
                  <a:prstClr val="white"/>
                </a:solidFill>
              </a:rPr>
              <a:t>b]</a:t>
            </a:r>
            <a:r>
              <a:rPr lang="zh-CN" altLang="en-US" sz="2646" dirty="0">
                <a:solidFill>
                  <a:prstClr val="white"/>
                </a:solidFill>
              </a:rPr>
              <a:t>中。</a:t>
            </a:r>
          </a:p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646" dirty="0">
                <a:solidFill>
                  <a:prstClr val="white"/>
                </a:solidFill>
              </a:rPr>
              <a:t>4. </a:t>
            </a:r>
            <a:r>
              <a:rPr lang="zh-CN" altLang="en-US" sz="2646" dirty="0">
                <a:solidFill>
                  <a:prstClr val="white"/>
                </a:solidFill>
              </a:rPr>
              <a:t>把所有无定义的</a:t>
            </a:r>
            <a:r>
              <a:rPr lang="en-US" altLang="zh-CN" sz="2646" dirty="0">
                <a:solidFill>
                  <a:prstClr val="white"/>
                </a:solidFill>
              </a:rPr>
              <a:t>M[A</a:t>
            </a:r>
            <a:r>
              <a:rPr lang="zh-CN" altLang="en-US" sz="2646" dirty="0">
                <a:solidFill>
                  <a:prstClr val="white"/>
                </a:solidFill>
              </a:rPr>
              <a:t>，</a:t>
            </a:r>
            <a:r>
              <a:rPr lang="en-US" altLang="zh-CN" sz="2646" dirty="0">
                <a:solidFill>
                  <a:prstClr val="white"/>
                </a:solidFill>
              </a:rPr>
              <a:t>a]</a:t>
            </a:r>
            <a:r>
              <a:rPr lang="zh-CN" altLang="en-US" sz="2646" dirty="0">
                <a:solidFill>
                  <a:prstClr val="white"/>
                </a:solidFill>
              </a:rPr>
              <a:t>标上“出错标志”。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3575050" y="2236788"/>
          <a:ext cx="6446838" cy="20161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82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1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81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6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4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69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39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6021">
                <a:tc>
                  <a:txBody>
                    <a:bodyPr/>
                    <a:lstStyle/>
                    <a:p>
                      <a:pPr indent="26987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 err="1">
                          <a:effectLst/>
                          <a:latin typeface="+mn-lt"/>
                          <a:ea typeface="宋体" panose="02010600030101010101" pitchFamily="2" charset="-122"/>
                        </a:rPr>
                        <a:t>i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+</a:t>
                      </a:r>
                      <a:endParaRPr lang="zh-CN" sz="2200" b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*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(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)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#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021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E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E</a:t>
                      </a:r>
                      <a:r>
                        <a:rPr lang="zh-CN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TE</a:t>
                      </a: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200" b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E</a:t>
                      </a:r>
                      <a:r>
                        <a:rPr lang="zh-CN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TE</a:t>
                      </a: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021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E</a:t>
                      </a: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E</a:t>
                      </a: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r>
                        <a:rPr lang="zh-CN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+TE</a:t>
                      </a: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E</a:t>
                      </a:r>
                      <a:r>
                        <a:rPr lang="en-US" sz="2200" b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r>
                        <a:rPr lang="zh-CN" sz="22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en-US" sz="2200" b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</a:t>
                      </a:r>
                      <a:endParaRPr lang="zh-CN" sz="2200" b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E</a:t>
                      </a: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r>
                        <a:rPr lang="zh-CN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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021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T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T</a:t>
                      </a:r>
                      <a:r>
                        <a:rPr lang="zh-CN" sz="22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en-US" sz="22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FT</a:t>
                      </a:r>
                      <a:r>
                        <a:rPr lang="en-US" sz="2200" b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endParaRPr lang="zh-CN" sz="2200" b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T</a:t>
                      </a:r>
                      <a:r>
                        <a:rPr lang="zh-CN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FT</a:t>
                      </a: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021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T</a:t>
                      </a: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200" b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T</a:t>
                      </a:r>
                      <a:r>
                        <a:rPr lang="en-US" sz="2200" b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r>
                        <a:rPr lang="zh-CN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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T</a:t>
                      </a: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r>
                        <a:rPr lang="zh-CN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*FT</a:t>
                      </a: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T</a:t>
                      </a: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r>
                        <a:rPr lang="zh-CN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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T</a:t>
                      </a: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</a:t>
                      </a:r>
                      <a:r>
                        <a:rPr lang="zh-CN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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021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F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F</a:t>
                      </a:r>
                      <a:r>
                        <a:rPr lang="zh-CN" sz="22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en-US" sz="22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i</a:t>
                      </a:r>
                      <a:endParaRPr lang="zh-CN" sz="2200" b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200" b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F</a:t>
                      </a:r>
                      <a:r>
                        <a:rPr lang="zh-CN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 (E)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tc>
                  <a:txBody>
                    <a:bodyPr/>
                    <a:lstStyle/>
                    <a:p>
                      <a:pPr indent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宋体" panose="02010600030101010101" pitchFamily="2" charset="-122"/>
                        </a:rPr>
                        <a:t> </a:t>
                      </a:r>
                      <a:endParaRPr lang="zh-CN" sz="2200" b="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14699" marR="14699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3948113" y="77788"/>
            <a:ext cx="2733675" cy="215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121" tIns="38062" rIns="76121" bIns="38062"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defTabSz="503972" eaLnBrk="1" fontAlgn="auto" hangingPunct="1">
              <a:spcAft>
                <a:spcPts val="0"/>
              </a:spcAft>
              <a:buClr>
                <a:srgbClr val="EEECE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646" dirty="0">
                <a:solidFill>
                  <a:prstClr val="black"/>
                </a:solidFill>
                <a:cs typeface="+mn-cs"/>
              </a:rPr>
              <a:t>FIRST(E) ={(,</a:t>
            </a:r>
            <a:r>
              <a:rPr lang="en-US" altLang="zh-CN" sz="2646" dirty="0" err="1">
                <a:solidFill>
                  <a:prstClr val="black"/>
                </a:solidFill>
                <a:cs typeface="+mn-cs"/>
              </a:rPr>
              <a:t>i</a:t>
            </a:r>
            <a:r>
              <a:rPr lang="en-US" altLang="zh-CN" sz="2646" dirty="0">
                <a:solidFill>
                  <a:prstClr val="black"/>
                </a:solidFill>
                <a:cs typeface="+mn-cs"/>
              </a:rPr>
              <a:t>}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>
                <a:srgbClr val="EEECE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646" dirty="0">
                <a:solidFill>
                  <a:prstClr val="black"/>
                </a:solidFill>
                <a:cs typeface="+mn-cs"/>
              </a:rPr>
              <a:t>FIRST(E</a:t>
            </a:r>
            <a:r>
              <a:rPr lang="en-US" altLang="zh-CN" sz="2646" dirty="0">
                <a:solidFill>
                  <a:prstClr val="black"/>
                </a:solidFill>
                <a:cs typeface="+mn-cs"/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solidFill>
                  <a:prstClr val="black"/>
                </a:solidFill>
                <a:cs typeface="+mn-cs"/>
              </a:rPr>
              <a:t>)={+, </a:t>
            </a:r>
            <a:r>
              <a:rPr lang="en-US" altLang="zh-CN" sz="2646" dirty="0">
                <a:solidFill>
                  <a:prstClr val="black"/>
                </a:solidFill>
                <a:cs typeface="+mn-cs"/>
                <a:sym typeface="Symbol" panose="05050102010706020507" pitchFamily="18" charset="2"/>
              </a:rPr>
              <a:t></a:t>
            </a:r>
            <a:r>
              <a:rPr lang="en-US" altLang="zh-CN" sz="2646" dirty="0">
                <a:solidFill>
                  <a:prstClr val="black"/>
                </a:solidFill>
                <a:cs typeface="+mn-cs"/>
              </a:rPr>
              <a:t>}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>
                <a:srgbClr val="EEECE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646" dirty="0">
                <a:solidFill>
                  <a:prstClr val="black"/>
                </a:solidFill>
                <a:cs typeface="+mn-cs"/>
              </a:rPr>
              <a:t>FIRST(T) ={(,</a:t>
            </a:r>
            <a:r>
              <a:rPr lang="en-US" altLang="zh-CN" sz="2646" dirty="0" err="1">
                <a:solidFill>
                  <a:prstClr val="black"/>
                </a:solidFill>
                <a:cs typeface="+mn-cs"/>
              </a:rPr>
              <a:t>i</a:t>
            </a:r>
            <a:r>
              <a:rPr lang="en-US" altLang="zh-CN" sz="2646" dirty="0">
                <a:solidFill>
                  <a:prstClr val="black"/>
                </a:solidFill>
                <a:cs typeface="+mn-cs"/>
              </a:rPr>
              <a:t>}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>
                <a:srgbClr val="EEECE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646" dirty="0">
                <a:solidFill>
                  <a:prstClr val="black"/>
                </a:solidFill>
                <a:cs typeface="+mn-cs"/>
              </a:rPr>
              <a:t>FIRST(T</a:t>
            </a:r>
            <a:r>
              <a:rPr lang="en-US" altLang="zh-CN" sz="2646" dirty="0">
                <a:solidFill>
                  <a:prstClr val="black"/>
                </a:solidFill>
                <a:cs typeface="+mn-cs"/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solidFill>
                  <a:prstClr val="black"/>
                </a:solidFill>
                <a:cs typeface="+mn-cs"/>
              </a:rPr>
              <a:t>)={*, </a:t>
            </a:r>
            <a:r>
              <a:rPr lang="en-US" altLang="zh-CN" sz="2646" dirty="0">
                <a:solidFill>
                  <a:prstClr val="black"/>
                </a:solidFill>
                <a:cs typeface="+mn-cs"/>
                <a:sym typeface="Symbol" panose="05050102010706020507" pitchFamily="18" charset="2"/>
              </a:rPr>
              <a:t></a:t>
            </a:r>
            <a:r>
              <a:rPr lang="en-US" altLang="zh-CN" sz="2646" dirty="0">
                <a:solidFill>
                  <a:prstClr val="black"/>
                </a:solidFill>
                <a:cs typeface="+mn-cs"/>
              </a:rPr>
              <a:t>}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>
                <a:srgbClr val="EEECE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646" dirty="0">
                <a:solidFill>
                  <a:prstClr val="black"/>
                </a:solidFill>
                <a:cs typeface="+mn-cs"/>
              </a:rPr>
              <a:t>FIRST(F) ={(,</a:t>
            </a:r>
            <a:r>
              <a:rPr lang="en-US" altLang="zh-CN" sz="2646" dirty="0" err="1">
                <a:solidFill>
                  <a:prstClr val="black"/>
                </a:solidFill>
                <a:cs typeface="+mn-cs"/>
              </a:rPr>
              <a:t>i</a:t>
            </a:r>
            <a:r>
              <a:rPr lang="en-US" altLang="zh-CN" sz="2646" dirty="0">
                <a:solidFill>
                  <a:prstClr val="black"/>
                </a:solidFill>
                <a:cs typeface="+mn-cs"/>
              </a:rPr>
              <a:t>}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6535738" y="74613"/>
            <a:ext cx="3430587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121" tIns="38062" rIns="76121" bIns="38062"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defTabSz="503972" eaLnBrk="1" fontAlgn="auto" hangingPunct="1">
              <a:spcAft>
                <a:spcPts val="0"/>
              </a:spcAft>
              <a:buClr>
                <a:srgbClr val="EEECE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646" dirty="0">
                <a:solidFill>
                  <a:prstClr val="black"/>
                </a:solidFill>
                <a:cs typeface="+mn-cs"/>
              </a:rPr>
              <a:t>FOLLOW(E) ={),#}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>
                <a:srgbClr val="EEECE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646" dirty="0">
                <a:solidFill>
                  <a:prstClr val="black"/>
                </a:solidFill>
                <a:cs typeface="+mn-cs"/>
              </a:rPr>
              <a:t>FOLLOW(E</a:t>
            </a:r>
            <a:r>
              <a:rPr lang="en-US" altLang="zh-CN" sz="2646" dirty="0">
                <a:solidFill>
                  <a:prstClr val="black"/>
                </a:solidFill>
                <a:cs typeface="+mn-cs"/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solidFill>
                  <a:prstClr val="black"/>
                </a:solidFill>
                <a:cs typeface="+mn-cs"/>
              </a:rPr>
              <a:t>)={),#}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>
                <a:srgbClr val="EEECE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646" dirty="0">
                <a:solidFill>
                  <a:prstClr val="black"/>
                </a:solidFill>
                <a:cs typeface="+mn-cs"/>
              </a:rPr>
              <a:t>FOLLOW(T) ={+,),#}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>
                <a:srgbClr val="EEECE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646" dirty="0">
                <a:solidFill>
                  <a:prstClr val="black"/>
                </a:solidFill>
                <a:cs typeface="+mn-cs"/>
              </a:rPr>
              <a:t>FOLLOW(T</a:t>
            </a:r>
            <a:r>
              <a:rPr lang="en-US" altLang="zh-CN" sz="2646" dirty="0">
                <a:solidFill>
                  <a:prstClr val="black"/>
                </a:solidFill>
                <a:cs typeface="+mn-cs"/>
                <a:sym typeface="Symbol" panose="05050102010706020507" pitchFamily="18" charset="2"/>
              </a:rPr>
              <a:t></a:t>
            </a:r>
            <a:r>
              <a:rPr lang="en-US" altLang="zh-CN" sz="2646" dirty="0">
                <a:solidFill>
                  <a:prstClr val="black"/>
                </a:solidFill>
                <a:cs typeface="+mn-cs"/>
              </a:rPr>
              <a:t>)={+,),#}</a:t>
            </a:r>
          </a:p>
          <a:p>
            <a:pPr defTabSz="503972" eaLnBrk="1" fontAlgn="auto" hangingPunct="1">
              <a:spcBef>
                <a:spcPct val="0"/>
              </a:spcBef>
              <a:spcAft>
                <a:spcPts val="0"/>
              </a:spcAft>
              <a:buClr>
                <a:srgbClr val="EEECE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646" dirty="0">
                <a:solidFill>
                  <a:prstClr val="black"/>
                </a:solidFill>
                <a:cs typeface="+mn-cs"/>
              </a:rPr>
              <a:t>FOLLOW(F) ={*,+,),#}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C425211C-28A6-91BE-CEE0-9EF0096AE4C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96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7" name="Rectangle 5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defTabSz="503972"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LL(1)</a:t>
            </a:r>
            <a:r>
              <a:rPr lang="zh-CN" altLang="en-US" dirty="0"/>
              <a:t>文法与二义性</a:t>
            </a:r>
            <a:endParaRPr lang="zh-CN" altLang="en-GB" dirty="0"/>
          </a:p>
        </p:txBody>
      </p:sp>
      <p:sp>
        <p:nvSpPr>
          <p:cNvPr id="148486" name="Rectangle 6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377979" indent="-377979" defTabSz="503972" eaLnBrk="1" fontAlgn="auto" hangingPunct="1">
              <a:spcBef>
                <a:spcPts val="1102"/>
              </a:spcBef>
              <a:spcAft>
                <a:spcPts val="0"/>
              </a:spcAft>
              <a:buFont typeface="Wingdings 3" charset="2"/>
              <a:buChar char=""/>
              <a:defRPr/>
            </a:pP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如果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</a:t>
            </a: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是左递归或</a:t>
            </a:r>
            <a:r>
              <a:rPr lang="zh-CN" altLang="en-US" sz="3086" dirty="0">
                <a:solidFill>
                  <a:srgbClr val="CC0000"/>
                </a:solidFill>
              </a:rPr>
              <a:t>二义的</a:t>
            </a: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，那么，</a:t>
            </a:r>
            <a:r>
              <a:rPr lang="en-US" altLang="zh-CN" sz="3086" dirty="0">
                <a:solidFill>
                  <a:srgbClr val="CC0000"/>
                </a:solidFill>
              </a:rPr>
              <a:t>M</a:t>
            </a:r>
            <a:r>
              <a:rPr lang="zh-CN" altLang="en-US" sz="3086" dirty="0">
                <a:solidFill>
                  <a:srgbClr val="CC0000"/>
                </a:solidFill>
              </a:rPr>
              <a:t>至少含有一个多重定义入口</a:t>
            </a: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。因此，消除左递归和提取左因子将有助于获得无多重定义的分析表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</a:t>
            </a: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。</a:t>
            </a:r>
          </a:p>
          <a:p>
            <a:pPr marL="377979" indent="-377979" defTabSz="503972" eaLnBrk="1" fontAlgn="auto" hangingPunct="1">
              <a:spcBef>
                <a:spcPts val="1102"/>
              </a:spcBef>
              <a:spcAft>
                <a:spcPts val="0"/>
              </a:spcAft>
              <a:buFont typeface="Wingdings 3" charset="2"/>
              <a:buChar char=""/>
              <a:defRPr/>
            </a:pP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可以证明，一个文法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</a:t>
            </a: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的预测分析表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</a:t>
            </a: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不含多重定义入口，当且仅当该文法为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LL(1)</a:t>
            </a: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的。</a:t>
            </a:r>
          </a:p>
          <a:p>
            <a:pPr marL="377979" indent="-377979" defTabSz="503972" eaLnBrk="1" fontAlgn="auto" hangingPunct="1">
              <a:spcBef>
                <a:spcPts val="1102"/>
              </a:spcBef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LL(1)</a:t>
            </a: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文法不是二义的。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056438" y="944563"/>
            <a:ext cx="3024187" cy="5670550"/>
          </a:xfrm>
          <a:prstGeom prst="rect">
            <a:avLst/>
          </a:prstGeom>
          <a:noFill/>
        </p:spPr>
        <p:txBody>
          <a:bodyPr/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646" dirty="0">
              <a:solidFill>
                <a:prstClr val="black"/>
              </a:solidFill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0BF537C-9CBC-5E60-6B80-A289B90BD2B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97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84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84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84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6" grpId="0" build="p" autoUpdateAnimBg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defTabSz="503972" eaLnBrk="1" fontAlgn="auto" hangingPunct="1">
              <a:spcAft>
                <a:spcPts val="0"/>
              </a:spcAft>
              <a:defRPr/>
            </a:pPr>
            <a:r>
              <a:rPr lang="en-US" altLang="zh-CN"/>
              <a:t>LL(1)</a:t>
            </a:r>
            <a:r>
              <a:rPr lang="zh-CN" altLang="en-US"/>
              <a:t>文法与二义性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377979" indent="-377979" defTabSz="50397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G(S):</a:t>
            </a:r>
          </a:p>
          <a:p>
            <a:pPr marL="0" indent="0" defTabSz="50397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 3" charset="2"/>
              <a:buNone/>
              <a:defRPr/>
            </a:pP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S 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 </a:t>
            </a:r>
            <a:r>
              <a:rPr lang="en-US" altLang="zh-CN" sz="3086" dirty="0" err="1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iCtS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 | </a:t>
            </a:r>
            <a:r>
              <a:rPr lang="en-US" altLang="zh-CN" sz="3086" dirty="0" err="1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iCtSeS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 | a</a:t>
            </a:r>
          </a:p>
          <a:p>
            <a:pPr marL="0" indent="0" defTabSz="50397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 3" charset="2"/>
              <a:buNone/>
              <a:defRPr/>
            </a:pP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		C  b</a:t>
            </a:r>
          </a:p>
          <a:p>
            <a:pPr marL="0" indent="0" defTabSz="50397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 3" charset="2"/>
              <a:buNone/>
              <a:defRPr/>
            </a:pP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提取左因子之后，改写成：</a:t>
            </a:r>
          </a:p>
          <a:p>
            <a:pPr marL="377979" indent="-377979" defTabSz="50397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G(S):</a:t>
            </a:r>
          </a:p>
          <a:p>
            <a:pPr marL="0" indent="0" defTabSz="50397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 3" charset="2"/>
              <a:buNone/>
              <a:defRPr/>
            </a:pP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S 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 </a:t>
            </a:r>
            <a:r>
              <a:rPr lang="en-US" altLang="zh-CN" sz="3086" dirty="0" err="1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iCtSS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’ | a</a:t>
            </a:r>
          </a:p>
          <a:p>
            <a:pPr marL="0" indent="0" defTabSz="50397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 3" charset="2"/>
              <a:buNone/>
              <a:defRPr/>
            </a:pP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		S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sym typeface="Symbol" panose="05050102010706020507" pitchFamily="18" charset="2"/>
              </a:rPr>
              <a:t>’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 </a:t>
            </a:r>
            <a:r>
              <a:rPr lang="en-US" altLang="zh-CN" sz="3086" dirty="0" err="1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eS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 | </a:t>
            </a:r>
          </a:p>
          <a:p>
            <a:pPr marL="0" indent="0" defTabSz="50397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 3" charset="2"/>
              <a:buNone/>
              <a:defRPr/>
            </a:pP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		C  b</a:t>
            </a:r>
          </a:p>
          <a:p>
            <a:pPr marL="0" indent="0" defTabSz="50397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 3" charset="2"/>
              <a:buNone/>
              <a:defRPr/>
            </a:pPr>
            <a:endParaRPr lang="zh-CN" altLang="en-US" sz="3086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A18B2-E5D6-70EC-90EC-E87C8DA3915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98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defTabSz="503972" eaLnBrk="1" fontAlgn="auto" hangingPunct="1">
              <a:spcAft>
                <a:spcPts val="0"/>
              </a:spcAft>
              <a:defRPr/>
            </a:pPr>
            <a:r>
              <a:rPr lang="en-US" altLang="zh-CN"/>
              <a:t>LL(1)</a:t>
            </a:r>
            <a:r>
              <a:rPr lang="zh-CN" altLang="en-US"/>
              <a:t>文法与二义性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377979" indent="-377979" defTabSz="50397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G(S):</a:t>
            </a:r>
          </a:p>
          <a:p>
            <a:pPr marL="0" indent="0" defTabSz="50397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 3" charset="2"/>
              <a:buNone/>
              <a:defRPr/>
            </a:pP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S 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 </a:t>
            </a:r>
            <a:r>
              <a:rPr lang="en-US" altLang="zh-CN" sz="3086" dirty="0" err="1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iCtS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 | </a:t>
            </a:r>
            <a:r>
              <a:rPr lang="en-US" altLang="zh-CN" sz="3086" dirty="0" err="1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iCtSeS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 | a</a:t>
            </a:r>
          </a:p>
          <a:p>
            <a:pPr marL="0" indent="0" defTabSz="50397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 3" charset="2"/>
              <a:buNone/>
              <a:defRPr/>
            </a:pP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		C  b</a:t>
            </a:r>
          </a:p>
          <a:p>
            <a:pPr marL="0" indent="0" defTabSz="50397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 3" charset="2"/>
              <a:buNone/>
              <a:defRPr/>
            </a:pP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提取左因子之后，改写成：</a:t>
            </a:r>
          </a:p>
          <a:p>
            <a:pPr marL="377979" indent="-377979" defTabSz="50397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G(S):</a:t>
            </a:r>
          </a:p>
          <a:p>
            <a:pPr marL="0" indent="0" defTabSz="50397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 3" charset="2"/>
              <a:buNone/>
              <a:defRPr/>
            </a:pP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S 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 </a:t>
            </a:r>
            <a:r>
              <a:rPr lang="en-US" altLang="zh-CN" sz="3086" dirty="0" err="1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iCtSS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’ | a</a:t>
            </a:r>
          </a:p>
          <a:p>
            <a:pPr marL="0" indent="0" defTabSz="50397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 3" charset="2"/>
              <a:buNone/>
              <a:defRPr/>
            </a:pP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		S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sym typeface="Symbol" panose="05050102010706020507" pitchFamily="18" charset="2"/>
              </a:rPr>
              <a:t>’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 </a:t>
            </a:r>
            <a:r>
              <a:rPr lang="en-US" altLang="zh-CN" sz="3086" dirty="0" err="1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eS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 | </a:t>
            </a:r>
          </a:p>
          <a:p>
            <a:pPr marL="0" indent="0" defTabSz="50397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 3" charset="2"/>
              <a:buNone/>
              <a:defRPr/>
            </a:pP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		C  b</a:t>
            </a:r>
          </a:p>
          <a:p>
            <a:pPr marL="0" indent="0" defTabSz="50397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 3" charset="2"/>
              <a:buNone/>
              <a:defRPr/>
            </a:pPr>
            <a:endParaRPr lang="zh-CN" altLang="en-US" sz="3086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3633788" y="5634038"/>
          <a:ext cx="6299200" cy="1849438"/>
        </p:xfrm>
        <a:graphic>
          <a:graphicData uri="http://schemas.openxmlformats.org/drawingml/2006/table">
            <a:tbl>
              <a:tblPr/>
              <a:tblGrid>
                <a:gridCol w="566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06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93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97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9888">
                <a:tc>
                  <a:txBody>
                    <a:bodyPr/>
                    <a:lstStyle>
                      <a:lvl1pPr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6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5032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2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006475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0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511300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145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4717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289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3861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433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5032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Droid Sans Fallback" charset="-122"/>
                        </a:rPr>
                        <a:t> 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6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5032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2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006475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0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511300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145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4717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289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3861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433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5032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Droid Sans Fallback" charset="-122"/>
                        </a:rPr>
                        <a:t>a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6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5032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2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006475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0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511300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145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4717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289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3861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433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5032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Droid Sans Fallback" charset="-122"/>
                        </a:rPr>
                        <a:t>b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6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5032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2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006475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0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511300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145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4717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289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3861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433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5032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Droid Sans Fallback" charset="-122"/>
                        </a:rPr>
                        <a:t>e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6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5032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2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006475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0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511300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145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4717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289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3861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433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5032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Droid Sans Fallback" charset="-122"/>
                        </a:rPr>
                        <a:t>i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6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5032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2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006475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0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511300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145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4717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289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3861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433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5032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Droid Sans Fallback" charset="-122"/>
                        </a:rPr>
                        <a:t>t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6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5032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2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006475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0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511300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145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4717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289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3861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433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5032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Droid Sans Fallback" charset="-122"/>
                        </a:rPr>
                        <a:t>#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88">
                <a:tc>
                  <a:txBody>
                    <a:bodyPr/>
                    <a:lstStyle>
                      <a:lvl1pPr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6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5032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2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006475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0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511300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145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4717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289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3861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433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5032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Droid Sans Fallback" charset="-122"/>
                        </a:rPr>
                        <a:t>S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6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5032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2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006475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0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511300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145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4717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289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3861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433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5032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roid Sans Fallback" charset="-122"/>
                        </a:rPr>
                        <a:t>S</a:t>
                      </a:r>
                      <a:r>
                        <a:rPr kumimoji="0" lang="zh-CN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→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roid Sans Fallback" charset="-122"/>
                        </a:rPr>
                        <a:t>a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6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5032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2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006475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0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511300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145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4717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289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3861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433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5032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roid Sans Fallback" charset="-122"/>
                        </a:rPr>
                        <a:t> 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6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5032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2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006475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0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511300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145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4717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289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3861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433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5032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roid Sans Fallback" charset="-122"/>
                        </a:rPr>
                        <a:t> 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6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5032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2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006475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0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511300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145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4717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289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3861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433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5032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roid Sans Fallback" charset="-122"/>
                        </a:rPr>
                        <a:t>S</a:t>
                      </a:r>
                      <a:r>
                        <a:rPr kumimoji="0" lang="zh-CN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→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roid Sans Fallback" charset="-122"/>
                        </a:rPr>
                        <a:t>iCtSS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roid Sans Fallback" charset="-122"/>
                          <a:sym typeface="Symbol" panose="05050102010706020507" pitchFamily="18" charset="2"/>
                        </a:rPr>
                        <a:t>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6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5032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2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006475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0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511300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145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4717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289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3861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433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5032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roid Sans Fallback" charset="-122"/>
                        </a:rPr>
                        <a:t> 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6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5032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2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006475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0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511300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145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4717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289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3861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433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5032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roid Sans Fallback" charset="-122"/>
                        </a:rPr>
                        <a:t> 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9774">
                <a:tc>
                  <a:txBody>
                    <a:bodyPr/>
                    <a:lstStyle>
                      <a:lvl1pPr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6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5032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2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006475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0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511300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145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4717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289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3861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433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5032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Droid Sans Fallback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Droid Sans Fallback" charset="-122"/>
                          <a:sym typeface="Symbol" panose="05050102010706020507" pitchFamily="18" charset="2"/>
                        </a:rPr>
                        <a:t>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6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5032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2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006475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0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511300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145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4717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289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3861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433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5032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roid Sans Fallback" charset="-122"/>
                        </a:rPr>
                        <a:t> 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6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5032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2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006475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0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511300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145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4717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289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3861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433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5032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roid Sans Fallback" charset="-122"/>
                        </a:rPr>
                        <a:t> 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6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503238" defTabSz="457200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2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006475" defTabSz="457200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0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511300" defTabSz="457200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14538" defTabSz="457200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471738" indent="-228600" defTabSz="457200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28938" indent="-228600" defTabSz="457200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386138" indent="-228600" defTabSz="457200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43338" indent="-228600" defTabSz="457200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anose="05050102010706020507" pitchFamily="18" charset="2"/>
                        </a:rPr>
                        <a:t></a:t>
                      </a:r>
                      <a:r>
                        <a:rPr kumimoji="0" lang="zh-CN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→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eS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roid Sans Fallback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roid Sans Fallback" charset="-122"/>
                          <a:sym typeface="Symbol" panose="05050102010706020507" pitchFamily="18" charset="2"/>
                        </a:rPr>
                        <a:t></a:t>
                      </a:r>
                      <a:r>
                        <a:rPr kumimoji="0" lang="zh-CN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→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roid Sans Fallback" charset="-122"/>
                          <a:sym typeface="Symbol" panose="05050102010706020507" pitchFamily="18" charset="2"/>
                        </a:rPr>
                        <a:t>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6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5032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2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006475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0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511300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145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4717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289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3861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433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5032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roid Sans Fallback" charset="-122"/>
                        </a:rPr>
                        <a:t> 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6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5032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2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006475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0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511300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145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4717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289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3861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433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5032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roid Sans Fallback" charset="-122"/>
                        </a:rPr>
                        <a:t> 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6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5032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2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006475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0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511300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145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4717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289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3861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433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5032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roid Sans Fallback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roid Sans Fallback" charset="-122"/>
                          <a:sym typeface="Symbol" panose="05050102010706020507" pitchFamily="18" charset="2"/>
                        </a:rPr>
                        <a:t></a:t>
                      </a:r>
                      <a:r>
                        <a:rPr kumimoji="0" lang="zh-CN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→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roid Sans Fallback" charset="-122"/>
                          <a:sym typeface="Symbol" panose="05050102010706020507" pitchFamily="18" charset="2"/>
                        </a:rPr>
                        <a:t>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88">
                <a:tc>
                  <a:txBody>
                    <a:bodyPr/>
                    <a:lstStyle>
                      <a:lvl1pPr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6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5032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2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006475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0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511300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145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4717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289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3861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433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5032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Droid Sans Fallback" charset="-122"/>
                        </a:rPr>
                        <a:t>C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6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5032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2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006475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0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511300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145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4717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289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3861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433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5032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roid Sans Fallback" charset="-122"/>
                        </a:rPr>
                        <a:t> 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6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5032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2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006475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0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511300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145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4717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289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3861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433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5032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roid Sans Fallback" charset="-122"/>
                        </a:rPr>
                        <a:t>C</a:t>
                      </a:r>
                      <a:r>
                        <a:rPr kumimoji="0" lang="zh-CN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→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roid Sans Fallback" charset="-122"/>
                        </a:rPr>
                        <a:t>b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6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5032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2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006475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0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511300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145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4717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289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3861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433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5032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roid Sans Fallback" charset="-122"/>
                        </a:rPr>
                        <a:t> 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6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5032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2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006475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0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511300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145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4717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289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3861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433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5032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6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5032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2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006475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0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511300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145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4717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289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3861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433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5032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roid Sans Fallback" charset="-122"/>
                        </a:rPr>
                        <a:t> 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6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marL="5032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2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2pPr>
                      <a:lvl3pPr marL="1006475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20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3pPr>
                      <a:lvl4pPr marL="1511300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4pPr>
                      <a:lvl5pPr marL="2014538" defTabSz="503238">
                        <a:spcBef>
                          <a:spcPts val="1100"/>
                        </a:spcBef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5pPr>
                      <a:lvl6pPr marL="24717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6pPr>
                      <a:lvl7pPr marL="29289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7pPr>
                      <a:lvl8pPr marL="33861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8pPr>
                      <a:lvl9pPr marL="3843338" indent="-228600" defTabSz="503238" fontAlgn="base">
                        <a:spcBef>
                          <a:spcPts val="11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3" panose="05040102010807070707" pitchFamily="18" charset="2"/>
                        <a:defRPr sz="170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50323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roid Sans Fallback" charset="-122"/>
                        </a:rPr>
                        <a:t> 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5775325" y="398463"/>
            <a:ext cx="4284663" cy="4651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25" dirty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rPr>
              <a:t>if ... then</a:t>
            </a:r>
            <a:r>
              <a:rPr lang="zh-CN" altLang="en-US" sz="2425" dirty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rPr>
              <a:t>  </a:t>
            </a:r>
            <a:r>
              <a:rPr lang="en-US" altLang="zh-CN" sz="2425" dirty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  <a:cs typeface="+mn-cs"/>
              </a:rPr>
              <a:t>if … then  ... else …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775325" y="925513"/>
            <a:ext cx="4157663" cy="838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25" dirty="0">
                <a:solidFill>
                  <a:srgbClr val="0070C0"/>
                </a:solidFill>
                <a:latin typeface="Arial" panose="020B0604020202020204"/>
                <a:ea typeface="黑体" panose="02010609060101010101" pitchFamily="49" charset="-122"/>
                <a:cs typeface="+mn-cs"/>
              </a:rPr>
              <a:t>if ... then  </a:t>
            </a:r>
            <a:r>
              <a:rPr lang="en-US" altLang="zh-CN" sz="2425" dirty="0">
                <a:solidFill>
                  <a:srgbClr val="C00000"/>
                </a:solidFill>
                <a:latin typeface="Arial" panose="020B0604020202020204"/>
                <a:ea typeface="黑体" panose="02010609060101010101" pitchFamily="49" charset="-122"/>
                <a:cs typeface="+mn-cs"/>
              </a:rPr>
              <a:t>if … then  ... </a:t>
            </a:r>
          </a:p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25" dirty="0">
                <a:solidFill>
                  <a:srgbClr val="C00000"/>
                </a:solidFill>
                <a:latin typeface="Arial" panose="020B0604020202020204"/>
                <a:ea typeface="黑体" panose="02010609060101010101" pitchFamily="49" charset="-122"/>
                <a:cs typeface="+mn-cs"/>
              </a:rPr>
              <a:t>                       else …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775325" y="1763713"/>
            <a:ext cx="4157663" cy="838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25" dirty="0">
                <a:solidFill>
                  <a:srgbClr val="0070C0"/>
                </a:solidFill>
                <a:latin typeface="Arial" panose="020B0604020202020204"/>
                <a:ea typeface="黑体" panose="02010609060101010101" pitchFamily="49" charset="-122"/>
                <a:cs typeface="+mn-cs"/>
              </a:rPr>
              <a:t>if ... then  </a:t>
            </a:r>
            <a:r>
              <a:rPr lang="en-US" altLang="zh-CN" sz="2425" dirty="0">
                <a:solidFill>
                  <a:srgbClr val="C00000"/>
                </a:solidFill>
                <a:latin typeface="Arial" panose="020B0604020202020204"/>
                <a:ea typeface="黑体" panose="02010609060101010101" pitchFamily="49" charset="-122"/>
                <a:cs typeface="+mn-cs"/>
              </a:rPr>
              <a:t>if …then  ...</a:t>
            </a:r>
          </a:p>
          <a:p>
            <a:pPr defTabSz="5039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25" dirty="0">
                <a:solidFill>
                  <a:srgbClr val="C00000"/>
                </a:solidFill>
                <a:latin typeface="Arial" panose="020B0604020202020204"/>
                <a:ea typeface="黑体" panose="02010609060101010101" pitchFamily="49" charset="-122"/>
                <a:cs typeface="+mn-cs"/>
              </a:rPr>
              <a:t>       </a:t>
            </a:r>
            <a:r>
              <a:rPr lang="en-US" altLang="zh-CN" sz="2425" dirty="0">
                <a:solidFill>
                  <a:srgbClr val="0070C0"/>
                </a:solidFill>
                <a:latin typeface="Arial" panose="020B0604020202020204"/>
                <a:ea typeface="黑体" panose="02010609060101010101" pitchFamily="49" charset="-122"/>
                <a:cs typeface="+mn-cs"/>
              </a:rPr>
              <a:t>else …</a:t>
            </a:r>
          </a:p>
        </p:txBody>
      </p:sp>
      <p:sp>
        <p:nvSpPr>
          <p:cNvPr id="448561" name="文本框 3"/>
          <p:cNvSpPr txBox="1">
            <a:spLocks noChangeArrowheads="1"/>
          </p:cNvSpPr>
          <p:nvPr/>
        </p:nvSpPr>
        <p:spPr bwMode="auto">
          <a:xfrm>
            <a:off x="6615113" y="4138613"/>
            <a:ext cx="202565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3200" dirty="0" err="1">
                <a:sym typeface="Symbol" panose="05050102010706020507" pitchFamily="18" charset="2"/>
              </a:rPr>
              <a:t>ibt</a:t>
            </a:r>
            <a:r>
              <a:rPr lang="en-US" altLang="zh-CN" sz="3200" dirty="0">
                <a:sym typeface="Symbol" panose="05050102010706020507" pitchFamily="18" charset="2"/>
              </a:rPr>
              <a:t> </a:t>
            </a:r>
            <a:r>
              <a:rPr lang="en-US" altLang="zh-CN" sz="3200" dirty="0" err="1">
                <a:sym typeface="Symbol" panose="05050102010706020507" pitchFamily="18" charset="2"/>
              </a:rPr>
              <a:t>ibtaea</a:t>
            </a:r>
            <a:endParaRPr lang="zh-CN" altLang="en-US" sz="3200" dirty="0"/>
          </a:p>
        </p:txBody>
      </p:sp>
      <p:sp>
        <p:nvSpPr>
          <p:cNvPr id="9" name="文本框 3"/>
          <p:cNvSpPr txBox="1">
            <a:spLocks noChangeArrowheads="1"/>
          </p:cNvSpPr>
          <p:nvPr/>
        </p:nvSpPr>
        <p:spPr bwMode="auto">
          <a:xfrm>
            <a:off x="6615417" y="3554822"/>
            <a:ext cx="202565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3200" dirty="0" err="1">
                <a:sym typeface="Symbol" panose="05050102010706020507" pitchFamily="18" charset="2"/>
              </a:rPr>
              <a:t>iCt</a:t>
            </a:r>
            <a:r>
              <a:rPr lang="en-US" altLang="zh-CN" sz="3200" dirty="0">
                <a:sym typeface="Symbol" panose="05050102010706020507" pitchFamily="18" charset="2"/>
              </a:rPr>
              <a:t> </a:t>
            </a:r>
            <a:r>
              <a:rPr lang="en-US" altLang="zh-CN" sz="3200" dirty="0" err="1">
                <a:sym typeface="Symbol" panose="05050102010706020507" pitchFamily="18" charset="2"/>
              </a:rPr>
              <a:t>iCtaea</a:t>
            </a:r>
            <a:endParaRPr lang="zh-CN" alt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6BF6C-1047-A3E1-11DF-533639BD539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99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 非</a:t>
            </a:r>
            <a:r>
              <a:rPr lang="en-US" altLang="zh-CN" dirty="0"/>
              <a:t>LL(1)</a:t>
            </a:r>
            <a:r>
              <a:rPr lang="zh-CN" altLang="en-US" dirty="0"/>
              <a:t>文法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95009" y="1860550"/>
            <a:ext cx="9069387" cy="238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2268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49263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ts val="1413"/>
              </a:spcAft>
              <a:buSzPct val="100000"/>
              <a:buFont typeface="Times New Roman" panose="02020603050405020304" pitchFamily="18" charset="0"/>
              <a:buChar char="•"/>
              <a:defRPr sz="3600" kern="1200">
                <a:solidFill>
                  <a:srgbClr val="000000"/>
                </a:solidFill>
                <a:latin typeface="+mn-lt"/>
                <a:ea typeface="楷体_GB2312" panose="02010609030101010101" charset="-122"/>
                <a:cs typeface="楷体_GB2312"/>
              </a:defRPr>
            </a:lvl1pPr>
            <a:lvl2pPr marL="742950" lvl="1" indent="-285750" algn="l" defTabSz="449263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ts val="1138"/>
              </a:spcAft>
              <a:buSzPct val="100000"/>
              <a:buFont typeface="Times New Roman" panose="02020603050405020304" pitchFamily="18" charset="0"/>
              <a:buChar char="–"/>
              <a:defRPr sz="2800" kern="1200">
                <a:solidFill>
                  <a:srgbClr val="000000"/>
                </a:solidFill>
                <a:latin typeface="+mn-lt"/>
                <a:ea typeface="楷体_GB2312" panose="02010609030101010101" charset="-122"/>
                <a:cs typeface="楷体_GB2312"/>
              </a:defRPr>
            </a:lvl2pPr>
            <a:lvl3pPr marL="1143000" lvl="2" indent="-228600" algn="l" defTabSz="449263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ts val="850"/>
              </a:spcAft>
              <a:buSzPct val="100000"/>
              <a:buFont typeface="Times New Roman" panose="02020603050405020304" pitchFamily="18" charset="0"/>
              <a:buChar char="•"/>
              <a:defRPr sz="2400" kern="1200">
                <a:solidFill>
                  <a:srgbClr val="000000"/>
                </a:solidFill>
                <a:latin typeface="+mn-lt"/>
                <a:ea typeface="楷体_GB2312" panose="02010609030101010101" charset="-122"/>
                <a:cs typeface="楷体_GB2312"/>
              </a:defRPr>
            </a:lvl3pPr>
            <a:lvl4pPr marL="1600200" lvl="3" indent="-228600" algn="l" defTabSz="449263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ts val="575"/>
              </a:spcAft>
              <a:buSzPct val="100000"/>
              <a:buFont typeface="Times New Roman" panose="02020603050405020304" pitchFamily="18" charset="0"/>
              <a:buChar char="–"/>
              <a:defRPr sz="2000" kern="1200">
                <a:solidFill>
                  <a:srgbClr val="000000"/>
                </a:solidFill>
                <a:latin typeface="+mn-lt"/>
                <a:ea typeface="楷体_GB2312" panose="02010609030101010101" charset="-122"/>
                <a:cs typeface="楷体_GB2312"/>
              </a:defRPr>
            </a:lvl4pPr>
            <a:lvl5pPr marL="2057400" lvl="4" indent="-228600" algn="l" defTabSz="449263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ts val="288"/>
              </a:spcAft>
              <a:buSzPct val="100000"/>
              <a:buFont typeface="Times New Roman" panose="02020603050405020304" pitchFamily="18" charset="0"/>
              <a:buChar char="»"/>
              <a:defRPr sz="1400" kern="1200">
                <a:solidFill>
                  <a:srgbClr val="000000"/>
                </a:solidFill>
                <a:latin typeface="+mn-lt"/>
                <a:ea typeface="楷体_GB2312" panose="02010609030101010101" charset="-122"/>
                <a:cs typeface="楷体_GB2312"/>
              </a:defRPr>
            </a:lvl5pPr>
            <a:lvl6pPr marL="2514600" lvl="5" indent="-51206400" algn="l" defTabSz="44958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290"/>
              </a:spcAft>
              <a:buSzPct val="100000"/>
              <a:buFont typeface="Times New Roman" panose="02020603050405020304" pitchFamily="2" charset="0"/>
              <a:buChar char="»"/>
              <a:defRPr sz="14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lvl="6" indent="-51206400" algn="l" defTabSz="44958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290"/>
              </a:spcAft>
              <a:buSzPct val="100000"/>
              <a:buFont typeface="Times New Roman" panose="02020603050405020304" pitchFamily="2" charset="0"/>
              <a:buChar char="»"/>
              <a:defRPr sz="14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lvl="7" indent="-51206400" algn="l" defTabSz="44958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290"/>
              </a:spcAft>
              <a:buSzPct val="100000"/>
              <a:buFont typeface="Times New Roman" panose="02020603050405020304" pitchFamily="2" charset="0"/>
              <a:buChar char="»"/>
              <a:defRPr sz="14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lvl="8" indent="-51206400" algn="l" defTabSz="44958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290"/>
              </a:spcAft>
              <a:buSzPct val="100000"/>
              <a:buFont typeface="Times New Roman" panose="02020603050405020304" pitchFamily="2" charset="0"/>
              <a:buChar char="»"/>
              <a:defRPr sz="14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49263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1413"/>
              </a:spcAft>
              <a:buClrTx/>
              <a:buSzPct val="100000"/>
              <a:buFont typeface="Times New Roman" panose="02020603050405020304" pitchFamily="18" charset="0"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/>
                <a:ea typeface="楷体_GB2312"/>
              </a:rPr>
              <a:t>考虑左递归</a:t>
            </a:r>
            <a:r>
              <a:rPr kumimoji="0" lang="en-US" altLang="zh-CN" sz="4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</a:rPr>
              <a:t>A→Ab | c</a:t>
            </a: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_GB2312"/>
              </a:rPr>
              <a:t>：</a:t>
            </a:r>
          </a:p>
          <a:p>
            <a:pPr marL="342900" marR="0" lvl="0" indent="-342900" algn="l" defTabSz="449263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1413"/>
              </a:spcAft>
              <a:buClrTx/>
              <a:buSzPct val="100000"/>
              <a:buFont typeface="Times New Roman" panose="02020603050405020304" pitchFamily="18" charset="0"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_GB2312"/>
              </a:rPr>
              <a:t>    </a:t>
            </a:r>
            <a:r>
              <a:rPr kumimoji="0" lang="en-US" altLang="zh-CN" sz="4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</a:rPr>
              <a:t>FIRST(A)</a:t>
            </a:r>
            <a:r>
              <a:rPr kumimoji="0" lang="en-US" altLang="zh-CN" sz="4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_GB2312"/>
              </a:rPr>
              <a:t> =</a:t>
            </a:r>
            <a:r>
              <a:rPr kumimoji="0" lang="en-US" altLang="zh-CN" sz="4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</a:rPr>
              <a:t>{c}</a:t>
            </a:r>
          </a:p>
          <a:p>
            <a:pPr marL="342900" marR="0" lvl="0" indent="-342900" algn="l" defTabSz="449263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1413"/>
              </a:spcAft>
              <a:buClrTx/>
              <a:buSzPct val="100000"/>
              <a:buFont typeface="Times New Roman" panose="02020603050405020304" pitchFamily="18" charset="0"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_GB2312"/>
              </a:rPr>
              <a:t>   </a:t>
            </a: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/>
                <a:ea typeface="楷体_GB2312"/>
              </a:rPr>
              <a:t>是否能构建</a:t>
            </a:r>
            <a:r>
              <a:rPr kumimoji="0" lang="en-US" altLang="zh-CN" sz="4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_GB2312"/>
              </a:rPr>
              <a:t>LL(1)</a:t>
            </a: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/>
                <a:ea typeface="楷体_GB2312"/>
              </a:rPr>
              <a:t>分析表，为什么</a:t>
            </a: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楷体_GB2312"/>
              </a:rPr>
              <a:t>？</a:t>
            </a:r>
            <a:endParaRPr kumimoji="0" lang="en-US" altLang="zh-CN" sz="4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楷体_GB2312"/>
            </a:endParaRPr>
          </a:p>
          <a:p>
            <a:pPr marL="342900" marR="0" lvl="0" indent="-342900" algn="l" defTabSz="449263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1413"/>
              </a:spcAft>
              <a:buClrTx/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zh-CN" sz="4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楷体_GB2312"/>
            </a:endParaRPr>
          </a:p>
          <a:p>
            <a:pPr marL="342900" marR="0" lvl="0" indent="-342900" algn="l" defTabSz="449263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1413"/>
              </a:spcAft>
              <a:buClrTx/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zh-CN" sz="4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楷体_GB2312"/>
            </a:endParaRPr>
          </a:p>
          <a:p>
            <a:pPr marL="342900" marR="0" lvl="0" indent="-342900" algn="l" defTabSz="449263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1413"/>
              </a:spcAft>
              <a:buClrTx/>
              <a:buSzPct val="100000"/>
              <a:buFont typeface="Times New Roman" panose="02020603050405020304" pitchFamily="18" charset="0"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/>
                <a:ea typeface="楷体_GB2312"/>
              </a:rPr>
              <a:t>不能</a:t>
            </a: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/>
                <a:ea typeface="楷体_GB2312"/>
              </a:rPr>
              <a:t>唯一</a:t>
            </a: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/>
                <a:ea typeface="楷体_GB2312"/>
              </a:rPr>
              <a:t>的确定产生式</a:t>
            </a:r>
            <a:endParaRPr kumimoji="0" lang="en-US" altLang="zh-CN" sz="4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/>
              <a:ea typeface="楷体_GB2312"/>
            </a:endParaRPr>
          </a:p>
          <a:p>
            <a:pPr marL="342900" marR="0" lvl="0" indent="-342900" algn="l" defTabSz="449263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1413"/>
              </a:spcAft>
              <a:buClrTx/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zh-CN" sz="4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楷体_GB2312"/>
            </a:endParaRPr>
          </a:p>
        </p:txBody>
      </p:sp>
      <p:graphicFrame>
        <p:nvGraphicFramePr>
          <p:cNvPr id="5" name="表格 4"/>
          <p:cNvGraphicFramePr/>
          <p:nvPr>
            <p:extLst>
              <p:ext uri="{D42A27DB-BD31-4B8C-83A1-F6EECF244321}">
                <p14:modId xmlns:p14="http://schemas.microsoft.com/office/powerpoint/2010/main" val="1778807076"/>
              </p:ext>
            </p:extLst>
          </p:nvPr>
        </p:nvGraphicFramePr>
        <p:xfrm>
          <a:off x="1341146" y="4135437"/>
          <a:ext cx="6884988" cy="1279776"/>
        </p:xfrm>
        <a:graphic>
          <a:graphicData uri="http://schemas.openxmlformats.org/drawingml/2006/table">
            <a:tbl>
              <a:tblPr/>
              <a:tblGrid>
                <a:gridCol w="1304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0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9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6925">
                <a:tc>
                  <a:txBody>
                    <a:bodyPr/>
                    <a:lstStyle>
                      <a:lvl1pPr marL="342900" lvl="0" indent="-342900" algn="l" defTabSz="44958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503972" rtl="0" eaLnBrk="1" latinLnBrk="0" hangingPunct="1">
                        <a:spcAft>
                          <a:spcPts val="1140"/>
                        </a:spcAft>
                        <a:defRPr sz="24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2pPr>
                      <a:lvl3pPr marL="1143000" lvl="2" indent="-228600" algn="l" defTabSz="503972" rtl="0" eaLnBrk="1" latinLnBrk="0" hangingPunct="1">
                        <a:spcAft>
                          <a:spcPts val="850"/>
                        </a:spcAft>
                        <a:defRPr sz="20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3pPr>
                      <a:lvl4pPr marL="1600200" lvl="3" indent="-228600" algn="l" defTabSz="503972" rtl="0" eaLnBrk="1" latinLnBrk="0" hangingPunct="1">
                        <a:spcAft>
                          <a:spcPts val="575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4pPr>
                      <a:lvl5pPr marL="2057400" lvl="4" indent="-228600" algn="l" defTabSz="503972" rtl="0" eaLnBrk="1" latinLnBrk="0" hangingPunct="1">
                        <a:spcAft>
                          <a:spcPts val="290"/>
                        </a:spcAft>
                        <a:defRPr sz="12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5pPr>
                      <a:lvl6pPr marL="2519858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6pPr>
                      <a:lvl7pPr marL="3023829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7pPr>
                      <a:lvl8pPr marL="3527801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8pPr>
                      <a:lvl9pPr marL="4031772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9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</a:pPr>
                      <a:endParaRPr lang="zh-CN" altLang="en-US" sz="2400" b="1" dirty="0">
                        <a:latin typeface="Times New Roman" panose="02020603050405020304" pitchFamily="2" charset="0"/>
                        <a:ea typeface="楷体" panose="02010609060101010101" pitchFamily="1" charset="-122"/>
                      </a:endParaRPr>
                    </a:p>
                  </a:txBody>
                  <a:tcPr marT="45624" marB="45624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AE2C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44958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503972" rtl="0" eaLnBrk="1" latinLnBrk="0" hangingPunct="1">
                        <a:spcAft>
                          <a:spcPts val="1140"/>
                        </a:spcAft>
                        <a:defRPr sz="24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2pPr>
                      <a:lvl3pPr marL="1143000" lvl="2" indent="-228600" algn="l" defTabSz="503972" rtl="0" eaLnBrk="1" latinLnBrk="0" hangingPunct="1">
                        <a:spcAft>
                          <a:spcPts val="850"/>
                        </a:spcAft>
                        <a:defRPr sz="20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3pPr>
                      <a:lvl4pPr marL="1600200" lvl="3" indent="-228600" algn="l" defTabSz="503972" rtl="0" eaLnBrk="1" latinLnBrk="0" hangingPunct="1">
                        <a:spcAft>
                          <a:spcPts val="575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4pPr>
                      <a:lvl5pPr marL="2057400" lvl="4" indent="-228600" algn="l" defTabSz="503972" rtl="0" eaLnBrk="1" latinLnBrk="0" hangingPunct="1">
                        <a:spcAft>
                          <a:spcPts val="290"/>
                        </a:spcAft>
                        <a:defRPr sz="12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5pPr>
                      <a:lvl6pPr marL="2519858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6pPr>
                      <a:lvl7pPr marL="3023829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7pPr>
                      <a:lvl8pPr marL="3527801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8pPr>
                      <a:lvl9pPr marL="4031772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9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x-none" sz="2400" b="1" dirty="0">
                          <a:latin typeface="Times New Roman" panose="02020603050405020304" pitchFamily="2" charset="0"/>
                          <a:ea typeface="楷体" panose="02010609060101010101" pitchFamily="1" charset="-122"/>
                        </a:rPr>
                        <a:t>b</a:t>
                      </a:r>
                      <a:endParaRPr lang="zh-CN" altLang="en-US" sz="2400" b="1" dirty="0">
                        <a:latin typeface="Times New Roman" panose="02020603050405020304" pitchFamily="2" charset="0"/>
                        <a:ea typeface="楷体" panose="02010609060101010101" pitchFamily="1" charset="-122"/>
                      </a:endParaRPr>
                    </a:p>
                  </a:txBody>
                  <a:tcPr marT="45624" marB="45624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AE2C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44958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503972" rtl="0" eaLnBrk="1" latinLnBrk="0" hangingPunct="1">
                        <a:spcAft>
                          <a:spcPts val="1140"/>
                        </a:spcAft>
                        <a:defRPr sz="24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2pPr>
                      <a:lvl3pPr marL="1143000" lvl="2" indent="-228600" algn="l" defTabSz="503972" rtl="0" eaLnBrk="1" latinLnBrk="0" hangingPunct="1">
                        <a:spcAft>
                          <a:spcPts val="850"/>
                        </a:spcAft>
                        <a:defRPr sz="20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3pPr>
                      <a:lvl4pPr marL="1600200" lvl="3" indent="-228600" algn="l" defTabSz="503972" rtl="0" eaLnBrk="1" latinLnBrk="0" hangingPunct="1">
                        <a:spcAft>
                          <a:spcPts val="575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4pPr>
                      <a:lvl5pPr marL="2057400" lvl="4" indent="-228600" algn="l" defTabSz="503972" rtl="0" eaLnBrk="1" latinLnBrk="0" hangingPunct="1">
                        <a:spcAft>
                          <a:spcPts val="290"/>
                        </a:spcAft>
                        <a:defRPr sz="12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5pPr>
                      <a:lvl6pPr marL="2519858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6pPr>
                      <a:lvl7pPr marL="3023829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7pPr>
                      <a:lvl8pPr marL="3527801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8pPr>
                      <a:lvl9pPr marL="4031772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9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x-none" sz="2400" b="1" dirty="0">
                          <a:latin typeface="Times New Roman" panose="02020603050405020304" pitchFamily="2" charset="0"/>
                          <a:ea typeface="楷体" panose="02010609060101010101" pitchFamily="1" charset="-122"/>
                        </a:rPr>
                        <a:t>c</a:t>
                      </a:r>
                      <a:endParaRPr lang="zh-CN" altLang="en-US" sz="2400" b="1" dirty="0">
                        <a:latin typeface="Times New Roman" panose="02020603050405020304" pitchFamily="2" charset="0"/>
                        <a:ea typeface="楷体" panose="02010609060101010101" pitchFamily="1" charset="-122"/>
                      </a:endParaRPr>
                    </a:p>
                  </a:txBody>
                  <a:tcPr marT="45624" marB="45624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AE2C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600">
                <a:tc>
                  <a:txBody>
                    <a:bodyPr/>
                    <a:lstStyle>
                      <a:lvl1pPr marL="342900" lvl="0" indent="-342900" algn="l" defTabSz="44958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503972" rtl="0" eaLnBrk="1" latinLnBrk="0" hangingPunct="1">
                        <a:spcAft>
                          <a:spcPts val="1140"/>
                        </a:spcAft>
                        <a:defRPr sz="24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2pPr>
                      <a:lvl3pPr marL="1143000" lvl="2" indent="-228600" algn="l" defTabSz="503972" rtl="0" eaLnBrk="1" latinLnBrk="0" hangingPunct="1">
                        <a:spcAft>
                          <a:spcPts val="850"/>
                        </a:spcAft>
                        <a:defRPr sz="20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3pPr>
                      <a:lvl4pPr marL="1600200" lvl="3" indent="-228600" algn="l" defTabSz="503972" rtl="0" eaLnBrk="1" latinLnBrk="0" hangingPunct="1">
                        <a:spcAft>
                          <a:spcPts val="575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4pPr>
                      <a:lvl5pPr marL="2057400" lvl="4" indent="-228600" algn="l" defTabSz="503972" rtl="0" eaLnBrk="1" latinLnBrk="0" hangingPunct="1">
                        <a:spcAft>
                          <a:spcPts val="290"/>
                        </a:spcAft>
                        <a:defRPr sz="12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5pPr>
                      <a:lvl6pPr marL="2519858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6pPr>
                      <a:lvl7pPr marL="3023829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7pPr>
                      <a:lvl8pPr marL="3527801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8pPr>
                      <a:lvl9pPr marL="4031772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9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x-none" sz="2400" b="1" dirty="0">
                          <a:latin typeface="Times New Roman" panose="02020603050405020304" pitchFamily="2" charset="0"/>
                          <a:ea typeface="楷体" panose="02010609060101010101" pitchFamily="1" charset="-122"/>
                        </a:rPr>
                        <a:t>A</a:t>
                      </a:r>
                      <a:endParaRPr lang="zh-CN" altLang="en-US" sz="2400" b="1" dirty="0">
                        <a:latin typeface="Times New Roman" panose="02020603050405020304" pitchFamily="2" charset="0"/>
                        <a:ea typeface="楷体" panose="02010609060101010101" pitchFamily="1" charset="-122"/>
                      </a:endParaRPr>
                    </a:p>
                  </a:txBody>
                  <a:tcPr marT="45624" marB="45624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AE2C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44958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503972" rtl="0" eaLnBrk="1" latinLnBrk="0" hangingPunct="1">
                        <a:spcAft>
                          <a:spcPts val="1140"/>
                        </a:spcAft>
                        <a:defRPr sz="24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2pPr>
                      <a:lvl3pPr marL="1143000" lvl="2" indent="-228600" algn="l" defTabSz="503972" rtl="0" eaLnBrk="1" latinLnBrk="0" hangingPunct="1">
                        <a:spcAft>
                          <a:spcPts val="850"/>
                        </a:spcAft>
                        <a:defRPr sz="20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3pPr>
                      <a:lvl4pPr marL="1600200" lvl="3" indent="-228600" algn="l" defTabSz="503972" rtl="0" eaLnBrk="1" latinLnBrk="0" hangingPunct="1">
                        <a:spcAft>
                          <a:spcPts val="575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4pPr>
                      <a:lvl5pPr marL="2057400" lvl="4" indent="-228600" algn="l" defTabSz="503972" rtl="0" eaLnBrk="1" latinLnBrk="0" hangingPunct="1">
                        <a:spcAft>
                          <a:spcPts val="290"/>
                        </a:spcAft>
                        <a:defRPr sz="12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5pPr>
                      <a:lvl6pPr marL="2519858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6pPr>
                      <a:lvl7pPr marL="3023829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7pPr>
                      <a:lvl8pPr marL="3527801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8pPr>
                      <a:lvl9pPr marL="4031772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9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</a:pPr>
                      <a:endParaRPr lang="zh-CN" altLang="en-US" sz="2400" b="1" dirty="0">
                        <a:latin typeface="Times New Roman" panose="02020603050405020304" pitchFamily="2" charset="0"/>
                        <a:ea typeface="楷体" panose="02010609060101010101" pitchFamily="1" charset="-122"/>
                      </a:endParaRPr>
                    </a:p>
                  </a:txBody>
                  <a:tcPr marT="45624" marB="45624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44958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503972" rtl="0" eaLnBrk="1" latinLnBrk="0" hangingPunct="1">
                        <a:spcAft>
                          <a:spcPts val="1140"/>
                        </a:spcAft>
                        <a:defRPr sz="24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2pPr>
                      <a:lvl3pPr marL="1143000" lvl="2" indent="-228600" algn="l" defTabSz="503972" rtl="0" eaLnBrk="1" latinLnBrk="0" hangingPunct="1">
                        <a:spcAft>
                          <a:spcPts val="850"/>
                        </a:spcAft>
                        <a:defRPr sz="20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3pPr>
                      <a:lvl4pPr marL="1600200" lvl="3" indent="-228600" algn="l" defTabSz="503972" rtl="0" eaLnBrk="1" latinLnBrk="0" hangingPunct="1">
                        <a:spcAft>
                          <a:spcPts val="575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4pPr>
                      <a:lvl5pPr marL="2057400" lvl="4" indent="-228600" algn="l" defTabSz="503972" rtl="0" eaLnBrk="1" latinLnBrk="0" hangingPunct="1">
                        <a:spcAft>
                          <a:spcPts val="290"/>
                        </a:spcAft>
                        <a:defRPr sz="12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5pPr>
                      <a:lvl6pPr marL="2519858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6pPr>
                      <a:lvl7pPr marL="3023829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7pPr>
                      <a:lvl8pPr marL="3527801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8pPr>
                      <a:lvl9pPr marL="4031772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9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x-none" sz="2400" b="1" dirty="0">
                          <a:solidFill>
                            <a:srgbClr val="FF0000"/>
                          </a:solidFill>
                          <a:latin typeface="Times New Roman" panose="02020603050405020304" pitchFamily="2" charset="0"/>
                          <a:ea typeface="楷体" panose="02010609060101010101" pitchFamily="1" charset="-122"/>
                        </a:rPr>
                        <a:t>A</a:t>
                      </a:r>
                      <a:r>
                        <a:rPr lang="en-US" altLang="x-none" sz="2400" b="1" dirty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楷体" panose="02010609060101010101" pitchFamily="1" charset="-122"/>
                          <a:sym typeface="Times New Roman" panose="02020603050405020304" pitchFamily="2" charset="0"/>
                        </a:rPr>
                        <a:t>→</a:t>
                      </a:r>
                      <a:r>
                        <a:rPr lang="en-US" altLang="x-none" sz="2400" b="1" dirty="0">
                          <a:solidFill>
                            <a:srgbClr val="FF0000"/>
                          </a:solidFill>
                          <a:latin typeface="Times New Roman" panose="02020603050405020304" pitchFamily="2" charset="0"/>
                          <a:ea typeface="楷体" panose="02010609060101010101" pitchFamily="1" charset="-122"/>
                        </a:rPr>
                        <a:t>A</a:t>
                      </a:r>
                      <a:r>
                        <a:rPr lang="en-US" altLang="x-none" sz="2400" b="1" dirty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楷体" panose="02010609060101010101" pitchFamily="1" charset="-122"/>
                        </a:rPr>
                        <a:t>b </a:t>
                      </a:r>
                    </a:p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x-none" sz="2400" b="1" dirty="0">
                          <a:solidFill>
                            <a:srgbClr val="FF0000"/>
                          </a:solidFill>
                          <a:latin typeface="Times New Roman" panose="02020603050405020304" pitchFamily="2" charset="0"/>
                          <a:ea typeface="楷体" panose="02010609060101010101" pitchFamily="1" charset="-122"/>
                        </a:rPr>
                        <a:t>A</a:t>
                      </a:r>
                      <a:r>
                        <a:rPr lang="en-US" altLang="x-none" sz="2400" b="1" dirty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楷体" panose="02010609060101010101" pitchFamily="1" charset="-122"/>
                          <a:sym typeface="Times New Roman" panose="02020603050405020304" pitchFamily="2" charset="0"/>
                        </a:rPr>
                        <a:t>→</a:t>
                      </a:r>
                      <a:r>
                        <a:rPr lang="en-US" altLang="x-none" sz="2400" b="1" dirty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楷体" panose="02010609060101010101" pitchFamily="1" charset="-122"/>
                        </a:rPr>
                        <a:t>c </a:t>
                      </a:r>
                      <a:endParaRPr lang="zh-CN" altLang="en-US" sz="2400" b="1" dirty="0">
                        <a:latin typeface="Times New Roman" panose="02020603050405020304" pitchFamily="2" charset="0"/>
                        <a:ea typeface="楷体" panose="02010609060101010101" pitchFamily="1" charset="-122"/>
                      </a:endParaRPr>
                    </a:p>
                  </a:txBody>
                  <a:tcPr marT="45624" marB="45624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F1584A87-AAC9-8764-8243-F81CDA7894B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100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4965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93738" y="400050"/>
            <a:ext cx="8696325" cy="1460500"/>
          </a:xfrm>
        </p:spPr>
        <p:txBody>
          <a:bodyPr/>
          <a:lstStyle/>
          <a:p>
            <a:r>
              <a:rPr lang="zh-CN" altLang="en-US" dirty="0"/>
              <a:t> 非</a:t>
            </a:r>
            <a:r>
              <a:rPr lang="en-US" altLang="zh-CN" dirty="0"/>
              <a:t>LL(1)</a:t>
            </a:r>
            <a:r>
              <a:rPr lang="zh-CN" altLang="en-US" dirty="0"/>
              <a:t>文法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96584" y="2428836"/>
            <a:ext cx="3375025" cy="1169988"/>
          </a:xfrm>
          <a:prstGeom prst="rect">
            <a:avLst/>
          </a:prstGeom>
          <a:solidFill>
            <a:srgbClr val="FFFFCC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r" defTabSz="91440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imes New Roman" panose="02020603050405020304" pitchFamily="18" charset="0"/>
              <a:buNone/>
              <a:tabLst/>
              <a:defRPr/>
            </a:pPr>
            <a:endParaRPr kumimoji="0" lang="el-GR" altLang="en-US" sz="32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495009" y="1709699"/>
            <a:ext cx="9069387" cy="535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2268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49263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ts val="1413"/>
              </a:spcAft>
              <a:buSzPct val="100000"/>
              <a:buFont typeface="Times New Roman" panose="02020603050405020304" pitchFamily="18" charset="0"/>
              <a:buChar char="•"/>
              <a:defRPr sz="3600" kern="1200">
                <a:solidFill>
                  <a:srgbClr val="000000"/>
                </a:solidFill>
                <a:latin typeface="+mn-lt"/>
                <a:ea typeface="楷体_GB2312" panose="02010609030101010101" charset="-122"/>
                <a:cs typeface="楷体_GB2312"/>
              </a:defRPr>
            </a:lvl1pPr>
            <a:lvl2pPr marL="742950" lvl="1" indent="-285750" algn="l" defTabSz="449263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ts val="1138"/>
              </a:spcAft>
              <a:buSzPct val="100000"/>
              <a:buFont typeface="Times New Roman" panose="02020603050405020304" pitchFamily="18" charset="0"/>
              <a:buChar char="–"/>
              <a:defRPr sz="2800" kern="1200">
                <a:solidFill>
                  <a:srgbClr val="000000"/>
                </a:solidFill>
                <a:latin typeface="+mn-lt"/>
                <a:ea typeface="楷体_GB2312" panose="02010609030101010101" charset="-122"/>
                <a:cs typeface="楷体_GB2312"/>
              </a:defRPr>
            </a:lvl2pPr>
            <a:lvl3pPr marL="1143000" lvl="2" indent="-228600" algn="l" defTabSz="449263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ts val="850"/>
              </a:spcAft>
              <a:buSzPct val="100000"/>
              <a:buFont typeface="Times New Roman" panose="02020603050405020304" pitchFamily="18" charset="0"/>
              <a:buChar char="•"/>
              <a:defRPr sz="2400" kern="1200">
                <a:solidFill>
                  <a:srgbClr val="000000"/>
                </a:solidFill>
                <a:latin typeface="+mn-lt"/>
                <a:ea typeface="楷体_GB2312" panose="02010609030101010101" charset="-122"/>
                <a:cs typeface="楷体_GB2312"/>
              </a:defRPr>
            </a:lvl3pPr>
            <a:lvl4pPr marL="1600200" lvl="3" indent="-228600" algn="l" defTabSz="449263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ts val="575"/>
              </a:spcAft>
              <a:buSzPct val="100000"/>
              <a:buFont typeface="Times New Roman" panose="02020603050405020304" pitchFamily="18" charset="0"/>
              <a:buChar char="–"/>
              <a:defRPr sz="2000" kern="1200">
                <a:solidFill>
                  <a:srgbClr val="000000"/>
                </a:solidFill>
                <a:latin typeface="+mn-lt"/>
                <a:ea typeface="楷体_GB2312" panose="02010609030101010101" charset="-122"/>
                <a:cs typeface="楷体_GB2312"/>
              </a:defRPr>
            </a:lvl4pPr>
            <a:lvl5pPr marL="2057400" lvl="4" indent="-228600" algn="l" defTabSz="449263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ts val="288"/>
              </a:spcAft>
              <a:buSzPct val="100000"/>
              <a:buFont typeface="Times New Roman" panose="02020603050405020304" pitchFamily="18" charset="0"/>
              <a:buChar char="»"/>
              <a:defRPr sz="1400" kern="1200">
                <a:solidFill>
                  <a:srgbClr val="000000"/>
                </a:solidFill>
                <a:latin typeface="+mn-lt"/>
                <a:ea typeface="楷体_GB2312" panose="02010609030101010101" charset="-122"/>
                <a:cs typeface="楷体_GB2312"/>
              </a:defRPr>
            </a:lvl5pPr>
            <a:lvl6pPr marL="2514600" lvl="5" indent="-51206400" algn="l" defTabSz="44958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290"/>
              </a:spcAft>
              <a:buSzPct val="100000"/>
              <a:buFont typeface="Times New Roman" panose="02020603050405020304" pitchFamily="2" charset="0"/>
              <a:buChar char="»"/>
              <a:defRPr sz="14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lvl="6" indent="-51206400" algn="l" defTabSz="44958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290"/>
              </a:spcAft>
              <a:buSzPct val="100000"/>
              <a:buFont typeface="Times New Roman" panose="02020603050405020304" pitchFamily="2" charset="0"/>
              <a:buChar char="»"/>
              <a:defRPr sz="14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lvl="7" indent="-51206400" algn="l" defTabSz="44958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290"/>
              </a:spcAft>
              <a:buSzPct val="100000"/>
              <a:buFont typeface="Times New Roman" panose="02020603050405020304" pitchFamily="2" charset="0"/>
              <a:buChar char="»"/>
              <a:defRPr sz="14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lvl="8" indent="-51206400" algn="l" defTabSz="44958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290"/>
              </a:spcAft>
              <a:buSzPct val="100000"/>
              <a:buFont typeface="Times New Roman" panose="02020603050405020304" pitchFamily="2" charset="0"/>
              <a:buChar char="»"/>
              <a:defRPr sz="14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49263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1413"/>
              </a:spcAft>
              <a:buClrTx/>
              <a:buSzPct val="100000"/>
              <a:buFont typeface="Times New Roman" panose="02020603050405020304" pitchFamily="18" charset="0"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/>
                <a:ea typeface="楷体_GB2312"/>
              </a:rPr>
              <a:t>考虑文法</a:t>
            </a: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/>
              <a:ea typeface="楷体_GB2312"/>
            </a:endParaRPr>
          </a:p>
          <a:p>
            <a:pPr marL="342900" marR="0" lvl="0" indent="-342900" algn="l" defTabSz="449263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1413"/>
              </a:spcAft>
              <a:buClrTx/>
              <a:buSzPct val="100000"/>
              <a:buFont typeface="Times New Roman" panose="02020603050405020304" pitchFamily="18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</a:rPr>
              <a:t>     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</a:rPr>
              <a:t>E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</a:rPr>
              <a:t>→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</a:rPr>
              <a:t>T      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</a:rPr>
              <a:t>         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</a:endParaRPr>
          </a:p>
          <a:p>
            <a:pPr marL="342900" marR="0" lvl="0" indent="-342900" algn="l" defTabSz="449263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1413"/>
              </a:spcAft>
              <a:buClrTx/>
              <a:buSzPct val="100000"/>
              <a:buFont typeface="Times New Roman" panose="02020603050405020304" pitchFamily="18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</a:rPr>
              <a:t>     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</a:rPr>
              <a:t>E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</a:rPr>
              <a:t>→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</a:rPr>
              <a:t>T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</a:rPr>
              <a:t>+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</a:rPr>
              <a:t>E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</a:rPr>
              <a:t>       </a:t>
            </a:r>
          </a:p>
          <a:p>
            <a:pPr marL="342900" marR="0" lvl="0" indent="-342900" algn="l" defTabSz="449263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1413"/>
              </a:spcAft>
              <a:buClrTx/>
              <a:buSzPct val="100000"/>
              <a:buFont typeface="Times New Roman" panose="02020603050405020304" pitchFamily="18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</a:rPr>
              <a:t>      T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</a:rPr>
              <a:t>→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</a:rPr>
              <a:t>i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</a:endParaRPr>
          </a:p>
          <a:p>
            <a:pPr marL="342900" marR="0" lvl="0" indent="-342900" algn="l" defTabSz="449263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1413"/>
              </a:spcAft>
              <a:buClrTx/>
              <a:buSzPct val="100000"/>
              <a:buFont typeface="Times New Roman" panose="02020603050405020304" pitchFamily="18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</a:rPr>
              <a:t>     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</a:rPr>
              <a:t>T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</a:rPr>
              <a:t>→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</a:rPr>
              <a:t>(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</a:rPr>
              <a:t>E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</a:rPr>
              <a:t>)</a:t>
            </a:r>
          </a:p>
          <a:p>
            <a:pPr marL="342900" marR="0" lvl="0" indent="-342900" algn="l" defTabSz="449263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1413"/>
              </a:spcAft>
              <a:buClrTx/>
              <a:buSzPct val="100000"/>
              <a:buFont typeface="Times New Roman" panose="02020603050405020304" pitchFamily="18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</a:rPr>
              <a:t>FIRST(E) 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</a:rPr>
              <a:t>= {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</a:rPr>
              <a:t>i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</a:rPr>
              <a:t>,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</a:rPr>
              <a:t>(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</a:rPr>
              <a:t>}</a:t>
            </a:r>
          </a:p>
          <a:p>
            <a:pPr marL="342900" marR="0" lvl="0" indent="-342900" algn="l" defTabSz="449263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1413"/>
              </a:spcAft>
              <a:buClrTx/>
              <a:buSzPct val="100000"/>
              <a:buFont typeface="Times New Roman" panose="02020603050405020304" pitchFamily="18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</a:rPr>
              <a:t>FIRST(T) 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</a:rPr>
              <a:t>= {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</a:rPr>
              <a:t>i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</a:rPr>
              <a:t>,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</a:rPr>
              <a:t>(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</a:rPr>
              <a:t>}</a:t>
            </a:r>
          </a:p>
          <a:p>
            <a:pPr marL="342900" marR="0" lvl="0" indent="-342900" algn="l" defTabSz="449263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1413"/>
              </a:spcAft>
              <a:buClrTx/>
              <a:buSzPct val="100000"/>
              <a:buFont typeface="Times New Roman" panose="02020603050405020304" pitchFamily="18" charset="0"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/>
                <a:ea typeface="楷体_GB2312"/>
              </a:rPr>
              <a:t>不能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/>
                <a:ea typeface="楷体_GB2312"/>
              </a:rPr>
              <a:t>唯一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/>
                <a:ea typeface="楷体_GB2312"/>
              </a:rPr>
              <a:t>的确定产生式</a:t>
            </a:r>
          </a:p>
        </p:txBody>
      </p:sp>
      <p:graphicFrame>
        <p:nvGraphicFramePr>
          <p:cNvPr id="8" name="表格 7"/>
          <p:cNvGraphicFramePr/>
          <p:nvPr>
            <p:extLst>
              <p:ext uri="{D42A27DB-BD31-4B8C-83A1-F6EECF244321}">
                <p14:modId xmlns:p14="http://schemas.microsoft.com/office/powerpoint/2010/main" val="976141139"/>
              </p:ext>
            </p:extLst>
          </p:nvPr>
        </p:nvGraphicFramePr>
        <p:xfrm>
          <a:off x="4582821" y="1844636"/>
          <a:ext cx="5219700" cy="1987569"/>
        </p:xfrm>
        <a:graphic>
          <a:graphicData uri="http://schemas.openxmlformats.org/drawingml/2006/table">
            <a:tbl>
              <a:tblPr/>
              <a:tblGrid>
                <a:gridCol w="54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7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132">
                <a:tc>
                  <a:txBody>
                    <a:bodyPr/>
                    <a:lstStyle>
                      <a:lvl1pPr marL="342900" lvl="0" indent="-342900" algn="l" defTabSz="44958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503972" rtl="0" eaLnBrk="1" latinLnBrk="0" hangingPunct="1">
                        <a:spcAft>
                          <a:spcPts val="1140"/>
                        </a:spcAft>
                        <a:defRPr sz="24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2pPr>
                      <a:lvl3pPr marL="1143000" lvl="2" indent="-228600" algn="l" defTabSz="503972" rtl="0" eaLnBrk="1" latinLnBrk="0" hangingPunct="1">
                        <a:spcAft>
                          <a:spcPts val="850"/>
                        </a:spcAft>
                        <a:defRPr sz="20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3pPr>
                      <a:lvl4pPr marL="1600200" lvl="3" indent="-228600" algn="l" defTabSz="503972" rtl="0" eaLnBrk="1" latinLnBrk="0" hangingPunct="1">
                        <a:spcAft>
                          <a:spcPts val="575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4pPr>
                      <a:lvl5pPr marL="2057400" lvl="4" indent="-228600" algn="l" defTabSz="503972" rtl="0" eaLnBrk="1" latinLnBrk="0" hangingPunct="1">
                        <a:spcAft>
                          <a:spcPts val="290"/>
                        </a:spcAft>
                        <a:defRPr sz="12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5pPr>
                      <a:lvl6pPr marL="2519858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6pPr>
                      <a:lvl7pPr marL="3023829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7pPr>
                      <a:lvl8pPr marL="3527801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8pPr>
                      <a:lvl9pPr marL="4031772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9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</a:pPr>
                      <a:endParaRPr lang="zh-CN" altLang="en-US" sz="2400" b="1" dirty="0">
                        <a:latin typeface="Times New Roman" panose="02020603050405020304" pitchFamily="2" charset="0"/>
                        <a:ea typeface="楷体" panose="02010609060101010101" pitchFamily="1" charset="-122"/>
                      </a:endParaRPr>
                    </a:p>
                  </a:txBody>
                  <a:tcPr marT="45689" marB="4568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AE2C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44958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503972" rtl="0" eaLnBrk="1" latinLnBrk="0" hangingPunct="1">
                        <a:spcAft>
                          <a:spcPts val="1140"/>
                        </a:spcAft>
                        <a:defRPr sz="24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2pPr>
                      <a:lvl3pPr marL="1143000" lvl="2" indent="-228600" algn="l" defTabSz="503972" rtl="0" eaLnBrk="1" latinLnBrk="0" hangingPunct="1">
                        <a:spcAft>
                          <a:spcPts val="850"/>
                        </a:spcAft>
                        <a:defRPr sz="20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3pPr>
                      <a:lvl4pPr marL="1600200" lvl="3" indent="-228600" algn="l" defTabSz="503972" rtl="0" eaLnBrk="1" latinLnBrk="0" hangingPunct="1">
                        <a:spcAft>
                          <a:spcPts val="575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4pPr>
                      <a:lvl5pPr marL="2057400" lvl="4" indent="-228600" algn="l" defTabSz="503972" rtl="0" eaLnBrk="1" latinLnBrk="0" hangingPunct="1">
                        <a:spcAft>
                          <a:spcPts val="290"/>
                        </a:spcAft>
                        <a:defRPr sz="12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5pPr>
                      <a:lvl6pPr marL="2519858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6pPr>
                      <a:lvl7pPr marL="3023829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7pPr>
                      <a:lvl8pPr marL="3527801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8pPr>
                      <a:lvl9pPr marL="4031772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9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x-none" sz="2400" b="1" dirty="0">
                          <a:latin typeface="Times New Roman" panose="02020603050405020304" pitchFamily="2" charset="0"/>
                          <a:ea typeface="楷体" panose="02010609060101010101" pitchFamily="1" charset="-122"/>
                        </a:rPr>
                        <a:t>+</a:t>
                      </a:r>
                      <a:endParaRPr lang="zh-CN" altLang="en-US" sz="2400" b="1" dirty="0">
                        <a:latin typeface="Times New Roman" panose="02020603050405020304" pitchFamily="2" charset="0"/>
                        <a:ea typeface="楷体" panose="02010609060101010101" pitchFamily="1" charset="-122"/>
                      </a:endParaRPr>
                    </a:p>
                  </a:txBody>
                  <a:tcPr marT="45689" marB="4568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AE2C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44958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503972" rtl="0" eaLnBrk="1" latinLnBrk="0" hangingPunct="1">
                        <a:spcAft>
                          <a:spcPts val="1140"/>
                        </a:spcAft>
                        <a:defRPr sz="24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2pPr>
                      <a:lvl3pPr marL="1143000" lvl="2" indent="-228600" algn="l" defTabSz="503972" rtl="0" eaLnBrk="1" latinLnBrk="0" hangingPunct="1">
                        <a:spcAft>
                          <a:spcPts val="850"/>
                        </a:spcAft>
                        <a:defRPr sz="20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3pPr>
                      <a:lvl4pPr marL="1600200" lvl="3" indent="-228600" algn="l" defTabSz="503972" rtl="0" eaLnBrk="1" latinLnBrk="0" hangingPunct="1">
                        <a:spcAft>
                          <a:spcPts val="575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4pPr>
                      <a:lvl5pPr marL="2057400" lvl="4" indent="-228600" algn="l" defTabSz="503972" rtl="0" eaLnBrk="1" latinLnBrk="0" hangingPunct="1">
                        <a:spcAft>
                          <a:spcPts val="290"/>
                        </a:spcAft>
                        <a:defRPr sz="12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5pPr>
                      <a:lvl6pPr marL="2519858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6pPr>
                      <a:lvl7pPr marL="3023829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7pPr>
                      <a:lvl8pPr marL="3527801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8pPr>
                      <a:lvl9pPr marL="4031772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9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x-none" sz="2400" b="1" dirty="0" err="1">
                          <a:latin typeface="Times New Roman" panose="02020603050405020304" pitchFamily="2" charset="0"/>
                          <a:ea typeface="楷体" panose="02010609060101010101" pitchFamily="1" charset="-122"/>
                        </a:rPr>
                        <a:t>i</a:t>
                      </a:r>
                      <a:endParaRPr lang="zh-CN" altLang="en-US" sz="2400" b="1" dirty="0">
                        <a:latin typeface="Times New Roman" panose="02020603050405020304" pitchFamily="2" charset="0"/>
                        <a:ea typeface="楷体" panose="02010609060101010101" pitchFamily="1" charset="-122"/>
                      </a:endParaRPr>
                    </a:p>
                  </a:txBody>
                  <a:tcPr marT="45689" marB="4568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AE2C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44958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503972" rtl="0" eaLnBrk="1" latinLnBrk="0" hangingPunct="1">
                        <a:spcAft>
                          <a:spcPts val="1140"/>
                        </a:spcAft>
                        <a:defRPr sz="24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2pPr>
                      <a:lvl3pPr marL="1143000" lvl="2" indent="-228600" algn="l" defTabSz="503972" rtl="0" eaLnBrk="1" latinLnBrk="0" hangingPunct="1">
                        <a:spcAft>
                          <a:spcPts val="850"/>
                        </a:spcAft>
                        <a:defRPr sz="20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3pPr>
                      <a:lvl4pPr marL="1600200" lvl="3" indent="-228600" algn="l" defTabSz="503972" rtl="0" eaLnBrk="1" latinLnBrk="0" hangingPunct="1">
                        <a:spcAft>
                          <a:spcPts val="575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4pPr>
                      <a:lvl5pPr marL="2057400" lvl="4" indent="-228600" algn="l" defTabSz="503972" rtl="0" eaLnBrk="1" latinLnBrk="0" hangingPunct="1">
                        <a:spcAft>
                          <a:spcPts val="290"/>
                        </a:spcAft>
                        <a:defRPr sz="12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5pPr>
                      <a:lvl6pPr marL="2519858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6pPr>
                      <a:lvl7pPr marL="3023829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7pPr>
                      <a:lvl8pPr marL="3527801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8pPr>
                      <a:lvl9pPr marL="4031772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9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x-none" sz="2400" b="1" dirty="0">
                          <a:latin typeface="Times New Roman" panose="02020603050405020304" pitchFamily="2" charset="0"/>
                          <a:ea typeface="楷体" panose="02010609060101010101" pitchFamily="1" charset="-122"/>
                        </a:rPr>
                        <a:t>(</a:t>
                      </a:r>
                      <a:endParaRPr lang="zh-CN" altLang="en-US" sz="2400" b="1" dirty="0">
                        <a:latin typeface="Times New Roman" panose="02020603050405020304" pitchFamily="2" charset="0"/>
                        <a:ea typeface="楷体" panose="02010609060101010101" pitchFamily="1" charset="-122"/>
                      </a:endParaRPr>
                    </a:p>
                  </a:txBody>
                  <a:tcPr marT="45689" marB="4568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AE2C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44958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503972" rtl="0" eaLnBrk="1" latinLnBrk="0" hangingPunct="1">
                        <a:spcAft>
                          <a:spcPts val="1140"/>
                        </a:spcAft>
                        <a:defRPr sz="24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2pPr>
                      <a:lvl3pPr marL="1143000" lvl="2" indent="-228600" algn="l" defTabSz="503972" rtl="0" eaLnBrk="1" latinLnBrk="0" hangingPunct="1">
                        <a:spcAft>
                          <a:spcPts val="850"/>
                        </a:spcAft>
                        <a:defRPr sz="20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3pPr>
                      <a:lvl4pPr marL="1600200" lvl="3" indent="-228600" algn="l" defTabSz="503972" rtl="0" eaLnBrk="1" latinLnBrk="0" hangingPunct="1">
                        <a:spcAft>
                          <a:spcPts val="575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4pPr>
                      <a:lvl5pPr marL="2057400" lvl="4" indent="-228600" algn="l" defTabSz="503972" rtl="0" eaLnBrk="1" latinLnBrk="0" hangingPunct="1">
                        <a:spcAft>
                          <a:spcPts val="290"/>
                        </a:spcAft>
                        <a:defRPr sz="12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5pPr>
                      <a:lvl6pPr marL="2519858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6pPr>
                      <a:lvl7pPr marL="3023829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7pPr>
                      <a:lvl8pPr marL="3527801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8pPr>
                      <a:lvl9pPr marL="4031772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9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x-none" sz="2400" b="1" dirty="0">
                          <a:latin typeface="Times New Roman" panose="02020603050405020304" pitchFamily="2" charset="0"/>
                          <a:ea typeface="楷体" panose="02010609060101010101" pitchFamily="1" charset="-122"/>
                        </a:rPr>
                        <a:t>)</a:t>
                      </a:r>
                      <a:endParaRPr lang="zh-CN" altLang="en-US" sz="2400" b="1" dirty="0">
                        <a:latin typeface="Times New Roman" panose="02020603050405020304" pitchFamily="2" charset="0"/>
                        <a:ea typeface="楷体" panose="02010609060101010101" pitchFamily="1" charset="-122"/>
                      </a:endParaRPr>
                    </a:p>
                  </a:txBody>
                  <a:tcPr marT="45689" marB="4568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AE2C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885">
                <a:tc>
                  <a:txBody>
                    <a:bodyPr/>
                    <a:lstStyle>
                      <a:lvl1pPr marL="342900" lvl="0" indent="-342900" algn="l" defTabSz="44958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503972" rtl="0" eaLnBrk="1" latinLnBrk="0" hangingPunct="1">
                        <a:spcAft>
                          <a:spcPts val="1140"/>
                        </a:spcAft>
                        <a:defRPr sz="24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2pPr>
                      <a:lvl3pPr marL="1143000" lvl="2" indent="-228600" algn="l" defTabSz="503972" rtl="0" eaLnBrk="1" latinLnBrk="0" hangingPunct="1">
                        <a:spcAft>
                          <a:spcPts val="850"/>
                        </a:spcAft>
                        <a:defRPr sz="20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3pPr>
                      <a:lvl4pPr marL="1600200" lvl="3" indent="-228600" algn="l" defTabSz="503972" rtl="0" eaLnBrk="1" latinLnBrk="0" hangingPunct="1">
                        <a:spcAft>
                          <a:spcPts val="575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4pPr>
                      <a:lvl5pPr marL="2057400" lvl="4" indent="-228600" algn="l" defTabSz="503972" rtl="0" eaLnBrk="1" latinLnBrk="0" hangingPunct="1">
                        <a:spcAft>
                          <a:spcPts val="290"/>
                        </a:spcAft>
                        <a:defRPr sz="12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5pPr>
                      <a:lvl6pPr marL="2519858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6pPr>
                      <a:lvl7pPr marL="3023829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7pPr>
                      <a:lvl8pPr marL="3527801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8pPr>
                      <a:lvl9pPr marL="4031772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9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x-none" sz="2400" b="1" dirty="0">
                          <a:latin typeface="Times New Roman" panose="02020603050405020304" pitchFamily="2" charset="0"/>
                          <a:ea typeface="楷体" panose="02010609060101010101" pitchFamily="1" charset="-122"/>
                        </a:rPr>
                        <a:t>E</a:t>
                      </a:r>
                      <a:endParaRPr lang="zh-CN" altLang="en-US" sz="2400" b="1" dirty="0">
                        <a:latin typeface="Times New Roman" panose="02020603050405020304" pitchFamily="2" charset="0"/>
                        <a:ea typeface="楷体" panose="02010609060101010101" pitchFamily="1" charset="-122"/>
                      </a:endParaRPr>
                    </a:p>
                  </a:txBody>
                  <a:tcPr marT="45689" marB="4568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AE2C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44958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503972" rtl="0" eaLnBrk="1" latinLnBrk="0" hangingPunct="1">
                        <a:spcAft>
                          <a:spcPts val="1140"/>
                        </a:spcAft>
                        <a:defRPr sz="24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2pPr>
                      <a:lvl3pPr marL="1143000" lvl="2" indent="-228600" algn="l" defTabSz="503972" rtl="0" eaLnBrk="1" latinLnBrk="0" hangingPunct="1">
                        <a:spcAft>
                          <a:spcPts val="850"/>
                        </a:spcAft>
                        <a:defRPr sz="20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3pPr>
                      <a:lvl4pPr marL="1600200" lvl="3" indent="-228600" algn="l" defTabSz="503972" rtl="0" eaLnBrk="1" latinLnBrk="0" hangingPunct="1">
                        <a:spcAft>
                          <a:spcPts val="575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4pPr>
                      <a:lvl5pPr marL="2057400" lvl="4" indent="-228600" algn="l" defTabSz="503972" rtl="0" eaLnBrk="1" latinLnBrk="0" hangingPunct="1">
                        <a:spcAft>
                          <a:spcPts val="290"/>
                        </a:spcAft>
                        <a:defRPr sz="12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5pPr>
                      <a:lvl6pPr marL="2519858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6pPr>
                      <a:lvl7pPr marL="3023829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7pPr>
                      <a:lvl8pPr marL="3527801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8pPr>
                      <a:lvl9pPr marL="4031772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9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</a:pPr>
                      <a:endParaRPr lang="zh-CN" altLang="en-US" sz="2400" b="1" dirty="0">
                        <a:latin typeface="Times New Roman" panose="02020603050405020304" pitchFamily="2" charset="0"/>
                        <a:ea typeface="楷体" panose="02010609060101010101" pitchFamily="1" charset="-122"/>
                      </a:endParaRPr>
                    </a:p>
                  </a:txBody>
                  <a:tcPr marT="45689" marB="4568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44958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503972" rtl="0" eaLnBrk="1" latinLnBrk="0" hangingPunct="1">
                        <a:spcAft>
                          <a:spcPts val="1140"/>
                        </a:spcAft>
                        <a:defRPr sz="24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2pPr>
                      <a:lvl3pPr marL="1143000" lvl="2" indent="-228600" algn="l" defTabSz="503972" rtl="0" eaLnBrk="1" latinLnBrk="0" hangingPunct="1">
                        <a:spcAft>
                          <a:spcPts val="850"/>
                        </a:spcAft>
                        <a:defRPr sz="20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3pPr>
                      <a:lvl4pPr marL="1600200" lvl="3" indent="-228600" algn="l" defTabSz="503972" rtl="0" eaLnBrk="1" latinLnBrk="0" hangingPunct="1">
                        <a:spcAft>
                          <a:spcPts val="575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4pPr>
                      <a:lvl5pPr marL="2057400" lvl="4" indent="-228600" algn="l" defTabSz="503972" rtl="0" eaLnBrk="1" latinLnBrk="0" hangingPunct="1">
                        <a:spcAft>
                          <a:spcPts val="290"/>
                        </a:spcAft>
                        <a:defRPr sz="12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5pPr>
                      <a:lvl6pPr marL="2519858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6pPr>
                      <a:lvl7pPr marL="3023829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7pPr>
                      <a:lvl8pPr marL="3527801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8pPr>
                      <a:lvl9pPr marL="4031772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9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x-none" sz="2400" b="1" dirty="0">
                          <a:solidFill>
                            <a:srgbClr val="FF0000"/>
                          </a:solidFill>
                          <a:latin typeface="Times New Roman" panose="02020603050405020304" pitchFamily="2" charset="0"/>
                          <a:ea typeface="楷体" panose="02010609060101010101" pitchFamily="1" charset="-122"/>
                        </a:rPr>
                        <a:t>E</a:t>
                      </a:r>
                      <a:r>
                        <a:rPr lang="en-US" altLang="x-none" sz="2400" b="1" dirty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楷体" panose="02010609060101010101" pitchFamily="1" charset="-122"/>
                          <a:sym typeface="Times New Roman" panose="02020603050405020304" pitchFamily="2" charset="0"/>
                        </a:rPr>
                        <a:t>→</a:t>
                      </a:r>
                      <a:r>
                        <a:rPr lang="en-US" altLang="x-none" sz="2400" b="1" dirty="0">
                          <a:solidFill>
                            <a:srgbClr val="FF0000"/>
                          </a:solidFill>
                          <a:latin typeface="Times New Roman" panose="02020603050405020304" pitchFamily="2" charset="0"/>
                          <a:ea typeface="楷体" panose="02010609060101010101" pitchFamily="1" charset="-122"/>
                        </a:rPr>
                        <a:t>T</a:t>
                      </a:r>
                      <a:r>
                        <a:rPr lang="en-US" altLang="x-none" sz="2400" b="1" dirty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楷体" panose="02010609060101010101" pitchFamily="1" charset="-122"/>
                        </a:rPr>
                        <a:t> </a:t>
                      </a:r>
                    </a:p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x-none" sz="2400" b="1" dirty="0">
                          <a:solidFill>
                            <a:srgbClr val="FF0000"/>
                          </a:solidFill>
                          <a:latin typeface="Times New Roman" panose="02020603050405020304" pitchFamily="2" charset="0"/>
                          <a:ea typeface="楷体" panose="02010609060101010101" pitchFamily="1" charset="-122"/>
                        </a:rPr>
                        <a:t>E</a:t>
                      </a:r>
                      <a:r>
                        <a:rPr lang="en-US" altLang="x-none" sz="2400" b="1" dirty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楷体" panose="02010609060101010101" pitchFamily="1" charset="-122"/>
                          <a:sym typeface="Times New Roman" panose="02020603050405020304" pitchFamily="2" charset="0"/>
                        </a:rPr>
                        <a:t>→</a:t>
                      </a:r>
                      <a:r>
                        <a:rPr lang="en-US" altLang="x-none" sz="2400" b="1" dirty="0">
                          <a:solidFill>
                            <a:srgbClr val="FF0000"/>
                          </a:solidFill>
                          <a:latin typeface="Times New Roman" panose="02020603050405020304" pitchFamily="2" charset="0"/>
                          <a:ea typeface="楷体" panose="02010609060101010101" pitchFamily="1" charset="-122"/>
                        </a:rPr>
                        <a:t>T</a:t>
                      </a:r>
                      <a:r>
                        <a:rPr lang="en-US" altLang="x-none" sz="2400" b="1" dirty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楷体" panose="02010609060101010101" pitchFamily="1" charset="-122"/>
                        </a:rPr>
                        <a:t>+</a:t>
                      </a:r>
                      <a:r>
                        <a:rPr lang="en-US" altLang="x-none" sz="2400" b="1" dirty="0">
                          <a:solidFill>
                            <a:srgbClr val="FF0000"/>
                          </a:solidFill>
                          <a:latin typeface="Times New Roman" panose="02020603050405020304" pitchFamily="2" charset="0"/>
                          <a:ea typeface="楷体" panose="02010609060101010101" pitchFamily="1" charset="-122"/>
                        </a:rPr>
                        <a:t>E</a:t>
                      </a:r>
                      <a:r>
                        <a:rPr lang="en-US" altLang="x-none" sz="2400" b="1" dirty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楷体" panose="02010609060101010101" pitchFamily="1" charset="-122"/>
                        </a:rPr>
                        <a:t> </a:t>
                      </a:r>
                      <a:endParaRPr lang="zh-CN" altLang="en-US" sz="2400" b="1" dirty="0">
                        <a:latin typeface="Times New Roman" panose="02020603050405020304" pitchFamily="2" charset="0"/>
                        <a:ea typeface="楷体" panose="02010609060101010101" pitchFamily="1" charset="-122"/>
                      </a:endParaRPr>
                    </a:p>
                  </a:txBody>
                  <a:tcPr marT="45689" marB="4568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44958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503972" rtl="0" eaLnBrk="1" latinLnBrk="0" hangingPunct="1">
                        <a:spcAft>
                          <a:spcPts val="1140"/>
                        </a:spcAft>
                        <a:defRPr sz="24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2pPr>
                      <a:lvl3pPr marL="1143000" lvl="2" indent="-228600" algn="l" defTabSz="503972" rtl="0" eaLnBrk="1" latinLnBrk="0" hangingPunct="1">
                        <a:spcAft>
                          <a:spcPts val="850"/>
                        </a:spcAft>
                        <a:defRPr sz="20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3pPr>
                      <a:lvl4pPr marL="1600200" lvl="3" indent="-228600" algn="l" defTabSz="503972" rtl="0" eaLnBrk="1" latinLnBrk="0" hangingPunct="1">
                        <a:spcAft>
                          <a:spcPts val="575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4pPr>
                      <a:lvl5pPr marL="2057400" lvl="4" indent="-228600" algn="l" defTabSz="503972" rtl="0" eaLnBrk="1" latinLnBrk="0" hangingPunct="1">
                        <a:spcAft>
                          <a:spcPts val="290"/>
                        </a:spcAft>
                        <a:defRPr sz="12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5pPr>
                      <a:lvl6pPr marL="2519858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6pPr>
                      <a:lvl7pPr marL="3023829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7pPr>
                      <a:lvl8pPr marL="3527801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8pPr>
                      <a:lvl9pPr marL="4031772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9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x-none" sz="2400" b="1" dirty="0">
                          <a:solidFill>
                            <a:srgbClr val="FF0000"/>
                          </a:solidFill>
                          <a:latin typeface="Times New Roman" panose="02020603050405020304" pitchFamily="2" charset="0"/>
                          <a:ea typeface="楷体" panose="02010609060101010101" pitchFamily="1" charset="-122"/>
                        </a:rPr>
                        <a:t>E</a:t>
                      </a:r>
                      <a:r>
                        <a:rPr lang="en-US" altLang="x-none" sz="2400" b="1" dirty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楷体" panose="02010609060101010101" pitchFamily="1" charset="-122"/>
                          <a:sym typeface="Times New Roman" panose="02020603050405020304" pitchFamily="2" charset="0"/>
                        </a:rPr>
                        <a:t>→</a:t>
                      </a:r>
                      <a:r>
                        <a:rPr lang="en-US" altLang="x-none" sz="2400" b="1" dirty="0">
                          <a:solidFill>
                            <a:srgbClr val="FF0000"/>
                          </a:solidFill>
                          <a:latin typeface="Times New Roman" panose="02020603050405020304" pitchFamily="2" charset="0"/>
                          <a:ea typeface="楷体" panose="02010609060101010101" pitchFamily="1" charset="-122"/>
                        </a:rPr>
                        <a:t>T</a:t>
                      </a:r>
                      <a:r>
                        <a:rPr lang="en-US" altLang="x-none" sz="2400" b="1" dirty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楷体" panose="02010609060101010101" pitchFamily="1" charset="-122"/>
                        </a:rPr>
                        <a:t> </a:t>
                      </a:r>
                    </a:p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x-none" sz="2400" b="1" dirty="0">
                          <a:solidFill>
                            <a:srgbClr val="FF0000"/>
                          </a:solidFill>
                          <a:latin typeface="Times New Roman" panose="02020603050405020304" pitchFamily="2" charset="0"/>
                          <a:ea typeface="楷体" panose="02010609060101010101" pitchFamily="1" charset="-122"/>
                        </a:rPr>
                        <a:t>E</a:t>
                      </a:r>
                      <a:r>
                        <a:rPr lang="en-US" altLang="x-none" sz="2400" b="1" dirty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楷体" panose="02010609060101010101" pitchFamily="1" charset="-122"/>
                          <a:sym typeface="Times New Roman" panose="02020603050405020304" pitchFamily="2" charset="0"/>
                        </a:rPr>
                        <a:t>→</a:t>
                      </a:r>
                      <a:r>
                        <a:rPr lang="en-US" altLang="x-none" sz="2400" b="1" dirty="0">
                          <a:solidFill>
                            <a:srgbClr val="FF0000"/>
                          </a:solidFill>
                          <a:latin typeface="Times New Roman" panose="02020603050405020304" pitchFamily="2" charset="0"/>
                          <a:ea typeface="楷体" panose="02010609060101010101" pitchFamily="1" charset="-122"/>
                        </a:rPr>
                        <a:t>T</a:t>
                      </a:r>
                      <a:r>
                        <a:rPr lang="en-US" altLang="x-none" sz="2400" b="1" dirty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楷体" panose="02010609060101010101" pitchFamily="1" charset="-122"/>
                        </a:rPr>
                        <a:t>+</a:t>
                      </a:r>
                      <a:r>
                        <a:rPr lang="en-US" altLang="x-none" sz="2400" b="1" dirty="0">
                          <a:solidFill>
                            <a:srgbClr val="FF0000"/>
                          </a:solidFill>
                          <a:latin typeface="Times New Roman" panose="02020603050405020304" pitchFamily="2" charset="0"/>
                          <a:ea typeface="楷体" panose="02010609060101010101" pitchFamily="1" charset="-122"/>
                        </a:rPr>
                        <a:t>E</a:t>
                      </a:r>
                      <a:r>
                        <a:rPr lang="en-US" altLang="x-none" sz="2400" b="1" dirty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楷体" panose="02010609060101010101" pitchFamily="1" charset="-122"/>
                        </a:rPr>
                        <a:t> </a:t>
                      </a:r>
                      <a:endParaRPr lang="zh-CN" altLang="en-US" sz="2400" b="1" dirty="0">
                        <a:latin typeface="Times New Roman" panose="02020603050405020304" pitchFamily="2" charset="0"/>
                        <a:ea typeface="楷体" panose="02010609060101010101" pitchFamily="1" charset="-122"/>
                      </a:endParaRPr>
                    </a:p>
                  </a:txBody>
                  <a:tcPr marT="45689" marB="4568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44958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503972" rtl="0" eaLnBrk="1" latinLnBrk="0" hangingPunct="1">
                        <a:spcAft>
                          <a:spcPts val="1140"/>
                        </a:spcAft>
                        <a:defRPr sz="24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2pPr>
                      <a:lvl3pPr marL="1143000" lvl="2" indent="-228600" algn="l" defTabSz="503972" rtl="0" eaLnBrk="1" latinLnBrk="0" hangingPunct="1">
                        <a:spcAft>
                          <a:spcPts val="850"/>
                        </a:spcAft>
                        <a:defRPr sz="20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3pPr>
                      <a:lvl4pPr marL="1600200" lvl="3" indent="-228600" algn="l" defTabSz="503972" rtl="0" eaLnBrk="1" latinLnBrk="0" hangingPunct="1">
                        <a:spcAft>
                          <a:spcPts val="575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4pPr>
                      <a:lvl5pPr marL="2057400" lvl="4" indent="-228600" algn="l" defTabSz="503972" rtl="0" eaLnBrk="1" latinLnBrk="0" hangingPunct="1">
                        <a:spcAft>
                          <a:spcPts val="290"/>
                        </a:spcAft>
                        <a:defRPr sz="12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5pPr>
                      <a:lvl6pPr marL="2519858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6pPr>
                      <a:lvl7pPr marL="3023829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7pPr>
                      <a:lvl8pPr marL="3527801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8pPr>
                      <a:lvl9pPr marL="4031772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9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</a:pPr>
                      <a:endParaRPr lang="zh-CN" altLang="en-US" sz="2400" b="1" dirty="0">
                        <a:latin typeface="Times New Roman" panose="02020603050405020304" pitchFamily="2" charset="0"/>
                        <a:ea typeface="楷体" panose="02010609060101010101" pitchFamily="1" charset="-122"/>
                      </a:endParaRPr>
                    </a:p>
                  </a:txBody>
                  <a:tcPr marT="45689" marB="4568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7533">
                <a:tc>
                  <a:txBody>
                    <a:bodyPr/>
                    <a:lstStyle>
                      <a:lvl1pPr marL="342900" lvl="0" indent="-342900" algn="l" defTabSz="44958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503972" rtl="0" eaLnBrk="1" latinLnBrk="0" hangingPunct="1">
                        <a:spcAft>
                          <a:spcPts val="1140"/>
                        </a:spcAft>
                        <a:defRPr sz="24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2pPr>
                      <a:lvl3pPr marL="1143000" lvl="2" indent="-228600" algn="l" defTabSz="503972" rtl="0" eaLnBrk="1" latinLnBrk="0" hangingPunct="1">
                        <a:spcAft>
                          <a:spcPts val="850"/>
                        </a:spcAft>
                        <a:defRPr sz="20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3pPr>
                      <a:lvl4pPr marL="1600200" lvl="3" indent="-228600" algn="l" defTabSz="503972" rtl="0" eaLnBrk="1" latinLnBrk="0" hangingPunct="1">
                        <a:spcAft>
                          <a:spcPts val="575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4pPr>
                      <a:lvl5pPr marL="2057400" lvl="4" indent="-228600" algn="l" defTabSz="503972" rtl="0" eaLnBrk="1" latinLnBrk="0" hangingPunct="1">
                        <a:spcAft>
                          <a:spcPts val="290"/>
                        </a:spcAft>
                        <a:defRPr sz="12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5pPr>
                      <a:lvl6pPr marL="2519858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6pPr>
                      <a:lvl7pPr marL="3023829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7pPr>
                      <a:lvl8pPr marL="3527801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8pPr>
                      <a:lvl9pPr marL="4031772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9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x-none" sz="2400" b="1" dirty="0">
                          <a:latin typeface="Times New Roman" panose="02020603050405020304" pitchFamily="2" charset="0"/>
                          <a:ea typeface="楷体" panose="02010609060101010101" pitchFamily="1" charset="-122"/>
                        </a:rPr>
                        <a:t>T</a:t>
                      </a:r>
                      <a:endParaRPr lang="zh-CN" altLang="en-US" sz="2400" b="1" dirty="0">
                        <a:latin typeface="Times New Roman" panose="02020603050405020304" pitchFamily="2" charset="0"/>
                        <a:ea typeface="楷体" panose="02010609060101010101" pitchFamily="1" charset="-122"/>
                      </a:endParaRPr>
                    </a:p>
                  </a:txBody>
                  <a:tcPr marT="45689" marB="4568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AE2C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44958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503972" rtl="0" eaLnBrk="1" latinLnBrk="0" hangingPunct="1">
                        <a:spcAft>
                          <a:spcPts val="1140"/>
                        </a:spcAft>
                        <a:defRPr sz="24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2pPr>
                      <a:lvl3pPr marL="1143000" lvl="2" indent="-228600" algn="l" defTabSz="503972" rtl="0" eaLnBrk="1" latinLnBrk="0" hangingPunct="1">
                        <a:spcAft>
                          <a:spcPts val="850"/>
                        </a:spcAft>
                        <a:defRPr sz="20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3pPr>
                      <a:lvl4pPr marL="1600200" lvl="3" indent="-228600" algn="l" defTabSz="503972" rtl="0" eaLnBrk="1" latinLnBrk="0" hangingPunct="1">
                        <a:spcAft>
                          <a:spcPts val="575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4pPr>
                      <a:lvl5pPr marL="2057400" lvl="4" indent="-228600" algn="l" defTabSz="503972" rtl="0" eaLnBrk="1" latinLnBrk="0" hangingPunct="1">
                        <a:spcAft>
                          <a:spcPts val="290"/>
                        </a:spcAft>
                        <a:defRPr sz="12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5pPr>
                      <a:lvl6pPr marL="2519858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6pPr>
                      <a:lvl7pPr marL="3023829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7pPr>
                      <a:lvl8pPr marL="3527801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8pPr>
                      <a:lvl9pPr marL="4031772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9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</a:pPr>
                      <a:endParaRPr lang="zh-CN" altLang="en-US" sz="2400" b="1" dirty="0">
                        <a:latin typeface="Times New Roman" panose="02020603050405020304" pitchFamily="2" charset="0"/>
                        <a:ea typeface="楷体" panose="02010609060101010101" pitchFamily="1" charset="-122"/>
                      </a:endParaRPr>
                    </a:p>
                  </a:txBody>
                  <a:tcPr marT="45689" marB="4568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44958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503972" rtl="0" eaLnBrk="1" latinLnBrk="0" hangingPunct="1">
                        <a:spcAft>
                          <a:spcPts val="1140"/>
                        </a:spcAft>
                        <a:defRPr sz="24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2pPr>
                      <a:lvl3pPr marL="1143000" lvl="2" indent="-228600" algn="l" defTabSz="503972" rtl="0" eaLnBrk="1" latinLnBrk="0" hangingPunct="1">
                        <a:spcAft>
                          <a:spcPts val="850"/>
                        </a:spcAft>
                        <a:defRPr sz="20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3pPr>
                      <a:lvl4pPr marL="1600200" lvl="3" indent="-228600" algn="l" defTabSz="503972" rtl="0" eaLnBrk="1" latinLnBrk="0" hangingPunct="1">
                        <a:spcAft>
                          <a:spcPts val="575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4pPr>
                      <a:lvl5pPr marL="2057400" lvl="4" indent="-228600" algn="l" defTabSz="503972" rtl="0" eaLnBrk="1" latinLnBrk="0" hangingPunct="1">
                        <a:spcAft>
                          <a:spcPts val="290"/>
                        </a:spcAft>
                        <a:defRPr sz="12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5pPr>
                      <a:lvl6pPr marL="2519858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6pPr>
                      <a:lvl7pPr marL="3023829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7pPr>
                      <a:lvl8pPr marL="3527801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8pPr>
                      <a:lvl9pPr marL="4031772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9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x-none" sz="2400" b="1" dirty="0" err="1">
                          <a:solidFill>
                            <a:srgbClr val="FF0000"/>
                          </a:solidFill>
                          <a:latin typeface="Times New Roman" panose="02020603050405020304" pitchFamily="2" charset="0"/>
                          <a:ea typeface="楷体" panose="02010609060101010101" pitchFamily="1" charset="-122"/>
                        </a:rPr>
                        <a:t>E</a:t>
                      </a:r>
                      <a:r>
                        <a:rPr lang="en-US" altLang="x-none" sz="2400" b="1" dirty="0" err="1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楷体" panose="02010609060101010101" pitchFamily="1" charset="-122"/>
                          <a:sym typeface="Times New Roman" panose="02020603050405020304" pitchFamily="2" charset="0"/>
                        </a:rPr>
                        <a:t>→</a:t>
                      </a:r>
                      <a:r>
                        <a:rPr lang="en-US" altLang="x-none" sz="2400" b="1" dirty="0" err="1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楷体" panose="02010609060101010101" pitchFamily="1" charset="-122"/>
                        </a:rPr>
                        <a:t>i</a:t>
                      </a:r>
                      <a:endParaRPr lang="zh-CN" altLang="en-US" sz="2400" b="1" dirty="0">
                        <a:latin typeface="Times New Roman" panose="02020603050405020304" pitchFamily="2" charset="0"/>
                        <a:ea typeface="楷体" panose="02010609060101010101" pitchFamily="1" charset="-122"/>
                      </a:endParaRPr>
                    </a:p>
                  </a:txBody>
                  <a:tcPr marT="45689" marB="4568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44958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503972" rtl="0" eaLnBrk="1" latinLnBrk="0" hangingPunct="1">
                        <a:spcAft>
                          <a:spcPts val="1140"/>
                        </a:spcAft>
                        <a:defRPr sz="24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2pPr>
                      <a:lvl3pPr marL="1143000" lvl="2" indent="-228600" algn="l" defTabSz="503972" rtl="0" eaLnBrk="1" latinLnBrk="0" hangingPunct="1">
                        <a:spcAft>
                          <a:spcPts val="850"/>
                        </a:spcAft>
                        <a:defRPr sz="20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3pPr>
                      <a:lvl4pPr marL="1600200" lvl="3" indent="-228600" algn="l" defTabSz="503972" rtl="0" eaLnBrk="1" latinLnBrk="0" hangingPunct="1">
                        <a:spcAft>
                          <a:spcPts val="575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4pPr>
                      <a:lvl5pPr marL="2057400" lvl="4" indent="-228600" algn="l" defTabSz="503972" rtl="0" eaLnBrk="1" latinLnBrk="0" hangingPunct="1">
                        <a:spcAft>
                          <a:spcPts val="290"/>
                        </a:spcAft>
                        <a:defRPr sz="12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5pPr>
                      <a:lvl6pPr marL="2519858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6pPr>
                      <a:lvl7pPr marL="3023829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7pPr>
                      <a:lvl8pPr marL="3527801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8pPr>
                      <a:lvl9pPr marL="4031772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9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x-none" sz="2400" b="1" dirty="0">
                          <a:solidFill>
                            <a:srgbClr val="FF0000"/>
                          </a:solidFill>
                          <a:latin typeface="Times New Roman" panose="02020603050405020304" pitchFamily="2" charset="0"/>
                          <a:ea typeface="楷体" panose="02010609060101010101" pitchFamily="1" charset="-122"/>
                        </a:rPr>
                        <a:t>E</a:t>
                      </a:r>
                      <a:r>
                        <a:rPr lang="en-US" altLang="x-none" sz="2400" b="1" dirty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楷体" panose="02010609060101010101" pitchFamily="1" charset="-122"/>
                          <a:sym typeface="Times New Roman" panose="02020603050405020304" pitchFamily="2" charset="0"/>
                        </a:rPr>
                        <a:t>→</a:t>
                      </a:r>
                      <a:r>
                        <a:rPr lang="en-US" altLang="x-none" sz="2400" b="1" dirty="0">
                          <a:solidFill>
                            <a:srgbClr val="FF0000"/>
                          </a:solidFill>
                          <a:latin typeface="Times New Roman" panose="02020603050405020304" pitchFamily="2" charset="0"/>
                          <a:ea typeface="楷体" panose="02010609060101010101" pitchFamily="1" charset="-122"/>
                        </a:rPr>
                        <a:t>T</a:t>
                      </a:r>
                      <a:r>
                        <a:rPr lang="en-US" altLang="x-none" sz="2400" b="1" dirty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楷体" panose="02010609060101010101" pitchFamily="1" charset="-122"/>
                        </a:rPr>
                        <a:t>+</a:t>
                      </a:r>
                      <a:r>
                        <a:rPr lang="en-US" altLang="x-none" sz="2400" b="1" dirty="0">
                          <a:solidFill>
                            <a:srgbClr val="FF0000"/>
                          </a:solidFill>
                          <a:latin typeface="Times New Roman" panose="02020603050405020304" pitchFamily="2" charset="0"/>
                          <a:ea typeface="楷体" panose="02010609060101010101" pitchFamily="1" charset="-122"/>
                        </a:rPr>
                        <a:t>E</a:t>
                      </a:r>
                      <a:r>
                        <a:rPr lang="en-US" altLang="x-none" sz="2400" b="1" dirty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楷体" panose="02010609060101010101" pitchFamily="1" charset="-122"/>
                        </a:rPr>
                        <a:t> </a:t>
                      </a:r>
                      <a:endParaRPr lang="zh-CN" altLang="en-US" sz="2400" b="1" dirty="0">
                        <a:latin typeface="Times New Roman" panose="02020603050405020304" pitchFamily="2" charset="0"/>
                        <a:ea typeface="楷体" panose="02010609060101010101" pitchFamily="1" charset="-122"/>
                      </a:endParaRPr>
                    </a:p>
                  </a:txBody>
                  <a:tcPr marT="45689" marB="4568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44958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503972" rtl="0" eaLnBrk="1" latinLnBrk="0" hangingPunct="1">
                        <a:spcAft>
                          <a:spcPts val="1140"/>
                        </a:spcAft>
                        <a:defRPr sz="24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2pPr>
                      <a:lvl3pPr marL="1143000" lvl="2" indent="-228600" algn="l" defTabSz="503972" rtl="0" eaLnBrk="1" latinLnBrk="0" hangingPunct="1">
                        <a:spcAft>
                          <a:spcPts val="850"/>
                        </a:spcAft>
                        <a:defRPr sz="20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3pPr>
                      <a:lvl4pPr marL="1600200" lvl="3" indent="-228600" algn="l" defTabSz="503972" rtl="0" eaLnBrk="1" latinLnBrk="0" hangingPunct="1">
                        <a:spcAft>
                          <a:spcPts val="575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4pPr>
                      <a:lvl5pPr marL="2057400" lvl="4" indent="-228600" algn="l" defTabSz="503972" rtl="0" eaLnBrk="1" latinLnBrk="0" hangingPunct="1">
                        <a:spcAft>
                          <a:spcPts val="290"/>
                        </a:spcAft>
                        <a:defRPr sz="1200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5pPr>
                      <a:lvl6pPr marL="2519858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6pPr>
                      <a:lvl7pPr marL="3023829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7pPr>
                      <a:lvl8pPr marL="3527801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8pPr>
                      <a:lvl9pPr marL="4031772" algn="l" defTabSz="503972" rtl="0" eaLnBrk="1" latinLnBrk="0" hangingPunct="1">
                        <a:defRPr sz="1984" kern="1200">
                          <a:solidFill>
                            <a:schemeClr val="tx1"/>
                          </a:solidFill>
                          <a:latin typeface="Arial"/>
                          <a:ea typeface="方正书宋_GBK"/>
                        </a:defRPr>
                      </a:lvl9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</a:pPr>
                      <a:endParaRPr lang="zh-CN" altLang="en-US" sz="2400" b="1" dirty="0">
                        <a:latin typeface="Times New Roman" panose="02020603050405020304" pitchFamily="2" charset="0"/>
                        <a:ea typeface="楷体" panose="02010609060101010101" pitchFamily="1" charset="-122"/>
                      </a:endParaRPr>
                    </a:p>
                  </a:txBody>
                  <a:tcPr marT="45689" marB="4568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DA1C407-5A8C-05D5-E1ED-4D5DD07B93C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101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1196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74" end="1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charRg st="74" end="1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122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charRg st="122" end="1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93738" y="400050"/>
            <a:ext cx="8696325" cy="1460500"/>
          </a:xfrm>
        </p:spPr>
        <p:txBody>
          <a:bodyPr/>
          <a:lstStyle/>
          <a:p>
            <a:r>
              <a:rPr lang="zh-CN" altLang="en-US" dirty="0"/>
              <a:t>作业</a:t>
            </a:r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810030" y="1838472"/>
            <a:ext cx="8696325" cy="4797425"/>
          </a:xfrm>
        </p:spPr>
        <p:txBody>
          <a:bodyPr rtlCol="0">
            <a:normAutofit/>
          </a:bodyPr>
          <a:lstStyle/>
          <a:p>
            <a:pPr marL="377979" indent="-377979" defTabSz="50397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G(S):</a:t>
            </a:r>
          </a:p>
          <a:p>
            <a:pPr marL="0" indent="0" defTabSz="50397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 3" charset="2"/>
              <a:buNone/>
              <a:defRPr/>
            </a:pP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S 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 </a:t>
            </a:r>
            <a:r>
              <a:rPr lang="en-US" altLang="zh-CN" sz="3086" dirty="0" err="1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aABbcd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 |	  </a:t>
            </a:r>
          </a:p>
          <a:p>
            <a:pPr marL="0" indent="0" defTabSz="50397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 3" charset="2"/>
              <a:buNone/>
              <a:defRPr/>
            </a:pP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		A  </a:t>
            </a:r>
            <a:r>
              <a:rPr lang="en-US" altLang="zh-CN" sz="3086" dirty="0" err="1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ASd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 |	 </a:t>
            </a:r>
          </a:p>
          <a:p>
            <a:pPr marL="0" indent="0" defTabSz="50397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 3" charset="2"/>
              <a:buNone/>
              <a:defRPr/>
            </a:pP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		B  </a:t>
            </a:r>
            <a:r>
              <a:rPr lang="en-US" altLang="zh-CN" sz="3086" dirty="0" err="1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eC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 | </a:t>
            </a:r>
            <a:r>
              <a:rPr lang="en-US" altLang="zh-CN" sz="3086" dirty="0" err="1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SAh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 | </a:t>
            </a:r>
          </a:p>
          <a:p>
            <a:pPr marL="0" indent="0" defTabSz="50397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 3" charset="2"/>
              <a:buNone/>
              <a:defRPr/>
            </a:pP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		C  Sf | Cg| </a:t>
            </a:r>
          </a:p>
          <a:p>
            <a:pPr marL="0" indent="0" defTabSz="50397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 3" charset="2"/>
              <a:buNone/>
              <a:defRPr/>
            </a:pPr>
            <a:endParaRPr lang="en-US" altLang="zh-CN" sz="3086" dirty="0">
              <a:solidFill>
                <a:schemeClr val="tx1">
                  <a:lumMod val="75000"/>
                  <a:lumOff val="25000"/>
                </a:schemeClr>
              </a:solidFill>
              <a:sym typeface="Symbol" panose="05050102010706020507" pitchFamily="18" charset="2"/>
            </a:endParaRPr>
          </a:p>
          <a:p>
            <a:pPr marL="0" indent="0" defTabSz="503972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 3" charset="2"/>
              <a:buNone/>
              <a:defRPr/>
            </a:pP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求上述文法中所有非终结符的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First</a:t>
            </a: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集和</a:t>
            </a:r>
            <a:r>
              <a:rPr lang="en-US" altLang="zh-CN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Follow</a:t>
            </a:r>
            <a:r>
              <a:rPr lang="zh-CN" altLang="en-US" sz="308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集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797BD26-08F7-49EC-3C46-FE454BF671F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DD5D429C-2617-4DD8-A969-3538F4A875B8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102</a:t>
            </a:fld>
            <a:endParaRPr lang="en-GB" altLang="en-US" sz="12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87708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610" name="Footer Placeholder 2"/>
          <p:cNvSpPr txBox="1">
            <a:spLocks noGrp="1" noChangeArrowheads="1"/>
          </p:cNvSpPr>
          <p:nvPr/>
        </p:nvSpPr>
        <p:spPr bwMode="auto">
          <a:xfrm>
            <a:off x="3448050" y="6886575"/>
            <a:ext cx="3194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9pPr>
          </a:lstStyle>
          <a:p>
            <a:pPr algn="ct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endParaRPr lang="en-GB" altLang="en-US" sz="10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452611" name="Slide Number Placeholder 3"/>
          <p:cNvSpPr txBox="1">
            <a:spLocks noGrp="1" noChangeArrowheads="1"/>
          </p:cNvSpPr>
          <p:nvPr/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1pPr>
            <a:lvl2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2pPr>
            <a:lvl3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3pPr>
            <a:lvl4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4pPr>
            <a:lvl5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9pPr>
          </a:lstStyle>
          <a:p>
            <a:pPr algn="r" eaLnBrk="1">
              <a:lnSpc>
                <a:spcPct val="116000"/>
              </a:lnSpc>
              <a:buFont typeface="Times New Roman" panose="02020603050405020304" pitchFamily="18" charset="0"/>
              <a:buNone/>
            </a:pPr>
            <a:fld id="{2295F7ED-9BC1-449C-BFF2-BA08584224B5}" type="slidenum"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pPr algn="r" eaLnBrk="1">
                <a:lnSpc>
                  <a:spcPct val="116000"/>
                </a:lnSpc>
                <a:buFont typeface="Times New Roman" panose="02020603050405020304" pitchFamily="18" charset="0"/>
                <a:buNone/>
              </a:pPr>
              <a:t>103</a:t>
            </a:fld>
            <a:r>
              <a:rPr lang="en-GB" altLang="en-US" sz="1200">
                <a:latin typeface="Comic Sans MS" panose="030F0702030302020204" pitchFamily="66" charset="0"/>
                <a:ea typeface="宋体" panose="02010600030101010101" pitchFamily="2" charset="-122"/>
              </a:rPr>
              <a:t>/16</a:t>
            </a:r>
          </a:p>
        </p:txBody>
      </p:sp>
      <p:sp>
        <p:nvSpPr>
          <p:cNvPr id="452612" name="Rectangle 2"/>
          <p:cNvSpPr>
            <a:spLocks noChangeArrowheads="1"/>
          </p:cNvSpPr>
          <p:nvPr/>
        </p:nvSpPr>
        <p:spPr bwMode="auto">
          <a:xfrm>
            <a:off x="0" y="0"/>
            <a:ext cx="10080625" cy="7559675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lIns="90000" tIns="67932" rIns="90000" bIns="45000"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9pPr>
          </a:lstStyle>
          <a:p>
            <a:pPr algn="ctr"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GB" altLang="en-US" sz="2600">
                <a:solidFill>
                  <a:srgbClr val="E6E6E6"/>
                </a:solidFill>
                <a:ea typeface="宋体" panose="02010600030101010101" pitchFamily="2" charset="-122"/>
              </a:rPr>
              <a:t>THE END</a:t>
            </a:r>
          </a:p>
          <a:p>
            <a:pPr algn="ctr" eaLnBrk="1">
              <a:lnSpc>
                <a:spcPct val="93000"/>
              </a:lnSpc>
              <a:buFont typeface="Times New Roman" panose="02020603050405020304" pitchFamily="18" charset="0"/>
              <a:buNone/>
            </a:pPr>
            <a:endParaRPr lang="en-GB" altLang="en-US" sz="2600">
              <a:solidFill>
                <a:srgbClr val="E6E6E6"/>
              </a:solidFill>
              <a:ea typeface="宋体" panose="02010600030101010101" pitchFamily="2" charset="-122"/>
            </a:endParaRPr>
          </a:p>
          <a:p>
            <a:pPr algn="ctr" eaLnBrk="1">
              <a:lnSpc>
                <a:spcPct val="93000"/>
              </a:lnSpc>
              <a:buFont typeface="Times New Roman" panose="02020603050405020304" pitchFamily="18" charset="0"/>
              <a:buNone/>
            </a:pPr>
            <a:r>
              <a:rPr lang="en-GB" altLang="en-US" sz="2600">
                <a:solidFill>
                  <a:srgbClr val="E6E6E6"/>
                </a:solidFill>
                <a:ea typeface="宋体" panose="02010600030101010101" pitchFamily="2" charset="-122"/>
              </a:rPr>
              <a:t>QUESTIONS</a:t>
            </a:r>
          </a:p>
        </p:txBody>
      </p:sp>
      <p:sp>
        <p:nvSpPr>
          <p:cNvPr id="452613" name="日期占位符 5"/>
          <p:cNvSpPr txBox="1">
            <a:spLocks noGrp="1" noChangeArrowheads="1"/>
          </p:cNvSpPr>
          <p:nvPr/>
        </p:nvSpPr>
        <p:spPr bwMode="auto">
          <a:xfrm>
            <a:off x="144463" y="6886575"/>
            <a:ext cx="30940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Droid Sans Fallback"/>
              </a:defRPr>
            </a:lvl9pPr>
          </a:lstStyle>
          <a:p>
            <a:pPr eaLnBrk="1">
              <a:lnSpc>
                <a:spcPct val="116000"/>
              </a:lnSpc>
              <a:buFont typeface="Times New Roman" panose="02020603050405020304" pitchFamily="18" charset="0"/>
              <a:buNone/>
            </a:pPr>
            <a:endParaRPr lang="en-GB" altLang="en-US" sz="100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方正书宋_GBK"/>
        <a:cs typeface=""/>
      </a:majorFont>
      <a:minorFont>
        <a:latin typeface="Arial"/>
        <a:ea typeface="方正书宋_GBK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方正书宋_GBK"/>
        <a:cs typeface=""/>
      </a:majorFont>
      <a:minorFont>
        <a:latin typeface="Arial"/>
        <a:ea typeface="方正书宋_GBK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平面(MOOC)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OC-PPT模板" id="{52A9F7C9-966B-4A8B-A1C7-6E16B2577468}" vid="{3D64D331-574C-4511-9C06-47C9CEF20C92}"/>
    </a:ext>
  </a:extLst>
</a:theme>
</file>

<file path=ppt/theme/theme4.xml><?xml version="1.0" encoding="utf-8"?>
<a:theme xmlns:a="http://schemas.openxmlformats.org/drawingml/2006/main" name="2_平面(MOOC)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OC-PPT模板" id="{52A9F7C9-966B-4A8B-A1C7-6E16B2577468}" vid="{3D64D331-574C-4511-9C06-47C9CEF20C92}"/>
    </a:ext>
  </a:extLst>
</a:theme>
</file>

<file path=ppt/theme/theme5.xml><?xml version="1.0" encoding="utf-8"?>
<a:theme xmlns:a="http://schemas.openxmlformats.org/drawingml/2006/main" name="3_平面(MOOC)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OC-PPT模板" id="{52A9F7C9-966B-4A8B-A1C7-6E16B2577468}" vid="{3D64D331-574C-4511-9C06-47C9CEF20C92}"/>
    </a:ext>
  </a:extLst>
</a:theme>
</file>

<file path=ppt/theme/theme6.xml><?xml version="1.0" encoding="utf-8"?>
<a:theme xmlns:a="http://schemas.openxmlformats.org/drawingml/2006/main" name="4_平面(MOOC)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OC-PPT模板" id="{52A9F7C9-966B-4A8B-A1C7-6E16B2577468}" vid="{3D64D331-574C-4511-9C06-47C9CEF20C92}"/>
    </a:ext>
  </a:extLst>
</a:theme>
</file>

<file path=ppt/theme/theme7.xml><?xml version="1.0" encoding="utf-8"?>
<a:theme xmlns:a="http://schemas.openxmlformats.org/drawingml/2006/main" name="5_平面(MOOC)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OC-PPT模板" id="{52A9F7C9-966B-4A8B-A1C7-6E16B2577468}" vid="{3D64D331-574C-4511-9C06-47C9CEF20C92}"/>
    </a:ext>
  </a:extLst>
</a:theme>
</file>

<file path=ppt/theme/theme8.xml><?xml version="1.0" encoding="utf-8"?>
<a:theme xmlns:a="http://schemas.openxmlformats.org/drawingml/2006/main" name="6_平面(MOOC)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OC-PPT模板" id="{52A9F7C9-966B-4A8B-A1C7-6E16B2577468}" vid="{3D64D331-574C-4511-9C06-47C9CEF20C92}"/>
    </a:ext>
  </a:extLst>
</a:theme>
</file>

<file path=ppt/theme/theme9.xml><?xml version="1.0" encoding="utf-8"?>
<a:theme xmlns:a="http://schemas.openxmlformats.org/drawingml/2006/main" name="7_平面(MOOC)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OC-PPT模板" id="{52A9F7C9-966B-4A8B-A1C7-6E16B2577468}" vid="{3D64D331-574C-4511-9C06-47C9CEF20C92}"/>
    </a:ext>
  </a:extLst>
</a:theme>
</file>

<file path=ppt/theme/theme10.xml><?xml version="1.0" encoding="utf-8"?>
<a:theme xmlns:a="http://schemas.openxmlformats.org/drawingml/2006/main" name="8_平面(MOOC)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OC-PPT模板" id="{52A9F7C9-966B-4A8B-A1C7-6E16B2577468}" vid="{3D64D331-574C-4511-9C06-47C9CEF20C92}"/>
    </a:ext>
  </a:extLst>
</a:theme>
</file>

<file path=ppt/theme/theme11.xml><?xml version="1.0" encoding="utf-8"?>
<a:theme xmlns:a="http://schemas.openxmlformats.org/drawingml/2006/main" name="9_平面(MOOC)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OC-PPT模板" id="{52A9F7C9-966B-4A8B-A1C7-6E16B2577468}" vid="{3D64D331-574C-4511-9C06-47C9CEF20C92}"/>
    </a:ext>
  </a:extLst>
</a:theme>
</file>

<file path=ppt/theme/theme12.xml><?xml version="1.0" encoding="utf-8"?>
<a:theme xmlns:a="http://schemas.openxmlformats.org/drawingml/2006/main" name="10_平面(MOOC)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OC-PPT模板" id="{52A9F7C9-966B-4A8B-A1C7-6E16B2577468}" vid="{3D64D331-574C-4511-9C06-47C9CEF20C92}"/>
    </a:ext>
  </a:extLst>
</a:theme>
</file>

<file path=ppt/theme/theme13.xml><?xml version="1.0" encoding="utf-8"?>
<a:theme xmlns:a="http://schemas.openxmlformats.org/drawingml/2006/main" name="11_平面(MOOC)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OC-PPT模板" id="{52A9F7C9-966B-4A8B-A1C7-6E16B2577468}" vid="{3D64D331-574C-4511-9C06-47C9CEF20C92}"/>
    </a:ext>
  </a:extLst>
</a:theme>
</file>

<file path=ppt/theme/theme14.xml><?xml version="1.0" encoding="utf-8"?>
<a:theme xmlns:a="http://schemas.openxmlformats.org/drawingml/2006/main" name="12_平面(MOOC)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OC-PPT模板" id="{52A9F7C9-966B-4A8B-A1C7-6E16B2577468}" vid="{3D64D331-574C-4511-9C06-47C9CEF20C92}"/>
    </a:ext>
  </a:extLst>
</a:theme>
</file>

<file path=ppt/theme/theme15.xml><?xml version="1.0" encoding="utf-8"?>
<a:theme xmlns:a="http://schemas.openxmlformats.org/drawingml/2006/main" name="14_平面(MOOC)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OC-PPT模板" id="{52A9F7C9-966B-4A8B-A1C7-6E16B2577468}" vid="{3D64D331-574C-4511-9C06-47C9CEF20C92}"/>
    </a:ext>
  </a:extLst>
</a:theme>
</file>

<file path=ppt/theme/theme16.xml><?xml version="1.0" encoding="utf-8"?>
<a:theme xmlns:a="http://schemas.openxmlformats.org/drawingml/2006/main" name="15_平面(MOOC)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OC-PPT模板" id="{52A9F7C9-966B-4A8B-A1C7-6E16B2577468}" vid="{3D64D331-574C-4511-9C06-47C9CEF20C92}"/>
    </a:ext>
  </a:extLst>
</a:theme>
</file>

<file path=ppt/theme/theme17.xml><?xml version="1.0" encoding="utf-8"?>
<a:theme xmlns:a="http://schemas.openxmlformats.org/drawingml/2006/main" name="17_平面(MOOC)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OC-PPT模板" id="{52A9F7C9-966B-4A8B-A1C7-6E16B2577468}" vid="{3D64D331-574C-4511-9C06-47C9CEF20C92}"/>
    </a:ext>
  </a:extLst>
</a:theme>
</file>

<file path=ppt/theme/theme18.xml><?xml version="1.0" encoding="utf-8"?>
<a:theme xmlns:a="http://schemas.openxmlformats.org/drawingml/2006/main" name="18_平面(MOOC)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OC-PPT模板" id="{52A9F7C9-966B-4A8B-A1C7-6E16B2577468}" vid="{3D64D331-574C-4511-9C06-47C9CEF20C92}"/>
    </a:ext>
  </a:extLst>
</a:theme>
</file>

<file path=ppt/theme/theme19.xml><?xml version="1.0" encoding="utf-8"?>
<a:theme xmlns:a="http://schemas.openxmlformats.org/drawingml/2006/main" name="19_平面(MOOC)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OC-PPT模板" id="{52A9F7C9-966B-4A8B-A1C7-6E16B2577468}" vid="{3D64D331-574C-4511-9C06-47C9CEF20C92}"/>
    </a:ext>
  </a:extLst>
</a:theme>
</file>

<file path=ppt/theme/theme20.xml><?xml version="1.0" encoding="utf-8"?>
<a:theme xmlns:a="http://schemas.openxmlformats.org/drawingml/2006/main" name="20_平面(MOOC)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OC-PPT模板" id="{52A9F7C9-966B-4A8B-A1C7-6E16B2577468}" vid="{3D64D331-574C-4511-9C06-47C9CEF20C92}"/>
    </a:ext>
  </a:extLst>
</a:theme>
</file>

<file path=ppt/theme/theme21.xml><?xml version="1.0" encoding="utf-8"?>
<a:theme xmlns:a="http://schemas.openxmlformats.org/drawingml/2006/main" name="21_平面(MOOC)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OC-PPT模板" id="{52A9F7C9-966B-4A8B-A1C7-6E16B2577468}" vid="{3D64D331-574C-4511-9C06-47C9CEF20C92}"/>
    </a:ext>
  </a:extLst>
</a:theme>
</file>

<file path=ppt/theme/theme22.xml><?xml version="1.0" encoding="utf-8"?>
<a:theme xmlns:a="http://schemas.openxmlformats.org/drawingml/2006/main" name="22_平面(MOOC)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OC-PPT模板" id="{52A9F7C9-966B-4A8B-A1C7-6E16B2577468}" vid="{3D64D331-574C-4511-9C06-47C9CEF20C92}"/>
    </a:ext>
  </a:extLst>
</a:theme>
</file>

<file path=ppt/theme/theme23.xml><?xml version="1.0" encoding="utf-8"?>
<a:theme xmlns:a="http://schemas.openxmlformats.org/drawingml/2006/main" name="26_平面(MOOC)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OC-PPT模板" id="{52A9F7C9-966B-4A8B-A1C7-6E16B2577468}" vid="{3D64D331-574C-4511-9C06-47C9CEF20C92}"/>
    </a:ext>
  </a:extLst>
</a:theme>
</file>

<file path=ppt/theme/theme24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10690</TotalTime>
  <Pages>0</Pages>
  <Words>8707</Words>
  <Characters>0</Characters>
  <Application>Microsoft Office PowerPoint</Application>
  <DocSecurity>0</DocSecurity>
  <PresentationFormat>自定义</PresentationFormat>
  <Lines>0</Lines>
  <Paragraphs>1702</Paragraphs>
  <Slides>103</Slides>
  <Notes>66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103</vt:i4>
      </vt:variant>
    </vt:vector>
  </HeadingPairs>
  <TitlesOfParts>
    <vt:vector size="142" baseType="lpstr">
      <vt:lpstr>DejaVu Sans</vt:lpstr>
      <vt:lpstr>Droid Sans Fallback</vt:lpstr>
      <vt:lpstr>StarSymbol</vt:lpstr>
      <vt:lpstr>黑体</vt:lpstr>
      <vt:lpstr>楷体_GB2312</vt:lpstr>
      <vt:lpstr>宋体</vt:lpstr>
      <vt:lpstr>微软雅黑</vt:lpstr>
      <vt:lpstr>Arial</vt:lpstr>
      <vt:lpstr>Calibri</vt:lpstr>
      <vt:lpstr>Cambria Math</vt:lpstr>
      <vt:lpstr>Comic Sans MS</vt:lpstr>
      <vt:lpstr>Symbol</vt:lpstr>
      <vt:lpstr>Times New Roman</vt:lpstr>
      <vt:lpstr>Wingdings</vt:lpstr>
      <vt:lpstr>Wingdings 3</vt:lpstr>
      <vt:lpstr>Office Theme</vt:lpstr>
      <vt:lpstr>1_Office Theme</vt:lpstr>
      <vt:lpstr>1_平面(MOOC)</vt:lpstr>
      <vt:lpstr>2_平面(MOOC)</vt:lpstr>
      <vt:lpstr>3_平面(MOOC)</vt:lpstr>
      <vt:lpstr>4_平面(MOOC)</vt:lpstr>
      <vt:lpstr>5_平面(MOOC)</vt:lpstr>
      <vt:lpstr>6_平面(MOOC)</vt:lpstr>
      <vt:lpstr>7_平面(MOOC)</vt:lpstr>
      <vt:lpstr>8_平面(MOOC)</vt:lpstr>
      <vt:lpstr>9_平面(MOOC)</vt:lpstr>
      <vt:lpstr>10_平面(MOOC)</vt:lpstr>
      <vt:lpstr>11_平面(MOOC)</vt:lpstr>
      <vt:lpstr>12_平面(MOOC)</vt:lpstr>
      <vt:lpstr>14_平面(MOOC)</vt:lpstr>
      <vt:lpstr>15_平面(MOOC)</vt:lpstr>
      <vt:lpstr>17_平面(MOOC)</vt:lpstr>
      <vt:lpstr>18_平面(MOOC)</vt:lpstr>
      <vt:lpstr>19_平面(MOOC)</vt:lpstr>
      <vt:lpstr>20_平面(MOOC)</vt:lpstr>
      <vt:lpstr>21_平面(MOOC)</vt:lpstr>
      <vt:lpstr>22_平面(MOOC)</vt:lpstr>
      <vt:lpstr>26_平面(MOOC)</vt:lpstr>
      <vt:lpstr>公式</vt:lpstr>
      <vt:lpstr>第四章(02) 语法分析     ——自上而下的语法分析</vt:lpstr>
      <vt:lpstr>编译程序总框</vt:lpstr>
      <vt:lpstr>PowerPoint 演示文稿</vt:lpstr>
      <vt:lpstr>PowerPoint 演示文稿</vt:lpstr>
      <vt:lpstr>PowerPoint 演示文稿</vt:lpstr>
      <vt:lpstr>语法分析的任务</vt:lpstr>
      <vt:lpstr>PowerPoint 演示文稿</vt:lpstr>
      <vt:lpstr>PowerPoint 演示文稿</vt:lpstr>
      <vt:lpstr>PowerPoint 演示文稿</vt:lpstr>
      <vt:lpstr>语法分析</vt:lpstr>
      <vt:lpstr>PowerPoint 演示文稿</vt:lpstr>
      <vt:lpstr>PowerPoint 演示文稿</vt:lpstr>
      <vt:lpstr>PowerPoint 演示文稿</vt:lpstr>
      <vt:lpstr>PowerPoint 演示文稿</vt:lpstr>
      <vt:lpstr>自上而下分析示例</vt:lpstr>
      <vt:lpstr>自上而下分析示例</vt:lpstr>
      <vt:lpstr>自上而下分析示例</vt:lpstr>
      <vt:lpstr>自上而下分析示例</vt:lpstr>
      <vt:lpstr>自上而下分析示例</vt:lpstr>
      <vt:lpstr>自上而下分析示例</vt:lpstr>
      <vt:lpstr>自上而下分析示例</vt:lpstr>
      <vt:lpstr>自上而下分析示例</vt:lpstr>
      <vt:lpstr>多个产生式候选带来的问题</vt:lpstr>
      <vt:lpstr>多个产生式候选带来的问题</vt:lpstr>
      <vt:lpstr>多个产生式候选带来的问题</vt:lpstr>
      <vt:lpstr>多个产生式候选带来的问题</vt:lpstr>
      <vt:lpstr>多个产生式候选带来的问题</vt:lpstr>
      <vt:lpstr>自上而下分析面临的问题</vt:lpstr>
      <vt:lpstr>自上而下分析面临的问题</vt:lpstr>
      <vt:lpstr>自上而下分析</vt:lpstr>
      <vt:lpstr>自上而下分析</vt:lpstr>
      <vt:lpstr>直接左递归的消除</vt:lpstr>
      <vt:lpstr>直接左递归的消除</vt:lpstr>
      <vt:lpstr>习题</vt:lpstr>
      <vt:lpstr>间接左递归的消除</vt:lpstr>
      <vt:lpstr>间接左递归的消除</vt:lpstr>
      <vt:lpstr>间接左递归的消除</vt:lpstr>
      <vt:lpstr>消除左递归的算法</vt:lpstr>
      <vt:lpstr>习题</vt:lpstr>
      <vt:lpstr>消除左递归的算法</vt:lpstr>
      <vt:lpstr>自上而下分析</vt:lpstr>
      <vt:lpstr>消除回溯</vt:lpstr>
      <vt:lpstr>FIRST集合</vt:lpstr>
      <vt:lpstr>FIRST集合</vt:lpstr>
      <vt:lpstr>提取公共左因子</vt:lpstr>
      <vt:lpstr> 候选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FOLLOW集合</vt:lpstr>
      <vt:lpstr>LL(1)文法</vt:lpstr>
      <vt:lpstr>LL(1)分析法</vt:lpstr>
      <vt:lpstr>FIRST和FOLLOW集合的构造</vt:lpstr>
      <vt:lpstr>构造FIRST()</vt:lpstr>
      <vt:lpstr>构造每个文法符号的FIRST集合</vt:lpstr>
      <vt:lpstr>构造FIRST()</vt:lpstr>
      <vt:lpstr>构造任何符号串的FIRST集合</vt:lpstr>
      <vt:lpstr>构造FOLLOW(A)</vt:lpstr>
      <vt:lpstr>构造每个非终结符的FOLLOW集合</vt:lpstr>
      <vt:lpstr>构造每个非终结符的FOLLOW集合</vt:lpstr>
      <vt:lpstr>构造每个非终结符的FOLLOW集合</vt:lpstr>
      <vt:lpstr>测试</vt:lpstr>
      <vt:lpstr>递归下降分析器</vt:lpstr>
      <vt:lpstr>递归下降分析器</vt:lpstr>
      <vt:lpstr>递归下降子程序设计</vt:lpstr>
      <vt:lpstr>递归下降子程序设计</vt:lpstr>
      <vt:lpstr>递归下降子程序设计</vt:lpstr>
      <vt:lpstr>递归下降子程序设计</vt:lpstr>
      <vt:lpstr>递归下降子程序设计</vt:lpstr>
      <vt:lpstr>递归下降子程序设计</vt:lpstr>
      <vt:lpstr>递归下降子程序设计</vt:lpstr>
      <vt:lpstr>递归下降子程序设计</vt:lpstr>
      <vt:lpstr>LL(1)分析法</vt:lpstr>
      <vt:lpstr>预测分析程序构成</vt:lpstr>
      <vt:lpstr>预测分析过程</vt:lpstr>
      <vt:lpstr>预测分析过程</vt:lpstr>
      <vt:lpstr>总控程序实现</vt:lpstr>
      <vt:lpstr>总控程序实现</vt:lpstr>
      <vt:lpstr>预测分析示例</vt:lpstr>
      <vt:lpstr>预测分析示例</vt:lpstr>
      <vt:lpstr>分析表M[A，a]的构造</vt:lpstr>
      <vt:lpstr>分析表M[A，a]的构造算法</vt:lpstr>
      <vt:lpstr>练习：分析表的构造</vt:lpstr>
      <vt:lpstr>分析表的构造</vt:lpstr>
      <vt:lpstr>分析表的构造</vt:lpstr>
      <vt:lpstr>LL(1)文法与二义性</vt:lpstr>
      <vt:lpstr>LL(1)文法与二义性</vt:lpstr>
      <vt:lpstr>LL(1)文法与二义性</vt:lpstr>
      <vt:lpstr> 非LL(1)文法</vt:lpstr>
      <vt:lpstr> 非LL(1)文法</vt:lpstr>
      <vt:lpstr>作业</vt:lpstr>
      <vt:lpstr>PowerPoint 演示文稿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Rounded Rectangles Template</dc:title>
  <dc:subject>Template</dc:subject>
  <dc:creator>erqiang </dc:creator>
  <cp:keywords/>
  <dc:description/>
  <cp:lastModifiedBy>Rongyao</cp:lastModifiedBy>
  <cp:revision>974</cp:revision>
  <dcterms:created xsi:type="dcterms:W3CDTF">2012-12-11T16:26:38Z</dcterms:created>
  <dcterms:modified xsi:type="dcterms:W3CDTF">2025-08-28T07:17:41Z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2052-11.1.0.10920</vt:lpwstr>
  </property>
</Properties>
</file>